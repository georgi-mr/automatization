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3.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tags/tag27.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8.xml" ContentType="application/vnd.openxmlformats-officedocument.presentationml.tags+xml"/>
  <Override PartName="/ppt/notesSlides/notesSlide31.xml" ContentType="application/vnd.openxmlformats-officedocument.presentationml.notesSlide+xml"/>
  <Override PartName="/ppt/tags/tag29.xml" ContentType="application/vnd.openxmlformats-officedocument.presentationml.tags+xml"/>
  <Override PartName="/ppt/notesSlides/notesSlide32.xml" ContentType="application/vnd.openxmlformats-officedocument.presentationml.notesSlide+xml"/>
  <Override PartName="/ppt/tags/tag30.xml" ContentType="application/vnd.openxmlformats-officedocument.presentationml.tags+xml"/>
  <Override PartName="/ppt/notesSlides/notesSlide33.xml" ContentType="application/vnd.openxmlformats-officedocument.presentationml.notesSlide+xml"/>
  <Override PartName="/ppt/tags/tag31.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32.xml" ContentType="application/vnd.openxmlformats-officedocument.presentationml.tags+xml"/>
  <Override PartName="/ppt/notesSlides/notesSlide40.xml" ContentType="application/vnd.openxmlformats-officedocument.presentationml.notesSlide+xml"/>
  <Override PartName="/ppt/tags/tag33.xml" ContentType="application/vnd.openxmlformats-officedocument.presentationml.tags+xml"/>
  <Override PartName="/ppt/notesSlides/notesSlide41.xml" ContentType="application/vnd.openxmlformats-officedocument.presentationml.notesSlide+xml"/>
  <Override PartName="/ppt/tags/tag34.xml" ContentType="application/vnd.openxmlformats-officedocument.presentationml.tags+xml"/>
  <Override PartName="/ppt/notesSlides/notesSlide42.xml" ContentType="application/vnd.openxmlformats-officedocument.presentationml.notesSlide+xml"/>
  <Override PartName="/ppt/tags/tag35.xml" ContentType="application/vnd.openxmlformats-officedocument.presentationml.tags+xml"/>
  <Override PartName="/ppt/notesSlides/notesSlide43.xml" ContentType="application/vnd.openxmlformats-officedocument.presentationml.notesSlide+xml"/>
  <Override PartName="/ppt/tags/tag36.xml" ContentType="application/vnd.openxmlformats-officedocument.presentationml.tags+xml"/>
  <Override PartName="/ppt/notesSlides/notesSlide44.xml" ContentType="application/vnd.openxmlformats-officedocument.presentationml.notesSlide+xml"/>
  <Override PartName="/ppt/tags/tag37.xml" ContentType="application/vnd.openxmlformats-officedocument.presentationml.tags+xml"/>
  <Override PartName="/ppt/notesSlides/notesSlide45.xml" ContentType="application/vnd.openxmlformats-officedocument.presentationml.notesSlide+xml"/>
  <Override PartName="/ppt/tags/tag38.xml" ContentType="application/vnd.openxmlformats-officedocument.presentationml.tags+xml"/>
  <Override PartName="/ppt/notesSlides/notesSlide46.xml" ContentType="application/vnd.openxmlformats-officedocument.presentationml.notesSlide+xml"/>
  <Override PartName="/ppt/tags/tag39.xml" ContentType="application/vnd.openxmlformats-officedocument.presentationml.tags+xml"/>
  <Override PartName="/ppt/notesSlides/notesSlide47.xml" ContentType="application/vnd.openxmlformats-officedocument.presentationml.notesSlide+xml"/>
  <Override PartName="/ppt/tags/tag40.xml" ContentType="application/vnd.openxmlformats-officedocument.presentationml.tags+xml"/>
  <Override PartName="/ppt/notesSlides/notesSlide48.xml" ContentType="application/vnd.openxmlformats-officedocument.presentationml.notesSlide+xml"/>
  <Override PartName="/ppt/tags/tag41.xml" ContentType="application/vnd.openxmlformats-officedocument.presentationml.tags+xml"/>
  <Override PartName="/ppt/notesSlides/notesSlide49.xml" ContentType="application/vnd.openxmlformats-officedocument.presentationml.notesSlide+xml"/>
  <Override PartName="/ppt/tags/tag42.xml" ContentType="application/vnd.openxmlformats-officedocument.presentationml.tags+xml"/>
  <Override PartName="/ppt/notesSlides/notesSlide50.xml" ContentType="application/vnd.openxmlformats-officedocument.presentationml.notesSlide+xml"/>
  <Override PartName="/ppt/tags/tag43.xml" ContentType="application/vnd.openxmlformats-officedocument.presentationml.tags+xml"/>
  <Override PartName="/ppt/notesSlides/notesSlide51.xml" ContentType="application/vnd.openxmlformats-officedocument.presentationml.notesSlide+xml"/>
  <Override PartName="/ppt/tags/tag44.xml" ContentType="application/vnd.openxmlformats-officedocument.presentationml.tags+xml"/>
  <Override PartName="/ppt/notesSlides/notesSlide52.xml" ContentType="application/vnd.openxmlformats-officedocument.presentationml.notesSlide+xml"/>
  <Override PartName="/ppt/tags/tag45.xml" ContentType="application/vnd.openxmlformats-officedocument.presentationml.tags+xml"/>
  <Override PartName="/ppt/notesSlides/notesSlide53.xml" ContentType="application/vnd.openxmlformats-officedocument.presentationml.notesSlide+xml"/>
  <Override PartName="/ppt/tags/tag46.xml" ContentType="application/vnd.openxmlformats-officedocument.presentationml.tags+xml"/>
  <Override PartName="/ppt/notesSlides/notesSlide54.xml" ContentType="application/vnd.openxmlformats-officedocument.presentationml.notesSlide+xml"/>
  <Override PartName="/ppt/tags/tag47.xml" ContentType="application/vnd.openxmlformats-officedocument.presentationml.tags+xml"/>
  <Override PartName="/ppt/notesSlides/notesSlide55.xml" ContentType="application/vnd.openxmlformats-officedocument.presentationml.notesSlide+xml"/>
  <Override PartName="/ppt/tags/tag48.xml" ContentType="application/vnd.openxmlformats-officedocument.presentationml.tags+xml"/>
  <Override PartName="/ppt/notesSlides/notesSlide56.xml" ContentType="application/vnd.openxmlformats-officedocument.presentationml.notesSlide+xml"/>
  <Override PartName="/ppt/tags/tag49.xml" ContentType="application/vnd.openxmlformats-officedocument.presentationml.tags+xml"/>
  <Override PartName="/ppt/notesSlides/notesSlide57.xml" ContentType="application/vnd.openxmlformats-officedocument.presentationml.notesSlide+xml"/>
  <Override PartName="/ppt/tags/tag50.xml" ContentType="application/vnd.openxmlformats-officedocument.presentationml.tags+xml"/>
  <Override PartName="/ppt/notesSlides/notesSlide58.xml" ContentType="application/vnd.openxmlformats-officedocument.presentationml.notesSlide+xml"/>
  <Override PartName="/ppt/tags/tag51.xml" ContentType="application/vnd.openxmlformats-officedocument.presentationml.tags+xml"/>
  <Override PartName="/ppt/notesSlides/notesSlide59.xml" ContentType="application/vnd.openxmlformats-officedocument.presentationml.notesSlide+xml"/>
  <Override PartName="/ppt/tags/tag52.xml" ContentType="application/vnd.openxmlformats-officedocument.presentationml.tags+xml"/>
  <Override PartName="/ppt/notesSlides/notesSlide60.xml" ContentType="application/vnd.openxmlformats-officedocument.presentationml.notesSlide+xml"/>
  <Override PartName="/ppt/tags/tag53.xml" ContentType="application/vnd.openxmlformats-officedocument.presentationml.tags+xml"/>
  <Override PartName="/ppt/notesSlides/notesSlide61.xml" ContentType="application/vnd.openxmlformats-officedocument.presentationml.notesSlide+xml"/>
  <Override PartName="/ppt/tags/tag54.xml" ContentType="application/vnd.openxmlformats-officedocument.presentationml.tags+xml"/>
  <Override PartName="/ppt/notesSlides/notesSlide62.xml" ContentType="application/vnd.openxmlformats-officedocument.presentationml.notesSlide+xml"/>
  <Override PartName="/ppt/tags/tag55.xml" ContentType="application/vnd.openxmlformats-officedocument.presentationml.tags+xml"/>
  <Override PartName="/ppt/notesSlides/notesSlide63.xml" ContentType="application/vnd.openxmlformats-officedocument.presentationml.notesSlide+xml"/>
  <Override PartName="/ppt/tags/tag56.xml" ContentType="application/vnd.openxmlformats-officedocument.presentationml.tags+xml"/>
  <Override PartName="/ppt/notesSlides/notesSlide64.xml" ContentType="application/vnd.openxmlformats-officedocument.presentationml.notesSlide+xml"/>
  <Override PartName="/ppt/tags/tag57.xml" ContentType="application/vnd.openxmlformats-officedocument.presentationml.tags+xml"/>
  <Override PartName="/ppt/notesSlides/notesSlide65.xml" ContentType="application/vnd.openxmlformats-officedocument.presentationml.notesSlide+xml"/>
  <Override PartName="/ppt/tags/tag58.xml" ContentType="application/vnd.openxmlformats-officedocument.presentationml.tags+xml"/>
  <Override PartName="/ppt/notesSlides/notesSlide66.xml" ContentType="application/vnd.openxmlformats-officedocument.presentationml.notesSlide+xml"/>
  <Override PartName="/ppt/tags/tag59.xml" ContentType="application/vnd.openxmlformats-officedocument.presentationml.tags+xml"/>
  <Override PartName="/ppt/notesSlides/notesSlide67.xml" ContentType="application/vnd.openxmlformats-officedocument.presentationml.notesSlide+xml"/>
  <Override PartName="/ppt/tags/tag60.xml" ContentType="application/vnd.openxmlformats-officedocument.presentationml.tags+xml"/>
  <Override PartName="/ppt/notesSlides/notesSlide68.xml" ContentType="application/vnd.openxmlformats-officedocument.presentationml.notesSlide+xml"/>
  <Override PartName="/ppt/tags/tag61.xml" ContentType="application/vnd.openxmlformats-officedocument.presentationml.tags+xml"/>
  <Override PartName="/ppt/notesSlides/notesSlide69.xml" ContentType="application/vnd.openxmlformats-officedocument.presentationml.notesSlide+xml"/>
  <Override PartName="/ppt/tags/tag62.xml" ContentType="application/vnd.openxmlformats-officedocument.presentationml.tags+xml"/>
  <Override PartName="/ppt/notesSlides/notesSlide70.xml" ContentType="application/vnd.openxmlformats-officedocument.presentationml.notesSlide+xml"/>
  <Override PartName="/ppt/tags/tag63.xml" ContentType="application/vnd.openxmlformats-officedocument.presentationml.tags+xml"/>
  <Override PartName="/ppt/notesSlides/notesSlide71.xml" ContentType="application/vnd.openxmlformats-officedocument.presentationml.notesSlide+xml"/>
  <Override PartName="/ppt/tags/tag64.xml" ContentType="application/vnd.openxmlformats-officedocument.presentationml.tags+xml"/>
  <Override PartName="/ppt/notesSlides/notesSlide72.xml" ContentType="application/vnd.openxmlformats-officedocument.presentationml.notesSlide+xml"/>
  <Override PartName="/ppt/tags/tag65.xml" ContentType="application/vnd.openxmlformats-officedocument.presentationml.tags+xml"/>
  <Override PartName="/ppt/notesSlides/notesSlide73.xml" ContentType="application/vnd.openxmlformats-officedocument.presentationml.notesSlide+xml"/>
  <Override PartName="/ppt/tags/tag66.xml" ContentType="application/vnd.openxmlformats-officedocument.presentationml.tags+xml"/>
  <Override PartName="/ppt/notesSlides/notesSlide74.xml" ContentType="application/vnd.openxmlformats-officedocument.presentationml.notesSlide+xml"/>
  <Override PartName="/ppt/tags/tag67.xml" ContentType="application/vnd.openxmlformats-officedocument.presentationml.tags+xml"/>
  <Override PartName="/ppt/notesSlides/notesSlide75.xml" ContentType="application/vnd.openxmlformats-officedocument.presentationml.notesSlide+xml"/>
  <Override PartName="/ppt/tags/tag68.xml" ContentType="application/vnd.openxmlformats-officedocument.presentationml.tags+xml"/>
  <Override PartName="/ppt/notesSlides/notesSlide76.xml" ContentType="application/vnd.openxmlformats-officedocument.presentationml.notesSlide+xml"/>
  <Override PartName="/ppt/tags/tag69.xml" ContentType="application/vnd.openxmlformats-officedocument.presentationml.tags+xml"/>
  <Override PartName="/ppt/notesSlides/notesSlide77.xml" ContentType="application/vnd.openxmlformats-officedocument.presentationml.notesSlide+xml"/>
  <Override PartName="/ppt/tags/tag70.xml" ContentType="application/vnd.openxmlformats-officedocument.presentationml.tags+xml"/>
  <Override PartName="/ppt/notesSlides/notesSlide78.xml" ContentType="application/vnd.openxmlformats-officedocument.presentationml.notesSlide+xml"/>
  <Override PartName="/ppt/tags/tag71.xml" ContentType="application/vnd.openxmlformats-officedocument.presentationml.tags+xml"/>
  <Override PartName="/ppt/notesSlides/notesSlide79.xml" ContentType="application/vnd.openxmlformats-officedocument.presentationml.notesSlide+xml"/>
  <Override PartName="/ppt/tags/tag72.xml" ContentType="application/vnd.openxmlformats-officedocument.presentationml.tags+xml"/>
  <Override PartName="/ppt/notesSlides/notesSlide80.xml" ContentType="application/vnd.openxmlformats-officedocument.presentationml.notesSlide+xml"/>
  <Override PartName="/ppt/tags/tag73.xml" ContentType="application/vnd.openxmlformats-officedocument.presentationml.tags+xml"/>
  <Override PartName="/ppt/notesSlides/notesSlide81.xml" ContentType="application/vnd.openxmlformats-officedocument.presentationml.notesSlide+xml"/>
  <Override PartName="/ppt/tags/tag74.xml" ContentType="application/vnd.openxmlformats-officedocument.presentationml.tags+xml"/>
  <Override PartName="/ppt/notesSlides/notesSlide82.xml" ContentType="application/vnd.openxmlformats-officedocument.presentationml.notesSlide+xml"/>
  <Override PartName="/ppt/tags/tag75.xml" ContentType="application/vnd.openxmlformats-officedocument.presentationml.tags+xml"/>
  <Override PartName="/ppt/notesSlides/notesSlide83.xml" ContentType="application/vnd.openxmlformats-officedocument.presentationml.notesSlide+xml"/>
  <Override PartName="/ppt/tags/tag76.xml" ContentType="application/vnd.openxmlformats-officedocument.presentationml.tags+xml"/>
  <Override PartName="/ppt/notesSlides/notesSlide84.xml" ContentType="application/vnd.openxmlformats-officedocument.presentationml.notesSlide+xml"/>
  <Override PartName="/ppt/tags/tag77.xml" ContentType="application/vnd.openxmlformats-officedocument.presentationml.tags+xml"/>
  <Override PartName="/ppt/notesSlides/notesSlide85.xml" ContentType="application/vnd.openxmlformats-officedocument.presentationml.notesSlide+xml"/>
  <Override PartName="/ppt/tags/tag78.xml" ContentType="application/vnd.openxmlformats-officedocument.presentationml.tags+xml"/>
  <Override PartName="/ppt/notesSlides/notesSlide86.xml" ContentType="application/vnd.openxmlformats-officedocument.presentationml.notesSlide+xml"/>
  <Override PartName="/ppt/tags/tag79.xml" ContentType="application/vnd.openxmlformats-officedocument.presentationml.tags+xml"/>
  <Override PartName="/ppt/notesSlides/notesSlide87.xml" ContentType="application/vnd.openxmlformats-officedocument.presentationml.notesSlide+xml"/>
  <Override PartName="/ppt/tags/tag80.xml" ContentType="application/vnd.openxmlformats-officedocument.presentationml.tags+xml"/>
  <Override PartName="/ppt/notesSlides/notesSlide88.xml" ContentType="application/vnd.openxmlformats-officedocument.presentationml.notesSlide+xml"/>
  <Override PartName="/ppt/tags/tag81.xml" ContentType="application/vnd.openxmlformats-officedocument.presentationml.tags+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tags/tag82.xml" ContentType="application/vnd.openxmlformats-officedocument.presentationml.tags+xml"/>
  <Override PartName="/ppt/notesSlides/notesSlide91.xml" ContentType="application/vnd.openxmlformats-officedocument.presentationml.notesSlide+xml"/>
  <Override PartName="/ppt/tags/tag83.xml" ContentType="application/vnd.openxmlformats-officedocument.presentationml.tags+xml"/>
  <Override PartName="/ppt/notesSlides/notesSlide92.xml" ContentType="application/vnd.openxmlformats-officedocument.presentationml.notesSlide+xml"/>
  <Override PartName="/ppt/tags/tag84.xml" ContentType="application/vnd.openxmlformats-officedocument.presentationml.tags+xml"/>
  <Override PartName="/ppt/notesSlides/notesSlide93.xml" ContentType="application/vnd.openxmlformats-officedocument.presentationml.notesSlide+xml"/>
  <Override PartName="/ppt/tags/tag85.xml" ContentType="application/vnd.openxmlformats-officedocument.presentationml.tags+xml"/>
  <Override PartName="/ppt/notesSlides/notesSlide94.xml" ContentType="application/vnd.openxmlformats-officedocument.presentationml.notesSlide+xml"/>
  <Override PartName="/ppt/tags/tag86.xml" ContentType="application/vnd.openxmlformats-officedocument.presentationml.tags+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tags/tag87.xml" ContentType="application/vnd.openxmlformats-officedocument.presentationml.tags+xml"/>
  <Override PartName="/ppt/notesSlides/notesSlide99.xml" ContentType="application/vnd.openxmlformats-officedocument.presentationml.notesSlide+xml"/>
  <Override PartName="/ppt/tags/tag88.xml" ContentType="application/vnd.openxmlformats-officedocument.presentationml.tags+xml"/>
  <Override PartName="/ppt/notesSlides/notesSlide100.xml" ContentType="application/vnd.openxmlformats-officedocument.presentationml.notesSlide+xml"/>
  <Override PartName="/ppt/tags/tag89.xml" ContentType="application/vnd.openxmlformats-officedocument.presentationml.tags+xml"/>
  <Override PartName="/ppt/notesSlides/notesSlide101.xml" ContentType="application/vnd.openxmlformats-officedocument.presentationml.notesSlide+xml"/>
  <Override PartName="/ppt/tags/tag90.xml" ContentType="application/vnd.openxmlformats-officedocument.presentationml.tags+xml"/>
  <Override PartName="/ppt/notesSlides/notesSlide102.xml" ContentType="application/vnd.openxmlformats-officedocument.presentationml.notesSlide+xml"/>
  <Override PartName="/ppt/tags/tag91.xml" ContentType="application/vnd.openxmlformats-officedocument.presentationml.tags+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tags/tag92.xml" ContentType="application/vnd.openxmlformats-officedocument.presentationml.tags+xml"/>
  <Override PartName="/ppt/notesSlides/notesSlide109.xml" ContentType="application/vnd.openxmlformats-officedocument.presentationml.notesSlide+xml"/>
  <Override PartName="/ppt/tags/tag93.xml" ContentType="application/vnd.openxmlformats-officedocument.presentationml.tags+xml"/>
  <Override PartName="/ppt/notesSlides/notesSlide110.xml" ContentType="application/vnd.openxmlformats-officedocument.presentationml.notesSlide+xml"/>
  <Override PartName="/ppt/tags/tag94.xml" ContentType="application/vnd.openxmlformats-officedocument.presentationml.tags+xml"/>
  <Override PartName="/ppt/notesSlides/notesSlide1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43" r:id="rId11"/>
    <p:sldMasterId id="2147483983" r:id="rId12"/>
    <p:sldMasterId id="2147483997" r:id="rId13"/>
    <p:sldMasterId id="2147484008" r:id="rId14"/>
  </p:sldMasterIdLst>
  <p:notesMasterIdLst>
    <p:notesMasterId r:id="rId126"/>
  </p:notesMasterIdLst>
  <p:handoutMasterIdLst>
    <p:handoutMasterId r:id="rId127"/>
  </p:handoutMasterIdLst>
  <p:sldIdLst>
    <p:sldId id="499" r:id="rId15"/>
    <p:sldId id="529" r:id="rId16"/>
    <p:sldId id="583" r:id="rId17"/>
    <p:sldId id="500" r:id="rId18"/>
    <p:sldId id="501" r:id="rId19"/>
    <p:sldId id="531" r:id="rId20"/>
    <p:sldId id="562" r:id="rId21"/>
    <p:sldId id="502" r:id="rId22"/>
    <p:sldId id="594" r:id="rId23"/>
    <p:sldId id="572" r:id="rId24"/>
    <p:sldId id="536" r:id="rId25"/>
    <p:sldId id="537" r:id="rId26"/>
    <p:sldId id="573" r:id="rId27"/>
    <p:sldId id="539" r:id="rId28"/>
    <p:sldId id="508" r:id="rId29"/>
    <p:sldId id="560" r:id="rId30"/>
    <p:sldId id="543" r:id="rId31"/>
    <p:sldId id="540" r:id="rId32"/>
    <p:sldId id="541" r:id="rId33"/>
    <p:sldId id="542" r:id="rId34"/>
    <p:sldId id="549" r:id="rId35"/>
    <p:sldId id="575" r:id="rId36"/>
    <p:sldId id="551" r:id="rId37"/>
    <p:sldId id="553" r:id="rId38"/>
    <p:sldId id="577" r:id="rId39"/>
    <p:sldId id="578" r:id="rId40"/>
    <p:sldId id="579" r:id="rId41"/>
    <p:sldId id="580" r:id="rId42"/>
    <p:sldId id="581" r:id="rId43"/>
    <p:sldId id="582" r:id="rId44"/>
    <p:sldId id="595" r:id="rId45"/>
    <p:sldId id="558" r:id="rId46"/>
    <p:sldId id="559" r:id="rId47"/>
    <p:sldId id="556" r:id="rId48"/>
    <p:sldId id="557" r:id="rId49"/>
    <p:sldId id="676" r:id="rId50"/>
    <p:sldId id="677" r:id="rId51"/>
    <p:sldId id="678" r:id="rId52"/>
    <p:sldId id="679" r:id="rId53"/>
    <p:sldId id="680" r:id="rId54"/>
    <p:sldId id="681" r:id="rId55"/>
    <p:sldId id="584" r:id="rId56"/>
    <p:sldId id="585" r:id="rId57"/>
    <p:sldId id="586" r:id="rId58"/>
    <p:sldId id="587" r:id="rId59"/>
    <p:sldId id="588" r:id="rId60"/>
    <p:sldId id="589" r:id="rId61"/>
    <p:sldId id="614" r:id="rId62"/>
    <p:sldId id="590" r:id="rId63"/>
    <p:sldId id="593" r:id="rId64"/>
    <p:sldId id="592" r:id="rId65"/>
    <p:sldId id="616" r:id="rId66"/>
    <p:sldId id="596" r:id="rId67"/>
    <p:sldId id="598" r:id="rId68"/>
    <p:sldId id="599" r:id="rId69"/>
    <p:sldId id="608" r:id="rId70"/>
    <p:sldId id="609" r:id="rId71"/>
    <p:sldId id="611" r:id="rId72"/>
    <p:sldId id="612" r:id="rId73"/>
    <p:sldId id="618" r:id="rId74"/>
    <p:sldId id="619" r:id="rId75"/>
    <p:sldId id="672" r:id="rId76"/>
    <p:sldId id="604" r:id="rId77"/>
    <p:sldId id="605" r:id="rId78"/>
    <p:sldId id="602" r:id="rId79"/>
    <p:sldId id="603" r:id="rId80"/>
    <p:sldId id="600" r:id="rId81"/>
    <p:sldId id="601" r:id="rId82"/>
    <p:sldId id="620" r:id="rId83"/>
    <p:sldId id="621" r:id="rId84"/>
    <p:sldId id="623" r:id="rId85"/>
    <p:sldId id="622" r:id="rId86"/>
    <p:sldId id="664" r:id="rId87"/>
    <p:sldId id="673" r:id="rId88"/>
    <p:sldId id="666" r:id="rId89"/>
    <p:sldId id="626" r:id="rId90"/>
    <p:sldId id="628" r:id="rId91"/>
    <p:sldId id="630" r:id="rId92"/>
    <p:sldId id="629" r:id="rId93"/>
    <p:sldId id="631" r:id="rId94"/>
    <p:sldId id="632" r:id="rId95"/>
    <p:sldId id="636" r:id="rId96"/>
    <p:sldId id="637" r:id="rId97"/>
    <p:sldId id="638" r:id="rId98"/>
    <p:sldId id="639" r:id="rId99"/>
    <p:sldId id="675" r:id="rId100"/>
    <p:sldId id="633" r:id="rId101"/>
    <p:sldId id="634" r:id="rId102"/>
    <p:sldId id="643" r:id="rId103"/>
    <p:sldId id="644" r:id="rId104"/>
    <p:sldId id="645" r:id="rId105"/>
    <p:sldId id="646" r:id="rId106"/>
    <p:sldId id="647" r:id="rId107"/>
    <p:sldId id="648" r:id="rId108"/>
    <p:sldId id="649" r:id="rId109"/>
    <p:sldId id="650" r:id="rId110"/>
    <p:sldId id="651" r:id="rId111"/>
    <p:sldId id="652" r:id="rId112"/>
    <p:sldId id="653" r:id="rId113"/>
    <p:sldId id="654" r:id="rId114"/>
    <p:sldId id="655" r:id="rId115"/>
    <p:sldId id="656" r:id="rId116"/>
    <p:sldId id="657" r:id="rId117"/>
    <p:sldId id="658" r:id="rId118"/>
    <p:sldId id="659" r:id="rId119"/>
    <p:sldId id="660" r:id="rId120"/>
    <p:sldId id="661" r:id="rId121"/>
    <p:sldId id="662" r:id="rId122"/>
    <p:sldId id="663" r:id="rId123"/>
    <p:sldId id="670" r:id="rId124"/>
    <p:sldId id="682" r:id="rId125"/>
  </p:sldIdLst>
  <p:sldSz cx="12188825" cy="6858000"/>
  <p:notesSz cx="6858000" cy="9144000"/>
  <p:custDataLst>
    <p:custData r:id="rId6"/>
    <p:custData r:id="rId8"/>
    <p:custData r:id="rId2"/>
    <p:custData r:id="rId4"/>
    <p:custData r:id="rId10"/>
    <p:custData r:id="rId7"/>
    <p:custData r:id="rId5"/>
    <p:tags r:id="rId12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D9FE78-C7AE-95A6-BD80-73D845B9EB37}" name="Anjana" initials="ELB" userId="Anjana" providerId="None"/>
  <p188:author id="{8F9392A0-F156-F774-781F-F70C8BAAB290}" name="ELB Learning" initials="ELB" userId="ELB Learning" providerId="None"/>
  <p188:author id="{0D392DA3-5A88-2B5C-FD7B-46C874F31A69}" name="Citizen Developer" initials="CD" userId="S::citizen.developer@uipath.com::a0c935df-3811-4663-a008-2d6c7d6371e6" providerId="AD"/>
  <p188:author id="{92A56FBD-97AE-72AE-3D53-8430A7EF0F07}" name="Logaprasanth N" initials="LN" userId="S-1-5-21-425318151-1608847329-2564250905-134934" providerId="AD"/>
  <p188:author id="{A752DFDE-D97B-A5CA-F0FD-82DAF998DF1A}" name="Bianca Dragu" initials="BD" userId="S::bianca.dragu@uipath.com::806c990f-48cd-4ec7-8163-a4df05d6501e" providerId="AD"/>
  <p188:author id="{845F69E6-9CFF-60A1-4D00-C5F6E960600E}" name="Kate Mcdaniel" initials="KM" userId="S::kate.mcdaniel@uipath.com::ac2dcec2-adca-4a3a-8a42-4d2b5cf092f0"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4616"/>
    <a:srgbClr val="FF4800"/>
    <a:srgbClr val="F6F6F6"/>
    <a:srgbClr val="E3E3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653DA6-BF00-BFCD-CAD0-4502C6BC99FC}" v="3" dt="2023-11-24T11:03:10.5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017" autoAdjust="0"/>
  </p:normalViewPr>
  <p:slideViewPr>
    <p:cSldViewPr snapToGrid="0">
      <p:cViewPr varScale="1">
        <p:scale>
          <a:sx n="89" d="100"/>
          <a:sy n="89" d="100"/>
        </p:scale>
        <p:origin x="1733" y="82"/>
      </p:cViewPr>
      <p:guideLst>
        <p:guide pos="3839"/>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3.xml"/><Relationship Id="rId21" Type="http://schemas.openxmlformats.org/officeDocument/2006/relationships/slide" Target="slides/slide7.xml"/><Relationship Id="rId42" Type="http://schemas.openxmlformats.org/officeDocument/2006/relationships/slide" Target="slides/slide28.xml"/><Relationship Id="rId63" Type="http://schemas.openxmlformats.org/officeDocument/2006/relationships/slide" Target="slides/slide49.xml"/><Relationship Id="rId84" Type="http://schemas.openxmlformats.org/officeDocument/2006/relationships/slide" Target="slides/slide70.xml"/><Relationship Id="rId16" Type="http://schemas.openxmlformats.org/officeDocument/2006/relationships/slide" Target="slides/slide2.xml"/><Relationship Id="rId107" Type="http://schemas.openxmlformats.org/officeDocument/2006/relationships/slide" Target="slides/slide93.xml"/><Relationship Id="rId11" Type="http://schemas.openxmlformats.org/officeDocument/2006/relationships/slideMaster" Target="slideMasters/slideMaster1.xml"/><Relationship Id="rId32" Type="http://schemas.openxmlformats.org/officeDocument/2006/relationships/slide" Target="slides/slide18.xml"/><Relationship Id="rId37" Type="http://schemas.openxmlformats.org/officeDocument/2006/relationships/slide" Target="slides/slide23.xml"/><Relationship Id="rId53" Type="http://schemas.openxmlformats.org/officeDocument/2006/relationships/slide" Target="slides/slide39.xml"/><Relationship Id="rId58" Type="http://schemas.openxmlformats.org/officeDocument/2006/relationships/slide" Target="slides/slide44.xml"/><Relationship Id="rId74" Type="http://schemas.openxmlformats.org/officeDocument/2006/relationships/slide" Target="slides/slide60.xml"/><Relationship Id="rId79" Type="http://schemas.openxmlformats.org/officeDocument/2006/relationships/slide" Target="slides/slide65.xml"/><Relationship Id="rId102" Type="http://schemas.openxmlformats.org/officeDocument/2006/relationships/slide" Target="slides/slide88.xml"/><Relationship Id="rId123" Type="http://schemas.openxmlformats.org/officeDocument/2006/relationships/slide" Target="slides/slide109.xml"/><Relationship Id="rId128" Type="http://schemas.openxmlformats.org/officeDocument/2006/relationships/tags" Target="tags/tag1.xml"/><Relationship Id="rId5" Type="http://schemas.openxmlformats.org/officeDocument/2006/relationships/customXml" Target="../customXml/item5.xml"/><Relationship Id="rId90" Type="http://schemas.openxmlformats.org/officeDocument/2006/relationships/slide" Target="slides/slide76.xml"/><Relationship Id="rId95" Type="http://schemas.openxmlformats.org/officeDocument/2006/relationships/slide" Target="slides/slide81.xml"/><Relationship Id="rId22" Type="http://schemas.openxmlformats.org/officeDocument/2006/relationships/slide" Target="slides/slide8.xml"/><Relationship Id="rId27" Type="http://schemas.openxmlformats.org/officeDocument/2006/relationships/slide" Target="slides/slide13.xml"/><Relationship Id="rId43" Type="http://schemas.openxmlformats.org/officeDocument/2006/relationships/slide" Target="slides/slide29.xml"/><Relationship Id="rId48" Type="http://schemas.openxmlformats.org/officeDocument/2006/relationships/slide" Target="slides/slide34.xml"/><Relationship Id="rId64" Type="http://schemas.openxmlformats.org/officeDocument/2006/relationships/slide" Target="slides/slide50.xml"/><Relationship Id="rId69" Type="http://schemas.openxmlformats.org/officeDocument/2006/relationships/slide" Target="slides/slide55.xml"/><Relationship Id="rId113" Type="http://schemas.openxmlformats.org/officeDocument/2006/relationships/slide" Target="slides/slide99.xml"/><Relationship Id="rId118" Type="http://schemas.openxmlformats.org/officeDocument/2006/relationships/slide" Target="slides/slide104.xml"/><Relationship Id="rId134" Type="http://schemas.microsoft.com/office/2015/10/relationships/revisionInfo" Target="revisionInfo.xml"/><Relationship Id="rId80" Type="http://schemas.openxmlformats.org/officeDocument/2006/relationships/slide" Target="slides/slide66.xml"/><Relationship Id="rId85" Type="http://schemas.openxmlformats.org/officeDocument/2006/relationships/slide" Target="slides/slide71.xml"/><Relationship Id="rId12" Type="http://schemas.openxmlformats.org/officeDocument/2006/relationships/slideMaster" Target="slideMasters/slideMaster2.xml"/><Relationship Id="rId17" Type="http://schemas.openxmlformats.org/officeDocument/2006/relationships/slide" Target="slides/slide3.xml"/><Relationship Id="rId33" Type="http://schemas.openxmlformats.org/officeDocument/2006/relationships/slide" Target="slides/slide19.xml"/><Relationship Id="rId38" Type="http://schemas.openxmlformats.org/officeDocument/2006/relationships/slide" Target="slides/slide24.xml"/><Relationship Id="rId59" Type="http://schemas.openxmlformats.org/officeDocument/2006/relationships/slide" Target="slides/slide45.xml"/><Relationship Id="rId103" Type="http://schemas.openxmlformats.org/officeDocument/2006/relationships/slide" Target="slides/slide89.xml"/><Relationship Id="rId108" Type="http://schemas.openxmlformats.org/officeDocument/2006/relationships/slide" Target="slides/slide94.xml"/><Relationship Id="rId124" Type="http://schemas.openxmlformats.org/officeDocument/2006/relationships/slide" Target="slides/slide110.xml"/><Relationship Id="rId129" Type="http://schemas.openxmlformats.org/officeDocument/2006/relationships/presProps" Target="presProps.xml"/><Relationship Id="rId54" Type="http://schemas.openxmlformats.org/officeDocument/2006/relationships/slide" Target="slides/slide40.xml"/><Relationship Id="rId70" Type="http://schemas.openxmlformats.org/officeDocument/2006/relationships/slide" Target="slides/slide56.xml"/><Relationship Id="rId75" Type="http://schemas.openxmlformats.org/officeDocument/2006/relationships/slide" Target="slides/slide61.xml"/><Relationship Id="rId91" Type="http://schemas.openxmlformats.org/officeDocument/2006/relationships/slide" Target="slides/slide77.xml"/><Relationship Id="rId96" Type="http://schemas.openxmlformats.org/officeDocument/2006/relationships/slide" Target="slides/slide82.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slide" Target="slides/slide9.xml"/><Relationship Id="rId28" Type="http://schemas.openxmlformats.org/officeDocument/2006/relationships/slide" Target="slides/slide14.xml"/><Relationship Id="rId49" Type="http://schemas.openxmlformats.org/officeDocument/2006/relationships/slide" Target="slides/slide35.xml"/><Relationship Id="rId114" Type="http://schemas.openxmlformats.org/officeDocument/2006/relationships/slide" Target="slides/slide100.xml"/><Relationship Id="rId119" Type="http://schemas.openxmlformats.org/officeDocument/2006/relationships/slide" Target="slides/slide105.xml"/><Relationship Id="rId44" Type="http://schemas.openxmlformats.org/officeDocument/2006/relationships/slide" Target="slides/slide30.xml"/><Relationship Id="rId60" Type="http://schemas.openxmlformats.org/officeDocument/2006/relationships/slide" Target="slides/slide46.xml"/><Relationship Id="rId65" Type="http://schemas.openxmlformats.org/officeDocument/2006/relationships/slide" Target="slides/slide51.xml"/><Relationship Id="rId81" Type="http://schemas.openxmlformats.org/officeDocument/2006/relationships/slide" Target="slides/slide67.xml"/><Relationship Id="rId86" Type="http://schemas.openxmlformats.org/officeDocument/2006/relationships/slide" Target="slides/slide72.xml"/><Relationship Id="rId130" Type="http://schemas.openxmlformats.org/officeDocument/2006/relationships/viewProps" Target="viewProps.xml"/><Relationship Id="rId135" Type="http://schemas.microsoft.com/office/2018/10/relationships/authors" Target="authors.xml"/><Relationship Id="rId13" Type="http://schemas.openxmlformats.org/officeDocument/2006/relationships/slideMaster" Target="slideMasters/slideMaster3.xml"/><Relationship Id="rId18" Type="http://schemas.openxmlformats.org/officeDocument/2006/relationships/slide" Target="slides/slide4.xml"/><Relationship Id="rId39" Type="http://schemas.openxmlformats.org/officeDocument/2006/relationships/slide" Target="slides/slide25.xml"/><Relationship Id="rId109" Type="http://schemas.openxmlformats.org/officeDocument/2006/relationships/slide" Target="slides/slide95.xml"/><Relationship Id="rId34" Type="http://schemas.openxmlformats.org/officeDocument/2006/relationships/slide" Target="slides/slide20.xml"/><Relationship Id="rId50" Type="http://schemas.openxmlformats.org/officeDocument/2006/relationships/slide" Target="slides/slide36.xml"/><Relationship Id="rId55" Type="http://schemas.openxmlformats.org/officeDocument/2006/relationships/slide" Target="slides/slide41.xml"/><Relationship Id="rId76" Type="http://schemas.openxmlformats.org/officeDocument/2006/relationships/slide" Target="slides/slide62.xml"/><Relationship Id="rId97" Type="http://schemas.openxmlformats.org/officeDocument/2006/relationships/slide" Target="slides/slide83.xml"/><Relationship Id="rId104" Type="http://schemas.openxmlformats.org/officeDocument/2006/relationships/slide" Target="slides/slide90.xml"/><Relationship Id="rId120" Type="http://schemas.openxmlformats.org/officeDocument/2006/relationships/slide" Target="slides/slide106.xml"/><Relationship Id="rId125" Type="http://schemas.openxmlformats.org/officeDocument/2006/relationships/slide" Target="slides/slide111.xml"/><Relationship Id="rId7" Type="http://schemas.openxmlformats.org/officeDocument/2006/relationships/customXml" Target="../customXml/item7.xml"/><Relationship Id="rId71" Type="http://schemas.openxmlformats.org/officeDocument/2006/relationships/slide" Target="slides/slide57.xml"/><Relationship Id="rId92" Type="http://schemas.openxmlformats.org/officeDocument/2006/relationships/slide" Target="slides/slide78.xml"/><Relationship Id="rId2" Type="http://schemas.openxmlformats.org/officeDocument/2006/relationships/customXml" Target="../customXml/item2.xml"/><Relationship Id="rId29" Type="http://schemas.openxmlformats.org/officeDocument/2006/relationships/slide" Target="slides/slide15.xml"/><Relationship Id="rId24" Type="http://schemas.openxmlformats.org/officeDocument/2006/relationships/slide" Target="slides/slide10.xml"/><Relationship Id="rId40" Type="http://schemas.openxmlformats.org/officeDocument/2006/relationships/slide" Target="slides/slide26.xml"/><Relationship Id="rId45" Type="http://schemas.openxmlformats.org/officeDocument/2006/relationships/slide" Target="slides/slide31.xml"/><Relationship Id="rId66" Type="http://schemas.openxmlformats.org/officeDocument/2006/relationships/slide" Target="slides/slide52.xml"/><Relationship Id="rId87" Type="http://schemas.openxmlformats.org/officeDocument/2006/relationships/slide" Target="slides/slide73.xml"/><Relationship Id="rId110" Type="http://schemas.openxmlformats.org/officeDocument/2006/relationships/slide" Target="slides/slide96.xml"/><Relationship Id="rId115" Type="http://schemas.openxmlformats.org/officeDocument/2006/relationships/slide" Target="slides/slide101.xml"/><Relationship Id="rId131" Type="http://schemas.openxmlformats.org/officeDocument/2006/relationships/theme" Target="theme/theme1.xml"/><Relationship Id="rId61" Type="http://schemas.openxmlformats.org/officeDocument/2006/relationships/slide" Target="slides/slide47.xml"/><Relationship Id="rId82" Type="http://schemas.openxmlformats.org/officeDocument/2006/relationships/slide" Target="slides/slide68.xml"/><Relationship Id="rId19" Type="http://schemas.openxmlformats.org/officeDocument/2006/relationships/slide" Target="slides/slide5.xml"/><Relationship Id="rId14" Type="http://schemas.openxmlformats.org/officeDocument/2006/relationships/slideMaster" Target="slideMasters/slideMaster4.xml"/><Relationship Id="rId30" Type="http://schemas.openxmlformats.org/officeDocument/2006/relationships/slide" Target="slides/slide16.xml"/><Relationship Id="rId35" Type="http://schemas.openxmlformats.org/officeDocument/2006/relationships/slide" Target="slides/slide21.xml"/><Relationship Id="rId56" Type="http://schemas.openxmlformats.org/officeDocument/2006/relationships/slide" Target="slides/slide42.xml"/><Relationship Id="rId77" Type="http://schemas.openxmlformats.org/officeDocument/2006/relationships/slide" Target="slides/slide63.xml"/><Relationship Id="rId100" Type="http://schemas.openxmlformats.org/officeDocument/2006/relationships/slide" Target="slides/slide86.xml"/><Relationship Id="rId105" Type="http://schemas.openxmlformats.org/officeDocument/2006/relationships/slide" Target="slides/slide91.xml"/><Relationship Id="rId126" Type="http://schemas.openxmlformats.org/officeDocument/2006/relationships/notesMaster" Target="notesMasters/notesMaster1.xml"/><Relationship Id="rId8" Type="http://schemas.openxmlformats.org/officeDocument/2006/relationships/customXml" Target="../customXml/item8.xml"/><Relationship Id="rId51" Type="http://schemas.openxmlformats.org/officeDocument/2006/relationships/slide" Target="slides/slide37.xml"/><Relationship Id="rId72" Type="http://schemas.openxmlformats.org/officeDocument/2006/relationships/slide" Target="slides/slide58.xml"/><Relationship Id="rId93" Type="http://schemas.openxmlformats.org/officeDocument/2006/relationships/slide" Target="slides/slide79.xml"/><Relationship Id="rId98" Type="http://schemas.openxmlformats.org/officeDocument/2006/relationships/slide" Target="slides/slide84.xml"/><Relationship Id="rId121" Type="http://schemas.openxmlformats.org/officeDocument/2006/relationships/slide" Target="slides/slide107.xml"/><Relationship Id="rId3" Type="http://schemas.openxmlformats.org/officeDocument/2006/relationships/customXml" Target="../customXml/item3.xml"/><Relationship Id="rId25" Type="http://schemas.openxmlformats.org/officeDocument/2006/relationships/slide" Target="slides/slide11.xml"/><Relationship Id="rId46" Type="http://schemas.openxmlformats.org/officeDocument/2006/relationships/slide" Target="slides/slide32.xml"/><Relationship Id="rId67" Type="http://schemas.openxmlformats.org/officeDocument/2006/relationships/slide" Target="slides/slide53.xml"/><Relationship Id="rId116" Type="http://schemas.openxmlformats.org/officeDocument/2006/relationships/slide" Target="slides/slide102.xml"/><Relationship Id="rId20" Type="http://schemas.openxmlformats.org/officeDocument/2006/relationships/slide" Target="slides/slide6.xml"/><Relationship Id="rId41" Type="http://schemas.openxmlformats.org/officeDocument/2006/relationships/slide" Target="slides/slide27.xml"/><Relationship Id="rId62" Type="http://schemas.openxmlformats.org/officeDocument/2006/relationships/slide" Target="slides/slide48.xml"/><Relationship Id="rId83" Type="http://schemas.openxmlformats.org/officeDocument/2006/relationships/slide" Target="slides/slide69.xml"/><Relationship Id="rId88" Type="http://schemas.openxmlformats.org/officeDocument/2006/relationships/slide" Target="slides/slide74.xml"/><Relationship Id="rId111" Type="http://schemas.openxmlformats.org/officeDocument/2006/relationships/slide" Target="slides/slide97.xml"/><Relationship Id="rId132" Type="http://schemas.openxmlformats.org/officeDocument/2006/relationships/tableStyles" Target="tableStyles.xml"/><Relationship Id="rId15" Type="http://schemas.openxmlformats.org/officeDocument/2006/relationships/slide" Target="slides/slide1.xml"/><Relationship Id="rId36" Type="http://schemas.openxmlformats.org/officeDocument/2006/relationships/slide" Target="slides/slide22.xml"/><Relationship Id="rId57" Type="http://schemas.openxmlformats.org/officeDocument/2006/relationships/slide" Target="slides/slide43.xml"/><Relationship Id="rId106" Type="http://schemas.openxmlformats.org/officeDocument/2006/relationships/slide" Target="slides/slide92.xml"/><Relationship Id="rId127" Type="http://schemas.openxmlformats.org/officeDocument/2006/relationships/handoutMaster" Target="handoutMasters/handoutMaster1.xml"/><Relationship Id="rId10" Type="http://schemas.openxmlformats.org/officeDocument/2006/relationships/customXml" Target="../customXml/item10.xml"/><Relationship Id="rId31" Type="http://schemas.openxmlformats.org/officeDocument/2006/relationships/slide" Target="slides/slide17.xml"/><Relationship Id="rId52" Type="http://schemas.openxmlformats.org/officeDocument/2006/relationships/slide" Target="slides/slide38.xml"/><Relationship Id="rId73" Type="http://schemas.openxmlformats.org/officeDocument/2006/relationships/slide" Target="slides/slide59.xml"/><Relationship Id="rId78" Type="http://schemas.openxmlformats.org/officeDocument/2006/relationships/slide" Target="slides/slide64.xml"/><Relationship Id="rId94" Type="http://schemas.openxmlformats.org/officeDocument/2006/relationships/slide" Target="slides/slide80.xml"/><Relationship Id="rId99" Type="http://schemas.openxmlformats.org/officeDocument/2006/relationships/slide" Target="slides/slide85.xml"/><Relationship Id="rId101" Type="http://schemas.openxmlformats.org/officeDocument/2006/relationships/slide" Target="slides/slide87.xml"/><Relationship Id="rId122" Type="http://schemas.openxmlformats.org/officeDocument/2006/relationships/slide" Target="slides/slide108.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slide" Target="slides/slide12.xml"/><Relationship Id="rId47" Type="http://schemas.openxmlformats.org/officeDocument/2006/relationships/slide" Target="slides/slide33.xml"/><Relationship Id="rId68" Type="http://schemas.openxmlformats.org/officeDocument/2006/relationships/slide" Target="slides/slide54.xml"/><Relationship Id="rId89" Type="http://schemas.openxmlformats.org/officeDocument/2006/relationships/slide" Target="slides/slide75.xml"/><Relationship Id="rId112" Type="http://schemas.openxmlformats.org/officeDocument/2006/relationships/slide" Target="slides/slide98.xml"/><Relationship Id="rId13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anca Dragu" userId="S::bianca.dragu@uipath.com::806c990f-48cd-4ec7-8163-a4df05d6501e" providerId="AD" clId="Web-{D9653DA6-BF00-BFCD-CAD0-4502C6BC99FC}"/>
    <pc:docChg chg="">
      <pc:chgData name="Bianca Dragu" userId="S::bianca.dragu@uipath.com::806c990f-48cd-4ec7-8163-a4df05d6501e" providerId="AD" clId="Web-{D9653DA6-BF00-BFCD-CAD0-4502C6BC99FC}" dt="2023-11-24T11:03:10.594" v="2"/>
      <pc:docMkLst>
        <pc:docMk/>
      </pc:docMkLst>
      <pc:sldChg chg="delCm modCm">
        <pc:chgData name="Bianca Dragu" userId="S::bianca.dragu@uipath.com::806c990f-48cd-4ec7-8163-a4df05d6501e" providerId="AD" clId="Web-{D9653DA6-BF00-BFCD-CAD0-4502C6BC99FC}" dt="2023-11-24T11:03:10.594" v="2"/>
        <pc:sldMkLst>
          <pc:docMk/>
          <pc:sldMk cId="3512235493" sldId="632"/>
        </pc:sldMkLst>
        <pc:extLst>
          <p:ext xmlns:p="http://schemas.openxmlformats.org/presentationml/2006/main" uri="{D6D511B9-2390-475A-947B-AFAB55BFBCF1}">
            <pc226:cmChg xmlns:pc226="http://schemas.microsoft.com/office/powerpoint/2022/06/main/command" chg="del mod">
              <pc226:chgData name="Bianca Dragu" userId="S::bianca.dragu@uipath.com::806c990f-48cd-4ec7-8163-a4df05d6501e" providerId="AD" clId="Web-{D9653DA6-BF00-BFCD-CAD0-4502C6BC99FC}" dt="2023-11-24T11:03:10.594" v="2"/>
              <pc2:cmMkLst xmlns:pc2="http://schemas.microsoft.com/office/powerpoint/2019/9/main/command">
                <pc:docMk/>
                <pc:sldMk cId="3512235493" sldId="632"/>
                <pc2:cmMk id="{B37A6C89-747E-4CB3-97CD-03BE78162C1A}"/>
              </pc2:cmMkLst>
              <pc226:cmRplyChg chg="add">
                <pc226:chgData name="Bianca Dragu" userId="S::bianca.dragu@uipath.com::806c990f-48cd-4ec7-8163-a4df05d6501e" providerId="AD" clId="Web-{D9653DA6-BF00-BFCD-CAD0-4502C6BC99FC}" dt="2023-11-24T11:03:04.031" v="0"/>
                <pc2:cmRplyMkLst xmlns:pc2="http://schemas.microsoft.com/office/powerpoint/2019/9/main/command">
                  <pc:docMk/>
                  <pc:sldMk cId="3512235493" sldId="632"/>
                  <pc2:cmMk id="{B37A6C89-747E-4CB3-97CD-03BE78162C1A}"/>
                  <pc2:cmRplyMk id="{8536E479-F7FE-4F69-90CD-33198AE77C2D}"/>
                </pc2:cmRplyMkLst>
              </pc226:cmRplyChg>
            </pc226:cmChg>
          </p:ext>
        </pc:extLst>
      </pc:sldChg>
    </pc:docChg>
  </pc:docChgLst>
  <pc:docChgLst>
    <pc:chgData name="Bianca Dragu" userId="806c990f-48cd-4ec7-8163-a4df05d6501e" providerId="ADAL" clId="{867BE5EE-3DD3-4830-856E-F42919353A7A}"/>
    <pc:docChg chg="custSel modSld replTag delTag">
      <pc:chgData name="Bianca Dragu" userId="806c990f-48cd-4ec7-8163-a4df05d6501e" providerId="ADAL" clId="{867BE5EE-3DD3-4830-856E-F42919353A7A}" dt="2023-11-24T10:19:33.537" v="184"/>
      <pc:docMkLst>
        <pc:docMk/>
      </pc:docMkLst>
      <pc:sldChg chg="replTag delTag">
        <pc:chgData name="Bianca Dragu" userId="806c990f-48cd-4ec7-8163-a4df05d6501e" providerId="ADAL" clId="{867BE5EE-3DD3-4830-856E-F42919353A7A}" dt="2023-11-24T10:15:21.051" v="3"/>
        <pc:sldMkLst>
          <pc:docMk/>
          <pc:sldMk cId="3141622914" sldId="499"/>
        </pc:sldMkLst>
      </pc:sldChg>
      <pc:sldChg chg="replTag delTag">
        <pc:chgData name="Bianca Dragu" userId="806c990f-48cd-4ec7-8163-a4df05d6501e" providerId="ADAL" clId="{867BE5EE-3DD3-4830-856E-F42919353A7A}" dt="2023-11-24T10:18:53.140" v="11"/>
        <pc:sldMkLst>
          <pc:docMk/>
          <pc:sldMk cId="1663689908" sldId="501"/>
        </pc:sldMkLst>
      </pc:sldChg>
      <pc:sldChg chg="replTag delTag">
        <pc:chgData name="Bianca Dragu" userId="806c990f-48cd-4ec7-8163-a4df05d6501e" providerId="ADAL" clId="{867BE5EE-3DD3-4830-856E-F42919353A7A}" dt="2023-11-24T10:18:54.026" v="15"/>
        <pc:sldMkLst>
          <pc:docMk/>
          <pc:sldMk cId="3564056373" sldId="502"/>
        </pc:sldMkLst>
      </pc:sldChg>
      <pc:sldChg chg="replTag delTag">
        <pc:chgData name="Bianca Dragu" userId="806c990f-48cd-4ec7-8163-a4df05d6501e" providerId="ADAL" clId="{867BE5EE-3DD3-4830-856E-F42919353A7A}" dt="2023-11-24T10:18:55.689" v="27"/>
        <pc:sldMkLst>
          <pc:docMk/>
          <pc:sldMk cId="3995740534" sldId="508"/>
        </pc:sldMkLst>
      </pc:sldChg>
      <pc:sldChg chg="replTag delTag">
        <pc:chgData name="Bianca Dragu" userId="806c990f-48cd-4ec7-8163-a4df05d6501e" providerId="ADAL" clId="{867BE5EE-3DD3-4830-856E-F42919353A7A}" dt="2023-11-24T10:18:48.298" v="7"/>
        <pc:sldMkLst>
          <pc:docMk/>
          <pc:sldMk cId="2101791318" sldId="529"/>
        </pc:sldMkLst>
      </pc:sldChg>
      <pc:sldChg chg="replTag delTag">
        <pc:chgData name="Bianca Dragu" userId="806c990f-48cd-4ec7-8163-a4df05d6501e" providerId="ADAL" clId="{867BE5EE-3DD3-4830-856E-F42919353A7A}" dt="2023-11-24T10:18:54.927" v="19"/>
        <pc:sldMkLst>
          <pc:docMk/>
          <pc:sldMk cId="323107445" sldId="536"/>
        </pc:sldMkLst>
      </pc:sldChg>
      <pc:sldChg chg="replTag delTag">
        <pc:chgData name="Bianca Dragu" userId="806c990f-48cd-4ec7-8163-a4df05d6501e" providerId="ADAL" clId="{867BE5EE-3DD3-4830-856E-F42919353A7A}" dt="2023-11-24T10:18:55.057" v="21"/>
        <pc:sldMkLst>
          <pc:docMk/>
          <pc:sldMk cId="4114597230" sldId="537"/>
        </pc:sldMkLst>
      </pc:sldChg>
      <pc:sldChg chg="replTag delTag">
        <pc:chgData name="Bianca Dragu" userId="806c990f-48cd-4ec7-8163-a4df05d6501e" providerId="ADAL" clId="{867BE5EE-3DD3-4830-856E-F42919353A7A}" dt="2023-11-24T10:18:55.410" v="25"/>
        <pc:sldMkLst>
          <pc:docMk/>
          <pc:sldMk cId="3340647821" sldId="539"/>
        </pc:sldMkLst>
      </pc:sldChg>
      <pc:sldChg chg="replTag">
        <pc:chgData name="Bianca Dragu" userId="806c990f-48cd-4ec7-8163-a4df05d6501e" providerId="ADAL" clId="{867BE5EE-3DD3-4830-856E-F42919353A7A}" dt="2023-11-24T10:18:55.903" v="28"/>
        <pc:sldMkLst>
          <pc:docMk/>
          <pc:sldMk cId="2196448591" sldId="540"/>
        </pc:sldMkLst>
      </pc:sldChg>
      <pc:sldChg chg="replTag">
        <pc:chgData name="Bianca Dragu" userId="806c990f-48cd-4ec7-8163-a4df05d6501e" providerId="ADAL" clId="{867BE5EE-3DD3-4830-856E-F42919353A7A}" dt="2023-11-24T10:18:56.015" v="29"/>
        <pc:sldMkLst>
          <pc:docMk/>
          <pc:sldMk cId="3141580140" sldId="542"/>
        </pc:sldMkLst>
      </pc:sldChg>
      <pc:sldChg chg="replTag delTag">
        <pc:chgData name="Bianca Dragu" userId="806c990f-48cd-4ec7-8163-a4df05d6501e" providerId="ADAL" clId="{867BE5EE-3DD3-4830-856E-F42919353A7A}" dt="2023-11-24T10:18:56.227" v="31"/>
        <pc:sldMkLst>
          <pc:docMk/>
          <pc:sldMk cId="605314771" sldId="549"/>
        </pc:sldMkLst>
      </pc:sldChg>
      <pc:sldChg chg="replTag">
        <pc:chgData name="Bianca Dragu" userId="806c990f-48cd-4ec7-8163-a4df05d6501e" providerId="ADAL" clId="{867BE5EE-3DD3-4830-856E-F42919353A7A}" dt="2023-11-24T10:18:57.091" v="38"/>
        <pc:sldMkLst>
          <pc:docMk/>
          <pc:sldMk cId="4287052563" sldId="556"/>
        </pc:sldMkLst>
      </pc:sldChg>
      <pc:sldChg chg="replTag">
        <pc:chgData name="Bianca Dragu" userId="806c990f-48cd-4ec7-8163-a4df05d6501e" providerId="ADAL" clId="{867BE5EE-3DD3-4830-856E-F42919353A7A}" dt="2023-11-24T10:18:56.894" v="37"/>
        <pc:sldMkLst>
          <pc:docMk/>
          <pc:sldMk cId="3568355463" sldId="559"/>
        </pc:sldMkLst>
      </pc:sldChg>
      <pc:sldChg chg="replTag delTag">
        <pc:chgData name="Bianca Dragu" userId="806c990f-48cd-4ec7-8163-a4df05d6501e" providerId="ADAL" clId="{867BE5EE-3DD3-4830-856E-F42919353A7A}" dt="2023-11-24T10:18:53.481" v="13"/>
        <pc:sldMkLst>
          <pc:docMk/>
          <pc:sldMk cId="1267194362" sldId="562"/>
        </pc:sldMkLst>
      </pc:sldChg>
      <pc:sldChg chg="replTag delTag">
        <pc:chgData name="Bianca Dragu" userId="806c990f-48cd-4ec7-8163-a4df05d6501e" providerId="ADAL" clId="{867BE5EE-3DD3-4830-856E-F42919353A7A}" dt="2023-11-24T10:18:54.712" v="17"/>
        <pc:sldMkLst>
          <pc:docMk/>
          <pc:sldMk cId="2637859508" sldId="572"/>
        </pc:sldMkLst>
      </pc:sldChg>
      <pc:sldChg chg="replTag delTag">
        <pc:chgData name="Bianca Dragu" userId="806c990f-48cd-4ec7-8163-a4df05d6501e" providerId="ADAL" clId="{867BE5EE-3DD3-4830-856E-F42919353A7A}" dt="2023-11-24T10:18:55.307" v="23"/>
        <pc:sldMkLst>
          <pc:docMk/>
          <pc:sldMk cId="3473069008" sldId="573"/>
        </pc:sldMkLst>
      </pc:sldChg>
      <pc:sldChg chg="replTag delTag">
        <pc:chgData name="Bianca Dragu" userId="806c990f-48cd-4ec7-8163-a4df05d6501e" providerId="ADAL" clId="{867BE5EE-3DD3-4830-856E-F42919353A7A}" dt="2023-11-24T10:18:56.493" v="33"/>
        <pc:sldMkLst>
          <pc:docMk/>
          <pc:sldMk cId="349128811" sldId="578"/>
        </pc:sldMkLst>
      </pc:sldChg>
      <pc:sldChg chg="replTag delTag">
        <pc:chgData name="Bianca Dragu" userId="806c990f-48cd-4ec7-8163-a4df05d6501e" providerId="ADAL" clId="{867BE5EE-3DD3-4830-856E-F42919353A7A}" dt="2023-11-24T10:18:56.566" v="35"/>
        <pc:sldMkLst>
          <pc:docMk/>
          <pc:sldMk cId="3671747145" sldId="579"/>
        </pc:sldMkLst>
      </pc:sldChg>
      <pc:sldChg chg="replTag">
        <pc:chgData name="Bianca Dragu" userId="806c990f-48cd-4ec7-8163-a4df05d6501e" providerId="ADAL" clId="{867BE5EE-3DD3-4830-856E-F42919353A7A}" dt="2023-11-24T10:18:56.806" v="36"/>
        <pc:sldMkLst>
          <pc:docMk/>
          <pc:sldMk cId="1205940554" sldId="580"/>
        </pc:sldMkLst>
      </pc:sldChg>
      <pc:sldChg chg="replTag delTag">
        <pc:chgData name="Bianca Dragu" userId="806c990f-48cd-4ec7-8163-a4df05d6501e" providerId="ADAL" clId="{867BE5EE-3DD3-4830-856E-F42919353A7A}" dt="2023-11-24T10:18:52.851" v="9"/>
        <pc:sldMkLst>
          <pc:docMk/>
          <pc:sldMk cId="3399233767" sldId="583"/>
        </pc:sldMkLst>
      </pc:sldChg>
      <pc:sldChg chg="replTag delTag">
        <pc:chgData name="Bianca Dragu" userId="806c990f-48cd-4ec7-8163-a4df05d6501e" providerId="ADAL" clId="{867BE5EE-3DD3-4830-856E-F42919353A7A}" dt="2023-11-24T10:19:12.254" v="94"/>
        <pc:sldMkLst>
          <pc:docMk/>
          <pc:sldMk cId="2771904645" sldId="584"/>
        </pc:sldMkLst>
      </pc:sldChg>
      <pc:sldChg chg="replTag delTag">
        <pc:chgData name="Bianca Dragu" userId="806c990f-48cd-4ec7-8163-a4df05d6501e" providerId="ADAL" clId="{867BE5EE-3DD3-4830-856E-F42919353A7A}" dt="2023-11-24T10:19:13.794" v="97"/>
        <pc:sldMkLst>
          <pc:docMk/>
          <pc:sldMk cId="3102918446" sldId="585"/>
        </pc:sldMkLst>
      </pc:sldChg>
      <pc:sldChg chg="replTag delTag">
        <pc:chgData name="Bianca Dragu" userId="806c990f-48cd-4ec7-8163-a4df05d6501e" providerId="ADAL" clId="{867BE5EE-3DD3-4830-856E-F42919353A7A}" dt="2023-11-24T10:19:14.598" v="99"/>
        <pc:sldMkLst>
          <pc:docMk/>
          <pc:sldMk cId="1103690230" sldId="586"/>
        </pc:sldMkLst>
      </pc:sldChg>
      <pc:sldChg chg="replTag delTag">
        <pc:chgData name="Bianca Dragu" userId="806c990f-48cd-4ec7-8163-a4df05d6501e" providerId="ADAL" clId="{867BE5EE-3DD3-4830-856E-F42919353A7A}" dt="2023-11-24T10:19:14.973" v="101"/>
        <pc:sldMkLst>
          <pc:docMk/>
          <pc:sldMk cId="1252153543" sldId="587"/>
        </pc:sldMkLst>
      </pc:sldChg>
      <pc:sldChg chg="replTag delTag">
        <pc:chgData name="Bianca Dragu" userId="806c990f-48cd-4ec7-8163-a4df05d6501e" providerId="ADAL" clId="{867BE5EE-3DD3-4830-856E-F42919353A7A}" dt="2023-11-24T10:19:15.233" v="103"/>
        <pc:sldMkLst>
          <pc:docMk/>
          <pc:sldMk cId="506729626" sldId="588"/>
        </pc:sldMkLst>
      </pc:sldChg>
      <pc:sldChg chg="replTag delTag">
        <pc:chgData name="Bianca Dragu" userId="806c990f-48cd-4ec7-8163-a4df05d6501e" providerId="ADAL" clId="{867BE5EE-3DD3-4830-856E-F42919353A7A}" dt="2023-11-24T10:19:15.556" v="105"/>
        <pc:sldMkLst>
          <pc:docMk/>
          <pc:sldMk cId="2937795652" sldId="589"/>
        </pc:sldMkLst>
      </pc:sldChg>
      <pc:sldChg chg="replTag delTag">
        <pc:chgData name="Bianca Dragu" userId="806c990f-48cd-4ec7-8163-a4df05d6501e" providerId="ADAL" clId="{867BE5EE-3DD3-4830-856E-F42919353A7A}" dt="2023-11-24T10:19:16.259" v="109"/>
        <pc:sldMkLst>
          <pc:docMk/>
          <pc:sldMk cId="2371946825" sldId="590"/>
        </pc:sldMkLst>
      </pc:sldChg>
      <pc:sldChg chg="replTag delTag">
        <pc:chgData name="Bianca Dragu" userId="806c990f-48cd-4ec7-8163-a4df05d6501e" providerId="ADAL" clId="{867BE5EE-3DD3-4830-856E-F42919353A7A}" dt="2023-11-24T10:19:17.174" v="113"/>
        <pc:sldMkLst>
          <pc:docMk/>
          <pc:sldMk cId="2014228066" sldId="592"/>
        </pc:sldMkLst>
      </pc:sldChg>
      <pc:sldChg chg="replTag delTag">
        <pc:chgData name="Bianca Dragu" userId="806c990f-48cd-4ec7-8163-a4df05d6501e" providerId="ADAL" clId="{867BE5EE-3DD3-4830-856E-F42919353A7A}" dt="2023-11-24T10:19:16.856" v="111"/>
        <pc:sldMkLst>
          <pc:docMk/>
          <pc:sldMk cId="2318598960" sldId="593"/>
        </pc:sldMkLst>
      </pc:sldChg>
      <pc:sldChg chg="replTag delTag">
        <pc:chgData name="Bianca Dragu" userId="806c990f-48cd-4ec7-8163-a4df05d6501e" providerId="ADAL" clId="{867BE5EE-3DD3-4830-856E-F42919353A7A}" dt="2023-11-24T10:19:17.487" v="115"/>
        <pc:sldMkLst>
          <pc:docMk/>
          <pc:sldMk cId="2904398048" sldId="596"/>
        </pc:sldMkLst>
      </pc:sldChg>
      <pc:sldChg chg="replTag delTag">
        <pc:chgData name="Bianca Dragu" userId="806c990f-48cd-4ec7-8163-a4df05d6501e" providerId="ADAL" clId="{867BE5EE-3DD3-4830-856E-F42919353A7A}" dt="2023-11-24T10:19:17.759" v="117"/>
        <pc:sldMkLst>
          <pc:docMk/>
          <pc:sldMk cId="2111280731" sldId="598"/>
        </pc:sldMkLst>
      </pc:sldChg>
      <pc:sldChg chg="replTag">
        <pc:chgData name="Bianca Dragu" userId="806c990f-48cd-4ec7-8163-a4df05d6501e" providerId="ADAL" clId="{867BE5EE-3DD3-4830-856E-F42919353A7A}" dt="2023-11-24T10:19:06.443" v="78"/>
        <pc:sldMkLst>
          <pc:docMk/>
          <pc:sldMk cId="852211209" sldId="599"/>
        </pc:sldMkLst>
      </pc:sldChg>
      <pc:sldChg chg="replTag delTag">
        <pc:chgData name="Bianca Dragu" userId="806c990f-48cd-4ec7-8163-a4df05d6501e" providerId="ADAL" clId="{867BE5EE-3DD3-4830-856E-F42919353A7A}" dt="2023-11-24T10:19:21.054" v="136"/>
        <pc:sldMkLst>
          <pc:docMk/>
          <pc:sldMk cId="2117298365" sldId="600"/>
        </pc:sldMkLst>
      </pc:sldChg>
      <pc:sldChg chg="replTag">
        <pc:chgData name="Bianca Dragu" userId="806c990f-48cd-4ec7-8163-a4df05d6501e" providerId="ADAL" clId="{867BE5EE-3DD3-4830-856E-F42919353A7A}" dt="2023-11-24T10:19:33.263" v="182"/>
        <pc:sldMkLst>
          <pc:docMk/>
          <pc:sldMk cId="882109887" sldId="601"/>
        </pc:sldMkLst>
      </pc:sldChg>
      <pc:sldChg chg="replTag delTag">
        <pc:chgData name="Bianca Dragu" userId="806c990f-48cd-4ec7-8163-a4df05d6501e" providerId="ADAL" clId="{867BE5EE-3DD3-4830-856E-F42919353A7A}" dt="2023-11-24T10:19:20.434" v="132"/>
        <pc:sldMkLst>
          <pc:docMk/>
          <pc:sldMk cId="2315089298" sldId="602"/>
        </pc:sldMkLst>
      </pc:sldChg>
      <pc:sldChg chg="replTag delTag">
        <pc:chgData name="Bianca Dragu" userId="806c990f-48cd-4ec7-8163-a4df05d6501e" providerId="ADAL" clId="{867BE5EE-3DD3-4830-856E-F42919353A7A}" dt="2023-11-24T10:19:33.537" v="184"/>
        <pc:sldMkLst>
          <pc:docMk/>
          <pc:sldMk cId="1268915737" sldId="603"/>
        </pc:sldMkLst>
      </pc:sldChg>
      <pc:sldChg chg="replTag delTag">
        <pc:chgData name="Bianca Dragu" userId="806c990f-48cd-4ec7-8163-a4df05d6501e" providerId="ADAL" clId="{867BE5EE-3DD3-4830-856E-F42919353A7A}" dt="2023-11-24T10:19:20.076" v="128"/>
        <pc:sldMkLst>
          <pc:docMk/>
          <pc:sldMk cId="3677671717" sldId="604"/>
        </pc:sldMkLst>
      </pc:sldChg>
      <pc:sldChg chg="replTag delTag">
        <pc:chgData name="Bianca Dragu" userId="806c990f-48cd-4ec7-8163-a4df05d6501e" providerId="ADAL" clId="{867BE5EE-3DD3-4830-856E-F42919353A7A}" dt="2023-11-24T10:19:20.149" v="130"/>
        <pc:sldMkLst>
          <pc:docMk/>
          <pc:sldMk cId="3198855525" sldId="605"/>
        </pc:sldMkLst>
      </pc:sldChg>
      <pc:sldChg chg="replTag delTag">
        <pc:chgData name="Bianca Dragu" userId="806c990f-48cd-4ec7-8163-a4df05d6501e" providerId="ADAL" clId="{867BE5EE-3DD3-4830-856E-F42919353A7A}" dt="2023-11-24T10:19:18.355" v="119"/>
        <pc:sldMkLst>
          <pc:docMk/>
          <pc:sldMk cId="3146118015" sldId="608"/>
        </pc:sldMkLst>
      </pc:sldChg>
      <pc:sldChg chg="replTag">
        <pc:chgData name="Bianca Dragu" userId="806c990f-48cd-4ec7-8163-a4df05d6501e" providerId="ADAL" clId="{867BE5EE-3DD3-4830-856E-F42919353A7A}" dt="2023-11-24T10:19:18.610" v="120"/>
        <pc:sldMkLst>
          <pc:docMk/>
          <pc:sldMk cId="3147885837" sldId="609"/>
        </pc:sldMkLst>
      </pc:sldChg>
      <pc:sldChg chg="replTag delTag">
        <pc:chgData name="Bianca Dragu" userId="806c990f-48cd-4ec7-8163-a4df05d6501e" providerId="ADAL" clId="{867BE5EE-3DD3-4830-856E-F42919353A7A}" dt="2023-11-24T10:19:18.923" v="122"/>
        <pc:sldMkLst>
          <pc:docMk/>
          <pc:sldMk cId="2582251524" sldId="611"/>
        </pc:sldMkLst>
      </pc:sldChg>
      <pc:sldChg chg="replTag">
        <pc:chgData name="Bianca Dragu" userId="806c990f-48cd-4ec7-8163-a4df05d6501e" providerId="ADAL" clId="{867BE5EE-3DD3-4830-856E-F42919353A7A}" dt="2023-11-24T10:19:05.045" v="74"/>
        <pc:sldMkLst>
          <pc:docMk/>
          <pc:sldMk cId="1032731179" sldId="612"/>
        </pc:sldMkLst>
      </pc:sldChg>
      <pc:sldChg chg="replTag delTag">
        <pc:chgData name="Bianca Dragu" userId="806c990f-48cd-4ec7-8163-a4df05d6501e" providerId="ADAL" clId="{867BE5EE-3DD3-4830-856E-F42919353A7A}" dt="2023-11-24T10:19:15.935" v="107"/>
        <pc:sldMkLst>
          <pc:docMk/>
          <pc:sldMk cId="1850262508" sldId="614"/>
        </pc:sldMkLst>
      </pc:sldChg>
      <pc:sldChg chg="replTag">
        <pc:chgData name="Bianca Dragu" userId="806c990f-48cd-4ec7-8163-a4df05d6501e" providerId="ADAL" clId="{867BE5EE-3DD3-4830-856E-F42919353A7A}" dt="2023-11-24T10:19:07.646" v="81"/>
        <pc:sldMkLst>
          <pc:docMk/>
          <pc:sldMk cId="3858129103" sldId="616"/>
        </pc:sldMkLst>
      </pc:sldChg>
      <pc:sldChg chg="replTag delTag">
        <pc:chgData name="Bianca Dragu" userId="806c990f-48cd-4ec7-8163-a4df05d6501e" providerId="ADAL" clId="{867BE5EE-3DD3-4830-856E-F42919353A7A}" dt="2023-11-24T10:19:19.143" v="124"/>
        <pc:sldMkLst>
          <pc:docMk/>
          <pc:sldMk cId="2822233100" sldId="618"/>
        </pc:sldMkLst>
      </pc:sldChg>
      <pc:sldChg chg="replTag delTag">
        <pc:chgData name="Bianca Dragu" userId="806c990f-48cd-4ec7-8163-a4df05d6501e" providerId="ADAL" clId="{867BE5EE-3DD3-4830-856E-F42919353A7A}" dt="2023-11-24T10:19:04.183" v="71"/>
        <pc:sldMkLst>
          <pc:docMk/>
          <pc:sldMk cId="2026897699" sldId="619"/>
        </pc:sldMkLst>
      </pc:sldChg>
      <pc:sldChg chg="replTag delTag">
        <pc:chgData name="Bianca Dragu" userId="806c990f-48cd-4ec7-8163-a4df05d6501e" providerId="ADAL" clId="{867BE5EE-3DD3-4830-856E-F42919353A7A}" dt="2023-11-24T10:19:21.535" v="138"/>
        <pc:sldMkLst>
          <pc:docMk/>
          <pc:sldMk cId="447113402" sldId="620"/>
        </pc:sldMkLst>
      </pc:sldChg>
      <pc:sldChg chg="replTag delTag">
        <pc:chgData name="Bianca Dragu" userId="806c990f-48cd-4ec7-8163-a4df05d6501e" providerId="ADAL" clId="{867BE5EE-3DD3-4830-856E-F42919353A7A}" dt="2023-11-24T10:19:21.839" v="140"/>
        <pc:sldMkLst>
          <pc:docMk/>
          <pc:sldMk cId="857195320" sldId="621"/>
        </pc:sldMkLst>
      </pc:sldChg>
      <pc:sldChg chg="replTag delTag">
        <pc:chgData name="Bianca Dragu" userId="806c990f-48cd-4ec7-8163-a4df05d6501e" providerId="ADAL" clId="{867BE5EE-3DD3-4830-856E-F42919353A7A}" dt="2023-11-24T10:19:22.162" v="142"/>
        <pc:sldMkLst>
          <pc:docMk/>
          <pc:sldMk cId="3574450985" sldId="622"/>
        </pc:sldMkLst>
      </pc:sldChg>
      <pc:sldChg chg="replTag">
        <pc:chgData name="Bianca Dragu" userId="806c990f-48cd-4ec7-8163-a4df05d6501e" providerId="ADAL" clId="{867BE5EE-3DD3-4830-856E-F42919353A7A}" dt="2023-11-24T10:19:01.946" v="60"/>
        <pc:sldMkLst>
          <pc:docMk/>
          <pc:sldMk cId="2048295296" sldId="623"/>
        </pc:sldMkLst>
      </pc:sldChg>
      <pc:sldChg chg="replTag">
        <pc:chgData name="Bianca Dragu" userId="806c990f-48cd-4ec7-8163-a4df05d6501e" providerId="ADAL" clId="{867BE5EE-3DD3-4830-856E-F42919353A7A}" dt="2023-11-24T10:19:23.710" v="148"/>
        <pc:sldMkLst>
          <pc:docMk/>
          <pc:sldMk cId="603337847" sldId="626"/>
        </pc:sldMkLst>
      </pc:sldChg>
      <pc:sldChg chg="replTag delTag">
        <pc:chgData name="Bianca Dragu" userId="806c990f-48cd-4ec7-8163-a4df05d6501e" providerId="ADAL" clId="{867BE5EE-3DD3-4830-856E-F42919353A7A}" dt="2023-11-24T10:19:01.338" v="57"/>
        <pc:sldMkLst>
          <pc:docMk/>
          <pc:sldMk cId="3487576052" sldId="628"/>
        </pc:sldMkLst>
      </pc:sldChg>
      <pc:sldChg chg="replTag">
        <pc:chgData name="Bianca Dragu" userId="806c990f-48cd-4ec7-8163-a4df05d6501e" providerId="ADAL" clId="{867BE5EE-3DD3-4830-856E-F42919353A7A}" dt="2023-11-24T10:19:25.045" v="150"/>
        <pc:sldMkLst>
          <pc:docMk/>
          <pc:sldMk cId="2735494811" sldId="629"/>
        </pc:sldMkLst>
      </pc:sldChg>
      <pc:sldChg chg="replTag">
        <pc:chgData name="Bianca Dragu" userId="806c990f-48cd-4ec7-8163-a4df05d6501e" providerId="ADAL" clId="{867BE5EE-3DD3-4830-856E-F42919353A7A}" dt="2023-11-24T10:19:24.256" v="149"/>
        <pc:sldMkLst>
          <pc:docMk/>
          <pc:sldMk cId="189041625" sldId="630"/>
        </pc:sldMkLst>
      </pc:sldChg>
      <pc:sldChg chg="replTag delTag">
        <pc:chgData name="Bianca Dragu" userId="806c990f-48cd-4ec7-8163-a4df05d6501e" providerId="ADAL" clId="{867BE5EE-3DD3-4830-856E-F42919353A7A}" dt="2023-11-24T10:19:32.877" v="177"/>
        <pc:sldMkLst>
          <pc:docMk/>
          <pc:sldMk cId="1347109625" sldId="631"/>
        </pc:sldMkLst>
      </pc:sldChg>
      <pc:sldChg chg="replTag delTag">
        <pc:chgData name="Bianca Dragu" userId="806c990f-48cd-4ec7-8163-a4df05d6501e" providerId="ADAL" clId="{867BE5EE-3DD3-4830-856E-F42919353A7A}" dt="2023-11-24T10:19:26.057" v="153"/>
        <pc:sldMkLst>
          <pc:docMk/>
          <pc:sldMk cId="3512235493" sldId="632"/>
        </pc:sldMkLst>
      </pc:sldChg>
      <pc:sldChg chg="replTag delTag">
        <pc:chgData name="Bianca Dragu" userId="806c990f-48cd-4ec7-8163-a4df05d6501e" providerId="ADAL" clId="{867BE5EE-3DD3-4830-856E-F42919353A7A}" dt="2023-11-24T10:19:32.256" v="175"/>
        <pc:sldMkLst>
          <pc:docMk/>
          <pc:sldMk cId="2026752464" sldId="633"/>
        </pc:sldMkLst>
      </pc:sldChg>
      <pc:sldChg chg="replTag">
        <pc:chgData name="Bianca Dragu" userId="806c990f-48cd-4ec7-8163-a4df05d6501e" providerId="ADAL" clId="{867BE5EE-3DD3-4830-856E-F42919353A7A}" dt="2023-11-24T10:19:29.025" v="161"/>
        <pc:sldMkLst>
          <pc:docMk/>
          <pc:sldMk cId="1560127359" sldId="634"/>
        </pc:sldMkLst>
      </pc:sldChg>
      <pc:sldChg chg="replTag">
        <pc:chgData name="Bianca Dragu" userId="806c990f-48cd-4ec7-8163-a4df05d6501e" providerId="ADAL" clId="{867BE5EE-3DD3-4830-856E-F42919353A7A}" dt="2023-11-24T10:19:26.595" v="154"/>
        <pc:sldMkLst>
          <pc:docMk/>
          <pc:sldMk cId="2935202613" sldId="636"/>
        </pc:sldMkLst>
      </pc:sldChg>
      <pc:sldChg chg="replTag">
        <pc:chgData name="Bianca Dragu" userId="806c990f-48cd-4ec7-8163-a4df05d6501e" providerId="ADAL" clId="{867BE5EE-3DD3-4830-856E-F42919353A7A}" dt="2023-11-24T10:19:27.089" v="155"/>
        <pc:sldMkLst>
          <pc:docMk/>
          <pc:sldMk cId="2081205127" sldId="637"/>
        </pc:sldMkLst>
      </pc:sldChg>
      <pc:sldChg chg="replTag">
        <pc:chgData name="Bianca Dragu" userId="806c990f-48cd-4ec7-8163-a4df05d6501e" providerId="ADAL" clId="{867BE5EE-3DD3-4830-856E-F42919353A7A}" dt="2023-11-24T10:19:27.371" v="156"/>
        <pc:sldMkLst>
          <pc:docMk/>
          <pc:sldMk cId="42755805" sldId="638"/>
        </pc:sldMkLst>
      </pc:sldChg>
      <pc:sldChg chg="replTag">
        <pc:chgData name="Bianca Dragu" userId="806c990f-48cd-4ec7-8163-a4df05d6501e" providerId="ADAL" clId="{867BE5EE-3DD3-4830-856E-F42919353A7A}" dt="2023-11-24T10:19:27.683" v="157"/>
        <pc:sldMkLst>
          <pc:docMk/>
          <pc:sldMk cId="4137591852" sldId="639"/>
        </pc:sldMkLst>
      </pc:sldChg>
      <pc:sldChg chg="replTag">
        <pc:chgData name="Bianca Dragu" userId="806c990f-48cd-4ec7-8163-a4df05d6501e" providerId="ADAL" clId="{867BE5EE-3DD3-4830-856E-F42919353A7A}" dt="2023-11-24T10:19:29.051" v="162"/>
        <pc:sldMkLst>
          <pc:docMk/>
          <pc:sldMk cId="3804486661" sldId="643"/>
        </pc:sldMkLst>
      </pc:sldChg>
      <pc:sldChg chg="replTag">
        <pc:chgData name="Bianca Dragu" userId="806c990f-48cd-4ec7-8163-a4df05d6501e" providerId="ADAL" clId="{867BE5EE-3DD3-4830-856E-F42919353A7A}" dt="2023-11-24T10:19:29.311" v="163"/>
        <pc:sldMkLst>
          <pc:docMk/>
          <pc:sldMk cId="3321904532" sldId="645"/>
        </pc:sldMkLst>
      </pc:sldChg>
      <pc:sldChg chg="replTag">
        <pc:chgData name="Bianca Dragu" userId="806c990f-48cd-4ec7-8163-a4df05d6501e" providerId="ADAL" clId="{867BE5EE-3DD3-4830-856E-F42919353A7A}" dt="2023-11-24T10:19:29.608" v="164"/>
        <pc:sldMkLst>
          <pc:docMk/>
          <pc:sldMk cId="2236139269" sldId="646"/>
        </pc:sldMkLst>
      </pc:sldChg>
      <pc:sldChg chg="replTag">
        <pc:chgData name="Bianca Dragu" userId="806c990f-48cd-4ec7-8163-a4df05d6501e" providerId="ADAL" clId="{867BE5EE-3DD3-4830-856E-F42919353A7A}" dt="2023-11-24T10:19:29.633" v="165"/>
        <pc:sldMkLst>
          <pc:docMk/>
          <pc:sldMk cId="2777548504" sldId="647"/>
        </pc:sldMkLst>
      </pc:sldChg>
      <pc:sldChg chg="replTag">
        <pc:chgData name="Bianca Dragu" userId="806c990f-48cd-4ec7-8163-a4df05d6501e" providerId="ADAL" clId="{867BE5EE-3DD3-4830-856E-F42919353A7A}" dt="2023-11-24T10:19:29.892" v="166"/>
        <pc:sldMkLst>
          <pc:docMk/>
          <pc:sldMk cId="1278843011" sldId="648"/>
        </pc:sldMkLst>
      </pc:sldChg>
      <pc:sldChg chg="replTag">
        <pc:chgData name="Bianca Dragu" userId="806c990f-48cd-4ec7-8163-a4df05d6501e" providerId="ADAL" clId="{867BE5EE-3DD3-4830-856E-F42919353A7A}" dt="2023-11-24T10:19:31.979" v="173"/>
        <pc:sldMkLst>
          <pc:docMk/>
          <pc:sldMk cId="3982139516" sldId="649"/>
        </pc:sldMkLst>
      </pc:sldChg>
      <pc:sldChg chg="replTag">
        <pc:chgData name="Bianca Dragu" userId="806c990f-48cd-4ec7-8163-a4df05d6501e" providerId="ADAL" clId="{867BE5EE-3DD3-4830-856E-F42919353A7A}" dt="2023-11-24T10:19:30.230" v="167"/>
        <pc:sldMkLst>
          <pc:docMk/>
          <pc:sldMk cId="1719379532" sldId="653"/>
        </pc:sldMkLst>
      </pc:sldChg>
      <pc:sldChg chg="replTag">
        <pc:chgData name="Bianca Dragu" userId="806c990f-48cd-4ec7-8163-a4df05d6501e" providerId="ADAL" clId="{867BE5EE-3DD3-4830-856E-F42919353A7A}" dt="2023-11-24T10:19:30.269" v="168"/>
        <pc:sldMkLst>
          <pc:docMk/>
          <pc:sldMk cId="304143371" sldId="654"/>
        </pc:sldMkLst>
      </pc:sldChg>
      <pc:sldChg chg="replTag">
        <pc:chgData name="Bianca Dragu" userId="806c990f-48cd-4ec7-8163-a4df05d6501e" providerId="ADAL" clId="{867BE5EE-3DD3-4830-856E-F42919353A7A}" dt="2023-11-24T10:19:30.496" v="169"/>
        <pc:sldMkLst>
          <pc:docMk/>
          <pc:sldMk cId="3117083776" sldId="655"/>
        </pc:sldMkLst>
      </pc:sldChg>
      <pc:sldChg chg="replTag">
        <pc:chgData name="Bianca Dragu" userId="806c990f-48cd-4ec7-8163-a4df05d6501e" providerId="ADAL" clId="{867BE5EE-3DD3-4830-856E-F42919353A7A}" dt="2023-11-24T10:19:31.451" v="172"/>
        <pc:sldMkLst>
          <pc:docMk/>
          <pc:sldMk cId="722350175" sldId="656"/>
        </pc:sldMkLst>
      </pc:sldChg>
      <pc:sldChg chg="replTag">
        <pc:chgData name="Bianca Dragu" userId="806c990f-48cd-4ec7-8163-a4df05d6501e" providerId="ADAL" clId="{867BE5EE-3DD3-4830-856E-F42919353A7A}" dt="2023-11-24T10:19:31.155" v="171"/>
        <pc:sldMkLst>
          <pc:docMk/>
          <pc:sldMk cId="3105959050" sldId="657"/>
        </pc:sldMkLst>
      </pc:sldChg>
      <pc:sldChg chg="replTag">
        <pc:chgData name="Bianca Dragu" userId="806c990f-48cd-4ec7-8163-a4df05d6501e" providerId="ADAL" clId="{867BE5EE-3DD3-4830-856E-F42919353A7A}" dt="2023-11-24T10:19:30.857" v="170"/>
        <pc:sldMkLst>
          <pc:docMk/>
          <pc:sldMk cId="2328377106" sldId="663"/>
        </pc:sldMkLst>
      </pc:sldChg>
      <pc:sldChg chg="replTag">
        <pc:chgData name="Bianca Dragu" userId="806c990f-48cd-4ec7-8163-a4df05d6501e" providerId="ADAL" clId="{867BE5EE-3DD3-4830-856E-F42919353A7A}" dt="2023-11-24T10:19:22.862" v="143"/>
        <pc:sldMkLst>
          <pc:docMk/>
          <pc:sldMk cId="187671480" sldId="664"/>
        </pc:sldMkLst>
      </pc:sldChg>
      <pc:sldChg chg="replTag delTag">
        <pc:chgData name="Bianca Dragu" userId="806c990f-48cd-4ec7-8163-a4df05d6501e" providerId="ADAL" clId="{867BE5EE-3DD3-4830-856E-F42919353A7A}" dt="2023-11-24T10:19:32.988" v="179"/>
        <pc:sldMkLst>
          <pc:docMk/>
          <pc:sldMk cId="3221579110" sldId="666"/>
        </pc:sldMkLst>
      </pc:sldChg>
      <pc:sldChg chg="replTag delTag">
        <pc:chgData name="Bianca Dragu" userId="806c990f-48cd-4ec7-8163-a4df05d6501e" providerId="ADAL" clId="{867BE5EE-3DD3-4830-856E-F42919353A7A}" dt="2023-11-24T10:19:19.782" v="126"/>
        <pc:sldMkLst>
          <pc:docMk/>
          <pc:sldMk cId="3470700586" sldId="672"/>
        </pc:sldMkLst>
      </pc:sldChg>
      <pc:sldChg chg="replTag delTag">
        <pc:chgData name="Bianca Dragu" userId="806c990f-48cd-4ec7-8163-a4df05d6501e" providerId="ADAL" clId="{867BE5EE-3DD3-4830-856E-F42919353A7A}" dt="2023-11-24T10:19:33.178" v="181"/>
        <pc:sldMkLst>
          <pc:docMk/>
          <pc:sldMk cId="2521063195" sldId="673"/>
        </pc:sldMkLst>
      </pc:sldChg>
      <pc:sldChg chg="replTag delTag">
        <pc:chgData name="Bianca Dragu" userId="806c990f-48cd-4ec7-8163-a4df05d6501e" providerId="ADAL" clId="{867BE5EE-3DD3-4830-856E-F42919353A7A}" dt="2023-11-24T10:19:28.244" v="159"/>
        <pc:sldMkLst>
          <pc:docMk/>
          <pc:sldMk cId="1939896299" sldId="675"/>
        </pc:sldMkLst>
      </pc:sldChg>
      <pc:sldChg chg="replTag">
        <pc:chgData name="Bianca Dragu" userId="806c990f-48cd-4ec7-8163-a4df05d6501e" providerId="ADAL" clId="{867BE5EE-3DD3-4830-856E-F42919353A7A}" dt="2023-11-24T10:18:57.271" v="39"/>
        <pc:sldMkLst>
          <pc:docMk/>
          <pc:sldMk cId="2141426678" sldId="680"/>
        </pc:sldMkLst>
      </pc:sldChg>
      <pc:sldChg chg="replTag">
        <pc:chgData name="Bianca Dragu" userId="806c990f-48cd-4ec7-8163-a4df05d6501e" providerId="ADAL" clId="{867BE5EE-3DD3-4830-856E-F42919353A7A}" dt="2023-11-24T10:19:12.851" v="95"/>
        <pc:sldMkLst>
          <pc:docMk/>
          <pc:sldMk cId="1209549221" sldId="681"/>
        </pc:sldMkLst>
      </pc:sldChg>
    </pc:docChg>
  </pc:docChgLst>
  <pc:docChgLst>
    <pc:chgData name="Bianca Dragu" userId="S::bianca.dragu@uipath.com::806c990f-48cd-4ec7-8163-a4df05d6501e" providerId="AD" clId="Web-{D1F0ADF9-0D18-8CAD-B457-71E74ECB6375}"/>
    <pc:docChg chg="modSld sldOrd">
      <pc:chgData name="Bianca Dragu" userId="S::bianca.dragu@uipath.com::806c990f-48cd-4ec7-8163-a4df05d6501e" providerId="AD" clId="Web-{D1F0ADF9-0D18-8CAD-B457-71E74ECB6375}" dt="2023-11-09T13:46:30.687" v="19" actId="20577"/>
      <pc:docMkLst>
        <pc:docMk/>
      </pc:docMkLst>
      <pc:sldChg chg="ord">
        <pc:chgData name="Bianca Dragu" userId="S::bianca.dragu@uipath.com::806c990f-48cd-4ec7-8163-a4df05d6501e" providerId="AD" clId="Web-{D1F0ADF9-0D18-8CAD-B457-71E74ECB6375}" dt="2023-11-09T13:39:31.952" v="2"/>
        <pc:sldMkLst>
          <pc:docMk/>
          <pc:sldMk cId="4287052563" sldId="556"/>
        </pc:sldMkLst>
      </pc:sldChg>
      <pc:sldChg chg="modSp">
        <pc:chgData name="Bianca Dragu" userId="S::bianca.dragu@uipath.com::806c990f-48cd-4ec7-8163-a4df05d6501e" providerId="AD" clId="Web-{D1F0ADF9-0D18-8CAD-B457-71E74ECB6375}" dt="2023-11-09T13:36:46.133" v="1" actId="20577"/>
        <pc:sldMkLst>
          <pc:docMk/>
          <pc:sldMk cId="3399233767" sldId="583"/>
        </pc:sldMkLst>
        <pc:spChg chg="mod">
          <ac:chgData name="Bianca Dragu" userId="S::bianca.dragu@uipath.com::806c990f-48cd-4ec7-8163-a4df05d6501e" providerId="AD" clId="Web-{D1F0ADF9-0D18-8CAD-B457-71E74ECB6375}" dt="2023-11-09T13:36:46.133" v="1" actId="20577"/>
          <ac:spMkLst>
            <pc:docMk/>
            <pc:sldMk cId="3399233767" sldId="583"/>
            <ac:spMk id="12" creationId="{21D3CC31-1553-1038-3A89-0A3D107408F3}"/>
          </ac:spMkLst>
        </pc:spChg>
      </pc:sldChg>
      <pc:sldChg chg="modSp">
        <pc:chgData name="Bianca Dragu" userId="S::bianca.dragu@uipath.com::806c990f-48cd-4ec7-8163-a4df05d6501e" providerId="AD" clId="Web-{D1F0ADF9-0D18-8CAD-B457-71E74ECB6375}" dt="2023-11-09T13:43:57.197" v="5"/>
        <pc:sldMkLst>
          <pc:docMk/>
          <pc:sldMk cId="506729626" sldId="588"/>
        </pc:sldMkLst>
        <pc:graphicFrameChg chg="mod modGraphic">
          <ac:chgData name="Bianca Dragu" userId="S::bianca.dragu@uipath.com::806c990f-48cd-4ec7-8163-a4df05d6501e" providerId="AD" clId="Web-{D1F0ADF9-0D18-8CAD-B457-71E74ECB6375}" dt="2023-11-09T13:43:57.197" v="5"/>
          <ac:graphicFrameMkLst>
            <pc:docMk/>
            <pc:sldMk cId="506729626" sldId="588"/>
            <ac:graphicFrameMk id="3" creationId="{1BEF433D-D6B0-F957-E7B9-F755067A1C98}"/>
          </ac:graphicFrameMkLst>
        </pc:graphicFrameChg>
      </pc:sldChg>
      <pc:sldChg chg="modSp">
        <pc:chgData name="Bianca Dragu" userId="S::bianca.dragu@uipath.com::806c990f-48cd-4ec7-8163-a4df05d6501e" providerId="AD" clId="Web-{D1F0ADF9-0D18-8CAD-B457-71E74ECB6375}" dt="2023-11-09T13:44:01.087" v="7"/>
        <pc:sldMkLst>
          <pc:docMk/>
          <pc:sldMk cId="2937795652" sldId="589"/>
        </pc:sldMkLst>
        <pc:graphicFrameChg chg="mod modGraphic">
          <ac:chgData name="Bianca Dragu" userId="S::bianca.dragu@uipath.com::806c990f-48cd-4ec7-8163-a4df05d6501e" providerId="AD" clId="Web-{D1F0ADF9-0D18-8CAD-B457-71E74ECB6375}" dt="2023-11-09T13:44:01.087" v="7"/>
          <ac:graphicFrameMkLst>
            <pc:docMk/>
            <pc:sldMk cId="2937795652" sldId="589"/>
            <ac:graphicFrameMk id="3" creationId="{56CEE6C2-9C77-6EEA-8D8B-2D7D84F26C6A}"/>
          </ac:graphicFrameMkLst>
        </pc:graphicFrameChg>
      </pc:sldChg>
      <pc:sldChg chg="modSp">
        <pc:chgData name="Bianca Dragu" userId="S::bianca.dragu@uipath.com::806c990f-48cd-4ec7-8163-a4df05d6501e" providerId="AD" clId="Web-{D1F0ADF9-0D18-8CAD-B457-71E74ECB6375}" dt="2023-11-09T13:45:42.904" v="14" actId="20577"/>
        <pc:sldMkLst>
          <pc:docMk/>
          <pc:sldMk cId="2081205127" sldId="637"/>
        </pc:sldMkLst>
        <pc:spChg chg="mod">
          <ac:chgData name="Bianca Dragu" userId="S::bianca.dragu@uipath.com::806c990f-48cd-4ec7-8163-a4df05d6501e" providerId="AD" clId="Web-{D1F0ADF9-0D18-8CAD-B457-71E74ECB6375}" dt="2023-11-09T13:45:42.904" v="14" actId="20577"/>
          <ac:spMkLst>
            <pc:docMk/>
            <pc:sldMk cId="2081205127" sldId="637"/>
            <ac:spMk id="2" creationId="{DEC57494-D5D9-7528-D3FF-AF51E335084A}"/>
          </ac:spMkLst>
        </pc:spChg>
      </pc:sldChg>
      <pc:sldChg chg="modSp">
        <pc:chgData name="Bianca Dragu" userId="S::bianca.dragu@uipath.com::806c990f-48cd-4ec7-8163-a4df05d6501e" providerId="AD" clId="Web-{D1F0ADF9-0D18-8CAD-B457-71E74ECB6375}" dt="2023-11-09T13:46:30.687" v="19" actId="20577"/>
        <pc:sldMkLst>
          <pc:docMk/>
          <pc:sldMk cId="42755805" sldId="638"/>
        </pc:sldMkLst>
        <pc:spChg chg="mod">
          <ac:chgData name="Bianca Dragu" userId="S::bianca.dragu@uipath.com::806c990f-48cd-4ec7-8163-a4df05d6501e" providerId="AD" clId="Web-{D1F0ADF9-0D18-8CAD-B457-71E74ECB6375}" dt="2023-11-09T13:46:30.687" v="19" actId="20577"/>
          <ac:spMkLst>
            <pc:docMk/>
            <pc:sldMk cId="42755805" sldId="638"/>
            <ac:spMk id="2" creationId="{DEC57494-D5D9-7528-D3FF-AF51E335084A}"/>
          </ac:spMkLst>
        </pc:spChg>
      </pc:sldChg>
      <pc:sldChg chg="ord">
        <pc:chgData name="Bianca Dragu" userId="S::bianca.dragu@uipath.com::806c990f-48cd-4ec7-8163-a4df05d6501e" providerId="AD" clId="Web-{D1F0ADF9-0D18-8CAD-B457-71E74ECB6375}" dt="2023-11-09T13:39:40.781" v="3"/>
        <pc:sldMkLst>
          <pc:docMk/>
          <pc:sldMk cId="1209549221" sldId="68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83C52AC-B35A-CA4E-8A36-41D4C19C8B66}" type="datetimeFigureOut">
              <a:rPr lang="en-US" smtClean="0"/>
              <a:pPr/>
              <a:t>12/4/2023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49E16FA-277E-0C48-86CC-060AC9F2D5BB}"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EF42A7-8624-5649-A655-6E2B4F25EC14}" type="datetimeFigureOut">
              <a:rPr lang="en-US" smtClean="0"/>
              <a:pPr/>
              <a:t>12/4/2023</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18B97D-45A5-1E45-A1E0-6392C6E84CC6}"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18B97D-45A5-1E45-A1E0-6392C6E84CC6}" type="slidenum">
              <a:rPr lang="en-US" smtClean="0"/>
              <a:pPr/>
              <a:t>1</a:t>
            </a:fld>
            <a:endParaRPr lang="en-US"/>
          </a:p>
        </p:txBody>
      </p:sp>
    </p:spTree>
    <p:extLst>
      <p:ext uri="{BB962C8B-B14F-4D97-AF65-F5344CB8AC3E}">
        <p14:creationId xmlns:p14="http://schemas.microsoft.com/office/powerpoint/2010/main" val="3046878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18B97D-45A5-1E45-A1E0-6392C6E84CC6}" type="slidenum">
              <a:rPr lang="en-US" smtClean="0"/>
              <a:pPr/>
              <a:t>2</a:t>
            </a:fld>
            <a:endParaRPr lang="en-US"/>
          </a:p>
        </p:txBody>
      </p:sp>
    </p:spTree>
    <p:extLst>
      <p:ext uri="{BB962C8B-B14F-4D97-AF65-F5344CB8AC3E}">
        <p14:creationId xmlns:p14="http://schemas.microsoft.com/office/powerpoint/2010/main" val="1955059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Inform the participants briefly about the course agenda.</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3</a:t>
            </a:fld>
            <a:endParaRPr lang="en-US"/>
          </a:p>
        </p:txBody>
      </p:sp>
    </p:spTree>
    <p:extLst>
      <p:ext uri="{BB962C8B-B14F-4D97-AF65-F5344CB8AC3E}">
        <p14:creationId xmlns:p14="http://schemas.microsoft.com/office/powerpoint/2010/main" val="1738566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r>
              <a:rPr lang="en-US" sz="1200">
                <a:latin typeface="+mn-lt"/>
              </a:rPr>
              <a:t>Briefly explain the learning objectives of this course and the expectations from the participants by the end of the course. It may not be required for you to go into details at this point. Explain your role as the facilitator in ensuring that all participants are able to meet or exceed these expectations following this training and emphasize your availability to those who may need further assistance after the training concludes.</a:t>
            </a:r>
          </a:p>
          <a:p>
            <a:endParaRPr lang="en-US" sz="1200">
              <a:latin typeface="+mn-lt"/>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4</a:t>
            </a:fld>
            <a:endParaRPr lang="en-US"/>
          </a:p>
        </p:txBody>
      </p:sp>
    </p:spTree>
    <p:extLst>
      <p:ext uri="{BB962C8B-B14F-4D97-AF65-F5344CB8AC3E}">
        <p14:creationId xmlns:p14="http://schemas.microsoft.com/office/powerpoint/2010/main" val="2925774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5</a:t>
            </a:fld>
            <a:endParaRPr lang="en-US"/>
          </a:p>
        </p:txBody>
      </p:sp>
    </p:spTree>
    <p:extLst>
      <p:ext uri="{BB962C8B-B14F-4D97-AF65-F5344CB8AC3E}">
        <p14:creationId xmlns:p14="http://schemas.microsoft.com/office/powerpoint/2010/main" val="766482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latin typeface="+mn-lt"/>
              </a:rPr>
              <a:t>Facilitator notes</a:t>
            </a:r>
            <a:r>
              <a:rPr lang="en-US" sz="1200" dirty="0">
                <a:latin typeface="+mn-lt"/>
              </a:rPr>
              <a:t>:</a:t>
            </a:r>
          </a:p>
          <a:p>
            <a:r>
              <a:rPr lang="en-US" sz="1200" dirty="0">
                <a:latin typeface="+mn-lt"/>
              </a:rPr>
              <a:t>Briefly explain the learning objectives of this lesson.</a:t>
            </a:r>
          </a:p>
          <a:p>
            <a:endParaRPr lang="en-US" sz="1200" dirty="0">
              <a:latin typeface="+mn-lt"/>
            </a:endParaRPr>
          </a:p>
          <a:p>
            <a:endParaRPr lang="en-IN" sz="1200" dirty="0">
              <a:latin typeface="+mn-lt"/>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6</a:t>
            </a:fld>
            <a:endParaRPr lang="en-US"/>
          </a:p>
        </p:txBody>
      </p:sp>
    </p:spTree>
    <p:extLst>
      <p:ext uri="{BB962C8B-B14F-4D97-AF65-F5344CB8AC3E}">
        <p14:creationId xmlns:p14="http://schemas.microsoft.com/office/powerpoint/2010/main" val="3033242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Facilitator notes</a:t>
            </a:r>
            <a:r>
              <a:rPr lang="en-US" dirty="0"/>
              <a:t>:</a:t>
            </a:r>
          </a:p>
          <a:p>
            <a:r>
              <a:rPr lang="en-US" dirty="0"/>
              <a:t>Ask the activity question and encourage participation. You can point to the hints on the slide as examples. </a:t>
            </a:r>
          </a:p>
        </p:txBody>
      </p:sp>
      <p:sp>
        <p:nvSpPr>
          <p:cNvPr id="4" name="Slide Number Placeholder 3"/>
          <p:cNvSpPr>
            <a:spLocks noGrp="1"/>
          </p:cNvSpPr>
          <p:nvPr>
            <p:ph type="sldNum" sz="quarter" idx="5"/>
          </p:nvPr>
        </p:nvSpPr>
        <p:spPr/>
        <p:txBody>
          <a:bodyPr/>
          <a:lstStyle/>
          <a:p>
            <a:fld id="{1618B97D-45A5-1E45-A1E0-6392C6E84CC6}" type="slidenum">
              <a:rPr lang="en-US" smtClean="0"/>
              <a:pPr/>
              <a:t>7</a:t>
            </a:fld>
            <a:endParaRPr lang="en-US"/>
          </a:p>
        </p:txBody>
      </p:sp>
    </p:spTree>
    <p:extLst>
      <p:ext uri="{BB962C8B-B14F-4D97-AF65-F5344CB8AC3E}">
        <p14:creationId xmlns:p14="http://schemas.microsoft.com/office/powerpoint/2010/main" val="3522316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introduction of the lesson to the participants. Give some examples of automation to help illustrate the concept. The example of the washing machine is just a sample. You can use other examples to provide context as well.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r>
              <a:rPr lang="en-US" sz="1200" b="1">
                <a:latin typeface="+mn-lt"/>
              </a:rPr>
              <a:t>Detailed notes</a:t>
            </a:r>
            <a:r>
              <a:rPr lang="en-US" sz="1200">
                <a:latin typeface="+mn-lt"/>
              </a:rPr>
              <a:t>: </a:t>
            </a:r>
          </a:p>
          <a:p>
            <a:r>
              <a:rPr lang="en-US" sz="1200">
                <a:latin typeface="+mn-lt"/>
              </a:rPr>
              <a:t>People once washed clothes by hand, a tedious and tiring task. Today, washing machines simplify this process with a button, providing more time for family, hobbies, and other enjoyable activities. We can parallel washing machines with the automation's ability to improve the quality of our lives. It eliminates repetitive tasks, freeing us to focus on essential work and lead more productive lives. </a:t>
            </a:r>
            <a:endParaRPr lang="en-IN" sz="1200">
              <a:latin typeface="+mn-lt"/>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8</a:t>
            </a:fld>
            <a:endParaRPr lang="en-US"/>
          </a:p>
        </p:txBody>
      </p:sp>
    </p:spTree>
    <p:extLst>
      <p:ext uri="{BB962C8B-B14F-4D97-AF65-F5344CB8AC3E}">
        <p14:creationId xmlns:p14="http://schemas.microsoft.com/office/powerpoint/2010/main" val="111789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solidFill>
                  <a:schemeClr val="tx1"/>
                </a:solidFill>
                <a:latin typeface="+mn-lt"/>
              </a:rPr>
              <a:t>Facilitator notes</a:t>
            </a:r>
            <a:r>
              <a:rPr lang="en-US" sz="1200">
                <a:solidFill>
                  <a:schemeClr val="tx1"/>
                </a:solidFill>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mn-lt"/>
              </a:rPr>
              <a:t>Briefly explain what automation is and its benefits to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solidFill>
                <a:schemeClr val="tx1"/>
              </a:solidFill>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n-lt"/>
              </a:rPr>
              <a:t>Detailed notes</a:t>
            </a:r>
            <a:r>
              <a:rPr lang="en-US" sz="1200">
                <a:solidFill>
                  <a:schemeClr val="tx1"/>
                </a:solidFill>
                <a:latin typeface="+mn-lt"/>
              </a:rPr>
              <a:t>:</a:t>
            </a:r>
          </a:p>
          <a:p>
            <a:r>
              <a:rPr lang="en-US" sz="1200">
                <a:solidFill>
                  <a:schemeClr val="tx1"/>
                </a:solidFill>
                <a:latin typeface="+mn-lt"/>
              </a:rPr>
              <a:t>Automation, in its essence, involves leveraging technology, software, or machinery to carry out tasks that would typically require human effort. The beauty of automation lies in its ability to minimize or eliminate the need for constant human intervention, allowing processes to run smoothly and efficiently.</a:t>
            </a:r>
          </a:p>
        </p:txBody>
      </p:sp>
      <p:sp>
        <p:nvSpPr>
          <p:cNvPr id="4" name="Slide Number Placeholder 3"/>
          <p:cNvSpPr>
            <a:spLocks noGrp="1"/>
          </p:cNvSpPr>
          <p:nvPr>
            <p:ph type="sldNum" sz="quarter" idx="5"/>
          </p:nvPr>
        </p:nvSpPr>
        <p:spPr/>
        <p:txBody>
          <a:bodyPr/>
          <a:lstStyle/>
          <a:p>
            <a:fld id="{1618B97D-45A5-1E45-A1E0-6392C6E84CC6}" type="slidenum">
              <a:rPr lang="en-US" smtClean="0"/>
              <a:pPr/>
              <a:t>9</a:t>
            </a:fld>
            <a:endParaRPr lang="en-US"/>
          </a:p>
        </p:txBody>
      </p:sp>
    </p:spTree>
    <p:extLst>
      <p:ext uri="{BB962C8B-B14F-4D97-AF65-F5344CB8AC3E}">
        <p14:creationId xmlns:p14="http://schemas.microsoft.com/office/powerpoint/2010/main" val="194380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solidFill>
                  <a:schemeClr val="tx1"/>
                </a:solidFill>
                <a:latin typeface="+mn-lt"/>
              </a:rPr>
              <a:t>Facilitator notes</a:t>
            </a:r>
            <a:r>
              <a:rPr lang="en-US" sz="1200">
                <a:solidFill>
                  <a:schemeClr val="tx1"/>
                </a:solidFill>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mn-lt"/>
              </a:rPr>
              <a:t>Begin by explaining why automation is a game-changer. Emphasize that automation helps to improve efficiency and accuracy, and ultimately increase productivity.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solidFill>
                <a:schemeClr val="tx1"/>
              </a:solidFill>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n-lt"/>
              </a:rPr>
              <a:t>Detailed notes</a:t>
            </a:r>
            <a:r>
              <a:rPr lang="en-US" sz="1200">
                <a:solidFill>
                  <a:schemeClr val="tx1"/>
                </a:solidFill>
                <a:latin typeface="+mn-lt"/>
              </a:rPr>
              <a:t>:</a:t>
            </a:r>
          </a:p>
          <a:p>
            <a:r>
              <a:rPr lang="en-US" sz="1200">
                <a:solidFill>
                  <a:schemeClr val="tx1"/>
                </a:solidFill>
                <a:latin typeface="+mn-lt"/>
              </a:rPr>
              <a:t>Why is automation such a game-changer? Automation revolutionizes the way businesses and individuals operate. It leads to increased efficiency and improved accuracy by reducing human errors and streamlining processes. Automation allows organizations to cut costs, enhance scalability, and provide 24x7 operations. By automating repetitive tasks, employees can focus on more strategic and creative responsibilities, leading to higher job satisfaction.</a:t>
            </a:r>
          </a:p>
          <a:p>
            <a:endParaRPr lang="en-US" sz="1200">
              <a:solidFill>
                <a:schemeClr val="tx1"/>
              </a:solidFill>
              <a:latin typeface="+mn-lt"/>
            </a:endParaRPr>
          </a:p>
          <a:p>
            <a:r>
              <a:rPr lang="en-US" sz="1200">
                <a:solidFill>
                  <a:schemeClr val="tx1"/>
                </a:solidFill>
                <a:latin typeface="+mn-lt"/>
              </a:rPr>
              <a:t>It's like having a reliable digital assistant that takes care of the mundane, allowing you to channel your energy and expertise where it matters most.</a:t>
            </a:r>
          </a:p>
        </p:txBody>
      </p:sp>
      <p:sp>
        <p:nvSpPr>
          <p:cNvPr id="4" name="Slide Number Placeholder 3"/>
          <p:cNvSpPr>
            <a:spLocks noGrp="1"/>
          </p:cNvSpPr>
          <p:nvPr>
            <p:ph type="sldNum" sz="quarter" idx="5"/>
          </p:nvPr>
        </p:nvSpPr>
        <p:spPr/>
        <p:txBody>
          <a:bodyPr/>
          <a:lstStyle/>
          <a:p>
            <a:fld id="{1618B97D-45A5-1E45-A1E0-6392C6E84CC6}" type="slidenum">
              <a:rPr lang="en-US" smtClean="0"/>
              <a:pPr/>
              <a:t>10</a:t>
            </a:fld>
            <a:endParaRPr lang="en-US"/>
          </a:p>
        </p:txBody>
      </p:sp>
    </p:spTree>
    <p:extLst>
      <p:ext uri="{BB962C8B-B14F-4D97-AF65-F5344CB8AC3E}">
        <p14:creationId xmlns:p14="http://schemas.microsoft.com/office/powerpoint/2010/main" val="1914031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Play the video and briefly explain the evolution of work to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sz="1200">
                <a:latin typeface="+mn-lt"/>
              </a:rPr>
              <a:t>Let's rewind and uncover the origins of automation. Work has evolved throughout history, with people constantly improving their productivity using various tools and gadgets. However, to be honest, work can still feel tedious at times. </a:t>
            </a:r>
          </a:p>
          <a:p>
            <a:endParaRPr lang="en-US" sz="1200">
              <a:latin typeface="+mn-lt"/>
            </a:endParaRPr>
          </a:p>
          <a:p>
            <a:r>
              <a:rPr lang="en-US" b="0" i="0">
                <a:solidFill>
                  <a:srgbClr val="D1D5DB"/>
                </a:solidFill>
                <a:effectLst/>
                <a:latin typeface="Söhne"/>
              </a:rPr>
              <a:t>With robots, we find ourselves at a remarkable crossroads in the history of work. Robots eliminate repetitive tasks, increase efficiency, and more than anything, allow people to focus on the important stuff, while they take over the boring and repetitive ones. </a:t>
            </a:r>
          </a:p>
          <a:p>
            <a:endParaRPr lang="en-US" sz="1200">
              <a:latin typeface="+mn-lt"/>
            </a:endParaRPr>
          </a:p>
          <a:p>
            <a:r>
              <a:rPr lang="en-US" sz="1200">
                <a:latin typeface="+mn-lt"/>
              </a:rPr>
              <a:t>Video: &lt;video link&gt;</a:t>
            </a:r>
          </a:p>
        </p:txBody>
      </p:sp>
      <p:sp>
        <p:nvSpPr>
          <p:cNvPr id="4" name="Slide Number Placeholder 3"/>
          <p:cNvSpPr>
            <a:spLocks noGrp="1"/>
          </p:cNvSpPr>
          <p:nvPr>
            <p:ph type="sldNum" sz="quarter" idx="5"/>
          </p:nvPr>
        </p:nvSpPr>
        <p:spPr/>
        <p:txBody>
          <a:bodyPr/>
          <a:lstStyle/>
          <a:p>
            <a:fld id="{1618B97D-45A5-1E45-A1E0-6392C6E84CC6}" type="slidenum">
              <a:rPr lang="en-US" smtClean="0"/>
              <a:pPr/>
              <a:t>11</a:t>
            </a:fld>
            <a:endParaRPr lang="en-US"/>
          </a:p>
        </p:txBody>
      </p:sp>
    </p:spTree>
    <p:extLst>
      <p:ext uri="{BB962C8B-B14F-4D97-AF65-F5344CB8AC3E}">
        <p14:creationId xmlns:p14="http://schemas.microsoft.com/office/powerpoint/2010/main" val="3382442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Provide an overview of how UiPath was established.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sz="1200">
                <a:latin typeface="+mn-lt"/>
              </a:rPr>
              <a:t>From their humble beginnings, as modern marvels utilized in manufacturing and space exploration, robots have come a long way. With the advent of computers and technology, the need for software robots emerged, leading to the founding of UiPath in 2005.</a:t>
            </a:r>
          </a:p>
          <a:p>
            <a:endParaRPr lang="en-US" sz="1200">
              <a:latin typeface="+mn-lt"/>
            </a:endParaRPr>
          </a:p>
          <a:p>
            <a:r>
              <a:rPr lang="en-US" sz="1200">
                <a:latin typeface="+mn-lt"/>
              </a:rPr>
              <a:t>As a major player in the automation industry, UiPath serves global customers and offers a range of capabilities to transform the way we work. Let’s learn more about what UiPath does and what their capabilities are. </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12</a:t>
            </a:fld>
            <a:endParaRPr lang="en-US"/>
          </a:p>
        </p:txBody>
      </p:sp>
    </p:spTree>
    <p:extLst>
      <p:ext uri="{BB962C8B-B14F-4D97-AF65-F5344CB8AC3E}">
        <p14:creationId xmlns:p14="http://schemas.microsoft.com/office/powerpoint/2010/main" val="41620661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List the different automation categories that UiPath offers and explain each of them in detail to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sz="1200">
                <a:latin typeface="+mn-lt"/>
              </a:rPr>
              <a:t>With UiPath, there are a bunch of automation categories that can help you get things done faster and easier!</a:t>
            </a:r>
          </a:p>
          <a:p>
            <a:endParaRPr lang="en-US" sz="1200">
              <a:latin typeface="+mn-lt"/>
            </a:endParaRPr>
          </a:p>
          <a:p>
            <a:pPr marL="171450" indent="-171450">
              <a:buFont typeface="Arial" panose="020B0604020202020204" pitchFamily="34" charset="0"/>
              <a:buChar char="•"/>
            </a:pPr>
            <a:r>
              <a:rPr lang="en-US" sz="1200" b="1">
                <a:latin typeface="+mn-lt"/>
              </a:rPr>
              <a:t>Robotic Process Automation (RPA)</a:t>
            </a:r>
            <a:r>
              <a:rPr lang="en-US" sz="1200">
                <a:latin typeface="+mn-lt"/>
              </a:rPr>
              <a:t>: Through Robotic Process Automation (RPA), the creation of software robots that mimic human actions and effortlessly engage with digital systems becomes possible. RPA enables organizations to automate tasks across a diverse range of applications and systems, including legacy systems, web applications, and desktop applications.</a:t>
            </a:r>
          </a:p>
          <a:p>
            <a:pPr marL="171450" indent="-171450">
              <a:buFont typeface="Arial" panose="020B0604020202020204" pitchFamily="34" charset="0"/>
              <a:buChar char="•"/>
            </a:pPr>
            <a:r>
              <a:rPr lang="en-US" sz="1200" b="1">
                <a:latin typeface="+mn-lt"/>
              </a:rPr>
              <a:t>Task Automation</a:t>
            </a:r>
            <a:r>
              <a:rPr lang="en-US" sz="1200">
                <a:latin typeface="+mn-lt"/>
              </a:rPr>
              <a:t>: Task automation targets repetitive and mundane tasks such as data entry, data extraction, file management, and document processing. By automating these routine activities, you not only save valuable time and resources but also minimize the risk of errors, allowing you to dedicate your focus to the most critical tasks.</a:t>
            </a:r>
          </a:p>
          <a:p>
            <a:pPr marL="171450" indent="-171450">
              <a:buFont typeface="Arial" panose="020B0604020202020204" pitchFamily="34" charset="0"/>
              <a:buChar char="•"/>
            </a:pPr>
            <a:r>
              <a:rPr lang="en-US" sz="1200" b="1">
                <a:latin typeface="+mn-lt"/>
              </a:rPr>
              <a:t>Business Process Automation</a:t>
            </a:r>
            <a:r>
              <a:rPr lang="en-US" sz="1200">
                <a:latin typeface="+mn-lt"/>
              </a:rPr>
              <a:t>: UiPath empowers organizations to automate entire business processes by seamlessly connecting multiple tasks and systems. By implementing UiPath, your department or team can experience streamlined workflows, enhanced operational efficiency, and consistent execution of processes.</a:t>
            </a:r>
          </a:p>
          <a:p>
            <a:pPr marL="171450" indent="-171450">
              <a:buFont typeface="Arial" panose="020B0604020202020204" pitchFamily="34" charset="0"/>
              <a:buChar char="•"/>
            </a:pPr>
            <a:r>
              <a:rPr lang="en-US" sz="1200" b="1">
                <a:latin typeface="+mn-lt"/>
              </a:rPr>
              <a:t>Test Automation</a:t>
            </a:r>
            <a:r>
              <a:rPr lang="en-US" sz="1200">
                <a:latin typeface="+mn-lt"/>
              </a:rPr>
              <a:t>: With Test Automation, organizations can automate the testing of their applications and systems, revolutionizing software quality. Automated testing speeds up release cycles and reduces the time and effort spent on manual testing.</a:t>
            </a:r>
          </a:p>
          <a:p>
            <a:pPr marL="171450" indent="-171450">
              <a:buFont typeface="Arial" panose="020B0604020202020204" pitchFamily="34" charset="0"/>
              <a:buChar char="•"/>
            </a:pPr>
            <a:r>
              <a:rPr lang="en-US" sz="1200" b="1">
                <a:latin typeface="+mn-lt"/>
              </a:rPr>
              <a:t>AI and Machine Learning Integration</a:t>
            </a:r>
            <a:r>
              <a:rPr lang="en-US" sz="1200">
                <a:latin typeface="+mn-lt"/>
              </a:rPr>
              <a:t>: By integrating automation with AI and machine learning services, users can incorporate intelligent automation into their workflows. This includes leveraging natural language processing, digital image processing, and predictive analytics.</a:t>
            </a:r>
          </a:p>
          <a:p>
            <a:pPr marL="171450" indent="-171450">
              <a:buFont typeface="Arial" panose="020B0604020202020204" pitchFamily="34" charset="0"/>
              <a:buChar char="•"/>
            </a:pPr>
            <a:r>
              <a:rPr lang="en-US" sz="1200" b="1">
                <a:latin typeface="+mn-lt"/>
              </a:rPr>
              <a:t>Process Mining and Discovery</a:t>
            </a:r>
            <a:r>
              <a:rPr lang="en-US" sz="1200">
                <a:latin typeface="+mn-lt"/>
              </a:rPr>
              <a:t>: Process mining and discovery tools, empower organizations to identify and analyze their existing processes. This valuable insight leads organizations to the most promising opportunities for automation, enabling them to scale up their automation initiatives and prioritize projects with the greatest impact.</a:t>
            </a:r>
          </a:p>
        </p:txBody>
      </p:sp>
      <p:sp>
        <p:nvSpPr>
          <p:cNvPr id="4" name="Slide Number Placeholder 3"/>
          <p:cNvSpPr>
            <a:spLocks noGrp="1"/>
          </p:cNvSpPr>
          <p:nvPr>
            <p:ph type="sldNum" sz="quarter" idx="5"/>
          </p:nvPr>
        </p:nvSpPr>
        <p:spPr/>
        <p:txBody>
          <a:bodyPr/>
          <a:lstStyle/>
          <a:p>
            <a:fld id="{1618B97D-45A5-1E45-A1E0-6392C6E84CC6}" type="slidenum">
              <a:rPr lang="en-US" smtClean="0"/>
              <a:pPr/>
              <a:t>13</a:t>
            </a:fld>
            <a:endParaRPr lang="en-US"/>
          </a:p>
        </p:txBody>
      </p:sp>
    </p:spTree>
    <p:extLst>
      <p:ext uri="{BB962C8B-B14F-4D97-AF65-F5344CB8AC3E}">
        <p14:creationId xmlns:p14="http://schemas.microsoft.com/office/powerpoint/2010/main" val="5640837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Summarize the points. </a:t>
            </a:r>
          </a:p>
          <a:p>
            <a:endParaRPr lang="en-US"/>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Recalling the key points!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Automation transforms work by using robots to tackle repetitive tasks, allowing us to concentrate on high-value activities.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With UiPath, you can deploy robots that automate daily tasks, organizational processes, and app testing.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Enhance automation by integrating AI capabilities like language models and image processing.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Leverage UiPath's process mining tools to extract insights from data, enabling better informed decision-making.</a:t>
            </a:r>
          </a:p>
        </p:txBody>
      </p:sp>
      <p:sp>
        <p:nvSpPr>
          <p:cNvPr id="4" name="Slide Number Placeholder 3"/>
          <p:cNvSpPr>
            <a:spLocks noGrp="1"/>
          </p:cNvSpPr>
          <p:nvPr>
            <p:ph type="sldNum" sz="quarter" idx="5"/>
          </p:nvPr>
        </p:nvSpPr>
        <p:spPr/>
        <p:txBody>
          <a:bodyPr/>
          <a:lstStyle/>
          <a:p>
            <a:fld id="{1618B97D-45A5-1E45-A1E0-6392C6E84CC6}" type="slidenum">
              <a:rPr lang="en-US" smtClean="0"/>
              <a:pPr/>
              <a:t>14</a:t>
            </a:fld>
            <a:endParaRPr lang="en-US"/>
          </a:p>
        </p:txBody>
      </p:sp>
    </p:spTree>
    <p:extLst>
      <p:ext uri="{BB962C8B-B14F-4D97-AF65-F5344CB8AC3E}">
        <p14:creationId xmlns:p14="http://schemas.microsoft.com/office/powerpoint/2010/main" val="187344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b="0"/>
              <a:t>:</a:t>
            </a:r>
          </a:p>
          <a:p>
            <a:pPr marL="171450" indent="-171450">
              <a:buFont typeface="Arial" panose="020B0604020202020204" pitchFamily="34" charset="0"/>
              <a:buChar char="•"/>
            </a:pPr>
            <a:r>
              <a:rPr lang="en-US" b="0"/>
              <a:t>Ask the question and encourage participation.</a:t>
            </a:r>
          </a:p>
          <a:p>
            <a:pPr marL="171450" indent="-171450">
              <a:buFont typeface="Arial" panose="020B0604020202020204" pitchFamily="34" charset="0"/>
              <a:buChar char="•"/>
            </a:pPr>
            <a:r>
              <a:rPr lang="en-US" b="0"/>
              <a:t>After the participants get a chance to give their answers, click the slide to reveal the answer.</a:t>
            </a:r>
          </a:p>
        </p:txBody>
      </p:sp>
      <p:sp>
        <p:nvSpPr>
          <p:cNvPr id="4" name="Slide Number Placeholder 3"/>
          <p:cNvSpPr>
            <a:spLocks noGrp="1"/>
          </p:cNvSpPr>
          <p:nvPr>
            <p:ph type="sldNum" sz="quarter" idx="5"/>
          </p:nvPr>
        </p:nvSpPr>
        <p:spPr/>
        <p:txBody>
          <a:bodyPr/>
          <a:lstStyle/>
          <a:p>
            <a:fld id="{1618B97D-45A5-1E45-A1E0-6392C6E84CC6}" type="slidenum">
              <a:rPr lang="en-US" smtClean="0"/>
              <a:pPr/>
              <a:t>15</a:t>
            </a:fld>
            <a:endParaRPr lang="en-US"/>
          </a:p>
        </p:txBody>
      </p:sp>
    </p:spTree>
    <p:extLst>
      <p:ext uri="{BB962C8B-B14F-4D97-AF65-F5344CB8AC3E}">
        <p14:creationId xmlns:p14="http://schemas.microsoft.com/office/powerpoint/2010/main" val="2552701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these different categories of automation will help you leverage the capabilities of UiPath effectively.</a:t>
            </a:r>
          </a:p>
        </p:txBody>
      </p:sp>
      <p:sp>
        <p:nvSpPr>
          <p:cNvPr id="4" name="Slide Number Placeholder 3"/>
          <p:cNvSpPr>
            <a:spLocks noGrp="1"/>
          </p:cNvSpPr>
          <p:nvPr>
            <p:ph type="sldNum" sz="quarter" idx="5"/>
          </p:nvPr>
        </p:nvSpPr>
        <p:spPr/>
        <p:txBody>
          <a:bodyPr/>
          <a:lstStyle/>
          <a:p>
            <a:fld id="{1618B97D-45A5-1E45-A1E0-6392C6E84CC6}" type="slidenum">
              <a:rPr lang="en-US" smtClean="0"/>
              <a:pPr/>
              <a:t>16</a:t>
            </a:fld>
            <a:endParaRPr lang="en-US"/>
          </a:p>
        </p:txBody>
      </p:sp>
    </p:spTree>
    <p:extLst>
      <p:ext uri="{BB962C8B-B14F-4D97-AF65-F5344CB8AC3E}">
        <p14:creationId xmlns:p14="http://schemas.microsoft.com/office/powerpoint/2010/main" val="2128833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Provide a gist of what will be covered in the next lesson before opening the classroom for discussions.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17</a:t>
            </a:fld>
            <a:endParaRPr lang="en-US"/>
          </a:p>
        </p:txBody>
      </p:sp>
    </p:spTree>
    <p:extLst>
      <p:ext uri="{BB962C8B-B14F-4D97-AF65-F5344CB8AC3E}">
        <p14:creationId xmlns:p14="http://schemas.microsoft.com/office/powerpoint/2010/main" val="3093045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 </a:t>
            </a:r>
          </a:p>
          <a:p>
            <a:r>
              <a:rPr lang="en-US"/>
              <a:t>Open up the classroom for discussions on what was covered so far. You can also check with the class if they have any questions on what was discussed so far. Use the time to share any relevant work experiences regarding the topic.</a:t>
            </a:r>
          </a:p>
        </p:txBody>
      </p:sp>
      <p:sp>
        <p:nvSpPr>
          <p:cNvPr id="4" name="Slide Number Placeholder 3"/>
          <p:cNvSpPr>
            <a:spLocks noGrp="1"/>
          </p:cNvSpPr>
          <p:nvPr>
            <p:ph type="sldNum" sz="quarter" idx="5"/>
          </p:nvPr>
        </p:nvSpPr>
        <p:spPr/>
        <p:txBody>
          <a:bodyPr/>
          <a:lstStyle/>
          <a:p>
            <a:fld id="{1618B97D-45A5-1E45-A1E0-6392C6E84CC6}" type="slidenum">
              <a:rPr lang="en-US" smtClean="0"/>
              <a:pPr/>
              <a:t>18</a:t>
            </a:fld>
            <a:endParaRPr lang="en-US"/>
          </a:p>
        </p:txBody>
      </p:sp>
    </p:spTree>
    <p:extLst>
      <p:ext uri="{BB962C8B-B14F-4D97-AF65-F5344CB8AC3E}">
        <p14:creationId xmlns:p14="http://schemas.microsoft.com/office/powerpoint/2010/main" val="3983735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19</a:t>
            </a:fld>
            <a:endParaRPr lang="en-US"/>
          </a:p>
        </p:txBody>
      </p:sp>
    </p:spTree>
    <p:extLst>
      <p:ext uri="{BB962C8B-B14F-4D97-AF65-F5344CB8AC3E}">
        <p14:creationId xmlns:p14="http://schemas.microsoft.com/office/powerpoint/2010/main" val="16876721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r>
              <a:rPr lang="en-US" sz="1200">
                <a:latin typeface="+mn-lt"/>
              </a:rPr>
              <a:t>Briefly explain the learning objectives of this lesson.</a:t>
            </a:r>
          </a:p>
          <a:p>
            <a:endParaRPr lang="en-US" sz="1200">
              <a:latin typeface="+mn-lt"/>
            </a:endParaRPr>
          </a:p>
          <a:p>
            <a:r>
              <a:rPr lang="en-US" sz="1200" b="1">
                <a:latin typeface="+mn-lt"/>
              </a:rPr>
              <a:t>Detailed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cs typeface="Arial"/>
              </a:rPr>
              <a:t>At the end of this lesson, you should be able to:</a:t>
            </a:r>
            <a:endParaRPr lang="en-IN" sz="1200">
              <a:latin typeface="+mn-lt"/>
              <a:cs typeface="Arial"/>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List the different ways in which you can leverage automation.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Describe the benefits of automation for you and your business.</a:t>
            </a:r>
            <a:endParaRPr lang="en-IN" sz="1200">
              <a:latin typeface="+mn-lt"/>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20</a:t>
            </a:fld>
            <a:endParaRPr lang="en-US"/>
          </a:p>
        </p:txBody>
      </p:sp>
    </p:spTree>
    <p:extLst>
      <p:ext uri="{BB962C8B-B14F-4D97-AF65-F5344CB8AC3E}">
        <p14:creationId xmlns:p14="http://schemas.microsoft.com/office/powerpoint/2010/main" val="22985620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introduction of the lesson to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sz="1200">
                <a:latin typeface="+mn-lt"/>
              </a:rPr>
              <a:t>In the previous lesson, we introduced you to automation and its different categories. But have you wondered what it can do for you? How can automation make your work a lot easier and more efficient? Or maybe you're still unsure if automation can work in your </a:t>
            </a:r>
            <a:r>
              <a:rPr lang="en-US"/>
              <a:t>organization</a:t>
            </a:r>
            <a:r>
              <a:rPr lang="en-US" sz="1200">
                <a:latin typeface="+mn-lt"/>
              </a:rPr>
              <a:t> and domain.</a:t>
            </a:r>
          </a:p>
          <a:p>
            <a:endParaRPr lang="en-US" sz="1200">
              <a:latin typeface="+mn-lt"/>
            </a:endParaRPr>
          </a:p>
          <a:p>
            <a:r>
              <a:rPr lang="en-US" sz="1200">
                <a:latin typeface="+mn-lt"/>
              </a:rPr>
              <a:t>Well, you'll find all your answers and more in this lesson!</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21</a:t>
            </a:fld>
            <a:endParaRPr lang="en-US"/>
          </a:p>
        </p:txBody>
      </p:sp>
    </p:spTree>
    <p:extLst>
      <p:ext uri="{BB962C8B-B14F-4D97-AF65-F5344CB8AC3E}">
        <p14:creationId xmlns:p14="http://schemas.microsoft.com/office/powerpoint/2010/main" val="3895647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Explain the reasons why automation can be a game-changer in people’s work lives.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pPr marL="0" indent="0">
              <a:buFont typeface="Arial" panose="020B0604020202020204" pitchFamily="34" charset="0"/>
              <a:buNone/>
            </a:pPr>
            <a:r>
              <a:rPr lang="en-US" sz="1200">
                <a:latin typeface="+mn-lt"/>
              </a:rPr>
              <a:t>Here are four compelling reasons why automation can be a game-changer for your work life.</a:t>
            </a:r>
          </a:p>
          <a:p>
            <a:pPr marL="171450" indent="-171450">
              <a:buFont typeface="Arial" panose="020B0604020202020204" pitchFamily="34" charset="0"/>
              <a:buChar char="•"/>
            </a:pPr>
            <a:r>
              <a:rPr lang="en-US" sz="1200" b="1">
                <a:latin typeface="+mn-lt"/>
              </a:rPr>
              <a:t>Job satisfaction</a:t>
            </a:r>
            <a:r>
              <a:rPr lang="en-US" sz="1200">
                <a:latin typeface="+mn-lt"/>
              </a:rPr>
              <a:t>: By automating repetitive tasks, you not only escape the burnout and boredom cycle but also gain precious time to dedicate to more engaging and fulfilling work.</a:t>
            </a:r>
          </a:p>
          <a:p>
            <a:pPr marL="171450" indent="-171450">
              <a:buFont typeface="Arial" panose="020B0604020202020204" pitchFamily="34" charset="0"/>
              <a:buChar char="•"/>
            </a:pPr>
            <a:r>
              <a:rPr lang="en-US" sz="1200" b="1">
                <a:latin typeface="+mn-lt"/>
              </a:rPr>
              <a:t>Skill development</a:t>
            </a:r>
            <a:r>
              <a:rPr lang="en-US" sz="1200">
                <a:latin typeface="+mn-lt"/>
              </a:rPr>
              <a:t>: With automation handling mundane tasks, you have the perfect opportunity to embrace personal growth, learn new skills, and embrace higher-value roles within your organization.</a:t>
            </a:r>
          </a:p>
          <a:p>
            <a:pPr marL="171450" indent="-171450">
              <a:buFont typeface="Arial" panose="020B0604020202020204" pitchFamily="34" charset="0"/>
              <a:buChar char="•"/>
            </a:pPr>
            <a:r>
              <a:rPr lang="en-US" sz="1200" b="1">
                <a:latin typeface="+mn-lt"/>
              </a:rPr>
              <a:t>Enhanced opportunities</a:t>
            </a:r>
            <a:r>
              <a:rPr lang="en-US" sz="1200">
                <a:latin typeface="+mn-lt"/>
              </a:rPr>
              <a:t>: Embracing automation and related technologies can greatly enhance your value in the job market, opening doors to exciting career opportunities and unlocking new pathways for professional growth.</a:t>
            </a:r>
          </a:p>
          <a:p>
            <a:pPr marL="171450" indent="-171450">
              <a:buFont typeface="Arial" panose="020B0604020202020204" pitchFamily="34" charset="0"/>
              <a:buChar char="•"/>
            </a:pPr>
            <a:r>
              <a:rPr lang="en-US" sz="1200" b="1">
                <a:latin typeface="+mn-lt"/>
              </a:rPr>
              <a:t>Reduced stress</a:t>
            </a:r>
            <a:r>
              <a:rPr lang="en-US" sz="1200">
                <a:latin typeface="+mn-lt"/>
              </a:rPr>
              <a:t>: Letting automation handle mundane tasks gives you the freedom to embrace a healthier work-life balance, experiencing reduced stress and more time for what truly matters.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22</a:t>
            </a:fld>
            <a:endParaRPr lang="en-US"/>
          </a:p>
        </p:txBody>
      </p:sp>
    </p:spTree>
    <p:extLst>
      <p:ext uri="{BB962C8B-B14F-4D97-AF65-F5344CB8AC3E}">
        <p14:creationId xmlns:p14="http://schemas.microsoft.com/office/powerpoint/2010/main" val="1022051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Explain the reasons why every organization should embrace automation.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endParaRPr lang="en-US" sz="1200">
              <a:latin typeface="+mn-lt"/>
            </a:endParaRPr>
          </a:p>
          <a:p>
            <a:pPr marL="0" indent="0">
              <a:buFont typeface="Arial" panose="020B0604020202020204" pitchFamily="34" charset="0"/>
              <a:buNone/>
            </a:pPr>
            <a:r>
              <a:rPr lang="en-US" sz="1200">
                <a:latin typeface="+mn-lt"/>
              </a:rPr>
              <a:t>Here are six main reasons for your organization to embrace automation.</a:t>
            </a:r>
          </a:p>
          <a:p>
            <a:pPr marL="171450" indent="-171450">
              <a:buFont typeface="Arial" panose="020B0604020202020204" pitchFamily="34" charset="0"/>
              <a:buChar char="•"/>
            </a:pPr>
            <a:r>
              <a:rPr lang="en-US" sz="1200" b="1" i="0">
                <a:latin typeface="+mn-lt"/>
              </a:rPr>
              <a:t>Saved cost</a:t>
            </a:r>
            <a:r>
              <a:rPr lang="en-US" sz="1200" i="0">
                <a:latin typeface="+mn-lt"/>
              </a:rPr>
              <a:t>: Automation brings valuable benefits to businesses by reducing labor costs and enabling teams to allocate their time and resources to more strategic and high-value activities.</a:t>
            </a:r>
          </a:p>
          <a:p>
            <a:pPr marL="171450" indent="-171450">
              <a:buFont typeface="Arial" panose="020B0604020202020204" pitchFamily="34" charset="0"/>
              <a:buChar char="•"/>
            </a:pPr>
            <a:r>
              <a:rPr lang="en-US" sz="1200" b="1" i="0">
                <a:latin typeface="+mn-lt"/>
              </a:rPr>
              <a:t>Improved accuracy</a:t>
            </a:r>
            <a:r>
              <a:rPr lang="en-US" sz="1200" i="0">
                <a:latin typeface="+mn-lt"/>
              </a:rPr>
              <a:t>: With software robots, businesses can significantly reduce errors. This results in the generation of high-quality data, enabling informed decision-making and driving substantial improvements in overall business performance.</a:t>
            </a:r>
          </a:p>
          <a:p>
            <a:pPr marL="171450" indent="-171450">
              <a:buFont typeface="Arial" panose="020B0604020202020204" pitchFamily="34" charset="0"/>
              <a:buChar char="•"/>
            </a:pPr>
            <a:r>
              <a:rPr lang="en-US" sz="1200" b="1" i="0">
                <a:latin typeface="+mn-lt"/>
              </a:rPr>
              <a:t>Increased efficiency</a:t>
            </a:r>
            <a:r>
              <a:rPr lang="en-US" sz="1200" i="0">
                <a:latin typeface="+mn-lt"/>
              </a:rPr>
              <a:t>: Robots excel at lightning-fast task execution, resulting in quicker turnaround times and enhanced output.</a:t>
            </a:r>
          </a:p>
          <a:p>
            <a:pPr marL="171450" indent="-171450">
              <a:buFont typeface="Arial" panose="020B0604020202020204" pitchFamily="34" charset="0"/>
              <a:buChar char="•"/>
            </a:pPr>
            <a:r>
              <a:rPr lang="en-US" sz="1200" b="1" i="0">
                <a:latin typeface="+mn-lt"/>
              </a:rPr>
              <a:t>Enhanced compliance</a:t>
            </a:r>
            <a:r>
              <a:rPr lang="en-US" sz="1200" i="0">
                <a:latin typeface="+mn-lt"/>
              </a:rPr>
              <a:t>: By implementing standardized processes and generating automated audit trails, automation not only ensures adherence to regulations and internal policies but also offers a sigh of relief for your organization.</a:t>
            </a:r>
          </a:p>
          <a:p>
            <a:pPr marL="171450" indent="-171450">
              <a:buFont typeface="Arial" panose="020B0604020202020204" pitchFamily="34" charset="0"/>
              <a:buChar char="•"/>
            </a:pPr>
            <a:r>
              <a:rPr lang="en-US" b="1" i="0"/>
              <a:t>Improved scalability</a:t>
            </a:r>
            <a:r>
              <a:rPr lang="en-US" i="0"/>
              <a:t>: One of the most impressive aspects of automation is its remarkable scalability, allowing organizations to effortlessly adapt to fluctuations in demand and navigate business needs with ease.</a:t>
            </a:r>
          </a:p>
          <a:p>
            <a:pPr marL="171450" indent="-171450">
              <a:buFont typeface="Arial" panose="020B0604020202020204" pitchFamily="34" charset="0"/>
              <a:buChar char="•"/>
            </a:pPr>
            <a:r>
              <a:rPr lang="en-US" b="1" i="0"/>
              <a:t>Optimized resource allocation</a:t>
            </a:r>
            <a:r>
              <a:rPr lang="en-US" i="0"/>
              <a:t>: Having their routine tasks automated, employees can focus on strategic, creative, and customer-centric endeavors. This unlocks higher productivity and fosters a culture of innovation, driving business success.</a:t>
            </a:r>
            <a:endParaRPr lang="en-IN" i="0"/>
          </a:p>
        </p:txBody>
      </p:sp>
      <p:sp>
        <p:nvSpPr>
          <p:cNvPr id="4" name="Slide Number Placeholder 3"/>
          <p:cNvSpPr>
            <a:spLocks noGrp="1"/>
          </p:cNvSpPr>
          <p:nvPr>
            <p:ph type="sldNum" sz="quarter" idx="5"/>
          </p:nvPr>
        </p:nvSpPr>
        <p:spPr/>
        <p:txBody>
          <a:bodyPr/>
          <a:lstStyle/>
          <a:p>
            <a:fld id="{1618B97D-45A5-1E45-A1E0-6392C6E84CC6}" type="slidenum">
              <a:rPr lang="en-US" smtClean="0"/>
              <a:pPr/>
              <a:t>23</a:t>
            </a:fld>
            <a:endParaRPr lang="en-US"/>
          </a:p>
        </p:txBody>
      </p:sp>
    </p:spTree>
    <p:extLst>
      <p:ext uri="{BB962C8B-B14F-4D97-AF65-F5344CB8AC3E}">
        <p14:creationId xmlns:p14="http://schemas.microsoft.com/office/powerpoint/2010/main" val="22944042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List the six common automation use cases to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endParaRPr lang="en-US" sz="1200">
              <a:latin typeface="+mn-lt"/>
            </a:endParaRPr>
          </a:p>
          <a:p>
            <a:r>
              <a:rPr lang="en-US" sz="1200">
                <a:latin typeface="+mn-lt"/>
              </a:rPr>
              <a:t>Automation has the power to tackle a wide array of repetitive tasks performed on computers, making it applicable across diverse industries. </a:t>
            </a:r>
          </a:p>
          <a:p>
            <a:endParaRPr lang="en-US" sz="1200">
              <a:latin typeface="+mn-lt"/>
            </a:endParaRPr>
          </a:p>
          <a:p>
            <a:r>
              <a:rPr lang="en-US" sz="1200">
                <a:latin typeface="+mn-lt"/>
              </a:rPr>
              <a:t>To get a better grasp of how automation can help, let's look at some examples that are common in so many businesses.</a:t>
            </a:r>
          </a:p>
        </p:txBody>
      </p:sp>
      <p:sp>
        <p:nvSpPr>
          <p:cNvPr id="4" name="Slide Number Placeholder 3"/>
          <p:cNvSpPr>
            <a:spLocks noGrp="1"/>
          </p:cNvSpPr>
          <p:nvPr>
            <p:ph type="sldNum" sz="quarter" idx="5"/>
          </p:nvPr>
        </p:nvSpPr>
        <p:spPr/>
        <p:txBody>
          <a:bodyPr/>
          <a:lstStyle/>
          <a:p>
            <a:fld id="{1618B97D-45A5-1E45-A1E0-6392C6E84CC6}" type="slidenum">
              <a:rPr lang="en-US" smtClean="0"/>
              <a:pPr/>
              <a:t>24</a:t>
            </a:fld>
            <a:endParaRPr lang="en-US"/>
          </a:p>
        </p:txBody>
      </p:sp>
    </p:spTree>
    <p:extLst>
      <p:ext uri="{BB962C8B-B14F-4D97-AF65-F5344CB8AC3E}">
        <p14:creationId xmlns:p14="http://schemas.microsoft.com/office/powerpoint/2010/main" val="4273910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Describe the challenges of payroll processing and discuss how robots have made it easier.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endParaRPr lang="en-US" sz="1200">
              <a:latin typeface="+mn-lt"/>
            </a:endParaRPr>
          </a:p>
          <a:p>
            <a:r>
              <a:rPr lang="en-US" sz="1200">
                <a:latin typeface="+mn-lt"/>
              </a:rPr>
              <a:t>Payroll processing refers to the actions that companies take to pay their employees—keeping track of their presence, of their salaries, bonuses, and taxes. </a:t>
            </a:r>
          </a:p>
          <a:p>
            <a:r>
              <a:rPr lang="en-US" sz="1200">
                <a:latin typeface="+mn-lt"/>
              </a:rPr>
              <a:t>Payroll processing needs manual intervention month after month, every year. Automation technologies can extract the details that are required from handwritten time sheets. Further, they can calculate the pay from their stipulated contracts—and pay them as well (by even ordering the necessary bank transactions).</a:t>
            </a:r>
          </a:p>
        </p:txBody>
      </p:sp>
      <p:sp>
        <p:nvSpPr>
          <p:cNvPr id="4" name="Slide Number Placeholder 3"/>
          <p:cNvSpPr>
            <a:spLocks noGrp="1"/>
          </p:cNvSpPr>
          <p:nvPr>
            <p:ph type="sldNum" sz="quarter" idx="5"/>
          </p:nvPr>
        </p:nvSpPr>
        <p:spPr/>
        <p:txBody>
          <a:bodyPr/>
          <a:lstStyle/>
          <a:p>
            <a:fld id="{1618B97D-45A5-1E45-A1E0-6392C6E84CC6}" type="slidenum">
              <a:rPr lang="en-US" smtClean="0"/>
              <a:pPr/>
              <a:t>25</a:t>
            </a:fld>
            <a:endParaRPr lang="en-US"/>
          </a:p>
        </p:txBody>
      </p:sp>
    </p:spTree>
    <p:extLst>
      <p:ext uri="{BB962C8B-B14F-4D97-AF65-F5344CB8AC3E}">
        <p14:creationId xmlns:p14="http://schemas.microsoft.com/office/powerpoint/2010/main" val="10063006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Describe the challenges of client information updates and discuss how robots have made it easier.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endParaRPr lang="en-US" sz="1200">
              <a:latin typeface="+mn-lt"/>
            </a:endParaRPr>
          </a:p>
          <a:p>
            <a:r>
              <a:rPr lang="en-US" sz="1200">
                <a:latin typeface="+mn-lt"/>
              </a:rPr>
              <a:t>Moving on to the Client Information Update example. It is a fact that any organization that implements a CRM can face all sorts of related issues. One could be the client-base spread across many geographies. There are frequent calls to the back-end databases, and updates are coming from all sources.</a:t>
            </a:r>
          </a:p>
          <a:p>
            <a:r>
              <a:rPr lang="en-US" sz="1200">
                <a:latin typeface="+mn-lt"/>
              </a:rPr>
              <a:t>Automation solutions can process these requests in batches instead of one after the other. This reduces the load on the back-end systems guaranteeing better performance and data quality across the whole application.</a:t>
            </a:r>
          </a:p>
        </p:txBody>
      </p:sp>
      <p:sp>
        <p:nvSpPr>
          <p:cNvPr id="4" name="Slide Number Placeholder 3"/>
          <p:cNvSpPr>
            <a:spLocks noGrp="1"/>
          </p:cNvSpPr>
          <p:nvPr>
            <p:ph type="sldNum" sz="quarter" idx="5"/>
          </p:nvPr>
        </p:nvSpPr>
        <p:spPr/>
        <p:txBody>
          <a:bodyPr/>
          <a:lstStyle/>
          <a:p>
            <a:fld id="{1618B97D-45A5-1E45-A1E0-6392C6E84CC6}" type="slidenum">
              <a:rPr lang="en-US" smtClean="0"/>
              <a:pPr/>
              <a:t>26</a:t>
            </a:fld>
            <a:endParaRPr lang="en-US"/>
          </a:p>
        </p:txBody>
      </p:sp>
    </p:spTree>
    <p:extLst>
      <p:ext uri="{BB962C8B-B14F-4D97-AF65-F5344CB8AC3E}">
        <p14:creationId xmlns:p14="http://schemas.microsoft.com/office/powerpoint/2010/main" val="2724877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Describe the challenges of the contract renewal process and discuss how robots have made it easier.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endParaRPr lang="en-US" sz="1200">
              <a:latin typeface="+mn-lt"/>
            </a:endParaRPr>
          </a:p>
          <a:p>
            <a:r>
              <a:rPr lang="en-US" sz="1200">
                <a:latin typeface="+mn-lt"/>
              </a:rPr>
              <a:t>Contract renewal process is in general a complex process, irrespective of the industry. Not necessarily due to expectations and complications, but because of the number of operations and the synchronization between different departments and systems. Robots can handle the entire process. Starting with standardized communication with the client, processing the changes, drafting the documents, and updating the internal systems accordingly.</a:t>
            </a:r>
          </a:p>
        </p:txBody>
      </p:sp>
      <p:sp>
        <p:nvSpPr>
          <p:cNvPr id="4" name="Slide Number Placeholder 3"/>
          <p:cNvSpPr>
            <a:spLocks noGrp="1"/>
          </p:cNvSpPr>
          <p:nvPr>
            <p:ph type="sldNum" sz="quarter" idx="5"/>
          </p:nvPr>
        </p:nvSpPr>
        <p:spPr/>
        <p:txBody>
          <a:bodyPr/>
          <a:lstStyle/>
          <a:p>
            <a:fld id="{1618B97D-45A5-1E45-A1E0-6392C6E84CC6}" type="slidenum">
              <a:rPr lang="en-US" smtClean="0"/>
              <a:pPr/>
              <a:t>27</a:t>
            </a:fld>
            <a:endParaRPr lang="en-US"/>
          </a:p>
        </p:txBody>
      </p:sp>
    </p:spTree>
    <p:extLst>
      <p:ext uri="{BB962C8B-B14F-4D97-AF65-F5344CB8AC3E}">
        <p14:creationId xmlns:p14="http://schemas.microsoft.com/office/powerpoint/2010/main" val="11004388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Describe the challenges of the financial statement reconciliation process and discuss how robots have made it easier.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endParaRPr lang="en-US" sz="1200">
              <a:latin typeface="+mn-lt"/>
            </a:endParaRPr>
          </a:p>
          <a:p>
            <a:r>
              <a:rPr lang="en-US" sz="1200">
                <a:latin typeface="+mn-lt"/>
              </a:rPr>
              <a:t>The Financial Statement Reconciliation is a complex process as well. Accounting teams and finance departments spend a lot of time matching orders, payments, losses, margins, and so on, with accounts and financial statements. It’s a common process that an organization needs to manage to ensure clean records and reliable financial documents. This process is easily handled by automation software robots. Once set up, they can carry out all the tasks involved, from the beginning to the end. When needed, they can ask for human validation.</a:t>
            </a:r>
          </a:p>
        </p:txBody>
      </p:sp>
      <p:sp>
        <p:nvSpPr>
          <p:cNvPr id="4" name="Slide Number Placeholder 3"/>
          <p:cNvSpPr>
            <a:spLocks noGrp="1"/>
          </p:cNvSpPr>
          <p:nvPr>
            <p:ph type="sldNum" sz="quarter" idx="5"/>
          </p:nvPr>
        </p:nvSpPr>
        <p:spPr/>
        <p:txBody>
          <a:bodyPr/>
          <a:lstStyle/>
          <a:p>
            <a:fld id="{1618B97D-45A5-1E45-A1E0-6392C6E84CC6}" type="slidenum">
              <a:rPr lang="en-US" smtClean="0"/>
              <a:pPr/>
              <a:t>28</a:t>
            </a:fld>
            <a:endParaRPr lang="en-US"/>
          </a:p>
        </p:txBody>
      </p:sp>
    </p:spTree>
    <p:extLst>
      <p:ext uri="{BB962C8B-B14F-4D97-AF65-F5344CB8AC3E}">
        <p14:creationId xmlns:p14="http://schemas.microsoft.com/office/powerpoint/2010/main" val="34501111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Describe the challenges of compliance reporting and discuss how robots have made it easier.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endParaRPr lang="en-US" sz="1200">
              <a:latin typeface="+mn-lt"/>
            </a:endParaRPr>
          </a:p>
          <a:p>
            <a:r>
              <a:rPr lang="en-US" sz="1200">
                <a:latin typeface="+mn-lt"/>
              </a:rPr>
              <a:t>As organizations grow, it becomes increasingly difficult to closely monitor the compliance requirements that each department must follow reporting to the authorities, following internal procedures, audit requirements, and so on. Robots can cover all the Compliance Reporting needs, with a low – often zero! – error rate, much more coverage, and low human intervention.</a:t>
            </a:r>
          </a:p>
        </p:txBody>
      </p:sp>
      <p:sp>
        <p:nvSpPr>
          <p:cNvPr id="4" name="Slide Number Placeholder 3"/>
          <p:cNvSpPr>
            <a:spLocks noGrp="1"/>
          </p:cNvSpPr>
          <p:nvPr>
            <p:ph type="sldNum" sz="quarter" idx="5"/>
          </p:nvPr>
        </p:nvSpPr>
        <p:spPr/>
        <p:txBody>
          <a:bodyPr/>
          <a:lstStyle/>
          <a:p>
            <a:fld id="{1618B97D-45A5-1E45-A1E0-6392C6E84CC6}" type="slidenum">
              <a:rPr lang="en-US" smtClean="0"/>
              <a:pPr/>
              <a:t>29</a:t>
            </a:fld>
            <a:endParaRPr lang="en-US"/>
          </a:p>
        </p:txBody>
      </p:sp>
    </p:spTree>
    <p:extLst>
      <p:ext uri="{BB962C8B-B14F-4D97-AF65-F5344CB8AC3E}">
        <p14:creationId xmlns:p14="http://schemas.microsoft.com/office/powerpoint/2010/main" val="19338286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Describe the challenges of customer complaint processing and discuss how robots have made it easier.</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endParaRPr lang="en-US" sz="1200">
              <a:latin typeface="+mn-lt"/>
            </a:endParaRPr>
          </a:p>
          <a:p>
            <a:r>
              <a:rPr lang="en-US" sz="1200">
                <a:latin typeface="+mn-lt"/>
              </a:rPr>
              <a:t>No matter the industry, customer complaints are always on the radar. Their numbers and substance are an important indicator of business health and a good predictor of the future of the company. Automation can quickly categorize customer complaints based on keywords and other criteria and suggest practical solutions to the customers right away. By doing so, customer complaints can be answered 24/7 instead of just eight hours a day, five days a week.</a:t>
            </a:r>
          </a:p>
          <a:p>
            <a:r>
              <a:rPr lang="en-US" sz="1200">
                <a:latin typeface="+mn-lt"/>
              </a:rPr>
              <a:t>All these examples reflect the benefits and positive impact automation can have on a business and its employees, besides saving valuable time.</a:t>
            </a:r>
          </a:p>
        </p:txBody>
      </p:sp>
      <p:sp>
        <p:nvSpPr>
          <p:cNvPr id="4" name="Slide Number Placeholder 3"/>
          <p:cNvSpPr>
            <a:spLocks noGrp="1"/>
          </p:cNvSpPr>
          <p:nvPr>
            <p:ph type="sldNum" sz="quarter" idx="5"/>
          </p:nvPr>
        </p:nvSpPr>
        <p:spPr/>
        <p:txBody>
          <a:bodyPr/>
          <a:lstStyle/>
          <a:p>
            <a:fld id="{1618B97D-45A5-1E45-A1E0-6392C6E84CC6}" type="slidenum">
              <a:rPr lang="en-US" smtClean="0"/>
              <a:pPr/>
              <a:t>30</a:t>
            </a:fld>
            <a:endParaRPr lang="en-US"/>
          </a:p>
        </p:txBody>
      </p:sp>
    </p:spTree>
    <p:extLst>
      <p:ext uri="{BB962C8B-B14F-4D97-AF65-F5344CB8AC3E}">
        <p14:creationId xmlns:p14="http://schemas.microsoft.com/office/powerpoint/2010/main" val="7169304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Summarize the points. </a:t>
            </a:r>
          </a:p>
          <a:p>
            <a:endParaRPr lang="en-US"/>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Recalling the key points!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Automation transforms work by using robots to tackle repetitive tasks, allowing us to concentrate on high-value activities.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With UiPath, you can deploy robots that automate daily tasks, organizational processes, and app testing.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Enhance automation by integrating AI capabilities like language models and image processing.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Leverage UiPath's process mining tools to extract insights from data, enabling better informed decision-making.</a:t>
            </a:r>
          </a:p>
        </p:txBody>
      </p:sp>
      <p:sp>
        <p:nvSpPr>
          <p:cNvPr id="4" name="Slide Number Placeholder 3"/>
          <p:cNvSpPr>
            <a:spLocks noGrp="1"/>
          </p:cNvSpPr>
          <p:nvPr>
            <p:ph type="sldNum" sz="quarter" idx="5"/>
          </p:nvPr>
        </p:nvSpPr>
        <p:spPr/>
        <p:txBody>
          <a:bodyPr/>
          <a:lstStyle/>
          <a:p>
            <a:fld id="{1618B97D-45A5-1E45-A1E0-6392C6E84CC6}" type="slidenum">
              <a:rPr lang="en-US" smtClean="0"/>
              <a:pPr/>
              <a:t>31</a:t>
            </a:fld>
            <a:endParaRPr lang="en-US"/>
          </a:p>
        </p:txBody>
      </p:sp>
    </p:spTree>
    <p:extLst>
      <p:ext uri="{BB962C8B-B14F-4D97-AF65-F5344CB8AC3E}">
        <p14:creationId xmlns:p14="http://schemas.microsoft.com/office/powerpoint/2010/main" val="17519397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b="0"/>
              <a:t>:</a:t>
            </a:r>
          </a:p>
          <a:p>
            <a:pPr marL="171450" indent="-171450">
              <a:buFont typeface="Arial" panose="020B0604020202020204" pitchFamily="34" charset="0"/>
              <a:buChar char="•"/>
            </a:pPr>
            <a:r>
              <a:rPr lang="en-US" b="0"/>
              <a:t>Ask the question and encourage participation.</a:t>
            </a:r>
          </a:p>
          <a:p>
            <a:pPr marL="171450" indent="-171450">
              <a:buFont typeface="Arial" panose="020B0604020202020204" pitchFamily="34" charset="0"/>
              <a:buChar char="•"/>
            </a:pPr>
            <a:r>
              <a:rPr lang="en-US" b="0"/>
              <a:t>After the participants get a chance to give their answers, click the slide to reveal the answer.</a:t>
            </a:r>
          </a:p>
        </p:txBody>
      </p:sp>
      <p:sp>
        <p:nvSpPr>
          <p:cNvPr id="4" name="Slide Number Placeholder 3"/>
          <p:cNvSpPr>
            <a:spLocks noGrp="1"/>
          </p:cNvSpPr>
          <p:nvPr>
            <p:ph type="sldNum" sz="quarter" idx="5"/>
          </p:nvPr>
        </p:nvSpPr>
        <p:spPr/>
        <p:txBody>
          <a:bodyPr/>
          <a:lstStyle/>
          <a:p>
            <a:fld id="{1618B97D-45A5-1E45-A1E0-6392C6E84CC6}" type="slidenum">
              <a:rPr lang="en-US" smtClean="0"/>
              <a:pPr/>
              <a:t>32</a:t>
            </a:fld>
            <a:endParaRPr lang="en-US"/>
          </a:p>
        </p:txBody>
      </p:sp>
    </p:spTree>
    <p:extLst>
      <p:ext uri="{BB962C8B-B14F-4D97-AF65-F5344CB8AC3E}">
        <p14:creationId xmlns:p14="http://schemas.microsoft.com/office/powerpoint/2010/main" val="21107388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tasks are ideal for automation due to their repetitive, rule-based, or time-consuming nature. Automation can efficiently handle data entry, reducing errors and allowing employees to focus on higher-value tasks; streamline report generation by gathering, processing, and presenting data consistently; and manage routine system backups, ensuring data security and redundancy without human intervention.</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33</a:t>
            </a:fld>
            <a:endParaRPr lang="en-US"/>
          </a:p>
        </p:txBody>
      </p:sp>
    </p:spTree>
    <p:extLst>
      <p:ext uri="{BB962C8B-B14F-4D97-AF65-F5344CB8AC3E}">
        <p14:creationId xmlns:p14="http://schemas.microsoft.com/office/powerpoint/2010/main" val="8640591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Provide a gist of what will be covered in the next lesson before opening the classroom for discussions.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34</a:t>
            </a:fld>
            <a:endParaRPr lang="en-US"/>
          </a:p>
        </p:txBody>
      </p:sp>
    </p:spTree>
    <p:extLst>
      <p:ext uri="{BB962C8B-B14F-4D97-AF65-F5344CB8AC3E}">
        <p14:creationId xmlns:p14="http://schemas.microsoft.com/office/powerpoint/2010/main" val="33489148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 </a:t>
            </a:r>
          </a:p>
          <a:p>
            <a:r>
              <a:rPr lang="en-US"/>
              <a:t>Open up the classroom for discussions on what was covered so far. You can also check with the class if they have any questions on what was discussed so far. Use the time to share any relevant work experiences regarding the topic.</a:t>
            </a:r>
          </a:p>
        </p:txBody>
      </p:sp>
      <p:sp>
        <p:nvSpPr>
          <p:cNvPr id="4" name="Slide Number Placeholder 3"/>
          <p:cNvSpPr>
            <a:spLocks noGrp="1"/>
          </p:cNvSpPr>
          <p:nvPr>
            <p:ph type="sldNum" sz="quarter" idx="5"/>
          </p:nvPr>
        </p:nvSpPr>
        <p:spPr/>
        <p:txBody>
          <a:bodyPr/>
          <a:lstStyle/>
          <a:p>
            <a:fld id="{1618B97D-45A5-1E45-A1E0-6392C6E84CC6}" type="slidenum">
              <a:rPr lang="en-US" smtClean="0"/>
              <a:pPr/>
              <a:t>35</a:t>
            </a:fld>
            <a:endParaRPr lang="en-US"/>
          </a:p>
        </p:txBody>
      </p:sp>
    </p:spTree>
    <p:extLst>
      <p:ext uri="{BB962C8B-B14F-4D97-AF65-F5344CB8AC3E}">
        <p14:creationId xmlns:p14="http://schemas.microsoft.com/office/powerpoint/2010/main" val="14044153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36</a:t>
            </a:fld>
            <a:endParaRPr lang="en-US"/>
          </a:p>
        </p:txBody>
      </p:sp>
    </p:spTree>
    <p:extLst>
      <p:ext uri="{BB962C8B-B14F-4D97-AF65-F5344CB8AC3E}">
        <p14:creationId xmlns:p14="http://schemas.microsoft.com/office/powerpoint/2010/main" val="19005842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r>
              <a:rPr lang="en-US" sz="1200">
                <a:latin typeface="+mn-lt"/>
              </a:rPr>
              <a:t>Briefly explain the learning objectives of this lesson.</a:t>
            </a:r>
          </a:p>
          <a:p>
            <a:endParaRPr lang="en-US" sz="1200">
              <a:latin typeface="+mn-lt"/>
            </a:endParaRPr>
          </a:p>
          <a:p>
            <a:r>
              <a:rPr lang="en-US" sz="1200" b="1">
                <a:latin typeface="+mn-lt"/>
              </a:rPr>
              <a:t>Detailed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cs typeface="Arial"/>
              </a:rPr>
              <a:t>At the end of this lesson, you should be able to:</a:t>
            </a:r>
            <a:endParaRPr lang="en-IN" sz="1200">
              <a:latin typeface="+mn-lt"/>
              <a:cs typeface="Arial"/>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Configure a template project in UiPath Studio Web.</a:t>
            </a:r>
            <a:endParaRPr lang="en-IN" sz="1200">
              <a:latin typeface="+mn-lt"/>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37</a:t>
            </a:fld>
            <a:endParaRPr lang="en-US"/>
          </a:p>
        </p:txBody>
      </p:sp>
    </p:spTree>
    <p:extLst>
      <p:ext uri="{BB962C8B-B14F-4D97-AF65-F5344CB8AC3E}">
        <p14:creationId xmlns:p14="http://schemas.microsoft.com/office/powerpoint/2010/main" val="29502262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introduction of the use case to the participants. Also, explain the steps to perform it. Assure them of your guidance if they need it.</a:t>
            </a: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sz="1200">
                <a:latin typeface="+mn-lt"/>
              </a:rPr>
              <a:t>Use-case context: As a Sales Analyst, Taylor is responsible for tracking and analyzing Sales Opportunities to improve sales strategies and forecast future trends. Taylor has to manually extract data from a table called "Sales Opportunities" every day. Then they have to insert this data into a spreadsheet and email it to the management team. This process is tedious, time-consuming, and prone to human errors.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38</a:t>
            </a:fld>
            <a:endParaRPr lang="en-US"/>
          </a:p>
        </p:txBody>
      </p:sp>
    </p:spTree>
    <p:extLst>
      <p:ext uri="{BB962C8B-B14F-4D97-AF65-F5344CB8AC3E}">
        <p14:creationId xmlns:p14="http://schemas.microsoft.com/office/powerpoint/2010/main" val="4854358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Explain the steps to create a UiPath account. Guide the learners through the steps involved in developing and implementing the automation for the use case using Studio Web. Let the participants know that they can also refer to the </a:t>
            </a:r>
            <a:r>
              <a:rPr lang="en-US" b="1"/>
              <a:t>Configure your first </a:t>
            </a:r>
            <a:r>
              <a:rPr lang="en-US" b="1" err="1"/>
              <a:t>automation_Step</a:t>
            </a:r>
            <a:r>
              <a:rPr lang="en-US" b="1"/>
              <a:t>-by-Step Instructions</a:t>
            </a:r>
            <a:r>
              <a:rPr lang="en-US"/>
              <a:t> PDF file from their Downloads for complete step-by-step instructions on how to perform the automation.</a:t>
            </a:r>
            <a:r>
              <a:rPr lang="en-US" sz="1200">
                <a:latin typeface="+mn-lt"/>
              </a:rPr>
              <a:t> Also, have the participants refer to the Student Guide for more information about the activity.</a:t>
            </a:r>
            <a:endParaRPr lang="en-US"/>
          </a:p>
        </p:txBody>
      </p:sp>
      <p:sp>
        <p:nvSpPr>
          <p:cNvPr id="4" name="Slide Number Placeholder 3"/>
          <p:cNvSpPr>
            <a:spLocks noGrp="1"/>
          </p:cNvSpPr>
          <p:nvPr>
            <p:ph type="sldNum" sz="quarter" idx="5"/>
          </p:nvPr>
        </p:nvSpPr>
        <p:spPr/>
        <p:txBody>
          <a:bodyPr/>
          <a:lstStyle/>
          <a:p>
            <a:fld id="{1618B97D-45A5-1E45-A1E0-6392C6E84CC6}" type="slidenum">
              <a:rPr lang="en-US" smtClean="0"/>
              <a:pPr/>
              <a:t>39</a:t>
            </a:fld>
            <a:endParaRPr lang="en-US"/>
          </a:p>
        </p:txBody>
      </p:sp>
    </p:spTree>
    <p:extLst>
      <p:ext uri="{BB962C8B-B14F-4D97-AF65-F5344CB8AC3E}">
        <p14:creationId xmlns:p14="http://schemas.microsoft.com/office/powerpoint/2010/main" val="28246431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Provide a gist of what will be covered in the next lesson before opening the classroom for discussions.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40</a:t>
            </a:fld>
            <a:endParaRPr lang="en-US"/>
          </a:p>
        </p:txBody>
      </p:sp>
    </p:spTree>
    <p:extLst>
      <p:ext uri="{BB962C8B-B14F-4D97-AF65-F5344CB8AC3E}">
        <p14:creationId xmlns:p14="http://schemas.microsoft.com/office/powerpoint/2010/main" val="11564389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 </a:t>
            </a:r>
          </a:p>
          <a:p>
            <a:r>
              <a:rPr lang="en-US"/>
              <a:t>Open up the classroom for discussions on what was covered so far. You can also check with the class if they have any questions on what was discussed so far. Use the time to share any relevant work experiences regarding the topic.</a:t>
            </a:r>
          </a:p>
        </p:txBody>
      </p:sp>
      <p:sp>
        <p:nvSpPr>
          <p:cNvPr id="4" name="Slide Number Placeholder 3"/>
          <p:cNvSpPr>
            <a:spLocks noGrp="1"/>
          </p:cNvSpPr>
          <p:nvPr>
            <p:ph type="sldNum" sz="quarter" idx="5"/>
          </p:nvPr>
        </p:nvSpPr>
        <p:spPr/>
        <p:txBody>
          <a:bodyPr/>
          <a:lstStyle/>
          <a:p>
            <a:fld id="{1618B97D-45A5-1E45-A1E0-6392C6E84CC6}" type="slidenum">
              <a:rPr lang="en-US" smtClean="0"/>
              <a:pPr/>
              <a:t>41</a:t>
            </a:fld>
            <a:endParaRPr lang="en-US"/>
          </a:p>
        </p:txBody>
      </p:sp>
    </p:spTree>
    <p:extLst>
      <p:ext uri="{BB962C8B-B14F-4D97-AF65-F5344CB8AC3E}">
        <p14:creationId xmlns:p14="http://schemas.microsoft.com/office/powerpoint/2010/main" val="14263770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42</a:t>
            </a:fld>
            <a:endParaRPr lang="en-US"/>
          </a:p>
        </p:txBody>
      </p:sp>
    </p:spTree>
    <p:extLst>
      <p:ext uri="{BB962C8B-B14F-4D97-AF65-F5344CB8AC3E}">
        <p14:creationId xmlns:p14="http://schemas.microsoft.com/office/powerpoint/2010/main" val="949591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r>
              <a:rPr lang="en-US" sz="1200">
                <a:latin typeface="+mn-lt"/>
              </a:rPr>
              <a:t>Briefly explain the learning objectives of this lesson.</a:t>
            </a:r>
          </a:p>
          <a:p>
            <a:endParaRPr lang="en-US" sz="1200">
              <a:latin typeface="+mn-lt"/>
            </a:endParaRPr>
          </a:p>
          <a:p>
            <a:r>
              <a:rPr lang="en-US" sz="1200" b="1">
                <a:latin typeface="+mn-lt"/>
              </a:rPr>
              <a:t>Detailed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cs typeface="Arial"/>
              </a:rPr>
              <a:t>At the end of this lesson, you should be able to:</a:t>
            </a:r>
            <a:endParaRPr lang="en-IN" sz="1200">
              <a:latin typeface="+mn-lt"/>
              <a:cs typeface="Arial"/>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Differentiate between multiple scenarios in which a robot and a human can work together.</a:t>
            </a:r>
            <a:endParaRPr lang="en-IN" sz="1200">
              <a:latin typeface="+mn-lt"/>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43</a:t>
            </a:fld>
            <a:endParaRPr lang="en-US"/>
          </a:p>
        </p:txBody>
      </p:sp>
    </p:spTree>
    <p:extLst>
      <p:ext uri="{BB962C8B-B14F-4D97-AF65-F5344CB8AC3E}">
        <p14:creationId xmlns:p14="http://schemas.microsoft.com/office/powerpoint/2010/main" val="26401127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introduction of the lesson to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sz="1200">
                <a:latin typeface="+mn-lt"/>
              </a:rPr>
              <a:t>We'd all like to have a helping hand to handle our most tedious tasks, don't we? In this lesson, we'd like to introduce you to that special someone, well, more like a bunch of them. Discover our automation robots and how they can work for you and with you!</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44</a:t>
            </a:fld>
            <a:endParaRPr lang="en-US"/>
          </a:p>
        </p:txBody>
      </p:sp>
    </p:spTree>
    <p:extLst>
      <p:ext uri="{BB962C8B-B14F-4D97-AF65-F5344CB8AC3E}">
        <p14:creationId xmlns:p14="http://schemas.microsoft.com/office/powerpoint/2010/main" val="22948154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Give a brief introduction about robots to the participants. Also, provide a gist of what unattended and attended robots are.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A robot is a robot, right? In some ways, that’s true. In our context, software robots execute automations that people build. An automation is basically a series of steps that tell the robots what to do. </a:t>
            </a:r>
            <a:endParaRPr lang="en-US">
              <a:ea typeface="Calibri"/>
              <a:cs typeface="Calibri"/>
            </a:endParaRPr>
          </a:p>
          <a:p>
            <a:endParaRPr lang="en-US"/>
          </a:p>
          <a:p>
            <a:r>
              <a:rPr lang="en-US"/>
              <a:t>In UiPath, software robots come in more than one flavor. Upcoming unattended and attended robots. Let’s explore them in detail.</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45</a:t>
            </a:fld>
            <a:endParaRPr lang="en-US"/>
          </a:p>
        </p:txBody>
      </p:sp>
    </p:spTree>
    <p:extLst>
      <p:ext uri="{BB962C8B-B14F-4D97-AF65-F5344CB8AC3E}">
        <p14:creationId xmlns:p14="http://schemas.microsoft.com/office/powerpoint/2010/main" val="41566675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Briefly explain the concept of unattended robots to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Unattended robots are those that don't need anyone to operate them. Here's a rundown of what unattended robots are all about.</a:t>
            </a:r>
          </a:p>
          <a:p>
            <a:endParaRPr lang="en-US"/>
          </a:p>
          <a:p>
            <a:r>
              <a:rPr lang="en-US"/>
              <a:t>This type of robot operates with minimal human intervention, executing fully automated processes that involve high-volume transactions. It's typically used in task-intensive back-end environments. Unattended robots are deployed on dedicated workstations, servers, mainframes, or web services. Unattended robots are triggered via an automation management tool (UiPath Orchestrator). They are based on a set schedule, by any activity or event, or by another robot.</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46</a:t>
            </a:fld>
            <a:endParaRPr lang="en-US"/>
          </a:p>
        </p:txBody>
      </p:sp>
    </p:spTree>
    <p:extLst>
      <p:ext uri="{BB962C8B-B14F-4D97-AF65-F5344CB8AC3E}">
        <p14:creationId xmlns:p14="http://schemas.microsoft.com/office/powerpoint/2010/main" val="39508711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Briefly explain the attended robots to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Then there are those robots that need a little help from us humans to work properly. Here’s a rundown of what attended robots are.</a:t>
            </a:r>
          </a:p>
          <a:p>
            <a:endParaRPr lang="en-US"/>
          </a:p>
          <a:p>
            <a:r>
              <a:rPr lang="en-US"/>
              <a:t>This type of robot operates on your computer, becoming your trusted ally, and enhancing both quality and productivity. It takes charge of repetitive tasks, enabling you to accelerate processes promptly. Attended robots are deployed on your PC, laptop, or departmental server. Attended robots can be triggered by the user or by certain events on the user's machine.</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47</a:t>
            </a:fld>
            <a:endParaRPr lang="en-US"/>
          </a:p>
        </p:txBody>
      </p:sp>
    </p:spTree>
    <p:extLst>
      <p:ext uri="{BB962C8B-B14F-4D97-AF65-F5344CB8AC3E}">
        <p14:creationId xmlns:p14="http://schemas.microsoft.com/office/powerpoint/2010/main" val="14451373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pPr marL="171450" indent="-171450">
              <a:buFont typeface="Arial" panose="020B0604020202020204" pitchFamily="34" charset="0"/>
              <a:buChar char="•"/>
            </a:pPr>
            <a:r>
              <a:rPr lang="en-US"/>
              <a:t>Ask the poll question and encourage participation.</a:t>
            </a:r>
          </a:p>
          <a:p>
            <a:pPr marL="171450" indent="-171450">
              <a:buFont typeface="Arial" panose="020B0604020202020204" pitchFamily="34" charset="0"/>
              <a:buChar char="•"/>
            </a:pPr>
            <a:r>
              <a:rPr lang="en-US"/>
              <a:t>Read each option and ask the participants to raise their hands if they are with the said option. </a:t>
            </a:r>
          </a:p>
          <a:p>
            <a:pPr marL="171450" indent="-171450">
              <a:buFont typeface="Arial" panose="020B0604020202020204" pitchFamily="34" charset="0"/>
              <a:buChar char="•"/>
            </a:pPr>
            <a:r>
              <a:rPr lang="en-US"/>
              <a:t>Ask randomly as to why they feel that they are with the said option.</a:t>
            </a:r>
          </a:p>
          <a:p>
            <a:pPr marL="171450" indent="-171450">
              <a:buFont typeface="Arial" panose="020B0604020202020204" pitchFamily="34" charset="0"/>
              <a:buChar char="•"/>
            </a:pPr>
            <a:r>
              <a:rPr lang="en-US"/>
              <a:t>After the participants get a chance to give their answers, briefly go over the benefits of attended and unattended automation.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Encourage them to ask questions at the end of the session.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The best answer is the attended automation. Also, explain how attended robots can take up the steps in this process.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Provide additional examples when explaining attended and unattended automation in the upcoming slides.</a:t>
            </a:r>
          </a:p>
        </p:txBody>
      </p:sp>
      <p:sp>
        <p:nvSpPr>
          <p:cNvPr id="4" name="Slide Number Placeholder 3"/>
          <p:cNvSpPr>
            <a:spLocks noGrp="1"/>
          </p:cNvSpPr>
          <p:nvPr>
            <p:ph type="sldNum" sz="quarter" idx="5"/>
          </p:nvPr>
        </p:nvSpPr>
        <p:spPr/>
        <p:txBody>
          <a:bodyPr/>
          <a:lstStyle/>
          <a:p>
            <a:fld id="{1618B97D-45A5-1E45-A1E0-6392C6E84CC6}" type="slidenum">
              <a:rPr lang="en-US" smtClean="0"/>
              <a:pPr/>
              <a:t>48</a:t>
            </a:fld>
            <a:endParaRPr lang="en-US"/>
          </a:p>
        </p:txBody>
      </p:sp>
    </p:spTree>
    <p:extLst>
      <p:ext uri="{BB962C8B-B14F-4D97-AF65-F5344CB8AC3E}">
        <p14:creationId xmlns:p14="http://schemas.microsoft.com/office/powerpoint/2010/main" val="36637751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atin typeface="+mn-lt"/>
              </a:rPr>
              <a:t>Explain what automation models are and list the different automation models. Also, briefly explain each model and emphasize its benefits to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latin typeface="+mn-lt"/>
              </a:rPr>
              <a:t>Business procedures can differ greatly depending on the industry. Some are straightforward, going from A to B, while others involve multiple interactions between people and systems to move forward. In some cases, a process might need to repeat certain steps to achieve the intended result. Basically, these business processes take time, focus, and energy, as their characteristics and intricacies change from one industry to another.</a:t>
            </a:r>
          </a:p>
          <a:p>
            <a:endParaRPr lang="en-IN">
              <a:latin typeface="+mn-lt"/>
            </a:endParaRPr>
          </a:p>
          <a:p>
            <a:r>
              <a:rPr lang="en-US">
                <a:latin typeface="+mn-lt"/>
              </a:rPr>
              <a:t>There are six models tailored to meet a broad spectrum of automation needs, merging the best of user-friendly and business-focused strategies. The models are fully unattended; partially unattended; human in the loop; attended, interval; attended in tandem; and hybrid automation.</a:t>
            </a:r>
          </a:p>
          <a:p>
            <a:endParaRPr lang="en-US">
              <a:latin typeface="+mn-lt"/>
            </a:endParaRPr>
          </a:p>
          <a:p>
            <a:r>
              <a:rPr lang="en-IN" b="1">
                <a:latin typeface="+mn-lt"/>
              </a:rPr>
              <a:t>Model 1: Fully Unattended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atin typeface="+mn-lt"/>
              </a:rPr>
              <a:t>Automation is a game-changer for handling massive amounts of data. Moving and processing data manually across various systems is time-consuming and error-prone. Fully Unattended robots are the perfect solution. They handle data processing without human intervention, ensuring efficiency and accuracy.</a:t>
            </a:r>
            <a:endParaRPr lang="en-IN">
              <a:latin typeface="+mn-lt"/>
            </a:endParaRPr>
          </a:p>
          <a:p>
            <a:endParaRPr lang="en-IN">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IN" sz="1200" b="1" i="0">
                <a:solidFill>
                  <a:schemeClr val="bg1"/>
                </a:solidFill>
                <a:latin typeface="+mn-lt"/>
                <a:cs typeface="Arial"/>
              </a:rPr>
              <a:t>Model 2: Partially Unattended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atin typeface="+mn-lt"/>
              </a:rPr>
              <a:t>Tired of tedious and repetitive business processes? This automation model offers a solution! Start with human involvement and then hand off the rest to a Partially Unattended robot. This frees you to focus on high-value activities while ensuring the process is completed successfully with thorough documentation and notifications.</a:t>
            </a:r>
            <a:endParaRPr lang="en-IN">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200" b="0" i="0">
              <a:solidFill>
                <a:schemeClr val="bg1"/>
              </a:solidFill>
              <a:latin typeface="+mn-lt"/>
              <a:cs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IN" sz="1200" b="1" i="0">
                <a:solidFill>
                  <a:schemeClr val="bg1"/>
                </a:solidFill>
                <a:latin typeface="+mn-lt"/>
                <a:cs typeface="Arial"/>
              </a:rPr>
              <a:t>Model 3: Human in the loop</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atin typeface="+mn-lt"/>
              </a:rPr>
              <a:t>Next in the row is the human in the loop automation model. Certain process types requiring intermittent human intervention and complex decision-making can be challenging to automate with traditional tools. However, with this automation model, business rules are embedded into the process, allowing the robot to perform tasks and prompt for input only when necessary, simplifying your role.</a:t>
            </a:r>
            <a:endParaRPr lang="en-IN">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200" b="0" i="0">
              <a:solidFill>
                <a:schemeClr val="bg1"/>
              </a:solidFill>
              <a:latin typeface="+mn-lt"/>
              <a:cs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IN" sz="1200" b="1" i="0">
                <a:solidFill>
                  <a:schemeClr val="bg1"/>
                </a:solidFill>
                <a:latin typeface="+mn-lt"/>
                <a:cs typeface="Arial"/>
              </a:rPr>
              <a:t>Model 4: Attended, interval</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atin typeface="+mn-lt"/>
              </a:rPr>
              <a:t>In the attended, interval automation model, the attended robot can launch on-demand, run processes from the robot tray, and mimic your actions precisely. The only drawback is that sometimes your machine is occupied during the robot's task. However, you can use the free time for offline tasks.</a:t>
            </a:r>
            <a:endParaRPr lang="en-IN">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200" b="0" i="0">
              <a:solidFill>
                <a:schemeClr val="bg1"/>
              </a:solidFill>
              <a:latin typeface="+mn-lt"/>
              <a:cs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IN" sz="1200" b="1" i="0">
                <a:solidFill>
                  <a:schemeClr val="bg1"/>
                </a:solidFill>
                <a:latin typeface="+mn-lt"/>
                <a:cs typeface="Arial"/>
              </a:rPr>
              <a:t>Model 5: Attended in tandem</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atin typeface="+mn-lt"/>
              </a:rPr>
              <a:t>Then you have the attended in tandem automation model. In certain situations, it may not be practical or efficient for a robot to take control of your machine. Instead, consider the Attended in Tandem automation model. This approach allows the robot to work alongside you, providing valuable information while you focus on your primary tasks.</a:t>
            </a:r>
            <a:endParaRPr lang="en-IN">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200" b="0" i="0">
              <a:solidFill>
                <a:schemeClr val="bg1"/>
              </a:solidFill>
              <a:latin typeface="+mn-lt"/>
              <a:cs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IN" sz="1200" b="1" i="0">
                <a:solidFill>
                  <a:schemeClr val="bg1"/>
                </a:solidFill>
                <a:latin typeface="+mn-lt"/>
                <a:cs typeface="Arial"/>
              </a:rPr>
              <a:t>Model 6: Hybrid automation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latin typeface="+mn-lt"/>
              </a:rPr>
              <a:t>Last in the row is the hybrid automation model. Hybrid automation merges attended and unattended robots within a unified platform. Attended robots assist with customer-facing tasks, while unattended robots handle heavy back-end processing. It automates end-to-end business processes, providing flexibility and scalability.</a:t>
            </a:r>
            <a:endParaRPr lang="en-IN">
              <a:latin typeface="+mn-lt"/>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49</a:t>
            </a:fld>
            <a:endParaRPr lang="en-US"/>
          </a:p>
        </p:txBody>
      </p:sp>
    </p:spTree>
    <p:extLst>
      <p:ext uri="{BB962C8B-B14F-4D97-AF65-F5344CB8AC3E}">
        <p14:creationId xmlns:p14="http://schemas.microsoft.com/office/powerpoint/2010/main" val="30196443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explanation to the participants on how the fully unattended model operates.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The first is the fully unattended model. In this automation model, the unattended robot launches automatically based on triggers or schedules. These robots are centrally managed by a workflow orchestrator for 24x7 operation. It executes the same process consistently and alerts you only when exceptions occur. Also, you play a role in orchestrating the process initially and contributing as needed.</a:t>
            </a:r>
          </a:p>
        </p:txBody>
      </p:sp>
      <p:sp>
        <p:nvSpPr>
          <p:cNvPr id="4" name="Slide Number Placeholder 3"/>
          <p:cNvSpPr>
            <a:spLocks noGrp="1"/>
          </p:cNvSpPr>
          <p:nvPr>
            <p:ph type="sldNum" sz="quarter" idx="5"/>
          </p:nvPr>
        </p:nvSpPr>
        <p:spPr/>
        <p:txBody>
          <a:bodyPr/>
          <a:lstStyle/>
          <a:p>
            <a:fld id="{1618B97D-45A5-1E45-A1E0-6392C6E84CC6}" type="slidenum">
              <a:rPr lang="en-US" smtClean="0"/>
              <a:pPr/>
              <a:t>50</a:t>
            </a:fld>
            <a:endParaRPr lang="en-US"/>
          </a:p>
        </p:txBody>
      </p:sp>
    </p:spTree>
    <p:extLst>
      <p:ext uri="{BB962C8B-B14F-4D97-AF65-F5344CB8AC3E}">
        <p14:creationId xmlns:p14="http://schemas.microsoft.com/office/powerpoint/2010/main" val="20311362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Present a real-life scenario to the participants. This is just a sample, and you may use any such examples depending on your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Let's consider a real-life scenario. A global financial services company needs to collate sales figures from multiple systems, including ERP, CRM, and sales databases, every month. It's a labor-intensive task. Enter Fully Unattended automation! The unattended robot completes the entire process, improving accuracy and timeliness in generating the final report for senior management.</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51</a:t>
            </a:fld>
            <a:endParaRPr lang="en-US"/>
          </a:p>
        </p:txBody>
      </p:sp>
    </p:spTree>
    <p:extLst>
      <p:ext uri="{BB962C8B-B14F-4D97-AF65-F5344CB8AC3E}">
        <p14:creationId xmlns:p14="http://schemas.microsoft.com/office/powerpoint/2010/main" val="7859330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explanation to the participants on how the partially unattended model operates.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In this automation model, the partially unattended robot can take over scheduled tasks or upon your instruction; handle preparatory work and process initiation; program complex business rules; provide data validation and assurance; and notify you only in case of exceptions.</a:t>
            </a:r>
          </a:p>
        </p:txBody>
      </p:sp>
      <p:sp>
        <p:nvSpPr>
          <p:cNvPr id="4" name="Slide Number Placeholder 3"/>
          <p:cNvSpPr>
            <a:spLocks noGrp="1"/>
          </p:cNvSpPr>
          <p:nvPr>
            <p:ph type="sldNum" sz="quarter" idx="5"/>
          </p:nvPr>
        </p:nvSpPr>
        <p:spPr/>
        <p:txBody>
          <a:bodyPr/>
          <a:lstStyle/>
          <a:p>
            <a:fld id="{1618B97D-45A5-1E45-A1E0-6392C6E84CC6}" type="slidenum">
              <a:rPr lang="en-US" smtClean="0"/>
              <a:pPr/>
              <a:t>52</a:t>
            </a:fld>
            <a:endParaRPr lang="en-US"/>
          </a:p>
        </p:txBody>
      </p:sp>
    </p:spTree>
    <p:extLst>
      <p:ext uri="{BB962C8B-B14F-4D97-AF65-F5344CB8AC3E}">
        <p14:creationId xmlns:p14="http://schemas.microsoft.com/office/powerpoint/2010/main" val="10582856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Present a real-life scenario to the participants. This is just a sample, and you may use any such examples depending on your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Consider a real-life example, mortgage appraisals. Ordering them manually is time-consuming and prone to mistakes. However, with Partially Unattended automation, lenders initiate the process, and the robot takes over. Appraisal time is significantly reduced, leading to cost savings and fewer mortgage escalations.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53</a:t>
            </a:fld>
            <a:endParaRPr lang="en-US"/>
          </a:p>
        </p:txBody>
      </p:sp>
    </p:spTree>
    <p:extLst>
      <p:ext uri="{BB962C8B-B14F-4D97-AF65-F5344CB8AC3E}">
        <p14:creationId xmlns:p14="http://schemas.microsoft.com/office/powerpoint/2010/main" val="4409604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explanation to the participants on how the human in the loop model operates.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The unattended robots are deployed in this model. These unattended robots can initiate processes based on schedules or triggers; request your input when needed; resume the process after you've completed your task; and repeat this cycle as required within the process.</a:t>
            </a:r>
          </a:p>
        </p:txBody>
      </p:sp>
      <p:sp>
        <p:nvSpPr>
          <p:cNvPr id="4" name="Slide Number Placeholder 3"/>
          <p:cNvSpPr>
            <a:spLocks noGrp="1"/>
          </p:cNvSpPr>
          <p:nvPr>
            <p:ph type="sldNum" sz="quarter" idx="5"/>
          </p:nvPr>
        </p:nvSpPr>
        <p:spPr/>
        <p:txBody>
          <a:bodyPr/>
          <a:lstStyle/>
          <a:p>
            <a:fld id="{1618B97D-45A5-1E45-A1E0-6392C6E84CC6}" type="slidenum">
              <a:rPr lang="en-US" smtClean="0"/>
              <a:pPr/>
              <a:t>54</a:t>
            </a:fld>
            <a:endParaRPr lang="en-US"/>
          </a:p>
        </p:txBody>
      </p:sp>
    </p:spTree>
    <p:extLst>
      <p:ext uri="{BB962C8B-B14F-4D97-AF65-F5344CB8AC3E}">
        <p14:creationId xmlns:p14="http://schemas.microsoft.com/office/powerpoint/2010/main" val="4509729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Present a real-life scenario to the participants. This is just a sample, and you may use any such examples depending on your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Let's take for example an invoice processing use-case. In invoice processing, OCR technology is used to capture information from scanned invoices. However, if the data quality is low, automation alerts you to review and validate the information before entering it into the ERP system. By combining RPA with AI, the system learns from your validations, reducing the need for future intervention.</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55</a:t>
            </a:fld>
            <a:endParaRPr lang="en-US"/>
          </a:p>
        </p:txBody>
      </p:sp>
    </p:spTree>
    <p:extLst>
      <p:ext uri="{BB962C8B-B14F-4D97-AF65-F5344CB8AC3E}">
        <p14:creationId xmlns:p14="http://schemas.microsoft.com/office/powerpoint/2010/main" val="5178461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explanation to the participants on how the attended, interval model operates.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The attended robots are deployed in this model. These attended robots can launch on-demand using mouse clicks or hotkeys; run the process directly from the UiPath Assistant; complete the task in the same way as you would; and complete the task and return the process to you.</a:t>
            </a:r>
          </a:p>
        </p:txBody>
      </p:sp>
      <p:sp>
        <p:nvSpPr>
          <p:cNvPr id="4" name="Slide Number Placeholder 3"/>
          <p:cNvSpPr>
            <a:spLocks noGrp="1"/>
          </p:cNvSpPr>
          <p:nvPr>
            <p:ph type="sldNum" sz="quarter" idx="5"/>
          </p:nvPr>
        </p:nvSpPr>
        <p:spPr/>
        <p:txBody>
          <a:bodyPr/>
          <a:lstStyle/>
          <a:p>
            <a:fld id="{1618B97D-45A5-1E45-A1E0-6392C6E84CC6}" type="slidenum">
              <a:rPr lang="en-US" smtClean="0"/>
              <a:pPr/>
              <a:t>56</a:t>
            </a:fld>
            <a:endParaRPr lang="en-US"/>
          </a:p>
        </p:txBody>
      </p:sp>
    </p:spTree>
    <p:extLst>
      <p:ext uri="{BB962C8B-B14F-4D97-AF65-F5344CB8AC3E}">
        <p14:creationId xmlns:p14="http://schemas.microsoft.com/office/powerpoint/2010/main" val="265510191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Present a real-life scenario to the participants. This is just a sample, and you may use any such examples depending on your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Let's consider a real-life banking scenario. Debit cards at a bank may be declined for 81 reasons. Smooth customer experience relies on efficient call handling by our staff, explaining the reason. Previously, staff faced a cumbersome process of navigating screens, writing down, and calculating data to provide answers. Now, an attended robot swiftly performs these tasks, instantly presenting employees with a clear description of the declined card's reason.</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57</a:t>
            </a:fld>
            <a:endParaRPr lang="en-US"/>
          </a:p>
        </p:txBody>
      </p:sp>
    </p:spTree>
    <p:extLst>
      <p:ext uri="{BB962C8B-B14F-4D97-AF65-F5344CB8AC3E}">
        <p14:creationId xmlns:p14="http://schemas.microsoft.com/office/powerpoint/2010/main" val="33306086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explanation to the participants on how the attended in tandem model operates.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Here again, the attended robots are deployed. These attended robots can trigger and execute processes; monitor your activities and launch processes automatically; run processes directly from the UiPath Assistant (App); and execute processes while you continue working on the machine.</a:t>
            </a:r>
          </a:p>
        </p:txBody>
      </p:sp>
      <p:sp>
        <p:nvSpPr>
          <p:cNvPr id="4" name="Slide Number Placeholder 3"/>
          <p:cNvSpPr>
            <a:spLocks noGrp="1"/>
          </p:cNvSpPr>
          <p:nvPr>
            <p:ph type="sldNum" sz="quarter" idx="5"/>
          </p:nvPr>
        </p:nvSpPr>
        <p:spPr/>
        <p:txBody>
          <a:bodyPr/>
          <a:lstStyle/>
          <a:p>
            <a:fld id="{1618B97D-45A5-1E45-A1E0-6392C6E84CC6}" type="slidenum">
              <a:rPr lang="en-US" smtClean="0"/>
              <a:pPr/>
              <a:t>58</a:t>
            </a:fld>
            <a:endParaRPr lang="en-US"/>
          </a:p>
        </p:txBody>
      </p:sp>
    </p:spTree>
    <p:extLst>
      <p:ext uri="{BB962C8B-B14F-4D97-AF65-F5344CB8AC3E}">
        <p14:creationId xmlns:p14="http://schemas.microsoft.com/office/powerpoint/2010/main" val="339784172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Present a real-life scenario to the participants. This is just a sample, and you may use any such examples depending on your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In a customer service scenario, agents often face the challenge of navigating multiple systems during customer calls. This process can be time-consuming and prone to errors, leading to frustrations for both the agent and the customer. With Attended in Tandem automation, agents can seamlessly handle customer queries while the robot operates in the background. The robot accesses, compiles, and presents the necessary information, enabling agents to address customer needs more efficiently. This boosts productivity, reduces resolution times, and ultimately enhances customer satisfaction.</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59</a:t>
            </a:fld>
            <a:endParaRPr lang="en-US"/>
          </a:p>
        </p:txBody>
      </p:sp>
    </p:spTree>
    <p:extLst>
      <p:ext uri="{BB962C8B-B14F-4D97-AF65-F5344CB8AC3E}">
        <p14:creationId xmlns:p14="http://schemas.microsoft.com/office/powerpoint/2010/main" val="12076396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explanation to the participants on how the hybrid automation model operates.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In the hybrid automation model, you can launch an attended robot from your machine; connect attended and unattended robots; trigger an unattended robot with an attended robot; involve both attended and unattended robots when further action is needed; and automate attended and unattended robot collaboration when no human intervention is necessary.</a:t>
            </a:r>
          </a:p>
        </p:txBody>
      </p:sp>
      <p:sp>
        <p:nvSpPr>
          <p:cNvPr id="4" name="Slide Number Placeholder 3"/>
          <p:cNvSpPr>
            <a:spLocks noGrp="1"/>
          </p:cNvSpPr>
          <p:nvPr>
            <p:ph type="sldNum" sz="quarter" idx="5"/>
          </p:nvPr>
        </p:nvSpPr>
        <p:spPr/>
        <p:txBody>
          <a:bodyPr/>
          <a:lstStyle/>
          <a:p>
            <a:fld id="{1618B97D-45A5-1E45-A1E0-6392C6E84CC6}" type="slidenum">
              <a:rPr lang="en-US" smtClean="0"/>
              <a:pPr/>
              <a:t>60</a:t>
            </a:fld>
            <a:endParaRPr lang="en-US"/>
          </a:p>
        </p:txBody>
      </p:sp>
    </p:spTree>
    <p:extLst>
      <p:ext uri="{BB962C8B-B14F-4D97-AF65-F5344CB8AC3E}">
        <p14:creationId xmlns:p14="http://schemas.microsoft.com/office/powerpoint/2010/main" val="32517765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Present a real-life scenario to the participants. This is just a sample, and you may use any such examples depending on your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Let’s take this example: Sales teams can leverage UiPath's Hybrid automation for improved productivity. Attended automation monitor activities, capturing relevant data. At regular intervals or in real-time, the attended robot transfers information to an unattended robot for further processing and sales report generation.</a:t>
            </a:r>
          </a:p>
        </p:txBody>
      </p:sp>
      <p:sp>
        <p:nvSpPr>
          <p:cNvPr id="4" name="Slide Number Placeholder 3"/>
          <p:cNvSpPr>
            <a:spLocks noGrp="1"/>
          </p:cNvSpPr>
          <p:nvPr>
            <p:ph type="sldNum" sz="quarter" idx="5"/>
          </p:nvPr>
        </p:nvSpPr>
        <p:spPr/>
        <p:txBody>
          <a:bodyPr/>
          <a:lstStyle/>
          <a:p>
            <a:fld id="{1618B97D-45A5-1E45-A1E0-6392C6E84CC6}" type="slidenum">
              <a:rPr lang="en-US" smtClean="0"/>
              <a:pPr/>
              <a:t>61</a:t>
            </a:fld>
            <a:endParaRPr lang="en-US"/>
          </a:p>
        </p:txBody>
      </p:sp>
    </p:spTree>
    <p:extLst>
      <p:ext uri="{BB962C8B-B14F-4D97-AF65-F5344CB8AC3E}">
        <p14:creationId xmlns:p14="http://schemas.microsoft.com/office/powerpoint/2010/main" val="2100001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Summarize the points. </a:t>
            </a:r>
          </a:p>
          <a:p>
            <a:endParaRPr lang="en-US"/>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Recalling the key points!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Attended bots operate on a user's computer, helping them with tedious tasks and speeding up certain processes.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Unattended bots perform fully-automated processes with little to no human interference.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UiPath offers six automation models to accommodate various processes and industries, differing mainly in levels of human-bot engagement.</a:t>
            </a:r>
          </a:p>
        </p:txBody>
      </p:sp>
      <p:sp>
        <p:nvSpPr>
          <p:cNvPr id="4" name="Slide Number Placeholder 3"/>
          <p:cNvSpPr>
            <a:spLocks noGrp="1"/>
          </p:cNvSpPr>
          <p:nvPr>
            <p:ph type="sldNum" sz="quarter" idx="5"/>
          </p:nvPr>
        </p:nvSpPr>
        <p:spPr/>
        <p:txBody>
          <a:bodyPr/>
          <a:lstStyle/>
          <a:p>
            <a:fld id="{1618B97D-45A5-1E45-A1E0-6392C6E84CC6}" type="slidenum">
              <a:rPr lang="en-US" smtClean="0"/>
              <a:pPr/>
              <a:t>62</a:t>
            </a:fld>
            <a:endParaRPr lang="en-US"/>
          </a:p>
        </p:txBody>
      </p:sp>
    </p:spTree>
    <p:extLst>
      <p:ext uri="{BB962C8B-B14F-4D97-AF65-F5344CB8AC3E}">
        <p14:creationId xmlns:p14="http://schemas.microsoft.com/office/powerpoint/2010/main" val="6344817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b="0"/>
              <a:t>:</a:t>
            </a:r>
          </a:p>
          <a:p>
            <a:pPr marL="171450" indent="-171450">
              <a:buFont typeface="Arial" panose="020B0604020202020204" pitchFamily="34" charset="0"/>
              <a:buChar char="•"/>
            </a:pPr>
            <a:r>
              <a:rPr lang="en-US" b="0"/>
              <a:t>Ask the question and encourage participation.</a:t>
            </a:r>
          </a:p>
          <a:p>
            <a:pPr marL="171450" indent="-171450">
              <a:buFont typeface="Arial" panose="020B0604020202020204" pitchFamily="34" charset="0"/>
              <a:buChar char="•"/>
            </a:pPr>
            <a:r>
              <a:rPr lang="en-US" b="0"/>
              <a:t>After the participants get a chance to give their answers, click the slide to reveal the answer.</a:t>
            </a:r>
          </a:p>
        </p:txBody>
      </p:sp>
      <p:sp>
        <p:nvSpPr>
          <p:cNvPr id="4" name="Slide Number Placeholder 3"/>
          <p:cNvSpPr>
            <a:spLocks noGrp="1"/>
          </p:cNvSpPr>
          <p:nvPr>
            <p:ph type="sldNum" sz="quarter" idx="5"/>
          </p:nvPr>
        </p:nvSpPr>
        <p:spPr/>
        <p:txBody>
          <a:bodyPr/>
          <a:lstStyle/>
          <a:p>
            <a:fld id="{1618B97D-45A5-1E45-A1E0-6392C6E84CC6}" type="slidenum">
              <a:rPr lang="en-US" smtClean="0"/>
              <a:pPr/>
              <a:t>63</a:t>
            </a:fld>
            <a:endParaRPr lang="en-US"/>
          </a:p>
        </p:txBody>
      </p:sp>
    </p:spTree>
    <p:extLst>
      <p:ext uri="{BB962C8B-B14F-4D97-AF65-F5344CB8AC3E}">
        <p14:creationId xmlns:p14="http://schemas.microsoft.com/office/powerpoint/2010/main" val="24624727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Unattended automation requires little to no human intervention while the robots handle high-volume transaction-based processes. The unattended robots reside on a dedicated workstation, server, mainframe, or web service. In attended automation, robots work alongside you on routine tasks involved in a process. They reside on your PC, laptop, and departmental server.</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64</a:t>
            </a:fld>
            <a:endParaRPr lang="en-US"/>
          </a:p>
        </p:txBody>
      </p:sp>
    </p:spTree>
    <p:extLst>
      <p:ext uri="{BB962C8B-B14F-4D97-AF65-F5344CB8AC3E}">
        <p14:creationId xmlns:p14="http://schemas.microsoft.com/office/powerpoint/2010/main" val="151404757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b="0"/>
              <a:t>:</a:t>
            </a:r>
          </a:p>
          <a:p>
            <a:pPr marL="171450" indent="-171450">
              <a:buFont typeface="Arial" panose="020B0604020202020204" pitchFamily="34" charset="0"/>
              <a:buChar char="•"/>
            </a:pPr>
            <a:r>
              <a:rPr lang="en-US" b="0"/>
              <a:t>Ask the question and encourage participation.</a:t>
            </a:r>
          </a:p>
          <a:p>
            <a:pPr marL="171450" indent="-171450">
              <a:buFont typeface="Arial" panose="020B0604020202020204" pitchFamily="34" charset="0"/>
              <a:buChar char="•"/>
            </a:pPr>
            <a:r>
              <a:rPr lang="en-US" b="0"/>
              <a:t>After the participants get a chance to give their answers, click the slide to reveal the answer.</a:t>
            </a:r>
          </a:p>
        </p:txBody>
      </p:sp>
      <p:sp>
        <p:nvSpPr>
          <p:cNvPr id="4" name="Slide Number Placeholder 3"/>
          <p:cNvSpPr>
            <a:spLocks noGrp="1"/>
          </p:cNvSpPr>
          <p:nvPr>
            <p:ph type="sldNum" sz="quarter" idx="5"/>
          </p:nvPr>
        </p:nvSpPr>
        <p:spPr/>
        <p:txBody>
          <a:bodyPr/>
          <a:lstStyle/>
          <a:p>
            <a:fld id="{1618B97D-45A5-1E45-A1E0-6392C6E84CC6}" type="slidenum">
              <a:rPr lang="en-US" smtClean="0"/>
              <a:pPr/>
              <a:t>65</a:t>
            </a:fld>
            <a:endParaRPr lang="en-US"/>
          </a:p>
        </p:txBody>
      </p:sp>
    </p:spTree>
    <p:extLst>
      <p:ext uri="{BB962C8B-B14F-4D97-AF65-F5344CB8AC3E}">
        <p14:creationId xmlns:p14="http://schemas.microsoft.com/office/powerpoint/2010/main" val="23748490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an Attended in Tandem model, automation works alongside users, allowing them to work on higher-value tasks while the bot handles repetitive tasks in the background. In a Human in the Loop model, automation encompasses most of the process, while human input is required for specific decision-making or validation steps.</a:t>
            </a:r>
          </a:p>
          <a:p>
            <a:endParaRPr lang="en-US"/>
          </a:p>
          <a:p>
            <a:r>
              <a:rPr lang="en-US"/>
              <a:t>In a Fully Unattended model, the entire process is automated without any human intervention. Robots are scheduled to execute tasks, and the optimal number of robots is allocated to maximize efficiency.</a:t>
            </a:r>
          </a:p>
        </p:txBody>
      </p:sp>
      <p:sp>
        <p:nvSpPr>
          <p:cNvPr id="4" name="Slide Number Placeholder 3"/>
          <p:cNvSpPr>
            <a:spLocks noGrp="1"/>
          </p:cNvSpPr>
          <p:nvPr>
            <p:ph type="sldNum" sz="quarter" idx="5"/>
          </p:nvPr>
        </p:nvSpPr>
        <p:spPr/>
        <p:txBody>
          <a:bodyPr/>
          <a:lstStyle/>
          <a:p>
            <a:fld id="{1618B97D-45A5-1E45-A1E0-6392C6E84CC6}" type="slidenum">
              <a:rPr lang="en-US" smtClean="0"/>
              <a:pPr/>
              <a:t>66</a:t>
            </a:fld>
            <a:endParaRPr lang="en-US"/>
          </a:p>
        </p:txBody>
      </p:sp>
    </p:spTree>
    <p:extLst>
      <p:ext uri="{BB962C8B-B14F-4D97-AF65-F5344CB8AC3E}">
        <p14:creationId xmlns:p14="http://schemas.microsoft.com/office/powerpoint/2010/main" val="19986499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Provide a gist of what will be covered in the next lesson before opening the classroom for discussions.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67</a:t>
            </a:fld>
            <a:endParaRPr lang="en-US"/>
          </a:p>
        </p:txBody>
      </p:sp>
    </p:spTree>
    <p:extLst>
      <p:ext uri="{BB962C8B-B14F-4D97-AF65-F5344CB8AC3E}">
        <p14:creationId xmlns:p14="http://schemas.microsoft.com/office/powerpoint/2010/main" val="30970887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 </a:t>
            </a:r>
          </a:p>
          <a:p>
            <a:r>
              <a:rPr lang="en-US"/>
              <a:t>Open up the classroom for discussions on what was covered so far. You can also check with the class if they have any questions on what was discussed so far. Use the time to share any relevant work experiences regarding the topic.</a:t>
            </a:r>
          </a:p>
        </p:txBody>
      </p:sp>
      <p:sp>
        <p:nvSpPr>
          <p:cNvPr id="4" name="Slide Number Placeholder 3"/>
          <p:cNvSpPr>
            <a:spLocks noGrp="1"/>
          </p:cNvSpPr>
          <p:nvPr>
            <p:ph type="sldNum" sz="quarter" idx="5"/>
          </p:nvPr>
        </p:nvSpPr>
        <p:spPr/>
        <p:txBody>
          <a:bodyPr/>
          <a:lstStyle/>
          <a:p>
            <a:fld id="{1618B97D-45A5-1E45-A1E0-6392C6E84CC6}" type="slidenum">
              <a:rPr lang="en-US" smtClean="0"/>
              <a:pPr/>
              <a:t>68</a:t>
            </a:fld>
            <a:endParaRPr lang="en-US"/>
          </a:p>
        </p:txBody>
      </p:sp>
    </p:spTree>
    <p:extLst>
      <p:ext uri="{BB962C8B-B14F-4D97-AF65-F5344CB8AC3E}">
        <p14:creationId xmlns:p14="http://schemas.microsoft.com/office/powerpoint/2010/main" val="297015485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69</a:t>
            </a:fld>
            <a:endParaRPr lang="en-US"/>
          </a:p>
        </p:txBody>
      </p:sp>
    </p:spTree>
    <p:extLst>
      <p:ext uri="{BB962C8B-B14F-4D97-AF65-F5344CB8AC3E}">
        <p14:creationId xmlns:p14="http://schemas.microsoft.com/office/powerpoint/2010/main" val="14293674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r>
              <a:rPr lang="en-US" sz="1200">
                <a:latin typeface="+mn-lt"/>
              </a:rPr>
              <a:t>Briefly explain the learning objectives of this lesson.</a:t>
            </a:r>
          </a:p>
          <a:p>
            <a:endParaRPr lang="en-US" sz="1200">
              <a:latin typeface="+mn-lt"/>
            </a:endParaRPr>
          </a:p>
          <a:p>
            <a:r>
              <a:rPr lang="en-US" sz="1200" b="1">
                <a:latin typeface="+mn-lt"/>
              </a:rPr>
              <a:t>Detailed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cs typeface="Arial"/>
              </a:rPr>
              <a:t>At the end of this lesson, you should be able to:</a:t>
            </a:r>
            <a:endParaRPr lang="en-IN" sz="1200">
              <a:latin typeface="+mn-lt"/>
              <a:cs typeface="Arial"/>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Recognize the roles that were created to support the automation journey.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Identify which roles you can take in the automated enterprise context.</a:t>
            </a:r>
            <a:endParaRPr lang="en-IN" sz="1200">
              <a:latin typeface="+mn-lt"/>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70</a:t>
            </a:fld>
            <a:endParaRPr lang="en-US"/>
          </a:p>
        </p:txBody>
      </p:sp>
    </p:spTree>
    <p:extLst>
      <p:ext uri="{BB962C8B-B14F-4D97-AF65-F5344CB8AC3E}">
        <p14:creationId xmlns:p14="http://schemas.microsoft.com/office/powerpoint/2010/main" val="33223336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solidFill>
                  <a:schemeClr val="tx1"/>
                </a:solidFill>
                <a:latin typeface="+mn-lt"/>
              </a:rPr>
              <a:t>Facilitator notes</a:t>
            </a:r>
            <a:r>
              <a:rPr lang="en-US" sz="1200">
                <a:solidFill>
                  <a:schemeClr val="tx1"/>
                </a:solidFill>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mn-lt"/>
              </a:rPr>
              <a:t>Provide an introduction to the participants on the changes that can happen in their organization when it adopts automation and how they can benefit from it. Inform the participants that it is not uncommon to be anxious about their organization embracing new technology. </a:t>
            </a:r>
          </a:p>
        </p:txBody>
      </p:sp>
      <p:sp>
        <p:nvSpPr>
          <p:cNvPr id="4" name="Slide Number Placeholder 3"/>
          <p:cNvSpPr>
            <a:spLocks noGrp="1"/>
          </p:cNvSpPr>
          <p:nvPr>
            <p:ph type="sldNum" sz="quarter" idx="5"/>
          </p:nvPr>
        </p:nvSpPr>
        <p:spPr/>
        <p:txBody>
          <a:bodyPr/>
          <a:lstStyle/>
          <a:p>
            <a:fld id="{1618B97D-45A5-1E45-A1E0-6392C6E84CC6}" type="slidenum">
              <a:rPr lang="en-US" smtClean="0"/>
              <a:pPr/>
              <a:t>71</a:t>
            </a:fld>
            <a:endParaRPr lang="en-US"/>
          </a:p>
        </p:txBody>
      </p:sp>
    </p:spTree>
    <p:extLst>
      <p:ext uri="{BB962C8B-B14F-4D97-AF65-F5344CB8AC3E}">
        <p14:creationId xmlns:p14="http://schemas.microsoft.com/office/powerpoint/2010/main" val="5166969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solidFill>
                  <a:schemeClr val="tx1"/>
                </a:solidFill>
                <a:latin typeface="+mn-lt"/>
              </a:rPr>
              <a:t>Facilitator notes</a:t>
            </a:r>
            <a:r>
              <a:rPr lang="en-US" sz="1200">
                <a:solidFill>
                  <a:schemeClr val="tx1"/>
                </a:solidFill>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solidFill>
                  <a:schemeClr val="tx1"/>
                </a:solidFill>
              </a:rPr>
              <a:t>Provide a brief introduction of the changes that can happen when an organization embraces automation. Focus on the roles that will be created when an organization jumps on the automation bandwagon.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solidFill>
                <a:schemeClr val="tx1"/>
              </a:solidFill>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solidFill>
                  <a:schemeClr val="tx1"/>
                </a:solidFill>
                <a:latin typeface="+mn-lt"/>
              </a:rPr>
              <a:t>Detailed notes</a:t>
            </a:r>
            <a:r>
              <a:rPr lang="en-US" sz="1200">
                <a:solidFill>
                  <a:schemeClr val="tx1"/>
                </a:solidFill>
                <a:latin typeface="+mn-lt"/>
              </a:rPr>
              <a:t>:</a:t>
            </a:r>
          </a:p>
          <a:p>
            <a:r>
              <a:rPr lang="en-US"/>
              <a:t>Software robot will replace some jobs, but automation</a:t>
            </a:r>
            <a:r>
              <a:rPr lang="en-US" sz="1200">
                <a:solidFill>
                  <a:schemeClr val="tx1"/>
                </a:solidFill>
                <a:latin typeface="+mn-lt"/>
              </a:rPr>
              <a:t> </a:t>
            </a:r>
            <a:r>
              <a:rPr lang="en-US"/>
              <a:t>also </a:t>
            </a:r>
            <a:r>
              <a:rPr lang="en-US" sz="1200">
                <a:solidFill>
                  <a:schemeClr val="tx1"/>
                </a:solidFill>
                <a:latin typeface="+mn-lt"/>
              </a:rPr>
              <a:t>creates opportunities to advance skills and achieve greater success. Let’s look at organizational changes during automation journeys, exploring newly-created jobs, roles, and upskilling possibilities that come with the process.</a:t>
            </a:r>
            <a:endParaRPr lang="en-IN">
              <a:solidFill>
                <a:schemeClr val="tx1"/>
              </a:solidFill>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72</a:t>
            </a:fld>
            <a:endParaRPr lang="en-US"/>
          </a:p>
        </p:txBody>
      </p:sp>
    </p:spTree>
    <p:extLst>
      <p:ext uri="{BB962C8B-B14F-4D97-AF65-F5344CB8AC3E}">
        <p14:creationId xmlns:p14="http://schemas.microsoft.com/office/powerpoint/2010/main" val="40903026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solidFill>
                  <a:schemeClr val="tx1"/>
                </a:solidFill>
                <a:latin typeface="+mn-lt"/>
              </a:rPr>
              <a:t>Facilitator notes</a:t>
            </a:r>
            <a:r>
              <a:rPr lang="en-US" sz="1200">
                <a:solidFill>
                  <a:schemeClr val="tx1"/>
                </a:solidFill>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mn-lt"/>
              </a:rPr>
              <a:t>Give an overview of how automation is changing the way many businesses work, allowing them to make processes more efficient and free up resources. List a few of the roles that automation can create in a company. Ask the participants to refer to the</a:t>
            </a:r>
            <a:r>
              <a:rPr lang="en-US" sz="1200" b="1">
                <a:solidFill>
                  <a:schemeClr val="tx1"/>
                </a:solidFill>
                <a:latin typeface="+mn-lt"/>
              </a:rPr>
              <a:t> Role-based Journeys</a:t>
            </a:r>
            <a:r>
              <a:rPr lang="en-US" sz="1200">
                <a:solidFill>
                  <a:schemeClr val="tx1"/>
                </a:solidFill>
                <a:latin typeface="+mn-lt"/>
              </a:rPr>
              <a:t> zip file to learn more about role-based journeys.</a:t>
            </a:r>
            <a:endParaRPr lang="en-IN" sz="1200">
              <a:solidFill>
                <a:schemeClr val="tx1"/>
              </a:solidFill>
              <a:latin typeface="+mn-lt"/>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73</a:t>
            </a:fld>
            <a:endParaRPr lang="en-US"/>
          </a:p>
        </p:txBody>
      </p:sp>
    </p:spTree>
    <p:extLst>
      <p:ext uri="{BB962C8B-B14F-4D97-AF65-F5344CB8AC3E}">
        <p14:creationId xmlns:p14="http://schemas.microsoft.com/office/powerpoint/2010/main" val="158099064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Summarize the points. </a:t>
            </a:r>
          </a:p>
          <a:p>
            <a:endParaRPr lang="en-US"/>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Recalling the key points!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Contrary to common misconceptions, automation and digital transformation open up opportunities for skill advancement and career success.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As automation is integrated throughout the organization, new roles and possibilities emerge, fostering professional growth and encouraging employees to expand their expertise.</a:t>
            </a:r>
          </a:p>
        </p:txBody>
      </p:sp>
      <p:sp>
        <p:nvSpPr>
          <p:cNvPr id="4" name="Slide Number Placeholder 3"/>
          <p:cNvSpPr>
            <a:spLocks noGrp="1"/>
          </p:cNvSpPr>
          <p:nvPr>
            <p:ph type="sldNum" sz="quarter" idx="5"/>
          </p:nvPr>
        </p:nvSpPr>
        <p:spPr/>
        <p:txBody>
          <a:bodyPr/>
          <a:lstStyle/>
          <a:p>
            <a:fld id="{1618B97D-45A5-1E45-A1E0-6392C6E84CC6}" type="slidenum">
              <a:rPr lang="en-US" smtClean="0"/>
              <a:pPr/>
              <a:t>74</a:t>
            </a:fld>
            <a:endParaRPr lang="en-US"/>
          </a:p>
        </p:txBody>
      </p:sp>
    </p:spTree>
    <p:extLst>
      <p:ext uri="{BB962C8B-B14F-4D97-AF65-F5344CB8AC3E}">
        <p14:creationId xmlns:p14="http://schemas.microsoft.com/office/powerpoint/2010/main" val="46783351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b="0"/>
              <a:t>:</a:t>
            </a:r>
          </a:p>
          <a:p>
            <a:pPr marL="171450" indent="-171450">
              <a:buFont typeface="Arial" panose="020B0604020202020204" pitchFamily="34" charset="0"/>
              <a:buChar char="•"/>
            </a:pPr>
            <a:r>
              <a:rPr lang="en-US" b="0"/>
              <a:t>Ask the question and encourage participation.</a:t>
            </a:r>
          </a:p>
          <a:p>
            <a:pPr marL="171450" indent="-171450">
              <a:buFont typeface="Arial" panose="020B0604020202020204" pitchFamily="34" charset="0"/>
              <a:buChar char="•"/>
            </a:pPr>
            <a:r>
              <a:rPr lang="en-US" b="0"/>
              <a:t>After the participants get a chance to give their answers, click the slide to reveal the answer.</a:t>
            </a:r>
          </a:p>
        </p:txBody>
      </p:sp>
      <p:sp>
        <p:nvSpPr>
          <p:cNvPr id="4" name="Slide Number Placeholder 3"/>
          <p:cNvSpPr>
            <a:spLocks noGrp="1"/>
          </p:cNvSpPr>
          <p:nvPr>
            <p:ph type="sldNum" sz="quarter" idx="5"/>
          </p:nvPr>
        </p:nvSpPr>
        <p:spPr/>
        <p:txBody>
          <a:bodyPr/>
          <a:lstStyle/>
          <a:p>
            <a:fld id="{1618B97D-45A5-1E45-A1E0-6392C6E84CC6}" type="slidenum">
              <a:rPr lang="en-US" smtClean="0"/>
              <a:pPr/>
              <a:t>75</a:t>
            </a:fld>
            <a:endParaRPr lang="en-US"/>
          </a:p>
        </p:txBody>
      </p:sp>
    </p:spTree>
    <p:extLst>
      <p:ext uri="{BB962C8B-B14F-4D97-AF65-F5344CB8AC3E}">
        <p14:creationId xmlns:p14="http://schemas.microsoft.com/office/powerpoint/2010/main" val="311017455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initial stages of an organization's automation journey, the Automation Center of Excellence (</a:t>
            </a:r>
            <a:r>
              <a:rPr lang="en-US" err="1"/>
              <a:t>CoE</a:t>
            </a:r>
            <a:r>
              <a:rPr lang="en-US"/>
              <a:t>) typically raises automation requests. This is because the Automation </a:t>
            </a:r>
            <a:r>
              <a:rPr lang="en-US" err="1"/>
              <a:t>CoE</a:t>
            </a:r>
            <a:r>
              <a:rPr lang="en-US"/>
              <a:t> is responsible for overseeing the organization's automation strategy, including identifying, prioritizing, and implementing automation opportunities. It ensures that the right processes are selected for automation, in line with the organization's objectives and goals, while also maintaining standards and best practices.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76</a:t>
            </a:fld>
            <a:endParaRPr lang="en-US"/>
          </a:p>
        </p:txBody>
      </p:sp>
    </p:spTree>
    <p:extLst>
      <p:ext uri="{BB962C8B-B14F-4D97-AF65-F5344CB8AC3E}">
        <p14:creationId xmlns:p14="http://schemas.microsoft.com/office/powerpoint/2010/main" val="21969085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 </a:t>
            </a:r>
          </a:p>
          <a:p>
            <a:r>
              <a:rPr lang="en-US"/>
              <a:t>Open up the classroom for discussions on what was covered so far. You can also check with the class if they have any questions on what was discussed so far. Use the time to share any relevant work experiences regarding the topic.</a:t>
            </a:r>
          </a:p>
        </p:txBody>
      </p:sp>
      <p:sp>
        <p:nvSpPr>
          <p:cNvPr id="4" name="Slide Number Placeholder 3"/>
          <p:cNvSpPr>
            <a:spLocks noGrp="1"/>
          </p:cNvSpPr>
          <p:nvPr>
            <p:ph type="sldNum" sz="quarter" idx="5"/>
          </p:nvPr>
        </p:nvSpPr>
        <p:spPr/>
        <p:txBody>
          <a:bodyPr/>
          <a:lstStyle/>
          <a:p>
            <a:fld id="{1618B97D-45A5-1E45-A1E0-6392C6E84CC6}" type="slidenum">
              <a:rPr lang="en-US" smtClean="0"/>
              <a:pPr/>
              <a:t>77</a:t>
            </a:fld>
            <a:endParaRPr lang="en-US"/>
          </a:p>
        </p:txBody>
      </p:sp>
    </p:spTree>
    <p:extLst>
      <p:ext uri="{BB962C8B-B14F-4D97-AF65-F5344CB8AC3E}">
        <p14:creationId xmlns:p14="http://schemas.microsoft.com/office/powerpoint/2010/main" val="360716425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Provide a gist of what will be covered in the next lesson before opening the classroom for discussions.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78</a:t>
            </a:fld>
            <a:endParaRPr lang="en-US"/>
          </a:p>
        </p:txBody>
      </p:sp>
    </p:spTree>
    <p:extLst>
      <p:ext uri="{BB962C8B-B14F-4D97-AF65-F5344CB8AC3E}">
        <p14:creationId xmlns:p14="http://schemas.microsoft.com/office/powerpoint/2010/main" val="37041106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79</a:t>
            </a:fld>
            <a:endParaRPr lang="en-US"/>
          </a:p>
        </p:txBody>
      </p:sp>
    </p:spTree>
    <p:extLst>
      <p:ext uri="{BB962C8B-B14F-4D97-AF65-F5344CB8AC3E}">
        <p14:creationId xmlns:p14="http://schemas.microsoft.com/office/powerpoint/2010/main" val="8169850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r>
              <a:rPr lang="en-US" sz="1200">
                <a:latin typeface="+mn-lt"/>
              </a:rPr>
              <a:t>Briefly explain the learning objectives of this lesson.</a:t>
            </a:r>
          </a:p>
          <a:p>
            <a:endParaRPr lang="en-US" sz="1200">
              <a:latin typeface="+mn-lt"/>
            </a:endParaRPr>
          </a:p>
          <a:p>
            <a:r>
              <a:rPr lang="en-US" sz="1200" b="1">
                <a:latin typeface="+mn-lt"/>
              </a:rPr>
              <a:t>Detailed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cs typeface="Arial"/>
              </a:rPr>
              <a:t>At the end of this lesson, you should be able to:</a:t>
            </a:r>
            <a:endParaRPr lang="en-IN" sz="1200">
              <a:latin typeface="+mn-lt"/>
              <a:cs typeface="Arial"/>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Identify key properties of tasks or processes that can be automated.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Recognize 1–3 tasks or processes that can be automated from your day-to-day work.</a:t>
            </a:r>
            <a:endParaRPr lang="en-IN" sz="1200">
              <a:latin typeface="+mn-lt"/>
            </a:endParaRPr>
          </a:p>
        </p:txBody>
      </p:sp>
      <p:sp>
        <p:nvSpPr>
          <p:cNvPr id="4" name="Slide Number Placeholder 3"/>
          <p:cNvSpPr>
            <a:spLocks noGrp="1"/>
          </p:cNvSpPr>
          <p:nvPr>
            <p:ph type="sldNum" sz="quarter" idx="5"/>
          </p:nvPr>
        </p:nvSpPr>
        <p:spPr/>
        <p:txBody>
          <a:bodyPr/>
          <a:lstStyle/>
          <a:p>
            <a:fld id="{1618B97D-45A5-1E45-A1E0-6392C6E84CC6}" type="slidenum">
              <a:rPr lang="en-US" smtClean="0"/>
              <a:pPr/>
              <a:t>80</a:t>
            </a:fld>
            <a:endParaRPr lang="en-US"/>
          </a:p>
        </p:txBody>
      </p:sp>
    </p:spTree>
    <p:extLst>
      <p:ext uri="{BB962C8B-B14F-4D97-AF65-F5344CB8AC3E}">
        <p14:creationId xmlns:p14="http://schemas.microsoft.com/office/powerpoint/2010/main" val="63523788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Provide a brief introduction of the lesson to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sz="1200">
                <a:latin typeface="+mn-lt"/>
              </a:rPr>
              <a:t>By now, you should understand that automating tedious, repetitive tasks frees up your time. However, you might wonder which tasks can be automated, their feasibility, and how to determine that. To help answer these questions, we've created a Process Assessment tool that guides you on the right path to building or submitting automation ideas.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81</a:t>
            </a:fld>
            <a:endParaRPr lang="en-US"/>
          </a:p>
        </p:txBody>
      </p:sp>
    </p:spTree>
    <p:extLst>
      <p:ext uri="{BB962C8B-B14F-4D97-AF65-F5344CB8AC3E}">
        <p14:creationId xmlns:p14="http://schemas.microsoft.com/office/powerpoint/2010/main" val="127179393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Display the Process Assessment Tool and explain its purpose in calculating a process’s feasibility for automation.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sz="1200">
                <a:latin typeface="+mn-lt"/>
              </a:rPr>
              <a:t>The Process Assessment Tool is here to help you determine if your automation idea is a good fit for automation and to evaluate its feasibility. This tool comes with a set of questions regarding the process's characteristics and its current state. Your answers to these questions shape the outcome.</a:t>
            </a:r>
          </a:p>
          <a:p>
            <a:endParaRPr lang="en-US" sz="1200">
              <a:latin typeface="+mn-lt"/>
            </a:endParaRPr>
          </a:p>
          <a:p>
            <a:r>
              <a:rPr lang="en-US" sz="1200">
                <a:latin typeface="+mn-lt"/>
              </a:rPr>
              <a:t>The result highlights the benefits of automating the specific process, the simplicity of its implementation, and development, and the hours you could save.</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82</a:t>
            </a:fld>
            <a:endParaRPr lang="en-US"/>
          </a:p>
        </p:txBody>
      </p:sp>
    </p:spTree>
    <p:extLst>
      <p:ext uri="{BB962C8B-B14F-4D97-AF65-F5344CB8AC3E}">
        <p14:creationId xmlns:p14="http://schemas.microsoft.com/office/powerpoint/2010/main" val="387915232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Take up the "Invoice Processing" use case and explain the steps involved in the current process. Then, populate the Process Assessment tool template based on the process and arrive at the automation score. Explain what the score indicates and what your next steps can be.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a:t>Taylor is an accountant. One of their major tasks is processing invoices. This task is manual and time-consuming. Taylor’s company is planning to take this task as a pilot as they are getting started on their automation journey. </a:t>
            </a:r>
          </a:p>
          <a:p>
            <a:endParaRPr lang="en-US"/>
          </a:p>
          <a:p>
            <a:r>
              <a:rPr lang="en-US"/>
              <a:t>The steps involved in the process are as follows:</a:t>
            </a:r>
          </a:p>
          <a:p>
            <a:pPr marL="228600" indent="-228600">
              <a:buFont typeface="+mj-lt"/>
              <a:buAutoNum type="arabicPeriod"/>
            </a:pPr>
            <a:r>
              <a:rPr lang="en-US"/>
              <a:t>Receive invoices via email </a:t>
            </a:r>
          </a:p>
          <a:p>
            <a:pPr marL="228600" indent="-228600">
              <a:buFont typeface="+mj-lt"/>
              <a:buAutoNum type="arabicPeriod"/>
            </a:pPr>
            <a:r>
              <a:rPr lang="en-US"/>
              <a:t>Download all the  attachments</a:t>
            </a:r>
          </a:p>
          <a:p>
            <a:pPr marL="228600" indent="-228600">
              <a:buFont typeface="+mj-lt"/>
              <a:buAutoNum type="arabicPeriod"/>
            </a:pPr>
            <a:r>
              <a:rPr lang="en-US"/>
              <a:t>Check for discounts on the portal</a:t>
            </a:r>
          </a:p>
          <a:p>
            <a:pPr marL="228600" indent="-228600">
              <a:buFont typeface="+mj-lt"/>
              <a:buAutoNum type="arabicPeriod"/>
            </a:pPr>
            <a:r>
              <a:rPr lang="en-US"/>
              <a:t>Save as PDFs and email</a:t>
            </a:r>
          </a:p>
          <a:p>
            <a:pPr marL="228600" indent="-228600">
              <a:buFont typeface="+mj-lt"/>
              <a:buAutoNum type="arabicPeriod"/>
            </a:pPr>
            <a:endParaRPr lang="en-US"/>
          </a:p>
          <a:p>
            <a:pPr marL="0" indent="0">
              <a:buFont typeface="+mj-lt"/>
              <a:buNone/>
            </a:pPr>
            <a:r>
              <a:rPr lang="en-US"/>
              <a:t>Based on these details, go through each question listed in the Process Assessment tool and provide the responses that align with the use case. Explain the automation score to the participants.</a:t>
            </a:r>
          </a:p>
        </p:txBody>
      </p:sp>
      <p:sp>
        <p:nvSpPr>
          <p:cNvPr id="4" name="Slide Number Placeholder 3"/>
          <p:cNvSpPr>
            <a:spLocks noGrp="1"/>
          </p:cNvSpPr>
          <p:nvPr>
            <p:ph type="sldNum" sz="quarter" idx="5"/>
          </p:nvPr>
        </p:nvSpPr>
        <p:spPr/>
        <p:txBody>
          <a:bodyPr/>
          <a:lstStyle/>
          <a:p>
            <a:fld id="{1618B97D-45A5-1E45-A1E0-6392C6E84CC6}" type="slidenum">
              <a:rPr lang="en-US" smtClean="0"/>
              <a:pPr/>
              <a:t>83</a:t>
            </a:fld>
            <a:endParaRPr lang="en-US"/>
          </a:p>
        </p:txBody>
      </p:sp>
    </p:spTree>
    <p:extLst>
      <p:ext uri="{BB962C8B-B14F-4D97-AF65-F5344CB8AC3E}">
        <p14:creationId xmlns:p14="http://schemas.microsoft.com/office/powerpoint/2010/main" val="382850685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Take up the "Assessing and Approving Commercial Loans" use case and explain the steps. In this instance, as you perform the steps and populate the Process Assessment tool, encourage inputs from the participants. When you arrive at the score, encourage the class to explain what the automation score indicates and what the next steps can be. </a:t>
            </a: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sz="1200">
                <a:latin typeface="+mn-lt"/>
              </a:rPr>
              <a:t>You've got the hang of how the Process Assessment tool works, right? To deepen your understanding, we have another example for you. Taylor's boss has now asked them to evaluate the commercial loan application process for a banking client. In this use case, we'll analyze a commercial loan application process. Let's see what the tool reveals about this one.</a:t>
            </a:r>
          </a:p>
          <a:p>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a:t>The steps involved in the process:</a:t>
            </a:r>
          </a:p>
          <a:p>
            <a:pPr marL="228600" indent="-228600">
              <a:buFont typeface="+mj-lt"/>
              <a:buAutoNum type="arabicPeriod"/>
            </a:pPr>
            <a:r>
              <a:rPr lang="en-US" sz="1200">
                <a:latin typeface="+mn-lt"/>
              </a:rPr>
              <a:t>Submit the loan application</a:t>
            </a:r>
          </a:p>
          <a:p>
            <a:pPr marL="228600" indent="-228600">
              <a:buFont typeface="+mj-lt"/>
              <a:buAutoNum type="arabicPeriod"/>
            </a:pPr>
            <a:r>
              <a:rPr lang="en-US" sz="1200">
                <a:latin typeface="+mn-lt"/>
              </a:rPr>
              <a:t>Initiate the initial screening</a:t>
            </a:r>
          </a:p>
          <a:p>
            <a:pPr marL="228600" indent="-228600">
              <a:buFont typeface="+mj-lt"/>
              <a:buAutoNum type="arabicPeriod"/>
            </a:pPr>
            <a:r>
              <a:rPr lang="en-US" sz="1200">
                <a:latin typeface="+mn-lt"/>
              </a:rPr>
              <a:t>Review the financial status</a:t>
            </a:r>
          </a:p>
          <a:p>
            <a:pPr marL="228600" indent="-228600">
              <a:buFont typeface="+mj-lt"/>
              <a:buAutoNum type="arabicPeriod"/>
            </a:pPr>
            <a:r>
              <a:rPr lang="en-US" sz="1200">
                <a:latin typeface="+mn-lt"/>
              </a:rPr>
              <a:t>Access the risk involved</a:t>
            </a:r>
          </a:p>
          <a:p>
            <a:pPr marL="228600" indent="-228600">
              <a:buFont typeface="+mj-lt"/>
              <a:buAutoNum type="arabicPeriod"/>
            </a:pPr>
            <a:r>
              <a:rPr lang="en-US" sz="1200">
                <a:latin typeface="+mn-lt"/>
              </a:rPr>
              <a:t>Provide the preliminary approval</a:t>
            </a:r>
          </a:p>
          <a:p>
            <a:pPr marL="228600" indent="-228600">
              <a:buFont typeface="+mj-lt"/>
              <a:buAutoNum type="arabicPeriod"/>
            </a:pPr>
            <a:r>
              <a:rPr lang="en-US" sz="1200">
                <a:latin typeface="+mn-lt"/>
              </a:rPr>
              <a:t>Perform the internal review</a:t>
            </a:r>
          </a:p>
          <a:p>
            <a:pPr marL="228600" indent="-228600">
              <a:buFont typeface="+mj-lt"/>
              <a:buAutoNum type="arabicPeriod"/>
            </a:pPr>
            <a:r>
              <a:rPr lang="en-US" sz="1200">
                <a:latin typeface="+mn-lt"/>
              </a:rPr>
              <a:t>Review the overall risk exposure</a:t>
            </a:r>
          </a:p>
          <a:p>
            <a:pPr marL="228600" indent="-228600">
              <a:buFont typeface="+mj-lt"/>
              <a:buAutoNum type="arabicPeriod"/>
            </a:pPr>
            <a:r>
              <a:rPr lang="en-US" sz="1200">
                <a:latin typeface="+mn-lt"/>
              </a:rPr>
              <a:t>Provide the final approval</a:t>
            </a:r>
          </a:p>
          <a:p>
            <a:pPr marL="228600" indent="-228600">
              <a:buFont typeface="+mj-lt"/>
              <a:buAutoNum type="arabicPeriod"/>
            </a:pPr>
            <a:r>
              <a:rPr lang="en-US" sz="1200">
                <a:latin typeface="+mn-lt"/>
              </a:rPr>
              <a:t>Disburse the funds</a:t>
            </a:r>
          </a:p>
          <a:p>
            <a:pPr marL="228600" indent="-228600">
              <a:buFont typeface="+mj-lt"/>
              <a:buAutoNum type="arabicPeriod"/>
            </a:pPr>
            <a:r>
              <a:rPr lang="en-US" sz="1200">
                <a:latin typeface="+mn-lt"/>
              </a:rPr>
              <a:t>Monitor the loan performance</a:t>
            </a:r>
          </a:p>
          <a:p>
            <a:pPr marL="228600" indent="-228600">
              <a:buFont typeface="+mj-lt"/>
              <a:buAutoNum type="arabicPeriod"/>
            </a:pPr>
            <a:endParaRPr lang="en-US" sz="1200">
              <a:latin typeface="+mn-lt"/>
            </a:endParaRPr>
          </a:p>
          <a:p>
            <a:pPr marL="0" indent="0">
              <a:buFont typeface="+mj-lt"/>
              <a:buNone/>
            </a:pPr>
            <a:r>
              <a:rPr lang="en-US" sz="1200">
                <a:latin typeface="+mn-lt"/>
              </a:rPr>
              <a:t>Analyze the process and proceed with populating the tool. Find out the automation score for this process and what the results mean. </a:t>
            </a:r>
          </a:p>
        </p:txBody>
      </p:sp>
      <p:sp>
        <p:nvSpPr>
          <p:cNvPr id="4" name="Slide Number Placeholder 3"/>
          <p:cNvSpPr>
            <a:spLocks noGrp="1"/>
          </p:cNvSpPr>
          <p:nvPr>
            <p:ph type="sldNum" sz="quarter" idx="5"/>
          </p:nvPr>
        </p:nvSpPr>
        <p:spPr/>
        <p:txBody>
          <a:bodyPr/>
          <a:lstStyle/>
          <a:p>
            <a:fld id="{1618B97D-45A5-1E45-A1E0-6392C6E84CC6}" type="slidenum">
              <a:rPr lang="en-US" smtClean="0"/>
              <a:pPr/>
              <a:t>84</a:t>
            </a:fld>
            <a:endParaRPr lang="en-US"/>
          </a:p>
        </p:txBody>
      </p:sp>
    </p:spTree>
    <p:extLst>
      <p:ext uri="{BB962C8B-B14F-4D97-AF65-F5344CB8AC3E}">
        <p14:creationId xmlns:p14="http://schemas.microsoft.com/office/powerpoint/2010/main" val="80194030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b="1">
                <a:latin typeface="+mn-lt"/>
              </a:rPr>
              <a:t>Facilitator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a:t>For this exercise, request the participants to open the Process Assessment tool that they have from the downloaded documents. When the participants are ready, request them to refer to the Student Guide for the use case. Allow them 10 minutes to go through the use case. At the end of 10 minutes, encourage the participants to perform the exercise on their own. Give them another 10 mins to work on it and encourage them to share their answers with you. You may also share your version of the completed exercise with the participants.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r>
              <a:rPr lang="en-US" sz="1200">
                <a:latin typeface="+mn-lt"/>
              </a:rPr>
              <a:t>Use the Process Assessment tool on Jamie's use case to evaluate the automation potential of their process.</a:t>
            </a:r>
          </a:p>
          <a:p>
            <a:endParaRPr lang="en-US" sz="1200">
              <a:latin typeface="+mn-lt"/>
            </a:endParaRPr>
          </a:p>
          <a:p>
            <a:r>
              <a:rPr lang="en-US" sz="1200">
                <a:latin typeface="+mn-lt"/>
              </a:rPr>
              <a:t>First things first, here are the steps you need to take to complete your assessment:</a:t>
            </a:r>
          </a:p>
          <a:p>
            <a:pPr marL="228600" indent="-228600">
              <a:buFont typeface="+mj-lt"/>
              <a:buAutoNum type="arabicPeriod"/>
            </a:pPr>
            <a:r>
              <a:rPr lang="en-US" sz="1200" b="1">
                <a:latin typeface="+mn-lt"/>
              </a:rPr>
              <a:t>Download the Process Assessment Tool document</a:t>
            </a:r>
            <a:r>
              <a:rPr lang="en-US" sz="1200">
                <a:latin typeface="+mn-lt"/>
              </a:rPr>
              <a:t>. If you aren't a Microsoft Office user, you can convert it to a format that fits your environment (e.g., upload it to your Google Drive and convert it to a Google Sheets document).</a:t>
            </a:r>
          </a:p>
          <a:p>
            <a:pPr marL="228600" indent="-228600">
              <a:buFont typeface="+mj-lt"/>
              <a:buAutoNum type="arabicPeriod"/>
            </a:pPr>
            <a:r>
              <a:rPr lang="en-US" sz="1200" b="1">
                <a:latin typeface="+mn-lt"/>
              </a:rPr>
              <a:t>Read the use case in the student guide carefully</a:t>
            </a:r>
            <a:r>
              <a:rPr lang="en-US" sz="1200">
                <a:latin typeface="+mn-lt"/>
              </a:rPr>
              <a:t>. It's important to have the use case figured out from the beginning to have a clear picture of what you're working with. Feel free to take notes on the steps of the process (here, we're lending you a hand!) and other details you find noteworthy.</a:t>
            </a:r>
          </a:p>
          <a:p>
            <a:pPr marL="228600" indent="-228600">
              <a:buFont typeface="+mj-lt"/>
              <a:buAutoNum type="arabicPeriod"/>
            </a:pPr>
            <a:r>
              <a:rPr lang="en-US" sz="1200" b="1">
                <a:latin typeface="+mn-lt"/>
              </a:rPr>
              <a:t>Fill in your answers in the Process Assessment tool</a:t>
            </a:r>
            <a:r>
              <a:rPr lang="en-US" sz="1200">
                <a:latin typeface="+mn-lt"/>
              </a:rPr>
              <a:t>. As you've seen in the videos, there's a dedicated column where you can fill in the answers to the questions in the Process Assessment tool. With this step, you'll showcase if and how much the use case meets the set automation criteria. For some of the criteria, you can consult the useful tips in the "Explanation" column. It's also important to note that, depending on each assessor's perspective on the use case, the solution may slightly vary. Try to be as thorough as possible and take into account the small details, like sub-steps that may be involved.</a:t>
            </a:r>
          </a:p>
          <a:p>
            <a:pPr marL="228600" indent="-228600">
              <a:buFont typeface="+mj-lt"/>
              <a:buAutoNum type="arabicPeriod"/>
            </a:pPr>
            <a:r>
              <a:rPr lang="en-US" sz="1200" b="1">
                <a:latin typeface="+mn-lt"/>
              </a:rPr>
              <a:t>Check out the Automation Score based on the process complexity, benefits of automation, and ease of implementation</a:t>
            </a:r>
            <a:r>
              <a:rPr lang="en-US" sz="1200">
                <a:latin typeface="+mn-lt"/>
              </a:rPr>
              <a:t>! At the end of the document, after filling in your answers, you'll see the evaluation results. Check yours against the question at the end of this lesson and, if you're curious, against our version of it.</a:t>
            </a:r>
          </a:p>
        </p:txBody>
      </p:sp>
      <p:sp>
        <p:nvSpPr>
          <p:cNvPr id="4" name="Slide Number Placeholder 3"/>
          <p:cNvSpPr>
            <a:spLocks noGrp="1"/>
          </p:cNvSpPr>
          <p:nvPr>
            <p:ph type="sldNum" sz="quarter" idx="5"/>
          </p:nvPr>
        </p:nvSpPr>
        <p:spPr/>
        <p:txBody>
          <a:bodyPr/>
          <a:lstStyle/>
          <a:p>
            <a:fld id="{1618B97D-45A5-1E45-A1E0-6392C6E84CC6}" type="slidenum">
              <a:rPr lang="en-US" smtClean="0"/>
              <a:pPr/>
              <a:t>85</a:t>
            </a:fld>
            <a:endParaRPr lang="en-US"/>
          </a:p>
        </p:txBody>
      </p:sp>
    </p:spTree>
    <p:extLst>
      <p:ext uri="{BB962C8B-B14F-4D97-AF65-F5344CB8AC3E}">
        <p14:creationId xmlns:p14="http://schemas.microsoft.com/office/powerpoint/2010/main" val="385732842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Summarize the points. </a:t>
            </a:r>
          </a:p>
          <a:p>
            <a:endParaRPr lang="en-US"/>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a:latin typeface="+mn-lt"/>
              </a:rPr>
              <a:t>Detailed notes</a:t>
            </a:r>
            <a:r>
              <a:rPr lang="en-US" sz="1200">
                <a:latin typeface="+mn-lt"/>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a:latin typeface="+mn-lt"/>
              </a:rPr>
              <a:t>Recalling the key points!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a:latin typeface="+mn-lt"/>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The Process Assessment tool makes it easy to determine which processes can be automated by asking a series of questions and calculating a score.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mn-lt"/>
              </a:rPr>
              <a:t>The assessment result highlights benefits, suitability, ease of development, annual liberated man-hours, and the estimated error reduction percentage during automation.</a:t>
            </a:r>
          </a:p>
        </p:txBody>
      </p:sp>
      <p:sp>
        <p:nvSpPr>
          <p:cNvPr id="4" name="Slide Number Placeholder 3"/>
          <p:cNvSpPr>
            <a:spLocks noGrp="1"/>
          </p:cNvSpPr>
          <p:nvPr>
            <p:ph type="sldNum" sz="quarter" idx="5"/>
          </p:nvPr>
        </p:nvSpPr>
        <p:spPr/>
        <p:txBody>
          <a:bodyPr/>
          <a:lstStyle/>
          <a:p>
            <a:fld id="{1618B97D-45A5-1E45-A1E0-6392C6E84CC6}" type="slidenum">
              <a:rPr lang="en-US" smtClean="0"/>
              <a:pPr/>
              <a:t>86</a:t>
            </a:fld>
            <a:endParaRPr lang="en-US"/>
          </a:p>
        </p:txBody>
      </p:sp>
    </p:spTree>
    <p:extLst>
      <p:ext uri="{BB962C8B-B14F-4D97-AF65-F5344CB8AC3E}">
        <p14:creationId xmlns:p14="http://schemas.microsoft.com/office/powerpoint/2010/main" val="398347962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a:t>
            </a:r>
          </a:p>
          <a:p>
            <a:r>
              <a:rPr lang="en-US"/>
              <a:t>Provide a gist of what will be covered in the next lesson before opening the classroom for discussions.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87</a:t>
            </a:fld>
            <a:endParaRPr lang="en-US"/>
          </a:p>
        </p:txBody>
      </p:sp>
    </p:spTree>
    <p:extLst>
      <p:ext uri="{BB962C8B-B14F-4D97-AF65-F5344CB8AC3E}">
        <p14:creationId xmlns:p14="http://schemas.microsoft.com/office/powerpoint/2010/main" val="22367324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 </a:t>
            </a:r>
          </a:p>
          <a:p>
            <a:r>
              <a:rPr lang="en-US"/>
              <a:t>Open up the classroom for discussions on what was covered so far. You can also check with the class if they have any questions on what was discussed so far. Use the time to share any relevant work experiences regarding the topic.</a:t>
            </a:r>
          </a:p>
        </p:txBody>
      </p:sp>
      <p:sp>
        <p:nvSpPr>
          <p:cNvPr id="4" name="Slide Number Placeholder 3"/>
          <p:cNvSpPr>
            <a:spLocks noGrp="1"/>
          </p:cNvSpPr>
          <p:nvPr>
            <p:ph type="sldNum" sz="quarter" idx="5"/>
          </p:nvPr>
        </p:nvSpPr>
        <p:spPr/>
        <p:txBody>
          <a:bodyPr/>
          <a:lstStyle/>
          <a:p>
            <a:fld id="{1618B97D-45A5-1E45-A1E0-6392C6E84CC6}" type="slidenum">
              <a:rPr lang="en-US" smtClean="0"/>
              <a:pPr/>
              <a:t>88</a:t>
            </a:fld>
            <a:endParaRPr lang="en-US"/>
          </a:p>
        </p:txBody>
      </p:sp>
    </p:spTree>
    <p:extLst>
      <p:ext uri="{BB962C8B-B14F-4D97-AF65-F5344CB8AC3E}">
        <p14:creationId xmlns:p14="http://schemas.microsoft.com/office/powerpoint/2010/main" val="38668586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b="0"/>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There will be 10 questions in this section.</a:t>
            </a:r>
          </a:p>
          <a:p>
            <a:pPr marL="171450" indent="-171450">
              <a:buFont typeface="Arial" panose="020B0604020202020204" pitchFamily="34" charset="0"/>
              <a:buChar char="•"/>
            </a:pPr>
            <a:r>
              <a:rPr lang="en-US" b="0"/>
              <a:t>Ask each question and encourage participation.</a:t>
            </a:r>
          </a:p>
          <a:p>
            <a:pPr marL="171450" indent="-171450">
              <a:buFont typeface="Arial" panose="020B0604020202020204" pitchFamily="34" charset="0"/>
              <a:buChar char="•"/>
            </a:pPr>
            <a:r>
              <a:rPr lang="en-US" b="0"/>
              <a:t>After the participants get a chance to give their answers, click the slide to reveal the answer.</a:t>
            </a:r>
          </a:p>
        </p:txBody>
      </p:sp>
      <p:sp>
        <p:nvSpPr>
          <p:cNvPr id="4" name="Slide Number Placeholder 3"/>
          <p:cNvSpPr>
            <a:spLocks noGrp="1"/>
          </p:cNvSpPr>
          <p:nvPr>
            <p:ph type="sldNum" sz="quarter" idx="5"/>
          </p:nvPr>
        </p:nvSpPr>
        <p:spPr/>
        <p:txBody>
          <a:bodyPr/>
          <a:lstStyle/>
          <a:p>
            <a:fld id="{1618B97D-45A5-1E45-A1E0-6392C6E84CC6}" type="slidenum">
              <a:rPr lang="en-US" smtClean="0"/>
              <a:pPr/>
              <a:t>89</a:t>
            </a:fld>
            <a:endParaRPr lang="en-US"/>
          </a:p>
        </p:txBody>
      </p:sp>
    </p:spTree>
    <p:extLst>
      <p:ext uri="{BB962C8B-B14F-4D97-AF65-F5344CB8AC3E}">
        <p14:creationId xmlns:p14="http://schemas.microsoft.com/office/powerpoint/2010/main" val="406434209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1618B97D-45A5-1E45-A1E0-6392C6E84CC6}" type="slidenum">
              <a:rPr lang="en-US" smtClean="0"/>
              <a:pPr/>
              <a:t>90</a:t>
            </a:fld>
            <a:endParaRPr lang="en-US"/>
          </a:p>
        </p:txBody>
      </p:sp>
    </p:spTree>
    <p:extLst>
      <p:ext uri="{BB962C8B-B14F-4D97-AF65-F5344CB8AC3E}">
        <p14:creationId xmlns:p14="http://schemas.microsoft.com/office/powerpoint/2010/main" val="189072253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an Automation Champion, Arden's role was to encourage and support his colleagues in the adoption of automation within the department. By sharing his experiences and helping others embrace the benefits of automation, Arden played an essential part in fostering an automation-centric mindset and furthering the success of automation initiatives within the organization.</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91</a:t>
            </a:fld>
            <a:endParaRPr lang="en-US"/>
          </a:p>
        </p:txBody>
      </p:sp>
    </p:spTree>
    <p:extLst>
      <p:ext uri="{BB962C8B-B14F-4D97-AF65-F5344CB8AC3E}">
        <p14:creationId xmlns:p14="http://schemas.microsoft.com/office/powerpoint/2010/main" val="244489587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1618B97D-45A5-1E45-A1E0-6392C6E84CC6}" type="slidenum">
              <a:rPr lang="en-US" smtClean="0"/>
              <a:pPr/>
              <a:t>92</a:t>
            </a:fld>
            <a:endParaRPr lang="en-US"/>
          </a:p>
        </p:txBody>
      </p:sp>
    </p:spTree>
    <p:extLst>
      <p:ext uri="{BB962C8B-B14F-4D97-AF65-F5344CB8AC3E}">
        <p14:creationId xmlns:p14="http://schemas.microsoft.com/office/powerpoint/2010/main" val="394924957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Attended in Tandem model supports users in real-time while they perform their tasks. In the given scenario, the customer service agent requires support in accessing and presenting data during a customer call. With an attended robot operating in tandem, the robot seamlessly works in the background, gathering and presenting the necessary information to the agent while the agent focuses on addressing the customer needs.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93</a:t>
            </a:fld>
            <a:endParaRPr lang="en-US"/>
          </a:p>
        </p:txBody>
      </p:sp>
    </p:spTree>
    <p:extLst>
      <p:ext uri="{BB962C8B-B14F-4D97-AF65-F5344CB8AC3E}">
        <p14:creationId xmlns:p14="http://schemas.microsoft.com/office/powerpoint/2010/main" val="116299234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1618B97D-45A5-1E45-A1E0-6392C6E84CC6}" type="slidenum">
              <a:rPr lang="en-US" smtClean="0"/>
              <a:pPr/>
              <a:t>94</a:t>
            </a:fld>
            <a:endParaRPr lang="en-US"/>
          </a:p>
        </p:txBody>
      </p:sp>
    </p:spTree>
    <p:extLst>
      <p:ext uri="{BB962C8B-B14F-4D97-AF65-F5344CB8AC3E}">
        <p14:creationId xmlns:p14="http://schemas.microsoft.com/office/powerpoint/2010/main" val="42982255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given scenario, the automation requires connections to Google Drive, Google Sheets, and Gmail, which are external third-party services. Installing a browser extension allows UiPath to communicate and work efficiently within browser tabs. The automation sends an email as part of the overall process. Configuring the email address is necessary to ensure the automation can access and use the correct account for sending emails.  Once the automation is set up and tested, publishing it helps make it easily accessible for future use. You can run it anytime you want; it doesn't require setting up a password or any peer approval.</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95</a:t>
            </a:fld>
            <a:endParaRPr lang="en-US"/>
          </a:p>
        </p:txBody>
      </p:sp>
    </p:spTree>
    <p:extLst>
      <p:ext uri="{BB962C8B-B14F-4D97-AF65-F5344CB8AC3E}">
        <p14:creationId xmlns:p14="http://schemas.microsoft.com/office/powerpoint/2010/main" val="3628883287"/>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1618B97D-45A5-1E45-A1E0-6392C6E84CC6}" type="slidenum">
              <a:rPr lang="en-US" smtClean="0"/>
              <a:pPr/>
              <a:t>96</a:t>
            </a:fld>
            <a:endParaRPr lang="en-US"/>
          </a:p>
        </p:txBody>
      </p:sp>
    </p:spTree>
    <p:extLst>
      <p:ext uri="{BB962C8B-B14F-4D97-AF65-F5344CB8AC3E}">
        <p14:creationId xmlns:p14="http://schemas.microsoft.com/office/powerpoint/2010/main" val="403415688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Fully unattended robots are designed to autonomously perform tasks within an automation process. For example, in the global financial services company scenario, the unattended robot completes the entire data collation process from multiple systems utilizing its pre-programmed instructions. It executes the process consistently and efficiently, freeing up human resources for more value-added tasks and minimizing the risk of manual errors. The robot alerts humans only when exceptions occur, thereby demonstrating its ability to operate without the need for constant human supervision or intervention.</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97</a:t>
            </a:fld>
            <a:endParaRPr lang="en-US"/>
          </a:p>
        </p:txBody>
      </p:sp>
    </p:spTree>
    <p:extLst>
      <p:ext uri="{BB962C8B-B14F-4D97-AF65-F5344CB8AC3E}">
        <p14:creationId xmlns:p14="http://schemas.microsoft.com/office/powerpoint/2010/main" val="19086836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1618B97D-45A5-1E45-A1E0-6392C6E84CC6}" type="slidenum">
              <a:rPr lang="en-US" smtClean="0"/>
              <a:pPr/>
              <a:t>98</a:t>
            </a:fld>
            <a:endParaRPr lang="en-US"/>
          </a:p>
        </p:txBody>
      </p:sp>
    </p:spTree>
    <p:extLst>
      <p:ext uri="{BB962C8B-B14F-4D97-AF65-F5344CB8AC3E}">
        <p14:creationId xmlns:p14="http://schemas.microsoft.com/office/powerpoint/2010/main" val="72037744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Process Assessment takes into account factors such as the benefits of automation (e.g., time savings, error reduction), the ease of development and implementation, and how much the process is expected to change.</a:t>
            </a:r>
          </a:p>
          <a:p>
            <a:endParaRPr lang="en-US"/>
          </a:p>
          <a:p>
            <a:r>
              <a:rPr lang="en-US"/>
              <a:t>By analyzing these factors and calculating an automation score, the Process Assessment tool provides a comprehensive assessment of the feasibility and potential impact of automation. This helps Taylor and the company make informed decisions about whether to proceed with automating the invoice processing task and how it might benefit employees and the organization.</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99</a:t>
            </a:fld>
            <a:endParaRPr lang="en-US"/>
          </a:p>
        </p:txBody>
      </p:sp>
    </p:spTree>
    <p:extLst>
      <p:ext uri="{BB962C8B-B14F-4D97-AF65-F5344CB8AC3E}">
        <p14:creationId xmlns:p14="http://schemas.microsoft.com/office/powerpoint/2010/main" val="427735811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1618B97D-45A5-1E45-A1E0-6392C6E84CC6}" type="slidenum">
              <a:rPr lang="en-US" smtClean="0"/>
              <a:pPr/>
              <a:t>100</a:t>
            </a:fld>
            <a:endParaRPr lang="en-US"/>
          </a:p>
        </p:txBody>
      </p:sp>
    </p:spTree>
    <p:extLst>
      <p:ext uri="{BB962C8B-B14F-4D97-AF65-F5344CB8AC3E}">
        <p14:creationId xmlns:p14="http://schemas.microsoft.com/office/powerpoint/2010/main" val="66694027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Hybrid automation refers to a combination of both attended and unattended robots working together within a unified platform. In this approach, attended robots typically assist with user-facing tasks, while unattended robots focus on handling heavy back-end processing. By combining the capabilities of both robot types, hybrid automation can automate end-to-end business processes more effectively.</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101</a:t>
            </a:fld>
            <a:endParaRPr lang="en-US"/>
          </a:p>
        </p:txBody>
      </p:sp>
    </p:spTree>
    <p:extLst>
      <p:ext uri="{BB962C8B-B14F-4D97-AF65-F5344CB8AC3E}">
        <p14:creationId xmlns:p14="http://schemas.microsoft.com/office/powerpoint/2010/main" val="107342630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1618B97D-45A5-1E45-A1E0-6392C6E84CC6}" type="slidenum">
              <a:rPr lang="en-US" smtClean="0"/>
              <a:pPr/>
              <a:t>102</a:t>
            </a:fld>
            <a:endParaRPr lang="en-US"/>
          </a:p>
        </p:txBody>
      </p:sp>
    </p:spTree>
    <p:extLst>
      <p:ext uri="{BB962C8B-B14F-4D97-AF65-F5344CB8AC3E}">
        <p14:creationId xmlns:p14="http://schemas.microsoft.com/office/powerpoint/2010/main" val="51550491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primary objective of automation is to improve work processes by reducing the need for manual labor, especially for repetitive tasks. This leads to increased efficiency, as tasks can be performed more quickly and accurately by automation tools. Nevertheless, let's not forget that robots, while they mimic human behavior, aren't capable of everything we, humans, are.</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103</a:t>
            </a:fld>
            <a:endParaRPr lang="en-US"/>
          </a:p>
        </p:txBody>
      </p:sp>
    </p:spTree>
    <p:extLst>
      <p:ext uri="{BB962C8B-B14F-4D97-AF65-F5344CB8AC3E}">
        <p14:creationId xmlns:p14="http://schemas.microsoft.com/office/powerpoint/2010/main" val="397617905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1618B97D-45A5-1E45-A1E0-6392C6E84CC6}" type="slidenum">
              <a:rPr lang="en-US" smtClean="0"/>
              <a:pPr/>
              <a:t>104</a:t>
            </a:fld>
            <a:endParaRPr lang="en-US"/>
          </a:p>
        </p:txBody>
      </p:sp>
    </p:spTree>
    <p:extLst>
      <p:ext uri="{BB962C8B-B14F-4D97-AF65-F5344CB8AC3E}">
        <p14:creationId xmlns:p14="http://schemas.microsoft.com/office/powerpoint/2010/main" val="3679139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Automation streamlines business processes through software robots, which execute tasks efficiently and consistently. This leads to improved process management and operational efficiency. By automating tasks, businesses minimize human error, enhance data quality, and free up employees of repetitive work. However, robots are not humans. They execute automation workflows with clear instructions, built by humans. They cannot make decisions independently, outside of their instructions' scope.</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105</a:t>
            </a:fld>
            <a:endParaRPr lang="en-US"/>
          </a:p>
        </p:txBody>
      </p:sp>
    </p:spTree>
    <p:extLst>
      <p:ext uri="{BB962C8B-B14F-4D97-AF65-F5344CB8AC3E}">
        <p14:creationId xmlns:p14="http://schemas.microsoft.com/office/powerpoint/2010/main" val="10939927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1618B97D-45A5-1E45-A1E0-6392C6E84CC6}" type="slidenum">
              <a:rPr lang="en-US" smtClean="0"/>
              <a:pPr/>
              <a:t>106</a:t>
            </a:fld>
            <a:endParaRPr lang="en-US"/>
          </a:p>
        </p:txBody>
      </p:sp>
    </p:spTree>
    <p:extLst>
      <p:ext uri="{BB962C8B-B14F-4D97-AF65-F5344CB8AC3E}">
        <p14:creationId xmlns:p14="http://schemas.microsoft.com/office/powerpoint/2010/main" val="341073451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By establishing connections with these third-party services, the automation can perform the intended tasks accurately, which is essential for a successful automation run. These connections enable the automation to perform tasks across multiple applications, facilitating seamless data exchange and process execution between different platforms.</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107</a:t>
            </a:fld>
            <a:endParaRPr lang="en-US"/>
          </a:p>
        </p:txBody>
      </p:sp>
    </p:spTree>
    <p:extLst>
      <p:ext uri="{BB962C8B-B14F-4D97-AF65-F5344CB8AC3E}">
        <p14:creationId xmlns:p14="http://schemas.microsoft.com/office/powerpoint/2010/main" val="264949186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1618B97D-45A5-1E45-A1E0-6392C6E84CC6}" type="slidenum">
              <a:rPr lang="en-US" smtClean="0"/>
              <a:pPr/>
              <a:t>108</a:t>
            </a:fld>
            <a:endParaRPr lang="en-US"/>
          </a:p>
        </p:txBody>
      </p:sp>
    </p:spTree>
    <p:extLst>
      <p:ext uri="{BB962C8B-B14F-4D97-AF65-F5344CB8AC3E}">
        <p14:creationId xmlns:p14="http://schemas.microsoft.com/office/powerpoint/2010/main" val="380472637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Tasks and processes requiring complex decision-making and creativity, with a high degree of unpredictability or that are constantly evolving, are best suited for people to handle. The robots are able to pick up whatever tedious, repetitive work remains! They aren't capable of "thinking" on their own, so judgment calls or working in an unknown scenario are out of the question.</a:t>
            </a:r>
            <a:endParaRPr lang="en-IN"/>
          </a:p>
        </p:txBody>
      </p:sp>
      <p:sp>
        <p:nvSpPr>
          <p:cNvPr id="4" name="Slide Number Placeholder 3"/>
          <p:cNvSpPr>
            <a:spLocks noGrp="1"/>
          </p:cNvSpPr>
          <p:nvPr>
            <p:ph type="sldNum" sz="quarter" idx="5"/>
          </p:nvPr>
        </p:nvSpPr>
        <p:spPr/>
        <p:txBody>
          <a:bodyPr/>
          <a:lstStyle/>
          <a:p>
            <a:fld id="{1618B97D-45A5-1E45-A1E0-6392C6E84CC6}" type="slidenum">
              <a:rPr lang="en-US" smtClean="0"/>
              <a:pPr/>
              <a:t>109</a:t>
            </a:fld>
            <a:endParaRPr lang="en-US"/>
          </a:p>
        </p:txBody>
      </p:sp>
    </p:spTree>
    <p:extLst>
      <p:ext uri="{BB962C8B-B14F-4D97-AF65-F5344CB8AC3E}">
        <p14:creationId xmlns:p14="http://schemas.microsoft.com/office/powerpoint/2010/main" val="394466470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Facilitator notes</a:t>
            </a:r>
            <a:r>
              <a:rPr lang="en-US"/>
              <a:t>: </a:t>
            </a:r>
          </a:p>
          <a:p>
            <a:r>
              <a:rPr lang="en-US"/>
              <a:t>Open up the classroom for discussions on what was covered so far. You can also check with the class if they have any questions on what was discussed so far. Use the time to share any relevant work experiences regarding the topic.</a:t>
            </a:r>
          </a:p>
        </p:txBody>
      </p:sp>
      <p:sp>
        <p:nvSpPr>
          <p:cNvPr id="4" name="Slide Number Placeholder 3"/>
          <p:cNvSpPr>
            <a:spLocks noGrp="1"/>
          </p:cNvSpPr>
          <p:nvPr>
            <p:ph type="sldNum" sz="quarter" idx="5"/>
          </p:nvPr>
        </p:nvSpPr>
        <p:spPr/>
        <p:txBody>
          <a:bodyPr/>
          <a:lstStyle/>
          <a:p>
            <a:fld id="{1618B97D-45A5-1E45-A1E0-6392C6E84CC6}" type="slidenum">
              <a:rPr lang="en-US" smtClean="0"/>
              <a:pPr/>
              <a:t>110</a:t>
            </a:fld>
            <a:endParaRPr lang="en-US"/>
          </a:p>
        </p:txBody>
      </p:sp>
    </p:spTree>
    <p:extLst>
      <p:ext uri="{BB962C8B-B14F-4D97-AF65-F5344CB8AC3E}">
        <p14:creationId xmlns:p14="http://schemas.microsoft.com/office/powerpoint/2010/main" val="299696240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Arial" panose="020B0604020202020204" pitchFamily="34" charset="0"/>
                <a:ea typeface="Times New Roman" panose="02020603050405020304" pitchFamily="18" charset="0"/>
                <a:cs typeface="Times New Roman" panose="02020603050405020304" pitchFamily="18" charset="0"/>
              </a:rPr>
              <a:t>We hope you found the materials insightful and that they added great value to your session. As part of our commitment to continuous improvement and since we provide these resources for free, we have a small favor to ask: spend a few minutes filling in the feedback form at the end of the presentation deck.</a:t>
            </a:r>
            <a:br>
              <a:rPr lang="en-US" sz="1800" dirty="0">
                <a:effectLst/>
                <a:latin typeface="Arial" panose="020B0604020202020204" pitchFamily="34" charset="0"/>
                <a:ea typeface="Times New Roman" panose="02020603050405020304" pitchFamily="18" charset="0"/>
                <a:cs typeface="Times New Roman" panose="02020603050405020304" pitchFamily="18" charset="0"/>
              </a:rPr>
            </a:br>
            <a:br>
              <a:rPr lang="en-US" sz="1800" dirty="0">
                <a:effectLst/>
                <a:latin typeface="Arial" panose="020B0604020202020204" pitchFamily="34" charset="0"/>
                <a:ea typeface="Times New Roman" panose="02020603050405020304" pitchFamily="18" charset="0"/>
                <a:cs typeface="Times New Roman" panose="02020603050405020304" pitchFamily="18" charset="0"/>
              </a:rPr>
            </a:br>
            <a:r>
              <a:rPr lang="en-US" sz="1800" dirty="0">
                <a:effectLst/>
                <a:latin typeface="Arial" panose="020B0604020202020204" pitchFamily="34" charset="0"/>
                <a:ea typeface="Times New Roman" panose="02020603050405020304" pitchFamily="18" charset="0"/>
                <a:cs typeface="Times New Roman" panose="02020603050405020304" pitchFamily="18" charset="0"/>
              </a:rPr>
              <a:t>Your insights and experiences are incredibly valuable to us. They help us fine-tune our materials and ensure they remain top-notch for future trainers like you.</a:t>
            </a:r>
          </a:p>
          <a:p>
            <a:endParaRPr lang="en-IN" dirty="0"/>
          </a:p>
        </p:txBody>
      </p:sp>
      <p:sp>
        <p:nvSpPr>
          <p:cNvPr id="4" name="Slide Number Placeholder 3"/>
          <p:cNvSpPr>
            <a:spLocks noGrp="1"/>
          </p:cNvSpPr>
          <p:nvPr>
            <p:ph type="sldNum" sz="quarter" idx="5"/>
          </p:nvPr>
        </p:nvSpPr>
        <p:spPr/>
        <p:txBody>
          <a:bodyPr/>
          <a:lstStyle/>
          <a:p>
            <a:fld id="{1618B97D-45A5-1E45-A1E0-6392C6E84CC6}" type="slidenum">
              <a:rPr lang="en-US" smtClean="0"/>
              <a:pPr/>
              <a:t>111</a:t>
            </a:fld>
            <a:endParaRPr lang="en-US"/>
          </a:p>
        </p:txBody>
      </p:sp>
    </p:spTree>
    <p:extLst>
      <p:ext uri="{BB962C8B-B14F-4D97-AF65-F5344CB8AC3E}">
        <p14:creationId xmlns:p14="http://schemas.microsoft.com/office/powerpoint/2010/main" val="7888766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 Grid Light">
    <p:bg>
      <p:bgPr>
        <a:solidFill>
          <a:schemeClr val="bg2"/>
        </a:solidFill>
        <a:effectLst/>
      </p:bgPr>
    </p:bg>
    <p:spTree>
      <p:nvGrpSpPr>
        <p:cNvPr id="1" name=""/>
        <p:cNvGrpSpPr/>
        <p:nvPr/>
      </p:nvGrpSpPr>
      <p:grpSpPr>
        <a:xfrm>
          <a:off x="0" y="0"/>
          <a:ext cx="0" cy="0"/>
          <a:chOff x="0" y="0"/>
          <a:chExt cx="0" cy="0"/>
        </a:xfrm>
      </p:grpSpPr>
      <p:sp>
        <p:nvSpPr>
          <p:cNvPr id="11" name="Text Placeholder 49">
            <a:extLst>
              <a:ext uri="{FF2B5EF4-FFF2-40B4-BE49-F238E27FC236}">
                <a16:creationId xmlns:a16="http://schemas.microsoft.com/office/drawing/2014/main" id="{DAF349EE-15E0-4D63-402B-3D4B0E568C05}"/>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F7F8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defPPr>
              <a:defRPr lang="en-US"/>
            </a:defPPr>
            <a:lvl1pPr algn="ctr">
              <a:defRPr sz="1400" b="0" i="0">
                <a:solidFill>
                  <a:schemeClr val="lt1"/>
                </a:solidFill>
                <a:latin typeface="Aria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US"/>
              <a:t> </a:t>
            </a:r>
          </a:p>
        </p:txBody>
      </p:sp>
      <p:sp>
        <p:nvSpPr>
          <p:cNvPr id="12" name="Title 1">
            <a:extLst>
              <a:ext uri="{FF2B5EF4-FFF2-40B4-BE49-F238E27FC236}">
                <a16:creationId xmlns:a16="http://schemas.microsoft.com/office/drawing/2014/main" id="{48E45662-DAF0-B5F7-2F10-FFA8038EF528}"/>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3" name="Subtitle 2">
            <a:extLst>
              <a:ext uri="{FF2B5EF4-FFF2-40B4-BE49-F238E27FC236}">
                <a16:creationId xmlns:a16="http://schemas.microsoft.com/office/drawing/2014/main" id="{C571FA59-CA6F-590D-00FF-C401CE55EC67}"/>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15" name="Freeform: Shape 14">
            <a:extLst>
              <a:ext uri="{FF2B5EF4-FFF2-40B4-BE49-F238E27FC236}">
                <a16:creationId xmlns:a16="http://schemas.microsoft.com/office/drawing/2014/main" id="{5A064ED6-9387-324C-0004-695EF52C66D5}"/>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F7F8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endParaRPr lang="en-US" sz="1400" b="0" i="0" err="1">
              <a:latin typeface="Arial"/>
              <a:cs typeface="Arial"/>
            </a:endParaRPr>
          </a:p>
        </p:txBody>
      </p:sp>
      <p:sp>
        <p:nvSpPr>
          <p:cNvPr id="3" name="Text Placeholder 2">
            <a:extLst>
              <a:ext uri="{FF2B5EF4-FFF2-40B4-BE49-F238E27FC236}">
                <a16:creationId xmlns:a16="http://schemas.microsoft.com/office/drawing/2014/main" id="{B2C10D74-2933-36CD-BE03-671857424937}"/>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5" name="Graphic 4">
            <a:extLst>
              <a:ext uri="{FF2B5EF4-FFF2-40B4-BE49-F238E27FC236}">
                <a16:creationId xmlns:a16="http://schemas.microsoft.com/office/drawing/2014/main" id="{A907CC2B-8786-1E0C-9008-7A49526971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pic>
        <p:nvPicPr>
          <p:cNvPr id="2" name="Picture 1" descr="A blue circle with yellow wings&#10;&#10;Description automatically generated">
            <a:extLst>
              <a:ext uri="{FF2B5EF4-FFF2-40B4-BE49-F238E27FC236}">
                <a16:creationId xmlns:a16="http://schemas.microsoft.com/office/drawing/2014/main" id="{C7777B5C-2A98-0F54-9621-266A64787F4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6342794" y="3293171"/>
            <a:ext cx="1429637" cy="1313147"/>
          </a:xfrm>
          <a:prstGeom prst="rect">
            <a:avLst/>
          </a:prstGeom>
        </p:spPr>
      </p:pic>
    </p:spTree>
    <p:extLst>
      <p:ext uri="{BB962C8B-B14F-4D97-AF65-F5344CB8AC3E}">
        <p14:creationId xmlns:p14="http://schemas.microsoft.com/office/powerpoint/2010/main" val="1556497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Title – Grid Light">
    <p:bg>
      <p:bgPr>
        <a:solidFill>
          <a:schemeClr val="bg1"/>
        </a:solidFill>
        <a:effectLst/>
      </p:bgPr>
    </p:bg>
    <p:spTree>
      <p:nvGrpSpPr>
        <p:cNvPr id="1" name=""/>
        <p:cNvGrpSpPr/>
        <p:nvPr/>
      </p:nvGrpSpPr>
      <p:grpSpPr>
        <a:xfrm>
          <a:off x="0" y="0"/>
          <a:ext cx="0" cy="0"/>
          <a:chOff x="0" y="0"/>
          <a:chExt cx="0" cy="0"/>
        </a:xfrm>
      </p:grpSpPr>
      <p:sp>
        <p:nvSpPr>
          <p:cNvPr id="11" name="Text Placeholder 49">
            <a:extLst>
              <a:ext uri="{FF2B5EF4-FFF2-40B4-BE49-F238E27FC236}">
                <a16:creationId xmlns:a16="http://schemas.microsoft.com/office/drawing/2014/main" id="{C795E2C7-2480-AF84-5352-DC0544D19F29}"/>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E7EAEA"/>
          </a:solidFill>
        </p:spPr>
        <p:txBody>
          <a:bodyPr wrap="square">
            <a:noAutofit/>
          </a:bodyPr>
          <a:lstStyle>
            <a:defPPr>
              <a:defRPr lang="en-US"/>
            </a:defPPr>
            <a:lvl1pPr lvl="0" indent="0">
              <a:spcBef>
                <a:spcPts val="1000"/>
              </a:spcBef>
              <a:buFont typeface="Arial"/>
              <a:buNone/>
              <a:defRPr sz="2000">
                <a:solidFill>
                  <a:schemeClr val="bg1">
                    <a:alpha val="0"/>
                  </a:schemeClr>
                </a:solidFill>
                <a:latin typeface="Arial"/>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r>
              <a:rPr lang="en-US"/>
              <a:t> </a:t>
            </a:r>
          </a:p>
        </p:txBody>
      </p:sp>
      <p:sp>
        <p:nvSpPr>
          <p:cNvPr id="12" name="Title 1">
            <a:extLst>
              <a:ext uri="{FF2B5EF4-FFF2-40B4-BE49-F238E27FC236}">
                <a16:creationId xmlns:a16="http://schemas.microsoft.com/office/drawing/2014/main" id="{4AE31830-24C9-FD14-C2B8-6C5E7CAA9003}"/>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3" name="Subtitle 2">
            <a:extLst>
              <a:ext uri="{FF2B5EF4-FFF2-40B4-BE49-F238E27FC236}">
                <a16:creationId xmlns:a16="http://schemas.microsoft.com/office/drawing/2014/main" id="{A5CC6D0C-2F94-7BEB-DC67-21D0FBBA86F1}"/>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15" name="Freeform: Shape 14">
            <a:extLst>
              <a:ext uri="{FF2B5EF4-FFF2-40B4-BE49-F238E27FC236}">
                <a16:creationId xmlns:a16="http://schemas.microsoft.com/office/drawing/2014/main" id="{0D596B23-50C7-51BE-557E-C3757D06CEB3}"/>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E7EAEA"/>
          </a:solidFill>
        </p:spPr>
        <p:txBody>
          <a:bodyPr wrap="square">
            <a:noAutofit/>
          </a:bodyPr>
          <a:lstStyle/>
          <a:p>
            <a:pPr lvl="0" indent="0">
              <a:spcBef>
                <a:spcPts val="1000"/>
              </a:spcBef>
              <a:buFont typeface="Arial"/>
              <a:buNone/>
            </a:pPr>
            <a:endParaRPr lang="en-US" sz="2000" err="1">
              <a:solidFill>
                <a:schemeClr val="bg1">
                  <a:alpha val="0"/>
                </a:schemeClr>
              </a:solidFill>
              <a:latin typeface="Arial"/>
              <a:cs typeface="Arial"/>
            </a:endParaRPr>
          </a:p>
        </p:txBody>
      </p:sp>
      <p:sp>
        <p:nvSpPr>
          <p:cNvPr id="2" name="Text Placeholder 2">
            <a:extLst>
              <a:ext uri="{FF2B5EF4-FFF2-40B4-BE49-F238E27FC236}">
                <a16:creationId xmlns:a16="http://schemas.microsoft.com/office/drawing/2014/main" id="{0F81E19B-60BF-BCEF-FC48-D2529F23B21B}"/>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4" name="Graphic 3">
            <a:extLst>
              <a:ext uri="{FF2B5EF4-FFF2-40B4-BE49-F238E27FC236}">
                <a16:creationId xmlns:a16="http://schemas.microsoft.com/office/drawing/2014/main" id="{B8EA3B92-7037-D9B9-E647-220FA73189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pic>
        <p:nvPicPr>
          <p:cNvPr id="3" name="Picture 2" descr="A cartoon orange ball with blue and black legs&#10;&#10;Description automatically generated">
            <a:extLst>
              <a:ext uri="{FF2B5EF4-FFF2-40B4-BE49-F238E27FC236}">
                <a16:creationId xmlns:a16="http://schemas.microsoft.com/office/drawing/2014/main" id="{BF5F0995-556E-E081-FA84-B65D1993D98D}"/>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rot="19832988" flipH="1">
            <a:off x="6762950" y="2239781"/>
            <a:ext cx="2091031" cy="2165711"/>
          </a:xfrm>
          <a:prstGeom prst="rect">
            <a:avLst/>
          </a:prstGeom>
        </p:spPr>
      </p:pic>
    </p:spTree>
    <p:extLst>
      <p:ext uri="{BB962C8B-B14F-4D97-AF65-F5344CB8AC3E}">
        <p14:creationId xmlns:p14="http://schemas.microsoft.com/office/powerpoint/2010/main" val="1209803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Title – Grid Light">
    <p:bg>
      <p:bgPr>
        <a:solidFill>
          <a:schemeClr val="bg1"/>
        </a:solidFill>
        <a:effectLst/>
      </p:bgPr>
    </p:bg>
    <p:spTree>
      <p:nvGrpSpPr>
        <p:cNvPr id="1" name=""/>
        <p:cNvGrpSpPr/>
        <p:nvPr/>
      </p:nvGrpSpPr>
      <p:grpSpPr>
        <a:xfrm>
          <a:off x="0" y="0"/>
          <a:ext cx="0" cy="0"/>
          <a:chOff x="0" y="0"/>
          <a:chExt cx="0" cy="0"/>
        </a:xfrm>
      </p:grpSpPr>
      <p:sp>
        <p:nvSpPr>
          <p:cNvPr id="12" name="Text Placeholder 49">
            <a:extLst>
              <a:ext uri="{FF2B5EF4-FFF2-40B4-BE49-F238E27FC236}">
                <a16:creationId xmlns:a16="http://schemas.microsoft.com/office/drawing/2014/main" id="{E409AA73-CDC0-765C-694A-2D6DFEB8FDB4}"/>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E7EAEA"/>
          </a:solidFill>
        </p:spPr>
        <p:txBody>
          <a:bodyPr wrap="square">
            <a:noAutofit/>
          </a:bodyPr>
          <a:lstStyle>
            <a:defPPr>
              <a:defRPr lang="en-US"/>
            </a:defPPr>
            <a:lvl1pPr lvl="0" indent="0">
              <a:spcBef>
                <a:spcPts val="1000"/>
              </a:spcBef>
              <a:buFont typeface="Arial"/>
              <a:buNone/>
              <a:defRPr sz="2000">
                <a:solidFill>
                  <a:schemeClr val="bg1">
                    <a:alpha val="0"/>
                  </a:schemeClr>
                </a:solidFill>
                <a:latin typeface="Arial"/>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r>
              <a:rPr lang="en-US"/>
              <a:t> </a:t>
            </a:r>
          </a:p>
        </p:txBody>
      </p:sp>
      <p:sp>
        <p:nvSpPr>
          <p:cNvPr id="13" name="Freeform: Shape 12">
            <a:extLst>
              <a:ext uri="{FF2B5EF4-FFF2-40B4-BE49-F238E27FC236}">
                <a16:creationId xmlns:a16="http://schemas.microsoft.com/office/drawing/2014/main" id="{885C7D94-3E00-5250-D2FC-2DC0FB4C43E5}"/>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E7EAEA"/>
          </a:solidFill>
        </p:spPr>
        <p:txBody>
          <a:bodyPr wrap="square">
            <a:noAutofit/>
          </a:bodyPr>
          <a:lstStyle/>
          <a:p>
            <a:pPr lvl="0" indent="0">
              <a:spcBef>
                <a:spcPts val="1000"/>
              </a:spcBef>
              <a:buFont typeface="Arial"/>
              <a:buNone/>
            </a:pPr>
            <a:endParaRPr lang="en-US" sz="2000" err="1">
              <a:solidFill>
                <a:schemeClr val="bg1">
                  <a:alpha val="0"/>
                </a:schemeClr>
              </a:solidFill>
              <a:latin typeface="Arial"/>
              <a:cs typeface="Arial"/>
            </a:endParaRPr>
          </a:p>
        </p:txBody>
      </p:sp>
      <p:sp>
        <p:nvSpPr>
          <p:cNvPr id="14" name="Title 1">
            <a:extLst>
              <a:ext uri="{FF2B5EF4-FFF2-40B4-BE49-F238E27FC236}">
                <a16:creationId xmlns:a16="http://schemas.microsoft.com/office/drawing/2014/main" id="{7242CCC4-1787-F7E5-8E54-B36340B4A373}"/>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5" name="Subtitle 2">
            <a:extLst>
              <a:ext uri="{FF2B5EF4-FFF2-40B4-BE49-F238E27FC236}">
                <a16:creationId xmlns:a16="http://schemas.microsoft.com/office/drawing/2014/main" id="{32B9D6E8-245C-3C54-92E0-315B8D8172AF}"/>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2" name="Text Placeholder 2">
            <a:extLst>
              <a:ext uri="{FF2B5EF4-FFF2-40B4-BE49-F238E27FC236}">
                <a16:creationId xmlns:a16="http://schemas.microsoft.com/office/drawing/2014/main" id="{00143333-DBBD-FD7F-B20A-BA3A743DECCF}"/>
              </a:ext>
            </a:extLst>
          </p:cNvPr>
          <p:cNvSpPr>
            <a:spLocks noGrp="1"/>
          </p:cNvSpPr>
          <p:nvPr>
            <p:ph type="body" sz="quarter" idx="10"/>
          </p:nvPr>
        </p:nvSpPr>
        <p:spPr>
          <a:xfrm>
            <a:off x="9109166" y="6221029"/>
            <a:ext cx="2700248"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4" name="Graphic 3">
            <a:extLst>
              <a:ext uri="{FF2B5EF4-FFF2-40B4-BE49-F238E27FC236}">
                <a16:creationId xmlns:a16="http://schemas.microsoft.com/office/drawing/2014/main" id="{DFCAAEA0-B7F6-7329-D5BA-2F8124E7A7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pic>
        <p:nvPicPr>
          <p:cNvPr id="20" name="Picture 19" descr="Logo&#10;&#10;Description automatically generated">
            <a:extLst>
              <a:ext uri="{FF2B5EF4-FFF2-40B4-BE49-F238E27FC236}">
                <a16:creationId xmlns:a16="http://schemas.microsoft.com/office/drawing/2014/main" id="{ADBEE0A5-6977-0DCC-B175-EACC6024AF9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6045200" y="4457699"/>
            <a:ext cx="3730692" cy="2414587"/>
          </a:xfrm>
          <a:prstGeom prst="rect">
            <a:avLst/>
          </a:prstGeom>
        </p:spPr>
      </p:pic>
    </p:spTree>
    <p:extLst>
      <p:ext uri="{BB962C8B-B14F-4D97-AF65-F5344CB8AC3E}">
        <p14:creationId xmlns:p14="http://schemas.microsoft.com/office/powerpoint/2010/main" val="1956922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Title – Grid Light">
    <p:bg>
      <p:bgPr>
        <a:solidFill>
          <a:schemeClr val="accent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53767F06-786F-3D4D-337E-4B3833A9482B}"/>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FB5C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endParaRPr lang="en-US" sz="1400" b="0" i="0" err="1">
              <a:latin typeface="Arial"/>
              <a:cs typeface="Arial"/>
            </a:endParaRPr>
          </a:p>
        </p:txBody>
      </p:sp>
      <p:sp>
        <p:nvSpPr>
          <p:cNvPr id="12" name="Text Placeholder 49">
            <a:extLst>
              <a:ext uri="{FF2B5EF4-FFF2-40B4-BE49-F238E27FC236}">
                <a16:creationId xmlns:a16="http://schemas.microsoft.com/office/drawing/2014/main" id="{C5971528-7519-8D27-8319-0BAC38167AD0}"/>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FB5C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defPPr>
              <a:defRPr lang="en-US"/>
            </a:defPPr>
            <a:lvl1pPr algn="ctr">
              <a:defRPr sz="1400" b="0" i="0">
                <a:solidFill>
                  <a:schemeClr val="lt1"/>
                </a:solidFill>
                <a:latin typeface="Aria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US"/>
              <a:t> </a:t>
            </a:r>
          </a:p>
        </p:txBody>
      </p:sp>
      <p:sp>
        <p:nvSpPr>
          <p:cNvPr id="13" name="Title 1">
            <a:extLst>
              <a:ext uri="{FF2B5EF4-FFF2-40B4-BE49-F238E27FC236}">
                <a16:creationId xmlns:a16="http://schemas.microsoft.com/office/drawing/2014/main" id="{8029EDDE-5913-D770-3D7E-8AA9DD50B47A}"/>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bg1"/>
                </a:solidFill>
                <a:latin typeface="Arial"/>
                <a:cs typeface="Arial"/>
              </a:defRPr>
            </a:lvl1pPr>
          </a:lstStyle>
          <a:p>
            <a:r>
              <a:rPr lang="en-US"/>
              <a:t>Click to edit Master title style</a:t>
            </a:r>
          </a:p>
        </p:txBody>
      </p:sp>
      <p:sp>
        <p:nvSpPr>
          <p:cNvPr id="14" name="Subtitle 2">
            <a:extLst>
              <a:ext uri="{FF2B5EF4-FFF2-40B4-BE49-F238E27FC236}">
                <a16:creationId xmlns:a16="http://schemas.microsoft.com/office/drawing/2014/main" id="{C3750264-570F-EC56-3569-348B69241068}"/>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2" name="Text Placeholder 2">
            <a:extLst>
              <a:ext uri="{FF2B5EF4-FFF2-40B4-BE49-F238E27FC236}">
                <a16:creationId xmlns:a16="http://schemas.microsoft.com/office/drawing/2014/main" id="{1599BBD5-72F2-F62D-3703-8A7CB82D7EF9}"/>
              </a:ext>
            </a:extLst>
          </p:cNvPr>
          <p:cNvSpPr>
            <a:spLocks noGrp="1"/>
          </p:cNvSpPr>
          <p:nvPr>
            <p:ph type="body" sz="quarter" idx="10"/>
          </p:nvPr>
        </p:nvSpPr>
        <p:spPr>
          <a:xfrm>
            <a:off x="9109166" y="6221029"/>
            <a:ext cx="2700248" cy="357052"/>
          </a:xfrm>
        </p:spPr>
        <p:txBody>
          <a:bodyPr anchor="b" anchorCtr="0"/>
          <a:lstStyle>
            <a:lvl1pPr algn="r">
              <a:defRPr sz="800">
                <a:solidFill>
                  <a:schemeClr val="bg1"/>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3" name="Graphic 2">
            <a:extLst>
              <a:ext uri="{FF2B5EF4-FFF2-40B4-BE49-F238E27FC236}">
                <a16:creationId xmlns:a16="http://schemas.microsoft.com/office/drawing/2014/main" id="{CC217187-B9BF-BF40-2265-A7F664D747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pic>
        <p:nvPicPr>
          <p:cNvPr id="4" name="Picture 3" descr="A blue circle with yellow wings&#10;&#10;Description automatically generated">
            <a:extLst>
              <a:ext uri="{FF2B5EF4-FFF2-40B4-BE49-F238E27FC236}">
                <a16:creationId xmlns:a16="http://schemas.microsoft.com/office/drawing/2014/main" id="{E47DA0B7-656C-F719-474B-A7811B17A76C}"/>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6912092" y="4828431"/>
            <a:ext cx="1516136" cy="1392598"/>
          </a:xfrm>
          <a:prstGeom prst="rect">
            <a:avLst/>
          </a:prstGeom>
        </p:spPr>
      </p:pic>
    </p:spTree>
    <p:extLst>
      <p:ext uri="{BB962C8B-B14F-4D97-AF65-F5344CB8AC3E}">
        <p14:creationId xmlns:p14="http://schemas.microsoft.com/office/powerpoint/2010/main" val="1645328326"/>
      </p:ext>
    </p:extLst>
  </p:cSld>
  <p:clrMapOvr>
    <a:masterClrMapping/>
  </p:clrMapOvr>
  <p:extLst>
    <p:ext uri="{DCECCB84-F9BA-43D5-87BE-67443E8EF086}">
      <p15:sldGuideLst xmlns:p15="http://schemas.microsoft.com/office/powerpoint/2012/main">
        <p15:guide id="1" pos="38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 Grid Light">
    <p:bg>
      <p:bgPr>
        <a:solidFill>
          <a:schemeClr val="bg2"/>
        </a:solidFill>
        <a:effectLst/>
      </p:bgPr>
    </p:bg>
    <p:spTree>
      <p:nvGrpSpPr>
        <p:cNvPr id="1" name=""/>
        <p:cNvGrpSpPr/>
        <p:nvPr/>
      </p:nvGrpSpPr>
      <p:grpSpPr>
        <a:xfrm>
          <a:off x="0" y="0"/>
          <a:ext cx="0" cy="0"/>
          <a:chOff x="0" y="0"/>
          <a:chExt cx="0" cy="0"/>
        </a:xfrm>
      </p:grpSpPr>
      <p:sp>
        <p:nvSpPr>
          <p:cNvPr id="8" name="Text Placeholder 83">
            <a:extLst>
              <a:ext uri="{FF2B5EF4-FFF2-40B4-BE49-F238E27FC236}">
                <a16:creationId xmlns:a16="http://schemas.microsoft.com/office/drawing/2014/main" id="{82565F88-E481-C6A7-E9D5-51E8342A7C1A}"/>
              </a:ext>
            </a:extLst>
          </p:cNvPr>
          <p:cNvSpPr txBox="1">
            <a:spLocks/>
          </p:cNvSpPr>
          <p:nvPr userDrawn="1"/>
        </p:nvSpPr>
        <p:spPr>
          <a:xfrm rot="10800000" flipV="1">
            <a:off x="0" y="-1"/>
            <a:ext cx="8423904" cy="4211955"/>
          </a:xfrm>
          <a:custGeom>
            <a:avLst/>
            <a:gdLst>
              <a:gd name="connsiteX0" fmla="*/ 0 w 2125980"/>
              <a:gd name="connsiteY0" fmla="*/ 0 h 1062991"/>
              <a:gd name="connsiteX1" fmla="*/ 530729 w 2125980"/>
              <a:gd name="connsiteY1" fmla="*/ 0 h 1062991"/>
              <a:gd name="connsiteX2" fmla="*/ 1062990 w 2125980"/>
              <a:gd name="connsiteY2" fmla="*/ 532261 h 1062991"/>
              <a:gd name="connsiteX3" fmla="*/ 1595250 w 2125980"/>
              <a:gd name="connsiteY3" fmla="*/ 0 h 1062991"/>
              <a:gd name="connsiteX4" fmla="*/ 2125980 w 2125980"/>
              <a:gd name="connsiteY4" fmla="*/ 0 h 1062991"/>
              <a:gd name="connsiteX5" fmla="*/ 1062990 w 2125980"/>
              <a:gd name="connsiteY5" fmla="*/ 1062991 h 1062991"/>
              <a:gd name="connsiteX6" fmla="*/ 0 w 2125980"/>
              <a:gd name="connsiteY6" fmla="*/ 0 h 106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980" h="1062991">
                <a:moveTo>
                  <a:pt x="0" y="0"/>
                </a:moveTo>
                <a:lnTo>
                  <a:pt x="530729" y="0"/>
                </a:lnTo>
                <a:cubicBezTo>
                  <a:pt x="530729" y="293959"/>
                  <a:pt x="769031" y="532261"/>
                  <a:pt x="1062990" y="532261"/>
                </a:cubicBezTo>
                <a:cubicBezTo>
                  <a:pt x="1356949" y="532261"/>
                  <a:pt x="1595250" y="293959"/>
                  <a:pt x="1595250" y="0"/>
                </a:cubicBezTo>
                <a:lnTo>
                  <a:pt x="2125980" y="0"/>
                </a:lnTo>
                <a:cubicBezTo>
                  <a:pt x="2125980" y="587074"/>
                  <a:pt x="1650063" y="1062991"/>
                  <a:pt x="1062990" y="1062991"/>
                </a:cubicBezTo>
                <a:cubicBezTo>
                  <a:pt x="475916" y="1062991"/>
                  <a:pt x="0" y="587074"/>
                  <a:pt x="0" y="0"/>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9" name="Title 1">
            <a:extLst>
              <a:ext uri="{FF2B5EF4-FFF2-40B4-BE49-F238E27FC236}">
                <a16:creationId xmlns:a16="http://schemas.microsoft.com/office/drawing/2014/main" id="{4219C089-E8CF-E559-B5B5-0F3B3352A7A3}"/>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0" name="Subtitle 2">
            <a:extLst>
              <a:ext uri="{FF2B5EF4-FFF2-40B4-BE49-F238E27FC236}">
                <a16:creationId xmlns:a16="http://schemas.microsoft.com/office/drawing/2014/main" id="{56796E69-31DF-E029-0DD9-948593BDC878}"/>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11" name="Text Placeholder 49">
            <a:extLst>
              <a:ext uri="{FF2B5EF4-FFF2-40B4-BE49-F238E27FC236}">
                <a16:creationId xmlns:a16="http://schemas.microsoft.com/office/drawing/2014/main" id="{A32A8C6D-9FB3-A8D0-E088-22B53C568D12}"/>
              </a:ext>
            </a:extLst>
          </p:cNvPr>
          <p:cNvSpPr txBox="1">
            <a:spLocks/>
          </p:cNvSpPr>
          <p:nvPr userDrawn="1"/>
        </p:nvSpPr>
        <p:spPr>
          <a:xfrm>
            <a:off x="9159242" y="2105977"/>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75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2" name="Text Placeholder 2">
            <a:extLst>
              <a:ext uri="{FF2B5EF4-FFF2-40B4-BE49-F238E27FC236}">
                <a16:creationId xmlns:a16="http://schemas.microsoft.com/office/drawing/2014/main" id="{05075AC1-7080-D3A7-8161-3864205433EF}"/>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4" name="Graphic 3">
            <a:extLst>
              <a:ext uri="{FF2B5EF4-FFF2-40B4-BE49-F238E27FC236}">
                <a16:creationId xmlns:a16="http://schemas.microsoft.com/office/drawing/2014/main" id="{E32658F1-D2C9-F557-2C25-7F2DB5063C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4183614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 Grid Light">
    <p:bg>
      <p:bgPr>
        <a:solidFill>
          <a:schemeClr val="bg2"/>
        </a:solidFill>
        <a:effectLst/>
      </p:bgPr>
    </p:bg>
    <p:spTree>
      <p:nvGrpSpPr>
        <p:cNvPr id="1" name=""/>
        <p:cNvGrpSpPr/>
        <p:nvPr/>
      </p:nvGrpSpPr>
      <p:grpSpPr>
        <a:xfrm>
          <a:off x="0" y="0"/>
          <a:ext cx="0" cy="0"/>
          <a:chOff x="0" y="0"/>
          <a:chExt cx="0" cy="0"/>
        </a:xfrm>
      </p:grpSpPr>
      <p:sp>
        <p:nvSpPr>
          <p:cNvPr id="10" name="Text Placeholder 49">
            <a:extLst>
              <a:ext uri="{FF2B5EF4-FFF2-40B4-BE49-F238E27FC236}">
                <a16:creationId xmlns:a16="http://schemas.microsoft.com/office/drawing/2014/main" id="{2990D4BA-9442-A398-45BB-20CDB49664E8}"/>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F7F8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defPPr>
              <a:defRPr lang="en-US"/>
            </a:defPPr>
            <a:lvl1pPr algn="ctr">
              <a:defRPr sz="1400" b="0" i="0">
                <a:solidFill>
                  <a:schemeClr val="lt1"/>
                </a:solidFill>
                <a:latin typeface="Aria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US"/>
              <a:t> </a:t>
            </a:r>
          </a:p>
        </p:txBody>
      </p:sp>
      <p:sp>
        <p:nvSpPr>
          <p:cNvPr id="11" name="Freeform: Shape 10">
            <a:extLst>
              <a:ext uri="{FF2B5EF4-FFF2-40B4-BE49-F238E27FC236}">
                <a16:creationId xmlns:a16="http://schemas.microsoft.com/office/drawing/2014/main" id="{96C71DE0-9FDE-8F74-464E-889C5C6B3101}"/>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F7F8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endParaRPr lang="en-US" sz="1400" b="0" i="0" err="1">
              <a:latin typeface="Arial"/>
              <a:cs typeface="Arial"/>
            </a:endParaRPr>
          </a:p>
        </p:txBody>
      </p:sp>
      <p:sp>
        <p:nvSpPr>
          <p:cNvPr id="12" name="Title 1">
            <a:extLst>
              <a:ext uri="{FF2B5EF4-FFF2-40B4-BE49-F238E27FC236}">
                <a16:creationId xmlns:a16="http://schemas.microsoft.com/office/drawing/2014/main" id="{7322A56F-B8B4-2517-B075-56C5134AB147}"/>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3" name="Subtitle 2">
            <a:extLst>
              <a:ext uri="{FF2B5EF4-FFF2-40B4-BE49-F238E27FC236}">
                <a16:creationId xmlns:a16="http://schemas.microsoft.com/office/drawing/2014/main" id="{52AEF28E-58AF-7CF1-5DB2-38E1869E50B6}"/>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2" name="Text Placeholder 2">
            <a:extLst>
              <a:ext uri="{FF2B5EF4-FFF2-40B4-BE49-F238E27FC236}">
                <a16:creationId xmlns:a16="http://schemas.microsoft.com/office/drawing/2014/main" id="{EB0659AC-36A3-5115-BB20-1540B01D1EBE}"/>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4" name="Graphic 3">
            <a:extLst>
              <a:ext uri="{FF2B5EF4-FFF2-40B4-BE49-F238E27FC236}">
                <a16:creationId xmlns:a16="http://schemas.microsoft.com/office/drawing/2014/main" id="{ABC5F1D4-A419-008A-D85B-F878E57DCF8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2906658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7_Title – Grid Light">
    <p:bg>
      <p:bgPr>
        <a:solidFill>
          <a:schemeClr val="bg1"/>
        </a:solidFill>
        <a:effectLst/>
      </p:bgPr>
    </p:bg>
    <p:spTree>
      <p:nvGrpSpPr>
        <p:cNvPr id="1" name=""/>
        <p:cNvGrpSpPr/>
        <p:nvPr/>
      </p:nvGrpSpPr>
      <p:grpSpPr>
        <a:xfrm>
          <a:off x="0" y="0"/>
          <a:ext cx="0" cy="0"/>
          <a:chOff x="0" y="0"/>
          <a:chExt cx="0" cy="0"/>
        </a:xfrm>
      </p:grpSpPr>
      <p:sp>
        <p:nvSpPr>
          <p:cNvPr id="10" name="Text Placeholder 49">
            <a:extLst>
              <a:ext uri="{FF2B5EF4-FFF2-40B4-BE49-F238E27FC236}">
                <a16:creationId xmlns:a16="http://schemas.microsoft.com/office/drawing/2014/main" id="{F553573E-D271-036E-1A63-693C2015B88F}"/>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E7EAE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defPPr>
              <a:defRPr lang="en-US"/>
            </a:defPPr>
            <a:lvl1pPr algn="ctr">
              <a:defRPr sz="1400" b="0" i="0">
                <a:solidFill>
                  <a:schemeClr val="lt1"/>
                </a:solidFill>
                <a:latin typeface="Aria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US"/>
              <a:t> </a:t>
            </a:r>
          </a:p>
        </p:txBody>
      </p:sp>
      <p:sp>
        <p:nvSpPr>
          <p:cNvPr id="11" name="Title 1">
            <a:extLst>
              <a:ext uri="{FF2B5EF4-FFF2-40B4-BE49-F238E27FC236}">
                <a16:creationId xmlns:a16="http://schemas.microsoft.com/office/drawing/2014/main" id="{E606D22B-8EDE-DD68-97A9-8DF7ACB52C75}"/>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tx2"/>
                </a:solidFill>
                <a:latin typeface="Arial"/>
                <a:cs typeface="Arial"/>
              </a:defRPr>
            </a:lvl1pPr>
          </a:lstStyle>
          <a:p>
            <a:r>
              <a:rPr lang="en-US"/>
              <a:t>Click to edit Master title style</a:t>
            </a:r>
          </a:p>
        </p:txBody>
      </p:sp>
      <p:sp>
        <p:nvSpPr>
          <p:cNvPr id="12" name="Subtitle 2">
            <a:extLst>
              <a:ext uri="{FF2B5EF4-FFF2-40B4-BE49-F238E27FC236}">
                <a16:creationId xmlns:a16="http://schemas.microsoft.com/office/drawing/2014/main" id="{77A68C55-B8B8-0655-B427-79CB9926F05E}"/>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tx2"/>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2" name="Freeform: Shape 1">
            <a:extLst>
              <a:ext uri="{FF2B5EF4-FFF2-40B4-BE49-F238E27FC236}">
                <a16:creationId xmlns:a16="http://schemas.microsoft.com/office/drawing/2014/main" id="{CF8D5089-7EDC-6E81-DD24-CFB2E3B23E54}"/>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E7EAEA"/>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endParaRPr lang="en-US" sz="1400" b="0" i="0" err="1">
              <a:latin typeface="Arial"/>
              <a:cs typeface="Arial"/>
            </a:endParaRPr>
          </a:p>
        </p:txBody>
      </p:sp>
      <p:sp>
        <p:nvSpPr>
          <p:cNvPr id="3" name="Text Placeholder 2">
            <a:extLst>
              <a:ext uri="{FF2B5EF4-FFF2-40B4-BE49-F238E27FC236}">
                <a16:creationId xmlns:a16="http://schemas.microsoft.com/office/drawing/2014/main" id="{92EA109C-D8E3-4290-A765-1F82509627BE}"/>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5" name="Graphic 4">
            <a:extLst>
              <a:ext uri="{FF2B5EF4-FFF2-40B4-BE49-F238E27FC236}">
                <a16:creationId xmlns:a16="http://schemas.microsoft.com/office/drawing/2014/main" id="{3FE3E5CE-4FE0-0D4E-EE3E-1C9B61B9E92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557834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8_Title – Grid Light">
    <p:bg>
      <p:bgPr>
        <a:solidFill>
          <a:schemeClr val="accent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5C48506-5B62-D34E-2132-466245E667F9}"/>
              </a:ext>
            </a:extLst>
          </p:cNvPr>
          <p:cNvSpPr/>
          <p:nvPr userDrawn="1"/>
        </p:nvSpPr>
        <p:spPr>
          <a:xfrm>
            <a:off x="8125180" y="2180403"/>
            <a:ext cx="4063645" cy="4677597"/>
          </a:xfrm>
          <a:custGeom>
            <a:avLst/>
            <a:gdLst>
              <a:gd name="connsiteX0" fmla="*/ 4063645 w 4063645"/>
              <a:gd name="connsiteY0" fmla="*/ 0 h 4677597"/>
              <a:gd name="connsiteX1" fmla="*/ 4063645 w 4063645"/>
              <a:gd name="connsiteY1" fmla="*/ 2137265 h 4677597"/>
              <a:gd name="connsiteX2" fmla="*/ 3862190 w 4063645"/>
              <a:gd name="connsiteY2" fmla="*/ 2166337 h 4677597"/>
              <a:gd name="connsiteX3" fmla="*/ 2758545 w 4063645"/>
              <a:gd name="connsiteY3" fmla="*/ 2753506 h 4677597"/>
              <a:gd name="connsiteX4" fmla="*/ 2171374 w 4063645"/>
              <a:gd name="connsiteY4" fmla="*/ 4673988 h 4677597"/>
              <a:gd name="connsiteX5" fmla="*/ 2172255 w 4063645"/>
              <a:gd name="connsiteY5" fmla="*/ 4677597 h 4677597"/>
              <a:gd name="connsiteX6" fmla="*/ 19867 w 4063645"/>
              <a:gd name="connsiteY6" fmla="*/ 4677596 h 4677597"/>
              <a:gd name="connsiteX7" fmla="*/ 19545 w 4063645"/>
              <a:gd name="connsiteY7" fmla="*/ 4674915 h 4677597"/>
              <a:gd name="connsiteX8" fmla="*/ 1250832 w 4063645"/>
              <a:gd name="connsiteY8" fmla="*/ 1245793 h 4677597"/>
              <a:gd name="connsiteX9" fmla="*/ 3861258 w 4063645"/>
              <a:gd name="connsiteY9" fmla="*/ 14507 h 467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3645" h="4677597">
                <a:moveTo>
                  <a:pt x="4063645" y="0"/>
                </a:moveTo>
                <a:lnTo>
                  <a:pt x="4063645" y="2137265"/>
                </a:lnTo>
                <a:lnTo>
                  <a:pt x="3862190" y="2166337"/>
                </a:lnTo>
                <a:cubicBezTo>
                  <a:pt x="3457826" y="2244626"/>
                  <a:pt x="3071703" y="2440348"/>
                  <a:pt x="2758545" y="2753506"/>
                </a:cubicBezTo>
                <a:cubicBezTo>
                  <a:pt x="2236616" y="3275436"/>
                  <a:pt x="2040891" y="4000046"/>
                  <a:pt x="2171374" y="4673988"/>
                </a:cubicBezTo>
                <a:lnTo>
                  <a:pt x="2172255" y="4677597"/>
                </a:lnTo>
                <a:lnTo>
                  <a:pt x="19867" y="4677596"/>
                </a:lnTo>
                <a:lnTo>
                  <a:pt x="19545" y="4674915"/>
                </a:lnTo>
                <a:cubicBezTo>
                  <a:pt x="-97720" y="3449909"/>
                  <a:pt x="312708" y="2183917"/>
                  <a:pt x="1250832" y="1245793"/>
                </a:cubicBezTo>
                <a:cubicBezTo>
                  <a:pt x="1980483" y="516142"/>
                  <a:pt x="2908474" y="105714"/>
                  <a:pt x="3861258" y="14507"/>
                </a:cubicBezTo>
                <a:close/>
              </a:path>
            </a:pathLst>
          </a:custGeom>
          <a:solidFill>
            <a:srgbClr val="FB5C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algn="ctr"/>
            <a:endParaRPr lang="en-US" sz="1400" b="0" i="0" err="1">
              <a:latin typeface="Arial"/>
              <a:cs typeface="Arial"/>
            </a:endParaRPr>
          </a:p>
        </p:txBody>
      </p:sp>
      <p:sp>
        <p:nvSpPr>
          <p:cNvPr id="11" name="Text Placeholder 49">
            <a:extLst>
              <a:ext uri="{FF2B5EF4-FFF2-40B4-BE49-F238E27FC236}">
                <a16:creationId xmlns:a16="http://schemas.microsoft.com/office/drawing/2014/main" id="{7D4E8EC0-79BD-D9F1-19DC-99943FFD11BD}"/>
              </a:ext>
            </a:extLst>
          </p:cNvPr>
          <p:cNvSpPr txBox="1">
            <a:spLocks/>
          </p:cNvSpPr>
          <p:nvPr userDrawn="1"/>
        </p:nvSpPr>
        <p:spPr>
          <a:xfrm>
            <a:off x="3554947" y="3895115"/>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rgbClr val="FB5C3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defPPr>
              <a:defRPr lang="en-US"/>
            </a:defPPr>
            <a:lvl1pPr algn="ctr">
              <a:defRPr sz="1400" b="0" i="0">
                <a:solidFill>
                  <a:schemeClr val="lt1"/>
                </a:solidFill>
                <a:latin typeface="Arial"/>
                <a:cs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r>
              <a:rPr lang="en-US"/>
              <a:t> </a:t>
            </a:r>
          </a:p>
        </p:txBody>
      </p:sp>
      <p:sp>
        <p:nvSpPr>
          <p:cNvPr id="12" name="Title 1">
            <a:extLst>
              <a:ext uri="{FF2B5EF4-FFF2-40B4-BE49-F238E27FC236}">
                <a16:creationId xmlns:a16="http://schemas.microsoft.com/office/drawing/2014/main" id="{D821BAD0-49D0-C707-6EED-2545641FFBD9}"/>
              </a:ext>
            </a:extLst>
          </p:cNvPr>
          <p:cNvSpPr>
            <a:spLocks noGrp="1"/>
          </p:cNvSpPr>
          <p:nvPr>
            <p:ph type="ctrTitle"/>
          </p:nvPr>
        </p:nvSpPr>
        <p:spPr>
          <a:xfrm>
            <a:off x="382972" y="2298411"/>
            <a:ext cx="5292030" cy="1231106"/>
          </a:xfrm>
        </p:spPr>
        <p:txBody>
          <a:bodyPr lIns="0" tIns="0" rIns="0" bIns="0" anchor="b" anchorCtr="0">
            <a:spAutoFit/>
          </a:bodyPr>
          <a:lstStyle>
            <a:lvl1pPr algn="l">
              <a:lnSpc>
                <a:spcPct val="80000"/>
              </a:lnSpc>
              <a:defRPr sz="5000" b="1" i="0" spc="-100">
                <a:solidFill>
                  <a:schemeClr val="bg1"/>
                </a:solidFill>
                <a:latin typeface="Arial"/>
                <a:cs typeface="Arial"/>
              </a:defRPr>
            </a:lvl1pPr>
          </a:lstStyle>
          <a:p>
            <a:r>
              <a:rPr lang="en-US"/>
              <a:t>Click to edit Master title style</a:t>
            </a:r>
          </a:p>
        </p:txBody>
      </p:sp>
      <p:sp>
        <p:nvSpPr>
          <p:cNvPr id="13" name="Subtitle 2">
            <a:extLst>
              <a:ext uri="{FF2B5EF4-FFF2-40B4-BE49-F238E27FC236}">
                <a16:creationId xmlns:a16="http://schemas.microsoft.com/office/drawing/2014/main" id="{19049BAA-F0AE-E76A-341E-A583E1C47875}"/>
              </a:ext>
            </a:extLst>
          </p:cNvPr>
          <p:cNvSpPr>
            <a:spLocks noGrp="1"/>
          </p:cNvSpPr>
          <p:nvPr>
            <p:ph type="subTitle" idx="1" hasCustomPrompt="1"/>
          </p:nvPr>
        </p:nvSpPr>
        <p:spPr>
          <a:xfrm>
            <a:off x="382972" y="3583491"/>
            <a:ext cx="5292030" cy="366254"/>
          </a:xfrm>
        </p:spPr>
        <p:txBody>
          <a:bodyPr lIns="0" tIns="0" rIns="0" bIns="0" anchor="t" anchorCtr="0">
            <a:spAutoFit/>
          </a:bodyPr>
          <a:lstStyle>
            <a:lvl1pPr marL="0" indent="0" algn="l">
              <a:lnSpc>
                <a:spcPct val="85000"/>
              </a:lnSpc>
              <a:spcBef>
                <a:spcPts val="800"/>
              </a:spcBef>
              <a:buNone/>
              <a:defRPr sz="2800" b="1" i="0" spc="-5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2" name="Text Placeholder 2">
            <a:extLst>
              <a:ext uri="{FF2B5EF4-FFF2-40B4-BE49-F238E27FC236}">
                <a16:creationId xmlns:a16="http://schemas.microsoft.com/office/drawing/2014/main" id="{A76FF9C8-9630-D255-5748-61FABDDC7E0F}"/>
              </a:ext>
            </a:extLst>
          </p:cNvPr>
          <p:cNvSpPr>
            <a:spLocks noGrp="1"/>
          </p:cNvSpPr>
          <p:nvPr>
            <p:ph type="body" sz="quarter" idx="10"/>
          </p:nvPr>
        </p:nvSpPr>
        <p:spPr>
          <a:xfrm>
            <a:off x="5259978" y="6221029"/>
            <a:ext cx="6549436" cy="357052"/>
          </a:xfrm>
        </p:spPr>
        <p:txBody>
          <a:bodyPr anchor="b" anchorCtr="0"/>
          <a:lstStyle>
            <a:lvl1pPr algn="r">
              <a:defRPr sz="800">
                <a:solidFill>
                  <a:schemeClr val="bg1"/>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4" name="Graphic 3">
            <a:extLst>
              <a:ext uri="{FF2B5EF4-FFF2-40B4-BE49-F238E27FC236}">
                <a16:creationId xmlns:a16="http://schemas.microsoft.com/office/drawing/2014/main" id="{EF699570-67D9-1C8E-253F-51BC7744047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1157913912"/>
      </p:ext>
    </p:extLst>
  </p:cSld>
  <p:clrMapOvr>
    <a:masterClrMapping/>
  </p:clrMapOvr>
  <p:extLst>
    <p:ext uri="{DCECCB84-F9BA-43D5-87BE-67443E8EF086}">
      <p15:sldGuideLst xmlns:p15="http://schemas.microsoft.com/office/powerpoint/2012/main">
        <p15:guide id="1" pos="38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 Grid Light Custom">
    <p:bg>
      <p:bgPr>
        <a:solidFill>
          <a:schemeClr val="tx2"/>
        </a:solidFill>
        <a:effectLst/>
      </p:bgPr>
    </p:bg>
    <p:spTree>
      <p:nvGrpSpPr>
        <p:cNvPr id="1" name=""/>
        <p:cNvGrpSpPr/>
        <p:nvPr/>
      </p:nvGrpSpPr>
      <p:grpSpPr>
        <a:xfrm>
          <a:off x="0" y="0"/>
          <a:ext cx="0" cy="0"/>
          <a:chOff x="0" y="0"/>
          <a:chExt cx="0" cy="0"/>
        </a:xfrm>
      </p:grpSpPr>
      <p:sp>
        <p:nvSpPr>
          <p:cNvPr id="4" name="Text Placeholder 49">
            <a:extLst>
              <a:ext uri="{FF2B5EF4-FFF2-40B4-BE49-F238E27FC236}">
                <a16:creationId xmlns:a16="http://schemas.microsoft.com/office/drawing/2014/main" id="{2AD7E90F-C106-094C-12C9-959A43A0E987}"/>
              </a:ext>
            </a:extLst>
          </p:cNvPr>
          <p:cNvSpPr>
            <a:spLocks noGrp="1"/>
          </p:cNvSpPr>
          <p:nvPr>
            <p:ph type="body" sz="quarter" idx="17" hasCustomPrompt="1"/>
          </p:nvPr>
        </p:nvSpPr>
        <p:spPr>
          <a:xfrm>
            <a:off x="3554946" y="3895115"/>
            <a:ext cx="2120056" cy="2120040"/>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sp>
        <p:nvSpPr>
          <p:cNvPr id="6" name="Title 1">
            <a:extLst>
              <a:ext uri="{FF2B5EF4-FFF2-40B4-BE49-F238E27FC236}">
                <a16:creationId xmlns:a16="http://schemas.microsoft.com/office/drawing/2014/main" id="{01610A17-8141-2BB0-4E85-8B849636B66F}"/>
              </a:ext>
            </a:extLst>
          </p:cNvPr>
          <p:cNvSpPr>
            <a:spLocks noGrp="1"/>
          </p:cNvSpPr>
          <p:nvPr>
            <p:ph type="ctrTitle" hasCustomPrompt="1"/>
          </p:nvPr>
        </p:nvSpPr>
        <p:spPr>
          <a:xfrm>
            <a:off x="382972" y="2743200"/>
            <a:ext cx="5292030" cy="786317"/>
          </a:xfrm>
          <a:solidFill>
            <a:schemeClr val="bg1">
              <a:alpha val="65000"/>
            </a:schemeClr>
          </a:solidFill>
        </p:spPr>
        <p:txBody>
          <a:bodyPr lIns="91440" tIns="91440" rIns="91440" bIns="0" anchor="t" anchorCtr="0">
            <a:noAutofit/>
          </a:bodyPr>
          <a:lstStyle>
            <a:lvl1pPr algn="l">
              <a:lnSpc>
                <a:spcPct val="80000"/>
              </a:lnSpc>
              <a:defRPr sz="5000" b="1" i="0" spc="-100">
                <a:solidFill>
                  <a:schemeClr val="tx1"/>
                </a:solidFill>
                <a:latin typeface="Arial"/>
                <a:cs typeface="Arial"/>
              </a:defRPr>
            </a:lvl1pPr>
          </a:lstStyle>
          <a:p>
            <a:r>
              <a:rPr lang="en-US"/>
              <a:t>Master title style</a:t>
            </a:r>
          </a:p>
        </p:txBody>
      </p:sp>
      <p:sp>
        <p:nvSpPr>
          <p:cNvPr id="7" name="Subtitle 2">
            <a:extLst>
              <a:ext uri="{FF2B5EF4-FFF2-40B4-BE49-F238E27FC236}">
                <a16:creationId xmlns:a16="http://schemas.microsoft.com/office/drawing/2014/main" id="{EA3B308D-8373-032E-720E-B14CE83B45EB}"/>
              </a:ext>
            </a:extLst>
          </p:cNvPr>
          <p:cNvSpPr>
            <a:spLocks noGrp="1"/>
          </p:cNvSpPr>
          <p:nvPr>
            <p:ph type="subTitle" idx="1" hasCustomPrompt="1"/>
          </p:nvPr>
        </p:nvSpPr>
        <p:spPr>
          <a:xfrm>
            <a:off x="382972" y="3796115"/>
            <a:ext cx="5292030" cy="560910"/>
          </a:xfrm>
          <a:solidFill>
            <a:schemeClr val="bg1">
              <a:alpha val="65000"/>
            </a:schemeClr>
          </a:solidFill>
        </p:spPr>
        <p:txBody>
          <a:bodyPr lIns="91440" tIns="91440" rIns="91440" bIns="91440" anchor="ctr" anchorCtr="0">
            <a:normAutofit/>
          </a:bodyPr>
          <a:lstStyle>
            <a:lvl1pPr marL="0" indent="0" algn="l">
              <a:lnSpc>
                <a:spcPct val="100000"/>
              </a:lnSpc>
              <a:spcBef>
                <a:spcPts val="800"/>
              </a:spcBef>
              <a:spcAft>
                <a:spcPts val="0"/>
              </a:spcAft>
              <a:buNone/>
              <a:defRPr sz="2800" b="1" i="0" spc="-50">
                <a:solidFill>
                  <a:schemeClr val="accent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8" name="Text Placeholder 4">
            <a:extLst>
              <a:ext uri="{FF2B5EF4-FFF2-40B4-BE49-F238E27FC236}">
                <a16:creationId xmlns:a16="http://schemas.microsoft.com/office/drawing/2014/main" id="{9DBF0F7F-2D7C-12BB-57AC-91C3F49099A0}"/>
              </a:ext>
            </a:extLst>
          </p:cNvPr>
          <p:cNvSpPr>
            <a:spLocks noGrp="1"/>
          </p:cNvSpPr>
          <p:nvPr>
            <p:ph type="body" sz="quarter" idx="33" hasCustomPrompt="1"/>
          </p:nvPr>
        </p:nvSpPr>
        <p:spPr>
          <a:xfrm>
            <a:off x="382588" y="1169557"/>
            <a:ext cx="5292414" cy="786317"/>
          </a:xfrm>
          <a:solidFill>
            <a:schemeClr val="bg1">
              <a:alpha val="65000"/>
            </a:schemeClr>
          </a:solidFill>
        </p:spPr>
        <p:txBody>
          <a:bodyPr lIns="91440" tIns="0" rIns="91440" bIns="91440" anchor="ctr"/>
          <a:lstStyle>
            <a:lvl1pPr>
              <a:spcBef>
                <a:spcPts val="0"/>
              </a:spcBef>
              <a:defRPr sz="5000" b="1"/>
            </a:lvl1pPr>
          </a:lstStyle>
          <a:p>
            <a:pPr lvl="0"/>
            <a:r>
              <a:rPr lang="en-US"/>
              <a:t>(Third line)</a:t>
            </a:r>
          </a:p>
        </p:txBody>
      </p:sp>
      <p:sp>
        <p:nvSpPr>
          <p:cNvPr id="9" name="Text Placeholder 4">
            <a:extLst>
              <a:ext uri="{FF2B5EF4-FFF2-40B4-BE49-F238E27FC236}">
                <a16:creationId xmlns:a16="http://schemas.microsoft.com/office/drawing/2014/main" id="{23D15997-541E-9917-FE14-A78B9A29DDDE}"/>
              </a:ext>
            </a:extLst>
          </p:cNvPr>
          <p:cNvSpPr>
            <a:spLocks noGrp="1"/>
          </p:cNvSpPr>
          <p:nvPr>
            <p:ph type="body" sz="quarter" idx="34"/>
          </p:nvPr>
        </p:nvSpPr>
        <p:spPr>
          <a:xfrm>
            <a:off x="382588" y="1956883"/>
            <a:ext cx="5292414" cy="786317"/>
          </a:xfrm>
          <a:solidFill>
            <a:schemeClr val="bg1">
              <a:alpha val="65000"/>
            </a:schemeClr>
          </a:solidFill>
        </p:spPr>
        <p:txBody>
          <a:bodyPr lIns="91440" tIns="0" rIns="91440" bIns="91440" anchor="ctr"/>
          <a:lstStyle>
            <a:lvl1pPr>
              <a:spcBef>
                <a:spcPts val="0"/>
              </a:spcBef>
              <a:defRPr sz="5000" b="1"/>
            </a:lvl1pPr>
          </a:lstStyle>
          <a:p>
            <a:pPr lvl="0"/>
            <a:r>
              <a:rPr lang="en-US"/>
              <a:t>Click to edit</a:t>
            </a:r>
          </a:p>
        </p:txBody>
      </p:sp>
      <p:sp>
        <p:nvSpPr>
          <p:cNvPr id="11" name="Text Placeholder 29">
            <a:extLst>
              <a:ext uri="{FF2B5EF4-FFF2-40B4-BE49-F238E27FC236}">
                <a16:creationId xmlns:a16="http://schemas.microsoft.com/office/drawing/2014/main" id="{B2353A72-B837-6DCD-E362-57EB1B0A53BC}"/>
              </a:ext>
            </a:extLst>
          </p:cNvPr>
          <p:cNvSpPr>
            <a:spLocks noGrp="1"/>
          </p:cNvSpPr>
          <p:nvPr>
            <p:ph type="body" sz="quarter" idx="32" hasCustomPrompt="1"/>
          </p:nvPr>
        </p:nvSpPr>
        <p:spPr>
          <a:xfrm rot="18900000" flipV="1">
            <a:off x="7240529" y="3127407"/>
            <a:ext cx="6149993" cy="3076598"/>
          </a:xfrm>
          <a:custGeom>
            <a:avLst/>
            <a:gdLst>
              <a:gd name="connsiteX0" fmla="*/ 6149993 w 6149993"/>
              <a:gd name="connsiteY0" fmla="*/ 1964049 h 3076598"/>
              <a:gd name="connsiteX1" fmla="*/ 4650148 w 6149993"/>
              <a:gd name="connsiteY1" fmla="*/ 464204 h 3076598"/>
              <a:gd name="connsiteX2" fmla="*/ 4638007 w 6149993"/>
              <a:gd name="connsiteY2" fmla="*/ 475238 h 3076598"/>
              <a:gd name="connsiteX3" fmla="*/ 3287753 w 6149993"/>
              <a:gd name="connsiteY3" fmla="*/ 959968 h 3076598"/>
              <a:gd name="connsiteX4" fmla="*/ 1527548 w 6149993"/>
              <a:gd name="connsiteY4" fmla="*/ 24073 h 3076598"/>
              <a:gd name="connsiteX5" fmla="*/ 1512923 w 6149993"/>
              <a:gd name="connsiteY5" fmla="*/ 0 h 3076598"/>
              <a:gd name="connsiteX6" fmla="*/ 0 w 6149993"/>
              <a:gd name="connsiteY6" fmla="*/ 1512924 h 3076598"/>
              <a:gd name="connsiteX7" fmla="*/ 16454 w 6149993"/>
              <a:gd name="connsiteY7" fmla="*/ 1533863 h 3076598"/>
              <a:gd name="connsiteX8" fmla="*/ 3287753 w 6149993"/>
              <a:gd name="connsiteY8" fmla="*/ 3076598 h 3076598"/>
              <a:gd name="connsiteX9" fmla="*/ 6138204 w 6149993"/>
              <a:gd name="connsiteY9" fmla="*/ 1975288 h 30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9993" h="3076598">
                <a:moveTo>
                  <a:pt x="6149993" y="1964049"/>
                </a:moveTo>
                <a:lnTo>
                  <a:pt x="4650148" y="464204"/>
                </a:lnTo>
                <a:lnTo>
                  <a:pt x="4638007" y="475238"/>
                </a:lnTo>
                <a:cubicBezTo>
                  <a:pt x="4271074" y="778058"/>
                  <a:pt x="3800657" y="959968"/>
                  <a:pt x="3287753" y="959968"/>
                </a:cubicBezTo>
                <a:cubicBezTo>
                  <a:pt x="2555033" y="959968"/>
                  <a:pt x="1909019" y="588724"/>
                  <a:pt x="1527548" y="24073"/>
                </a:cubicBezTo>
                <a:lnTo>
                  <a:pt x="1512923" y="0"/>
                </a:lnTo>
                <a:lnTo>
                  <a:pt x="0" y="1512924"/>
                </a:lnTo>
                <a:lnTo>
                  <a:pt x="16454" y="1533863"/>
                </a:lnTo>
                <a:cubicBezTo>
                  <a:pt x="794015" y="2476050"/>
                  <a:pt x="1970751" y="3076598"/>
                  <a:pt x="3287753" y="3076598"/>
                </a:cubicBezTo>
                <a:cubicBezTo>
                  <a:pt x="4385254" y="3076598"/>
                  <a:pt x="5385348" y="2659551"/>
                  <a:pt x="6138204" y="1975288"/>
                </a:cubicBez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sp>
        <p:nvSpPr>
          <p:cNvPr id="2" name="Text Placeholder 2">
            <a:extLst>
              <a:ext uri="{FF2B5EF4-FFF2-40B4-BE49-F238E27FC236}">
                <a16:creationId xmlns:a16="http://schemas.microsoft.com/office/drawing/2014/main" id="{8801BAC1-BBF9-7F79-76B2-9895C9970F88}"/>
              </a:ext>
            </a:extLst>
          </p:cNvPr>
          <p:cNvSpPr>
            <a:spLocks noGrp="1"/>
          </p:cNvSpPr>
          <p:nvPr>
            <p:ph type="body" sz="quarter" idx="10"/>
          </p:nvPr>
        </p:nvSpPr>
        <p:spPr>
          <a:xfrm>
            <a:off x="5259978" y="6221029"/>
            <a:ext cx="6549436" cy="357052"/>
          </a:xfrm>
        </p:spPr>
        <p:txBody>
          <a:bodyPr anchor="b" anchorCtr="0"/>
          <a:lstStyle>
            <a:lvl1pPr algn="r">
              <a:defRPr sz="800">
                <a:solidFill>
                  <a:schemeClr val="bg1"/>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5" name="Graphic 4">
            <a:extLst>
              <a:ext uri="{FF2B5EF4-FFF2-40B4-BE49-F238E27FC236}">
                <a16:creationId xmlns:a16="http://schemas.microsoft.com/office/drawing/2014/main" id="{E5ADDCCB-0183-4B53-71C4-153A3039A7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1626704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 Grid Light Custom">
    <p:bg>
      <p:bgPr>
        <a:solidFill>
          <a:schemeClr val="bg2"/>
        </a:solidFill>
        <a:effectLst/>
      </p:bgPr>
    </p:bg>
    <p:spTree>
      <p:nvGrpSpPr>
        <p:cNvPr id="1" name=""/>
        <p:cNvGrpSpPr/>
        <p:nvPr/>
      </p:nvGrpSpPr>
      <p:grpSpPr>
        <a:xfrm>
          <a:off x="0" y="0"/>
          <a:ext cx="0" cy="0"/>
          <a:chOff x="0" y="0"/>
          <a:chExt cx="0" cy="0"/>
        </a:xfrm>
      </p:grpSpPr>
      <p:sp>
        <p:nvSpPr>
          <p:cNvPr id="4" name="Text Placeholder 49">
            <a:extLst>
              <a:ext uri="{FF2B5EF4-FFF2-40B4-BE49-F238E27FC236}">
                <a16:creationId xmlns:a16="http://schemas.microsoft.com/office/drawing/2014/main" id="{0861A707-8FAA-785C-AF5A-B10408CFADDE}"/>
              </a:ext>
            </a:extLst>
          </p:cNvPr>
          <p:cNvSpPr>
            <a:spLocks noGrp="1"/>
          </p:cNvSpPr>
          <p:nvPr>
            <p:ph type="body" sz="quarter" idx="17" hasCustomPrompt="1"/>
          </p:nvPr>
        </p:nvSpPr>
        <p:spPr>
          <a:xfrm>
            <a:off x="3554946" y="3895115"/>
            <a:ext cx="2120056" cy="2120040"/>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sp>
        <p:nvSpPr>
          <p:cNvPr id="6" name="Title 1">
            <a:extLst>
              <a:ext uri="{FF2B5EF4-FFF2-40B4-BE49-F238E27FC236}">
                <a16:creationId xmlns:a16="http://schemas.microsoft.com/office/drawing/2014/main" id="{79A2CF16-F856-9E39-B817-6EFFB84D24B1}"/>
              </a:ext>
            </a:extLst>
          </p:cNvPr>
          <p:cNvSpPr>
            <a:spLocks noGrp="1"/>
          </p:cNvSpPr>
          <p:nvPr>
            <p:ph type="ctrTitle" hasCustomPrompt="1"/>
          </p:nvPr>
        </p:nvSpPr>
        <p:spPr>
          <a:xfrm>
            <a:off x="382972" y="2743200"/>
            <a:ext cx="5292030" cy="786317"/>
          </a:xfrm>
          <a:solidFill>
            <a:schemeClr val="bg1">
              <a:alpha val="65000"/>
            </a:schemeClr>
          </a:solidFill>
        </p:spPr>
        <p:txBody>
          <a:bodyPr lIns="91440" tIns="91440" rIns="91440" bIns="0" anchor="t" anchorCtr="0">
            <a:noAutofit/>
          </a:bodyPr>
          <a:lstStyle>
            <a:lvl1pPr algn="l">
              <a:lnSpc>
                <a:spcPct val="80000"/>
              </a:lnSpc>
              <a:defRPr sz="5000" b="1" i="0" spc="-100">
                <a:solidFill>
                  <a:schemeClr val="tx1"/>
                </a:solidFill>
                <a:latin typeface="Arial"/>
                <a:cs typeface="Arial"/>
              </a:defRPr>
            </a:lvl1pPr>
          </a:lstStyle>
          <a:p>
            <a:r>
              <a:rPr lang="en-US"/>
              <a:t>Master title style</a:t>
            </a:r>
          </a:p>
        </p:txBody>
      </p:sp>
      <p:sp>
        <p:nvSpPr>
          <p:cNvPr id="7" name="Subtitle 2">
            <a:extLst>
              <a:ext uri="{FF2B5EF4-FFF2-40B4-BE49-F238E27FC236}">
                <a16:creationId xmlns:a16="http://schemas.microsoft.com/office/drawing/2014/main" id="{337F9D4E-FB24-2390-3DF7-EA465F01C000}"/>
              </a:ext>
            </a:extLst>
          </p:cNvPr>
          <p:cNvSpPr>
            <a:spLocks noGrp="1"/>
          </p:cNvSpPr>
          <p:nvPr>
            <p:ph type="subTitle" idx="1" hasCustomPrompt="1"/>
          </p:nvPr>
        </p:nvSpPr>
        <p:spPr>
          <a:xfrm>
            <a:off x="382972" y="3796115"/>
            <a:ext cx="5292030" cy="560910"/>
          </a:xfrm>
          <a:solidFill>
            <a:schemeClr val="bg1">
              <a:alpha val="65000"/>
            </a:schemeClr>
          </a:solidFill>
        </p:spPr>
        <p:txBody>
          <a:bodyPr lIns="91440" tIns="91440" rIns="91440" bIns="91440" anchor="ctr" anchorCtr="0">
            <a:normAutofit/>
          </a:bodyPr>
          <a:lstStyle>
            <a:lvl1pPr marL="0" indent="0" algn="l">
              <a:lnSpc>
                <a:spcPct val="100000"/>
              </a:lnSpc>
              <a:spcBef>
                <a:spcPts val="800"/>
              </a:spcBef>
              <a:spcAft>
                <a:spcPts val="0"/>
              </a:spcAft>
              <a:buNone/>
              <a:defRPr sz="2800" b="1" i="0" spc="-50">
                <a:solidFill>
                  <a:schemeClr val="accent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subtitle style</a:t>
            </a:r>
          </a:p>
        </p:txBody>
      </p:sp>
      <p:sp>
        <p:nvSpPr>
          <p:cNvPr id="8" name="Text Placeholder 4">
            <a:extLst>
              <a:ext uri="{FF2B5EF4-FFF2-40B4-BE49-F238E27FC236}">
                <a16:creationId xmlns:a16="http://schemas.microsoft.com/office/drawing/2014/main" id="{98814365-5E6E-0C9E-EDFB-C1319C13FCD9}"/>
              </a:ext>
            </a:extLst>
          </p:cNvPr>
          <p:cNvSpPr>
            <a:spLocks noGrp="1"/>
          </p:cNvSpPr>
          <p:nvPr>
            <p:ph type="body" sz="quarter" idx="33" hasCustomPrompt="1"/>
          </p:nvPr>
        </p:nvSpPr>
        <p:spPr>
          <a:xfrm>
            <a:off x="382588" y="1169557"/>
            <a:ext cx="5292414" cy="786317"/>
          </a:xfrm>
          <a:solidFill>
            <a:schemeClr val="bg1">
              <a:alpha val="65000"/>
            </a:schemeClr>
          </a:solidFill>
        </p:spPr>
        <p:txBody>
          <a:bodyPr lIns="91440" tIns="0" rIns="91440" bIns="91440" anchor="ctr"/>
          <a:lstStyle>
            <a:lvl1pPr>
              <a:spcBef>
                <a:spcPts val="0"/>
              </a:spcBef>
              <a:defRPr sz="5000" b="1"/>
            </a:lvl1pPr>
          </a:lstStyle>
          <a:p>
            <a:pPr lvl="0"/>
            <a:r>
              <a:rPr lang="en-US"/>
              <a:t>(Third line)</a:t>
            </a:r>
          </a:p>
        </p:txBody>
      </p:sp>
      <p:sp>
        <p:nvSpPr>
          <p:cNvPr id="9" name="Text Placeholder 4">
            <a:extLst>
              <a:ext uri="{FF2B5EF4-FFF2-40B4-BE49-F238E27FC236}">
                <a16:creationId xmlns:a16="http://schemas.microsoft.com/office/drawing/2014/main" id="{AA8FCFCE-1BD2-D0D2-E859-B29857E19554}"/>
              </a:ext>
            </a:extLst>
          </p:cNvPr>
          <p:cNvSpPr>
            <a:spLocks noGrp="1"/>
          </p:cNvSpPr>
          <p:nvPr>
            <p:ph type="body" sz="quarter" idx="34"/>
          </p:nvPr>
        </p:nvSpPr>
        <p:spPr>
          <a:xfrm>
            <a:off x="382588" y="1956883"/>
            <a:ext cx="5292414" cy="786317"/>
          </a:xfrm>
          <a:solidFill>
            <a:schemeClr val="bg1">
              <a:alpha val="65000"/>
            </a:schemeClr>
          </a:solidFill>
        </p:spPr>
        <p:txBody>
          <a:bodyPr lIns="91440" tIns="0" rIns="91440" bIns="91440" anchor="ctr"/>
          <a:lstStyle>
            <a:lvl1pPr>
              <a:spcBef>
                <a:spcPts val="0"/>
              </a:spcBef>
              <a:defRPr sz="5000" b="1"/>
            </a:lvl1pPr>
          </a:lstStyle>
          <a:p>
            <a:pPr lvl="0"/>
            <a:r>
              <a:rPr lang="en-US"/>
              <a:t>Click to edit</a:t>
            </a:r>
          </a:p>
        </p:txBody>
      </p:sp>
      <p:sp>
        <p:nvSpPr>
          <p:cNvPr id="11" name="Text Placeholder 29">
            <a:extLst>
              <a:ext uri="{FF2B5EF4-FFF2-40B4-BE49-F238E27FC236}">
                <a16:creationId xmlns:a16="http://schemas.microsoft.com/office/drawing/2014/main" id="{7245ABF2-28DD-3436-1D35-EF0040C190C7}"/>
              </a:ext>
            </a:extLst>
          </p:cNvPr>
          <p:cNvSpPr>
            <a:spLocks noGrp="1"/>
          </p:cNvSpPr>
          <p:nvPr>
            <p:ph type="body" sz="quarter" idx="32" hasCustomPrompt="1"/>
          </p:nvPr>
        </p:nvSpPr>
        <p:spPr>
          <a:xfrm rot="18900000" flipV="1">
            <a:off x="7240529" y="3127407"/>
            <a:ext cx="6149993" cy="3076598"/>
          </a:xfrm>
          <a:custGeom>
            <a:avLst/>
            <a:gdLst>
              <a:gd name="connsiteX0" fmla="*/ 6149993 w 6149993"/>
              <a:gd name="connsiteY0" fmla="*/ 1964049 h 3076598"/>
              <a:gd name="connsiteX1" fmla="*/ 4650148 w 6149993"/>
              <a:gd name="connsiteY1" fmla="*/ 464204 h 3076598"/>
              <a:gd name="connsiteX2" fmla="*/ 4638007 w 6149993"/>
              <a:gd name="connsiteY2" fmla="*/ 475238 h 3076598"/>
              <a:gd name="connsiteX3" fmla="*/ 3287753 w 6149993"/>
              <a:gd name="connsiteY3" fmla="*/ 959968 h 3076598"/>
              <a:gd name="connsiteX4" fmla="*/ 1527548 w 6149993"/>
              <a:gd name="connsiteY4" fmla="*/ 24073 h 3076598"/>
              <a:gd name="connsiteX5" fmla="*/ 1512923 w 6149993"/>
              <a:gd name="connsiteY5" fmla="*/ 0 h 3076598"/>
              <a:gd name="connsiteX6" fmla="*/ 0 w 6149993"/>
              <a:gd name="connsiteY6" fmla="*/ 1512924 h 3076598"/>
              <a:gd name="connsiteX7" fmla="*/ 16454 w 6149993"/>
              <a:gd name="connsiteY7" fmla="*/ 1533863 h 3076598"/>
              <a:gd name="connsiteX8" fmla="*/ 3287753 w 6149993"/>
              <a:gd name="connsiteY8" fmla="*/ 3076598 h 3076598"/>
              <a:gd name="connsiteX9" fmla="*/ 6138204 w 6149993"/>
              <a:gd name="connsiteY9" fmla="*/ 1975288 h 30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49993" h="3076598">
                <a:moveTo>
                  <a:pt x="6149993" y="1964049"/>
                </a:moveTo>
                <a:lnTo>
                  <a:pt x="4650148" y="464204"/>
                </a:lnTo>
                <a:lnTo>
                  <a:pt x="4638007" y="475238"/>
                </a:lnTo>
                <a:cubicBezTo>
                  <a:pt x="4271074" y="778058"/>
                  <a:pt x="3800657" y="959968"/>
                  <a:pt x="3287753" y="959968"/>
                </a:cubicBezTo>
                <a:cubicBezTo>
                  <a:pt x="2555033" y="959968"/>
                  <a:pt x="1909019" y="588724"/>
                  <a:pt x="1527548" y="24073"/>
                </a:cubicBezTo>
                <a:lnTo>
                  <a:pt x="1512923" y="0"/>
                </a:lnTo>
                <a:lnTo>
                  <a:pt x="0" y="1512924"/>
                </a:lnTo>
                <a:lnTo>
                  <a:pt x="16454" y="1533863"/>
                </a:lnTo>
                <a:cubicBezTo>
                  <a:pt x="794015" y="2476050"/>
                  <a:pt x="1970751" y="3076598"/>
                  <a:pt x="3287753" y="3076598"/>
                </a:cubicBezTo>
                <a:cubicBezTo>
                  <a:pt x="4385254" y="3076598"/>
                  <a:pt x="5385348" y="2659551"/>
                  <a:pt x="6138204" y="1975288"/>
                </a:cubicBezTo>
                <a:close/>
              </a:path>
            </a:pathLst>
          </a:custGeom>
          <a:solidFill>
            <a:schemeClr val="bg1">
              <a:alpha val="20000"/>
            </a:schemeClr>
          </a:solidFill>
        </p:spPr>
        <p:txBody>
          <a:bodyPr wrap="square">
            <a:noAutofit/>
          </a:bodyPr>
          <a:lstStyle>
            <a:lvl1pPr>
              <a:defRPr>
                <a:solidFill>
                  <a:schemeClr val="bg1">
                    <a:alpha val="0"/>
                  </a:schemeClr>
                </a:solidFill>
              </a:defRPr>
            </a:lvl1pPr>
          </a:lstStyle>
          <a:p>
            <a:pPr lvl="0"/>
            <a:r>
              <a:rPr lang="en-US"/>
              <a:t> </a:t>
            </a:r>
          </a:p>
        </p:txBody>
      </p:sp>
      <p:sp>
        <p:nvSpPr>
          <p:cNvPr id="2" name="Text Placeholder 2">
            <a:extLst>
              <a:ext uri="{FF2B5EF4-FFF2-40B4-BE49-F238E27FC236}">
                <a16:creationId xmlns:a16="http://schemas.microsoft.com/office/drawing/2014/main" id="{66407DA8-97BF-C5B8-C9B7-283F8DD15074}"/>
              </a:ext>
            </a:extLst>
          </p:cNvPr>
          <p:cNvSpPr>
            <a:spLocks noGrp="1"/>
          </p:cNvSpPr>
          <p:nvPr>
            <p:ph type="body" sz="quarter" idx="10"/>
          </p:nvPr>
        </p:nvSpPr>
        <p:spPr>
          <a:xfrm>
            <a:off x="5259978" y="6221029"/>
            <a:ext cx="6549436" cy="357052"/>
          </a:xfrm>
        </p:spPr>
        <p:txBody>
          <a:bodyPr anchor="b" anchorCtr="0"/>
          <a:lstStyle>
            <a:lvl1pPr algn="r">
              <a:defRPr sz="800">
                <a:solidFill>
                  <a:schemeClr val="tx2"/>
                </a:solidFill>
              </a:defRPr>
            </a:lvl1pPr>
            <a:lvl2pPr marL="0" indent="0">
              <a:buNone/>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p:txBody>
      </p:sp>
      <p:pic>
        <p:nvPicPr>
          <p:cNvPr id="5" name="Graphic 4">
            <a:extLst>
              <a:ext uri="{FF2B5EF4-FFF2-40B4-BE49-F238E27FC236}">
                <a16:creationId xmlns:a16="http://schemas.microsoft.com/office/drawing/2014/main" id="{70671432-83C9-2265-B602-7B98C37C1F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1877" y="6084140"/>
            <a:ext cx="3034341" cy="557784"/>
          </a:xfrm>
          <a:prstGeom prst="rect">
            <a:avLst/>
          </a:prstGeom>
        </p:spPr>
      </p:pic>
    </p:spTree>
    <p:extLst>
      <p:ext uri="{BB962C8B-B14F-4D97-AF65-F5344CB8AC3E}">
        <p14:creationId xmlns:p14="http://schemas.microsoft.com/office/powerpoint/2010/main" val="3492298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E0FE-079C-4309-86E7-FC7AC41E098B}"/>
              </a:ext>
            </a:extLst>
          </p:cNvPr>
          <p:cNvSpPr>
            <a:spLocks noGrp="1"/>
          </p:cNvSpPr>
          <p:nvPr>
            <p:ph type="title"/>
          </p:nvPr>
        </p:nvSpPr>
        <p:spPr/>
        <p:txBody>
          <a:bodyPr/>
          <a:lstStyle/>
          <a:p>
            <a:r>
              <a:rPr lang="en-US"/>
              <a:t>Click to edit Master title style</a:t>
            </a:r>
          </a:p>
        </p:txBody>
      </p:sp>
      <p:sp>
        <p:nvSpPr>
          <p:cNvPr id="3" name="Text Placeholder 3">
            <a:extLst>
              <a:ext uri="{FF2B5EF4-FFF2-40B4-BE49-F238E27FC236}">
                <a16:creationId xmlns:a16="http://schemas.microsoft.com/office/drawing/2014/main" id="{2452C13A-84E6-42E0-920E-2DDD0DC45F19}"/>
              </a:ext>
            </a:extLst>
          </p:cNvPr>
          <p:cNvSpPr>
            <a:spLocks noGrp="1"/>
          </p:cNvSpPr>
          <p:nvPr>
            <p:ph type="body" sz="quarter" idx="14"/>
          </p:nvPr>
        </p:nvSpPr>
        <p:spPr>
          <a:xfrm>
            <a:off x="4789488" y="4433365"/>
            <a:ext cx="7019925" cy="1055204"/>
          </a:xfrm>
        </p:spPr>
        <p:txBody>
          <a:bodyPr>
            <a:noAutofit/>
          </a:bodyPr>
          <a:lstStyle>
            <a:lvl1pPr>
              <a:spcBef>
                <a:spcPts val="0"/>
              </a:spcBef>
              <a:defRPr sz="1600" b="1">
                <a:solidFill>
                  <a:schemeClr val="accent1"/>
                </a:solidFill>
              </a:defRPr>
            </a:lvl1pPr>
            <a:lvl2pPr marL="0" indent="0">
              <a:spcBef>
                <a:spcPts val="0"/>
              </a:spcBef>
              <a:buNone/>
              <a:defRPr sz="1400" b="1"/>
            </a:lvl2pPr>
            <a:lvl3pPr marL="0" indent="0">
              <a:spcBef>
                <a:spcPts val="0"/>
              </a:spcBef>
              <a:buNone/>
              <a:defRPr sz="1400"/>
            </a:lvl3pPr>
          </a:lstStyle>
          <a:p>
            <a:pPr lvl="0"/>
            <a:r>
              <a:rPr lang="en-US"/>
              <a:t>Click to edit Master text styles</a:t>
            </a:r>
          </a:p>
          <a:p>
            <a:pPr lvl="1"/>
            <a:r>
              <a:rPr lang="en-US"/>
              <a:t>Second level</a:t>
            </a:r>
          </a:p>
          <a:p>
            <a:pPr lvl="2"/>
            <a:r>
              <a:rPr lang="en-US"/>
              <a:t>Third level</a:t>
            </a:r>
          </a:p>
        </p:txBody>
      </p:sp>
      <p:sp>
        <p:nvSpPr>
          <p:cNvPr id="4" name="Text Placeholder 21">
            <a:extLst>
              <a:ext uri="{FF2B5EF4-FFF2-40B4-BE49-F238E27FC236}">
                <a16:creationId xmlns:a16="http://schemas.microsoft.com/office/drawing/2014/main" id="{CF3E35AE-FC12-4C79-986B-4E075DBAFC0C}"/>
              </a:ext>
            </a:extLst>
          </p:cNvPr>
          <p:cNvSpPr>
            <a:spLocks noGrp="1"/>
          </p:cNvSpPr>
          <p:nvPr>
            <p:ph type="body" sz="quarter" idx="11"/>
          </p:nvPr>
        </p:nvSpPr>
        <p:spPr>
          <a:xfrm>
            <a:off x="4789283" y="2000249"/>
            <a:ext cx="7020446" cy="2162799"/>
          </a:xfrm>
        </p:spPr>
        <p:txBody>
          <a:bodyPr anchor="b"/>
          <a:lstStyle>
            <a:lvl1pPr>
              <a:defRPr sz="3200"/>
            </a:lvl1pPr>
            <a:lvl2pPr marL="0" indent="0">
              <a:buNone/>
              <a:defRPr/>
            </a:lvl2pPr>
          </a:lstStyle>
          <a:p>
            <a:pPr lvl="0"/>
            <a:r>
              <a:rPr lang="en-US"/>
              <a:t>Click to edit Master text styles</a:t>
            </a:r>
          </a:p>
        </p:txBody>
      </p:sp>
      <p:sp>
        <p:nvSpPr>
          <p:cNvPr id="5" name="Picture Placeholder 18">
            <a:extLst>
              <a:ext uri="{FF2B5EF4-FFF2-40B4-BE49-F238E27FC236}">
                <a16:creationId xmlns:a16="http://schemas.microsoft.com/office/drawing/2014/main" id="{0CAD33D2-6ED7-4F78-BCE2-7680926DA15F}"/>
              </a:ext>
            </a:extLst>
          </p:cNvPr>
          <p:cNvSpPr>
            <a:spLocks noGrp="1"/>
          </p:cNvSpPr>
          <p:nvPr>
            <p:ph type="pic" sz="quarter" idx="10"/>
          </p:nvPr>
        </p:nvSpPr>
        <p:spPr>
          <a:xfrm>
            <a:off x="381001" y="2000249"/>
            <a:ext cx="3467102" cy="3467100"/>
          </a:xfrm>
          <a:prstGeom prst="ellipse">
            <a:avLst/>
          </a:prstGeom>
          <a:solidFill>
            <a:srgbClr val="ECECEC"/>
          </a:solidFill>
          <a:ln w="76200">
            <a:noFill/>
          </a:ln>
        </p:spPr>
        <p:txBody>
          <a:bodyPr vert="horz" lIns="0" tIns="0" rIns="0" bIns="0" rtlCol="0" anchor="ctr" anchorCtr="0">
            <a:noAutofit/>
          </a:bodyPr>
          <a:lstStyle>
            <a:lvl1pPr>
              <a:defRPr lang="en-PH"/>
            </a:lvl1pPr>
          </a:lstStyle>
          <a:p>
            <a:pPr lvl="0" algn="ctr"/>
            <a:r>
              <a:rPr lang="en-US"/>
              <a:t>Click icon to add picture</a:t>
            </a:r>
            <a:endParaRPr lang="en-PH"/>
          </a:p>
        </p:txBody>
      </p:sp>
      <p:sp>
        <p:nvSpPr>
          <p:cNvPr id="6" name="Text Placeholder 21">
            <a:extLst>
              <a:ext uri="{FF2B5EF4-FFF2-40B4-BE49-F238E27FC236}">
                <a16:creationId xmlns:a16="http://schemas.microsoft.com/office/drawing/2014/main" id="{65CB8154-9C86-4F81-8743-8A30D05A9F8C}"/>
              </a:ext>
            </a:extLst>
          </p:cNvPr>
          <p:cNvSpPr>
            <a:spLocks noGrp="1"/>
          </p:cNvSpPr>
          <p:nvPr>
            <p:ph type="body" sz="quarter" idx="15" hasCustomPrompt="1"/>
          </p:nvPr>
        </p:nvSpPr>
        <p:spPr>
          <a:xfrm>
            <a:off x="4622800" y="3564457"/>
            <a:ext cx="166688" cy="598591"/>
          </a:xfrm>
        </p:spPr>
        <p:txBody>
          <a:bodyPr anchor="b"/>
          <a:lstStyle>
            <a:lvl1pPr>
              <a:defRPr sz="3200"/>
            </a:lvl1pPr>
            <a:lvl2pPr marL="0" indent="0">
              <a:buNone/>
              <a:defRPr/>
            </a:lvl2pPr>
          </a:lstStyle>
          <a:p>
            <a:pPr lvl="0"/>
            <a:r>
              <a:rPr lang="en-US"/>
              <a:t>“</a:t>
            </a:r>
          </a:p>
        </p:txBody>
      </p:sp>
    </p:spTree>
    <p:extLst>
      <p:ext uri="{BB962C8B-B14F-4D97-AF65-F5344CB8AC3E}">
        <p14:creationId xmlns:p14="http://schemas.microsoft.com/office/powerpoint/2010/main" val="1907025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E0FE-079C-4309-86E7-FC7AC41E098B}"/>
              </a:ext>
            </a:extLst>
          </p:cNvPr>
          <p:cNvSpPr>
            <a:spLocks noGrp="1"/>
          </p:cNvSpPr>
          <p:nvPr>
            <p:ph type="title"/>
          </p:nvPr>
        </p:nvSpPr>
        <p:spPr/>
        <p:txBody>
          <a:bodyPr/>
          <a:lstStyle/>
          <a:p>
            <a:r>
              <a:rPr lang="en-US"/>
              <a:t>Click to edit Master title style</a:t>
            </a:r>
          </a:p>
        </p:txBody>
      </p:sp>
      <p:sp>
        <p:nvSpPr>
          <p:cNvPr id="3" name="Text Placeholder 3">
            <a:extLst>
              <a:ext uri="{FF2B5EF4-FFF2-40B4-BE49-F238E27FC236}">
                <a16:creationId xmlns:a16="http://schemas.microsoft.com/office/drawing/2014/main" id="{2452C13A-84E6-42E0-920E-2DDD0DC45F19}"/>
              </a:ext>
            </a:extLst>
          </p:cNvPr>
          <p:cNvSpPr>
            <a:spLocks noGrp="1"/>
          </p:cNvSpPr>
          <p:nvPr>
            <p:ph type="body" sz="quarter" idx="14"/>
          </p:nvPr>
        </p:nvSpPr>
        <p:spPr>
          <a:xfrm>
            <a:off x="4789488" y="4433365"/>
            <a:ext cx="7019925" cy="1055204"/>
          </a:xfrm>
        </p:spPr>
        <p:txBody>
          <a:bodyPr>
            <a:noAutofit/>
          </a:bodyPr>
          <a:lstStyle>
            <a:lvl1pPr>
              <a:spcBef>
                <a:spcPts val="0"/>
              </a:spcBef>
              <a:defRPr sz="1600" b="1">
                <a:solidFill>
                  <a:schemeClr val="accent1"/>
                </a:solidFill>
              </a:defRPr>
            </a:lvl1pPr>
            <a:lvl2pPr marL="0" indent="0">
              <a:spcBef>
                <a:spcPts val="0"/>
              </a:spcBef>
              <a:buNone/>
              <a:defRPr sz="1400" b="1"/>
            </a:lvl2pPr>
            <a:lvl3pPr marL="0" indent="0">
              <a:spcBef>
                <a:spcPts val="0"/>
              </a:spcBef>
              <a:buNone/>
              <a:defRPr sz="1400"/>
            </a:lvl3pPr>
          </a:lstStyle>
          <a:p>
            <a:pPr lvl="0"/>
            <a:r>
              <a:rPr lang="en-US"/>
              <a:t>Click to edit Master text styles</a:t>
            </a:r>
          </a:p>
          <a:p>
            <a:pPr lvl="1"/>
            <a:r>
              <a:rPr lang="en-US"/>
              <a:t>Second level</a:t>
            </a:r>
          </a:p>
          <a:p>
            <a:pPr lvl="2"/>
            <a:r>
              <a:rPr lang="en-US"/>
              <a:t>Third level</a:t>
            </a:r>
          </a:p>
        </p:txBody>
      </p:sp>
      <p:sp>
        <p:nvSpPr>
          <p:cNvPr id="4" name="Text Placeholder 21">
            <a:extLst>
              <a:ext uri="{FF2B5EF4-FFF2-40B4-BE49-F238E27FC236}">
                <a16:creationId xmlns:a16="http://schemas.microsoft.com/office/drawing/2014/main" id="{CF3E35AE-FC12-4C79-986B-4E075DBAFC0C}"/>
              </a:ext>
            </a:extLst>
          </p:cNvPr>
          <p:cNvSpPr>
            <a:spLocks noGrp="1"/>
          </p:cNvSpPr>
          <p:nvPr>
            <p:ph type="body" sz="quarter" idx="11" hasCustomPrompt="1"/>
          </p:nvPr>
        </p:nvSpPr>
        <p:spPr>
          <a:xfrm>
            <a:off x="4635500" y="2000249"/>
            <a:ext cx="7174229" cy="2162799"/>
          </a:xfrm>
        </p:spPr>
        <p:txBody>
          <a:bodyPr anchor="b"/>
          <a:lstStyle>
            <a:lvl1pPr marL="137160" indent="-137160">
              <a:defRPr sz="3200"/>
            </a:lvl1pPr>
            <a:lvl2pPr marL="0" indent="0">
              <a:buNone/>
              <a:defRPr/>
            </a:lvl2pPr>
          </a:lstStyle>
          <a:p>
            <a:pPr lvl="0"/>
            <a:r>
              <a:rPr lang="en-US"/>
              <a:t>“Click to edit Master text </a:t>
            </a:r>
            <a:r>
              <a:rPr lang="en-US" err="1"/>
              <a:t>loremstyle</a:t>
            </a:r>
            <a:r>
              <a:rPr lang="en-US"/>
              <a:t> Master text </a:t>
            </a:r>
            <a:r>
              <a:rPr lang="en-US" err="1"/>
              <a:t>loremstyles</a:t>
            </a:r>
            <a:r>
              <a:rPr lang="en-US"/>
              <a:t> s”</a:t>
            </a:r>
          </a:p>
        </p:txBody>
      </p:sp>
      <p:sp>
        <p:nvSpPr>
          <p:cNvPr id="5" name="Picture Placeholder 18">
            <a:extLst>
              <a:ext uri="{FF2B5EF4-FFF2-40B4-BE49-F238E27FC236}">
                <a16:creationId xmlns:a16="http://schemas.microsoft.com/office/drawing/2014/main" id="{0CAD33D2-6ED7-4F78-BCE2-7680926DA15F}"/>
              </a:ext>
            </a:extLst>
          </p:cNvPr>
          <p:cNvSpPr>
            <a:spLocks noGrp="1"/>
          </p:cNvSpPr>
          <p:nvPr>
            <p:ph type="pic" sz="quarter" idx="10"/>
          </p:nvPr>
        </p:nvSpPr>
        <p:spPr>
          <a:xfrm>
            <a:off x="381001" y="2000249"/>
            <a:ext cx="3467102" cy="3467100"/>
          </a:xfrm>
          <a:prstGeom prst="ellipse">
            <a:avLst/>
          </a:prstGeom>
          <a:solidFill>
            <a:srgbClr val="ECECEC"/>
          </a:solidFill>
          <a:ln w="76200">
            <a:noFill/>
          </a:ln>
        </p:spPr>
        <p:txBody>
          <a:bodyPr vert="horz" lIns="0" tIns="0" rIns="0" bIns="0" rtlCol="0" anchor="ctr" anchorCtr="0">
            <a:noAutofit/>
          </a:bodyPr>
          <a:lstStyle>
            <a:lvl1pPr>
              <a:defRPr lang="en-PH"/>
            </a:lvl1pPr>
          </a:lstStyle>
          <a:p>
            <a:pPr lvl="0" algn="ctr"/>
            <a:r>
              <a:rPr lang="en-US"/>
              <a:t>Click icon to add picture</a:t>
            </a:r>
            <a:endParaRPr lang="en-PH"/>
          </a:p>
        </p:txBody>
      </p:sp>
    </p:spTree>
    <p:extLst>
      <p:ext uri="{BB962C8B-B14F-4D97-AF65-F5344CB8AC3E}">
        <p14:creationId xmlns:p14="http://schemas.microsoft.com/office/powerpoint/2010/main" val="50634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Statement">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7DB4F7A-04F5-492B-9F9C-9DCDBC31468B}"/>
              </a:ext>
            </a:extLst>
          </p:cNvPr>
          <p:cNvSpPr>
            <a:spLocks noGrp="1"/>
          </p:cNvSpPr>
          <p:nvPr>
            <p:ph type="body" sz="quarter" idx="12"/>
          </p:nvPr>
        </p:nvSpPr>
        <p:spPr>
          <a:xfrm>
            <a:off x="380207" y="2565127"/>
            <a:ext cx="3631905" cy="2201057"/>
          </a:xfrm>
          <a:prstGeom prst="rect">
            <a:avLst/>
          </a:prstGeom>
          <a:solidFill>
            <a:schemeClr val="accent2"/>
          </a:solidFill>
          <a:ln>
            <a:noFill/>
          </a:ln>
          <a:effectLst/>
        </p:spPr>
        <p:txBody>
          <a:bodyPr lIns="182880" tIns="18288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0904ADFB-3D8E-464B-AEAF-259637858CA6}"/>
              </a:ext>
            </a:extLst>
          </p:cNvPr>
          <p:cNvSpPr>
            <a:spLocks noGrp="1"/>
          </p:cNvSpPr>
          <p:nvPr>
            <p:ph type="body" sz="quarter" idx="14"/>
          </p:nvPr>
        </p:nvSpPr>
        <p:spPr>
          <a:xfrm>
            <a:off x="4279452" y="2565127"/>
            <a:ext cx="3629920" cy="2201057"/>
          </a:xfrm>
          <a:prstGeom prst="rect">
            <a:avLst/>
          </a:prstGeom>
          <a:solidFill>
            <a:schemeClr val="accent3"/>
          </a:solidFill>
          <a:ln>
            <a:noFill/>
          </a:ln>
          <a:effectLst/>
        </p:spPr>
        <p:txBody>
          <a:bodyPr lIns="182880" tIns="18288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5" name="Text Placeholder 7">
            <a:extLst>
              <a:ext uri="{FF2B5EF4-FFF2-40B4-BE49-F238E27FC236}">
                <a16:creationId xmlns:a16="http://schemas.microsoft.com/office/drawing/2014/main" id="{3E25379D-0A79-4138-A194-901F857CFE35}"/>
              </a:ext>
            </a:extLst>
          </p:cNvPr>
          <p:cNvSpPr>
            <a:spLocks noGrp="1"/>
          </p:cNvSpPr>
          <p:nvPr>
            <p:ph type="body" sz="quarter" idx="16"/>
          </p:nvPr>
        </p:nvSpPr>
        <p:spPr>
          <a:xfrm>
            <a:off x="8177507" y="2565127"/>
            <a:ext cx="3631907" cy="2201057"/>
          </a:xfrm>
          <a:prstGeom prst="rect">
            <a:avLst/>
          </a:prstGeom>
          <a:solidFill>
            <a:schemeClr val="accent4"/>
          </a:solidFill>
          <a:ln>
            <a:noFill/>
          </a:ln>
          <a:effectLst/>
        </p:spPr>
        <p:txBody>
          <a:bodyPr lIns="182880" tIns="18288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6" name="Title 5">
            <a:extLst>
              <a:ext uri="{FF2B5EF4-FFF2-40B4-BE49-F238E27FC236}">
                <a16:creationId xmlns:a16="http://schemas.microsoft.com/office/drawing/2014/main" id="{4F1F6B98-0C45-4BAB-86B0-EDAB9CA7B96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893778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 Statement">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7DB4F7A-04F5-492B-9F9C-9DCDBC31468B}"/>
              </a:ext>
            </a:extLst>
          </p:cNvPr>
          <p:cNvSpPr>
            <a:spLocks noGrp="1"/>
          </p:cNvSpPr>
          <p:nvPr>
            <p:ph type="body" sz="quarter" idx="12"/>
          </p:nvPr>
        </p:nvSpPr>
        <p:spPr>
          <a:xfrm>
            <a:off x="381001" y="2523099"/>
            <a:ext cx="2721380"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0904ADFB-3D8E-464B-AEAF-259637858CA6}"/>
              </a:ext>
            </a:extLst>
          </p:cNvPr>
          <p:cNvSpPr>
            <a:spLocks noGrp="1"/>
          </p:cNvSpPr>
          <p:nvPr>
            <p:ph type="body" sz="quarter" idx="14"/>
          </p:nvPr>
        </p:nvSpPr>
        <p:spPr>
          <a:xfrm>
            <a:off x="3283841" y="2523099"/>
            <a:ext cx="2719892" cy="2322913"/>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5" name="Text Placeholder 7">
            <a:extLst>
              <a:ext uri="{FF2B5EF4-FFF2-40B4-BE49-F238E27FC236}">
                <a16:creationId xmlns:a16="http://schemas.microsoft.com/office/drawing/2014/main" id="{3E25379D-0A79-4138-A194-901F857CFE35}"/>
              </a:ext>
            </a:extLst>
          </p:cNvPr>
          <p:cNvSpPr>
            <a:spLocks noGrp="1"/>
          </p:cNvSpPr>
          <p:nvPr>
            <p:ph type="body" sz="quarter" idx="16"/>
          </p:nvPr>
        </p:nvSpPr>
        <p:spPr>
          <a:xfrm>
            <a:off x="6185193" y="2523099"/>
            <a:ext cx="2721381"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7" name="Text Placeholder 7">
            <a:extLst>
              <a:ext uri="{FF2B5EF4-FFF2-40B4-BE49-F238E27FC236}">
                <a16:creationId xmlns:a16="http://schemas.microsoft.com/office/drawing/2014/main" id="{289AA023-A46F-450A-80A8-C6F3EBE56BA3}"/>
              </a:ext>
            </a:extLst>
          </p:cNvPr>
          <p:cNvSpPr>
            <a:spLocks noGrp="1"/>
          </p:cNvSpPr>
          <p:nvPr>
            <p:ph type="body" sz="quarter" idx="17"/>
          </p:nvPr>
        </p:nvSpPr>
        <p:spPr>
          <a:xfrm>
            <a:off x="9088033" y="2523099"/>
            <a:ext cx="2721381"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6" name="Title 5">
            <a:extLst>
              <a:ext uri="{FF2B5EF4-FFF2-40B4-BE49-F238E27FC236}">
                <a16:creationId xmlns:a16="http://schemas.microsoft.com/office/drawing/2014/main" id="{BF5953F7-BCD8-4688-B34C-D81CB08F826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48404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 Photos">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381001" y="1171575"/>
            <a:ext cx="3642338" cy="2407920"/>
          </a:xfrm>
        </p:spPr>
        <p:txBody>
          <a:bodyPr anchor="ctr"/>
          <a:lstStyle>
            <a:lvl1pPr algn="ctr">
              <a:defRPr/>
            </a:lvl1pPr>
          </a:lstStyle>
          <a:p>
            <a:r>
              <a:rPr lang="en-US"/>
              <a:t>Click icon to add picture</a:t>
            </a:r>
          </a:p>
        </p:txBody>
      </p:sp>
      <p:sp>
        <p:nvSpPr>
          <p:cNvPr id="19" name="Picture Placeholder 5">
            <a:extLst>
              <a:ext uri="{FF2B5EF4-FFF2-40B4-BE49-F238E27FC236}">
                <a16:creationId xmlns:a16="http://schemas.microsoft.com/office/drawing/2014/main" id="{539C5952-9101-40EA-8EFD-F1D60A1A9A08}"/>
              </a:ext>
            </a:extLst>
          </p:cNvPr>
          <p:cNvSpPr>
            <a:spLocks noGrp="1"/>
          </p:cNvSpPr>
          <p:nvPr>
            <p:ph type="pic" sz="quarter" idx="29"/>
          </p:nvPr>
        </p:nvSpPr>
        <p:spPr>
          <a:xfrm>
            <a:off x="4272451" y="1171575"/>
            <a:ext cx="3642338" cy="2407920"/>
          </a:xfrm>
        </p:spPr>
        <p:txBody>
          <a:bodyPr anchor="ctr"/>
          <a:lstStyle>
            <a:lvl1pPr algn="ctr">
              <a:defRPr/>
            </a:lvl1pPr>
          </a:lstStyle>
          <a:p>
            <a:r>
              <a:rPr lang="en-US"/>
              <a:t>Click icon to add picture</a:t>
            </a:r>
          </a:p>
        </p:txBody>
      </p:sp>
      <p:sp>
        <p:nvSpPr>
          <p:cNvPr id="20" name="Picture Placeholder 5">
            <a:extLst>
              <a:ext uri="{FF2B5EF4-FFF2-40B4-BE49-F238E27FC236}">
                <a16:creationId xmlns:a16="http://schemas.microsoft.com/office/drawing/2014/main" id="{6493EF8F-CCE9-4B2B-A7E6-77DBCC02838A}"/>
              </a:ext>
            </a:extLst>
          </p:cNvPr>
          <p:cNvSpPr>
            <a:spLocks noGrp="1"/>
          </p:cNvSpPr>
          <p:nvPr>
            <p:ph type="pic" sz="quarter" idx="30"/>
          </p:nvPr>
        </p:nvSpPr>
        <p:spPr>
          <a:xfrm>
            <a:off x="8163901" y="1171575"/>
            <a:ext cx="3642338" cy="2407920"/>
          </a:xfrm>
        </p:spPr>
        <p:txBody>
          <a:bodyPr anchor="ctr"/>
          <a:lstStyle>
            <a:lvl1pPr algn="ctr">
              <a:defRPr/>
            </a:lvl1pPr>
          </a:lstStyle>
          <a:p>
            <a:r>
              <a:rPr lang="en-US"/>
              <a:t>Click icon to add picture</a:t>
            </a:r>
          </a:p>
        </p:txBody>
      </p:sp>
      <p:sp>
        <p:nvSpPr>
          <p:cNvPr id="27" name="Picture Placeholder 5">
            <a:extLst>
              <a:ext uri="{FF2B5EF4-FFF2-40B4-BE49-F238E27FC236}">
                <a16:creationId xmlns:a16="http://schemas.microsoft.com/office/drawing/2014/main" id="{4D42B27E-18C9-491F-981A-22AFA3A63254}"/>
              </a:ext>
            </a:extLst>
          </p:cNvPr>
          <p:cNvSpPr>
            <a:spLocks noGrp="1"/>
          </p:cNvSpPr>
          <p:nvPr>
            <p:ph type="pic" sz="quarter" idx="31"/>
          </p:nvPr>
        </p:nvSpPr>
        <p:spPr>
          <a:xfrm>
            <a:off x="381001" y="3803650"/>
            <a:ext cx="3642338" cy="2407920"/>
          </a:xfrm>
        </p:spPr>
        <p:txBody>
          <a:bodyPr anchor="ctr"/>
          <a:lstStyle>
            <a:lvl1pPr algn="ctr">
              <a:defRPr/>
            </a:lvl1pPr>
          </a:lstStyle>
          <a:p>
            <a:r>
              <a:rPr lang="en-US"/>
              <a:t>Click icon to add picture</a:t>
            </a:r>
          </a:p>
        </p:txBody>
      </p:sp>
      <p:sp>
        <p:nvSpPr>
          <p:cNvPr id="28" name="Picture Placeholder 5">
            <a:extLst>
              <a:ext uri="{FF2B5EF4-FFF2-40B4-BE49-F238E27FC236}">
                <a16:creationId xmlns:a16="http://schemas.microsoft.com/office/drawing/2014/main" id="{1BCAF74B-6018-4C57-A90E-AB54A58B1470}"/>
              </a:ext>
            </a:extLst>
          </p:cNvPr>
          <p:cNvSpPr>
            <a:spLocks noGrp="1"/>
          </p:cNvSpPr>
          <p:nvPr>
            <p:ph type="pic" sz="quarter" idx="32"/>
          </p:nvPr>
        </p:nvSpPr>
        <p:spPr>
          <a:xfrm>
            <a:off x="4272451" y="3803650"/>
            <a:ext cx="3642338" cy="2407920"/>
          </a:xfrm>
        </p:spPr>
        <p:txBody>
          <a:bodyPr anchor="ctr"/>
          <a:lstStyle>
            <a:lvl1pPr algn="ctr">
              <a:defRPr/>
            </a:lvl1pPr>
          </a:lstStyle>
          <a:p>
            <a:r>
              <a:rPr lang="en-US"/>
              <a:t>Click icon to add picture</a:t>
            </a:r>
          </a:p>
        </p:txBody>
      </p:sp>
      <p:sp>
        <p:nvSpPr>
          <p:cNvPr id="29" name="Picture Placeholder 5">
            <a:extLst>
              <a:ext uri="{FF2B5EF4-FFF2-40B4-BE49-F238E27FC236}">
                <a16:creationId xmlns:a16="http://schemas.microsoft.com/office/drawing/2014/main" id="{61217ED4-3DF8-4495-9467-ABDA716D4CF1}"/>
              </a:ext>
            </a:extLst>
          </p:cNvPr>
          <p:cNvSpPr>
            <a:spLocks noGrp="1"/>
          </p:cNvSpPr>
          <p:nvPr>
            <p:ph type="pic" sz="quarter" idx="33"/>
          </p:nvPr>
        </p:nvSpPr>
        <p:spPr>
          <a:xfrm>
            <a:off x="8163901" y="3803650"/>
            <a:ext cx="3642338" cy="2407920"/>
          </a:xfrm>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6144A2ED-0415-4F97-8542-3AEA9009038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406923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381001" y="1322388"/>
            <a:ext cx="11426823" cy="4887912"/>
          </a:xfrm>
        </p:spPr>
        <p:txBody>
          <a:bodyPr anchor="ctr"/>
          <a:lstStyle>
            <a:lvl1pPr algn="ctr">
              <a:defRPr/>
            </a:lvl1pPr>
          </a:lstStyle>
          <a:p>
            <a:r>
              <a:rPr lang="en-US"/>
              <a:t>Click icon to add table</a:t>
            </a:r>
          </a:p>
        </p:txBody>
      </p:sp>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68259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lvl1pPr>
              <a:defRPr/>
            </a:lvl1pPr>
          </a:lstStyle>
          <a:p>
            <a:endParaRPr lang="en-US"/>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00" y="1691501"/>
            <a:ext cx="838200" cy="553998"/>
          </a:xfrm>
          <a:prstGeom prst="rect">
            <a:avLst/>
          </a:prstGeom>
          <a:noFill/>
        </p:spPr>
        <p:txBody>
          <a:bodyPr anchor="ctr">
            <a:spAutoFit/>
          </a:bodyPr>
          <a:lstStyle>
            <a:lvl1pPr algn="ctr">
              <a:defRPr sz="3600" b="1">
                <a:solidFill>
                  <a:schemeClr val="accent1"/>
                </a:solidFill>
              </a:defRPr>
            </a:lvl1pPr>
          </a:lstStyle>
          <a:p>
            <a:pPr lvl="0"/>
            <a:r>
              <a:rPr lang="en-US"/>
              <a:t>01</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00" y="2965735"/>
            <a:ext cx="838200" cy="553998"/>
          </a:xfrm>
          <a:prstGeom prst="rect">
            <a:avLst/>
          </a:prstGeom>
          <a:noFill/>
        </p:spPr>
        <p:txBody>
          <a:bodyPr anchor="ctr">
            <a:spAutoFit/>
          </a:bodyPr>
          <a:lstStyle>
            <a:lvl1pPr algn="ctr">
              <a:defRPr sz="3600" b="1">
                <a:solidFill>
                  <a:schemeClr val="accent1"/>
                </a:solidFill>
              </a:defRPr>
            </a:lvl1pPr>
          </a:lstStyle>
          <a:p>
            <a:pPr lvl="0"/>
            <a:r>
              <a:rPr lang="en-US"/>
              <a:t>02</a:t>
            </a:r>
          </a:p>
        </p:txBody>
      </p:sp>
      <p:sp>
        <p:nvSpPr>
          <p:cNvPr id="8" name="Text Placeholder 5">
            <a:extLst>
              <a:ext uri="{FF2B5EF4-FFF2-40B4-BE49-F238E27FC236}">
                <a16:creationId xmlns:a16="http://schemas.microsoft.com/office/drawing/2014/main" id="{E0D1A9AB-E45B-72D5-E442-2E623291A757}"/>
              </a:ext>
            </a:extLst>
          </p:cNvPr>
          <p:cNvSpPr>
            <a:spLocks noGrp="1"/>
          </p:cNvSpPr>
          <p:nvPr>
            <p:ph type="body" sz="quarter" idx="12" hasCustomPrompt="1"/>
          </p:nvPr>
        </p:nvSpPr>
        <p:spPr>
          <a:xfrm>
            <a:off x="381000" y="4239969"/>
            <a:ext cx="838200" cy="553998"/>
          </a:xfrm>
          <a:prstGeom prst="rect">
            <a:avLst/>
          </a:prstGeom>
          <a:noFill/>
        </p:spPr>
        <p:txBody>
          <a:bodyPr anchor="ctr">
            <a:spAutoFit/>
          </a:bodyPr>
          <a:lstStyle>
            <a:lvl1pPr algn="ctr">
              <a:defRPr sz="3600" b="1">
                <a:solidFill>
                  <a:schemeClr val="accent1"/>
                </a:solidFill>
              </a:defRPr>
            </a:lvl1pPr>
          </a:lstStyle>
          <a:p>
            <a:pPr lvl="0"/>
            <a:r>
              <a:rPr lang="en-US"/>
              <a:t>03</a:t>
            </a:r>
          </a:p>
        </p:txBody>
      </p:sp>
      <p:sp>
        <p:nvSpPr>
          <p:cNvPr id="9" name="Text Placeholder 5">
            <a:extLst>
              <a:ext uri="{FF2B5EF4-FFF2-40B4-BE49-F238E27FC236}">
                <a16:creationId xmlns:a16="http://schemas.microsoft.com/office/drawing/2014/main" id="{FFFD6734-A0C3-BE10-5DD0-416382B3D043}"/>
              </a:ext>
            </a:extLst>
          </p:cNvPr>
          <p:cNvSpPr>
            <a:spLocks noGrp="1"/>
          </p:cNvSpPr>
          <p:nvPr>
            <p:ph type="body" sz="quarter" idx="13" hasCustomPrompt="1"/>
          </p:nvPr>
        </p:nvSpPr>
        <p:spPr>
          <a:xfrm>
            <a:off x="381000" y="5514201"/>
            <a:ext cx="838200" cy="553998"/>
          </a:xfrm>
          <a:prstGeom prst="rect">
            <a:avLst/>
          </a:prstGeom>
          <a:noFill/>
        </p:spPr>
        <p:txBody>
          <a:bodyPr anchor="ctr">
            <a:spAutoFit/>
          </a:bodyPr>
          <a:lstStyle>
            <a:lvl1pPr algn="ctr">
              <a:defRPr sz="3600" b="1">
                <a:solidFill>
                  <a:schemeClr val="accent1"/>
                </a:solidFill>
              </a:defRPr>
            </a:lvl1pPr>
          </a:lstStyle>
          <a:p>
            <a:pPr lvl="0"/>
            <a:r>
              <a:rPr lang="en-US"/>
              <a:t>04</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4800" y="1814611"/>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4800" y="3088844"/>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3" name="Text Placeholder 10">
            <a:extLst>
              <a:ext uri="{FF2B5EF4-FFF2-40B4-BE49-F238E27FC236}">
                <a16:creationId xmlns:a16="http://schemas.microsoft.com/office/drawing/2014/main" id="{7E398C9E-702E-C7FF-4DC7-0F3BB252BC19}"/>
              </a:ext>
            </a:extLst>
          </p:cNvPr>
          <p:cNvSpPr>
            <a:spLocks noGrp="1"/>
          </p:cNvSpPr>
          <p:nvPr>
            <p:ph type="body" sz="quarter" idx="16" hasCustomPrompt="1"/>
          </p:nvPr>
        </p:nvSpPr>
        <p:spPr>
          <a:xfrm>
            <a:off x="1574800" y="4363077"/>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4" name="Text Placeholder 10">
            <a:extLst>
              <a:ext uri="{FF2B5EF4-FFF2-40B4-BE49-F238E27FC236}">
                <a16:creationId xmlns:a16="http://schemas.microsoft.com/office/drawing/2014/main" id="{2E24ADF5-99FC-2682-D908-735C92327D28}"/>
              </a:ext>
            </a:extLst>
          </p:cNvPr>
          <p:cNvSpPr>
            <a:spLocks noGrp="1"/>
          </p:cNvSpPr>
          <p:nvPr>
            <p:ph type="body" sz="quarter" idx="17" hasCustomPrompt="1"/>
          </p:nvPr>
        </p:nvSpPr>
        <p:spPr>
          <a:xfrm>
            <a:off x="1574800" y="5637311"/>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cxnSp>
        <p:nvCxnSpPr>
          <p:cNvPr id="16" name="Straight Connector 15">
            <a:extLst>
              <a:ext uri="{FF2B5EF4-FFF2-40B4-BE49-F238E27FC236}">
                <a16:creationId xmlns:a16="http://schemas.microsoft.com/office/drawing/2014/main" id="{8EEBB655-33C1-F78D-05F6-BF1DBC73B6F8}"/>
              </a:ext>
            </a:extLst>
          </p:cNvPr>
          <p:cNvCxnSpPr>
            <a:cxnSpLocks/>
          </p:cNvCxnSpPr>
          <p:nvPr userDrawn="1"/>
        </p:nvCxnSpPr>
        <p:spPr>
          <a:xfrm>
            <a:off x="381000" y="2605617"/>
            <a:ext cx="11428413"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234844F-D9AB-02F9-89A7-39C8189FCAEE}"/>
              </a:ext>
            </a:extLst>
          </p:cNvPr>
          <p:cNvCxnSpPr>
            <a:cxnSpLocks/>
          </p:cNvCxnSpPr>
          <p:nvPr userDrawn="1"/>
        </p:nvCxnSpPr>
        <p:spPr>
          <a:xfrm>
            <a:off x="381000" y="3879851"/>
            <a:ext cx="11428413"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7600946-4D21-AFA6-4683-DD27D34FD686}"/>
              </a:ext>
            </a:extLst>
          </p:cNvPr>
          <p:cNvCxnSpPr>
            <a:cxnSpLocks/>
          </p:cNvCxnSpPr>
          <p:nvPr userDrawn="1"/>
        </p:nvCxnSpPr>
        <p:spPr>
          <a:xfrm>
            <a:off x="381000" y="5154085"/>
            <a:ext cx="11428413"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364843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lvl1pPr>
              <a:defRPr/>
            </a:lvl1pPr>
          </a:lstStyle>
          <a:p>
            <a:endParaRPr lang="en-US"/>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00" y="1691501"/>
            <a:ext cx="838200" cy="553998"/>
          </a:xfrm>
          <a:prstGeom prst="rect">
            <a:avLst/>
          </a:prstGeom>
          <a:noFill/>
        </p:spPr>
        <p:txBody>
          <a:bodyPr anchor="ctr">
            <a:spAutoFit/>
          </a:bodyPr>
          <a:lstStyle>
            <a:lvl1pPr algn="ctr">
              <a:defRPr sz="3600" b="1">
                <a:solidFill>
                  <a:schemeClr val="accent1"/>
                </a:solidFill>
              </a:defRPr>
            </a:lvl1pPr>
          </a:lstStyle>
          <a:p>
            <a:pPr lvl="0"/>
            <a:r>
              <a:rPr lang="en-US"/>
              <a:t>01</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00" y="2965735"/>
            <a:ext cx="838200" cy="553998"/>
          </a:xfrm>
          <a:prstGeom prst="rect">
            <a:avLst/>
          </a:prstGeom>
          <a:noFill/>
        </p:spPr>
        <p:txBody>
          <a:bodyPr anchor="ctr">
            <a:spAutoFit/>
          </a:bodyPr>
          <a:lstStyle>
            <a:lvl1pPr algn="ctr">
              <a:defRPr sz="3600" b="1">
                <a:solidFill>
                  <a:schemeClr val="accent1"/>
                </a:solidFill>
              </a:defRPr>
            </a:lvl1pPr>
          </a:lstStyle>
          <a:p>
            <a:pPr lvl="0"/>
            <a:r>
              <a:rPr lang="en-US"/>
              <a:t>02</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4800" y="1814611"/>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4800" y="3088844"/>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cxnSp>
        <p:nvCxnSpPr>
          <p:cNvPr id="16" name="Straight Connector 15">
            <a:extLst>
              <a:ext uri="{FF2B5EF4-FFF2-40B4-BE49-F238E27FC236}">
                <a16:creationId xmlns:a16="http://schemas.microsoft.com/office/drawing/2014/main" id="{8EEBB655-33C1-F78D-05F6-BF1DBC73B6F8}"/>
              </a:ext>
            </a:extLst>
          </p:cNvPr>
          <p:cNvCxnSpPr>
            <a:cxnSpLocks/>
          </p:cNvCxnSpPr>
          <p:nvPr userDrawn="1"/>
        </p:nvCxnSpPr>
        <p:spPr>
          <a:xfrm>
            <a:off x="381000" y="2605617"/>
            <a:ext cx="11428413"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199575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lvl1pPr>
              <a:defRPr/>
            </a:lvl1pPr>
          </a:lstStyle>
          <a:p>
            <a:endParaRPr lang="en-US"/>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00" y="1691501"/>
            <a:ext cx="838200" cy="553998"/>
          </a:xfrm>
          <a:prstGeom prst="rect">
            <a:avLst/>
          </a:prstGeom>
          <a:noFill/>
        </p:spPr>
        <p:txBody>
          <a:bodyPr anchor="ctr">
            <a:spAutoFit/>
          </a:bodyPr>
          <a:lstStyle>
            <a:lvl1pPr algn="ctr">
              <a:defRPr sz="3600" b="1">
                <a:solidFill>
                  <a:schemeClr val="accent1"/>
                </a:solidFill>
              </a:defRPr>
            </a:lvl1pPr>
          </a:lstStyle>
          <a:p>
            <a:pPr lvl="0"/>
            <a:r>
              <a:rPr lang="en-US"/>
              <a:t>01</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4800" y="1814611"/>
            <a:ext cx="10234613"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Tree>
    <p:extLst>
      <p:ext uri="{BB962C8B-B14F-4D97-AF65-F5344CB8AC3E}">
        <p14:creationId xmlns:p14="http://schemas.microsoft.com/office/powerpoint/2010/main" val="318855538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8 topic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lvl1pPr>
              <a:defRPr/>
            </a:lvl1pPr>
          </a:lstStyle>
          <a:p>
            <a:endParaRPr lang="en-US"/>
          </a:p>
        </p:txBody>
      </p:sp>
      <p:sp>
        <p:nvSpPr>
          <p:cNvPr id="6" name="Text Placeholder 5">
            <a:extLst>
              <a:ext uri="{FF2B5EF4-FFF2-40B4-BE49-F238E27FC236}">
                <a16:creationId xmlns:a16="http://schemas.microsoft.com/office/drawing/2014/main" id="{2520CDC1-6B09-D5D5-2CF2-E87A08C913ED}"/>
              </a:ext>
            </a:extLst>
          </p:cNvPr>
          <p:cNvSpPr>
            <a:spLocks noGrp="1"/>
          </p:cNvSpPr>
          <p:nvPr>
            <p:ph type="body" sz="quarter" idx="10" hasCustomPrompt="1"/>
          </p:nvPr>
        </p:nvSpPr>
        <p:spPr>
          <a:xfrm>
            <a:off x="381000" y="1691501"/>
            <a:ext cx="838200" cy="553998"/>
          </a:xfrm>
          <a:prstGeom prst="rect">
            <a:avLst/>
          </a:prstGeom>
          <a:noFill/>
        </p:spPr>
        <p:txBody>
          <a:bodyPr anchor="ctr">
            <a:spAutoFit/>
          </a:bodyPr>
          <a:lstStyle>
            <a:lvl1pPr algn="ctr">
              <a:defRPr sz="3600" b="1">
                <a:solidFill>
                  <a:schemeClr val="accent1"/>
                </a:solidFill>
              </a:defRPr>
            </a:lvl1pPr>
          </a:lstStyle>
          <a:p>
            <a:pPr lvl="0"/>
            <a:r>
              <a:rPr lang="en-US"/>
              <a:t>01</a:t>
            </a:r>
          </a:p>
        </p:txBody>
      </p:sp>
      <p:sp>
        <p:nvSpPr>
          <p:cNvPr id="7" name="Text Placeholder 5">
            <a:extLst>
              <a:ext uri="{FF2B5EF4-FFF2-40B4-BE49-F238E27FC236}">
                <a16:creationId xmlns:a16="http://schemas.microsoft.com/office/drawing/2014/main" id="{0825A02C-3FA0-0624-DE53-C67CC230DCB0}"/>
              </a:ext>
            </a:extLst>
          </p:cNvPr>
          <p:cNvSpPr>
            <a:spLocks noGrp="1"/>
          </p:cNvSpPr>
          <p:nvPr>
            <p:ph type="body" sz="quarter" idx="11" hasCustomPrompt="1"/>
          </p:nvPr>
        </p:nvSpPr>
        <p:spPr>
          <a:xfrm>
            <a:off x="381000" y="2965735"/>
            <a:ext cx="838200" cy="553998"/>
          </a:xfrm>
          <a:prstGeom prst="rect">
            <a:avLst/>
          </a:prstGeom>
          <a:noFill/>
        </p:spPr>
        <p:txBody>
          <a:bodyPr anchor="ctr">
            <a:spAutoFit/>
          </a:bodyPr>
          <a:lstStyle>
            <a:lvl1pPr algn="ctr">
              <a:defRPr sz="3600" b="1">
                <a:solidFill>
                  <a:schemeClr val="accent1"/>
                </a:solidFill>
              </a:defRPr>
            </a:lvl1pPr>
          </a:lstStyle>
          <a:p>
            <a:pPr lvl="0"/>
            <a:r>
              <a:rPr lang="en-US"/>
              <a:t>02</a:t>
            </a:r>
          </a:p>
        </p:txBody>
      </p:sp>
      <p:sp>
        <p:nvSpPr>
          <p:cNvPr id="8" name="Text Placeholder 5">
            <a:extLst>
              <a:ext uri="{FF2B5EF4-FFF2-40B4-BE49-F238E27FC236}">
                <a16:creationId xmlns:a16="http://schemas.microsoft.com/office/drawing/2014/main" id="{E0D1A9AB-E45B-72D5-E442-2E623291A757}"/>
              </a:ext>
            </a:extLst>
          </p:cNvPr>
          <p:cNvSpPr>
            <a:spLocks noGrp="1"/>
          </p:cNvSpPr>
          <p:nvPr>
            <p:ph type="body" sz="quarter" idx="12" hasCustomPrompt="1"/>
          </p:nvPr>
        </p:nvSpPr>
        <p:spPr>
          <a:xfrm>
            <a:off x="381000" y="4239969"/>
            <a:ext cx="838200" cy="553998"/>
          </a:xfrm>
          <a:prstGeom prst="rect">
            <a:avLst/>
          </a:prstGeom>
          <a:noFill/>
        </p:spPr>
        <p:txBody>
          <a:bodyPr anchor="ctr">
            <a:spAutoFit/>
          </a:bodyPr>
          <a:lstStyle>
            <a:lvl1pPr algn="ctr">
              <a:defRPr sz="3600" b="1">
                <a:solidFill>
                  <a:schemeClr val="accent1"/>
                </a:solidFill>
              </a:defRPr>
            </a:lvl1pPr>
          </a:lstStyle>
          <a:p>
            <a:pPr lvl="0"/>
            <a:r>
              <a:rPr lang="en-US"/>
              <a:t>03</a:t>
            </a:r>
          </a:p>
        </p:txBody>
      </p:sp>
      <p:sp>
        <p:nvSpPr>
          <p:cNvPr id="9" name="Text Placeholder 5">
            <a:extLst>
              <a:ext uri="{FF2B5EF4-FFF2-40B4-BE49-F238E27FC236}">
                <a16:creationId xmlns:a16="http://schemas.microsoft.com/office/drawing/2014/main" id="{FFFD6734-A0C3-BE10-5DD0-416382B3D043}"/>
              </a:ext>
            </a:extLst>
          </p:cNvPr>
          <p:cNvSpPr>
            <a:spLocks noGrp="1"/>
          </p:cNvSpPr>
          <p:nvPr>
            <p:ph type="body" sz="quarter" idx="13" hasCustomPrompt="1"/>
          </p:nvPr>
        </p:nvSpPr>
        <p:spPr>
          <a:xfrm>
            <a:off x="381000" y="5514201"/>
            <a:ext cx="838200" cy="553998"/>
          </a:xfrm>
          <a:prstGeom prst="rect">
            <a:avLst/>
          </a:prstGeom>
          <a:noFill/>
        </p:spPr>
        <p:txBody>
          <a:bodyPr anchor="ctr">
            <a:spAutoFit/>
          </a:bodyPr>
          <a:lstStyle>
            <a:lvl1pPr algn="ctr">
              <a:defRPr sz="3600" b="1">
                <a:solidFill>
                  <a:schemeClr val="accent1"/>
                </a:solidFill>
              </a:defRPr>
            </a:lvl1pPr>
          </a:lstStyle>
          <a:p>
            <a:pPr lvl="0"/>
            <a:r>
              <a:rPr lang="en-US"/>
              <a:t>04</a:t>
            </a:r>
          </a:p>
        </p:txBody>
      </p:sp>
      <p:sp>
        <p:nvSpPr>
          <p:cNvPr id="11" name="Text Placeholder 10">
            <a:extLst>
              <a:ext uri="{FF2B5EF4-FFF2-40B4-BE49-F238E27FC236}">
                <a16:creationId xmlns:a16="http://schemas.microsoft.com/office/drawing/2014/main" id="{FE891857-BFD1-0511-117F-6C5B02544771}"/>
              </a:ext>
            </a:extLst>
          </p:cNvPr>
          <p:cNvSpPr>
            <a:spLocks noGrp="1"/>
          </p:cNvSpPr>
          <p:nvPr>
            <p:ph type="body" sz="quarter" idx="14" hasCustomPrompt="1"/>
          </p:nvPr>
        </p:nvSpPr>
        <p:spPr>
          <a:xfrm>
            <a:off x="1574801" y="1814611"/>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2" name="Text Placeholder 10">
            <a:extLst>
              <a:ext uri="{FF2B5EF4-FFF2-40B4-BE49-F238E27FC236}">
                <a16:creationId xmlns:a16="http://schemas.microsoft.com/office/drawing/2014/main" id="{63A409E0-38D8-CF6D-EAD0-5A31FA837A9E}"/>
              </a:ext>
            </a:extLst>
          </p:cNvPr>
          <p:cNvSpPr>
            <a:spLocks noGrp="1"/>
          </p:cNvSpPr>
          <p:nvPr>
            <p:ph type="body" sz="quarter" idx="15" hasCustomPrompt="1"/>
          </p:nvPr>
        </p:nvSpPr>
        <p:spPr>
          <a:xfrm>
            <a:off x="1574801" y="3088844"/>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3" name="Text Placeholder 10">
            <a:extLst>
              <a:ext uri="{FF2B5EF4-FFF2-40B4-BE49-F238E27FC236}">
                <a16:creationId xmlns:a16="http://schemas.microsoft.com/office/drawing/2014/main" id="{7E398C9E-702E-C7FF-4DC7-0F3BB252BC19}"/>
              </a:ext>
            </a:extLst>
          </p:cNvPr>
          <p:cNvSpPr>
            <a:spLocks noGrp="1"/>
          </p:cNvSpPr>
          <p:nvPr>
            <p:ph type="body" sz="quarter" idx="16" hasCustomPrompt="1"/>
          </p:nvPr>
        </p:nvSpPr>
        <p:spPr>
          <a:xfrm>
            <a:off x="1574801" y="4363077"/>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14" name="Text Placeholder 10">
            <a:extLst>
              <a:ext uri="{FF2B5EF4-FFF2-40B4-BE49-F238E27FC236}">
                <a16:creationId xmlns:a16="http://schemas.microsoft.com/office/drawing/2014/main" id="{2E24ADF5-99FC-2682-D908-735C92327D28}"/>
              </a:ext>
            </a:extLst>
          </p:cNvPr>
          <p:cNvSpPr>
            <a:spLocks noGrp="1"/>
          </p:cNvSpPr>
          <p:nvPr>
            <p:ph type="body" sz="quarter" idx="17" hasCustomPrompt="1"/>
          </p:nvPr>
        </p:nvSpPr>
        <p:spPr>
          <a:xfrm>
            <a:off x="1574801" y="5637311"/>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cxnSp>
        <p:nvCxnSpPr>
          <p:cNvPr id="16" name="Straight Connector 15">
            <a:extLst>
              <a:ext uri="{FF2B5EF4-FFF2-40B4-BE49-F238E27FC236}">
                <a16:creationId xmlns:a16="http://schemas.microsoft.com/office/drawing/2014/main" id="{8EEBB655-33C1-F78D-05F6-BF1DBC73B6F8}"/>
              </a:ext>
            </a:extLst>
          </p:cNvPr>
          <p:cNvCxnSpPr>
            <a:cxnSpLocks/>
          </p:cNvCxnSpPr>
          <p:nvPr userDrawn="1"/>
        </p:nvCxnSpPr>
        <p:spPr>
          <a:xfrm>
            <a:off x="381001" y="2605617"/>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234844F-D9AB-02F9-89A7-39C8189FCAEE}"/>
              </a:ext>
            </a:extLst>
          </p:cNvPr>
          <p:cNvCxnSpPr>
            <a:cxnSpLocks/>
          </p:cNvCxnSpPr>
          <p:nvPr userDrawn="1"/>
        </p:nvCxnSpPr>
        <p:spPr>
          <a:xfrm>
            <a:off x="381001" y="3879851"/>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7600946-4D21-AFA6-4683-DD27D34FD686}"/>
              </a:ext>
            </a:extLst>
          </p:cNvPr>
          <p:cNvCxnSpPr>
            <a:cxnSpLocks/>
          </p:cNvCxnSpPr>
          <p:nvPr userDrawn="1"/>
        </p:nvCxnSpPr>
        <p:spPr>
          <a:xfrm>
            <a:off x="381001" y="5154085"/>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19B46E7-C3DC-F99A-2DC4-CBDBAB10270F}"/>
              </a:ext>
            </a:extLst>
          </p:cNvPr>
          <p:cNvCxnSpPr>
            <a:cxnSpLocks/>
          </p:cNvCxnSpPr>
          <p:nvPr userDrawn="1"/>
        </p:nvCxnSpPr>
        <p:spPr>
          <a:xfrm>
            <a:off x="6450013" y="2605617"/>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F70D2BB-912B-993E-AB13-F9254873DC07}"/>
              </a:ext>
            </a:extLst>
          </p:cNvPr>
          <p:cNvCxnSpPr>
            <a:cxnSpLocks/>
          </p:cNvCxnSpPr>
          <p:nvPr userDrawn="1"/>
        </p:nvCxnSpPr>
        <p:spPr>
          <a:xfrm>
            <a:off x="6450013" y="3879851"/>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A2474F5-D166-8D03-E024-D481EF45D854}"/>
              </a:ext>
            </a:extLst>
          </p:cNvPr>
          <p:cNvCxnSpPr>
            <a:cxnSpLocks/>
          </p:cNvCxnSpPr>
          <p:nvPr userDrawn="1"/>
        </p:nvCxnSpPr>
        <p:spPr>
          <a:xfrm>
            <a:off x="6450013" y="5154085"/>
            <a:ext cx="5359400" cy="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4" name="Text Placeholder 10">
            <a:extLst>
              <a:ext uri="{FF2B5EF4-FFF2-40B4-BE49-F238E27FC236}">
                <a16:creationId xmlns:a16="http://schemas.microsoft.com/office/drawing/2014/main" id="{D3357B74-1A88-6107-B4C5-9E91F21B19DA}"/>
              </a:ext>
            </a:extLst>
          </p:cNvPr>
          <p:cNvSpPr>
            <a:spLocks noGrp="1"/>
          </p:cNvSpPr>
          <p:nvPr>
            <p:ph type="body" sz="quarter" idx="18" hasCustomPrompt="1"/>
          </p:nvPr>
        </p:nvSpPr>
        <p:spPr>
          <a:xfrm>
            <a:off x="7643813" y="1814611"/>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25" name="Text Placeholder 10">
            <a:extLst>
              <a:ext uri="{FF2B5EF4-FFF2-40B4-BE49-F238E27FC236}">
                <a16:creationId xmlns:a16="http://schemas.microsoft.com/office/drawing/2014/main" id="{9EF541D6-63C4-2D3F-B51B-AF4EEE095324}"/>
              </a:ext>
            </a:extLst>
          </p:cNvPr>
          <p:cNvSpPr>
            <a:spLocks noGrp="1"/>
          </p:cNvSpPr>
          <p:nvPr>
            <p:ph type="body" sz="quarter" idx="19" hasCustomPrompt="1"/>
          </p:nvPr>
        </p:nvSpPr>
        <p:spPr>
          <a:xfrm>
            <a:off x="7643813" y="3088844"/>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26" name="Text Placeholder 10">
            <a:extLst>
              <a:ext uri="{FF2B5EF4-FFF2-40B4-BE49-F238E27FC236}">
                <a16:creationId xmlns:a16="http://schemas.microsoft.com/office/drawing/2014/main" id="{C835CA98-1CB0-6524-967E-40C1B496A7CB}"/>
              </a:ext>
            </a:extLst>
          </p:cNvPr>
          <p:cNvSpPr>
            <a:spLocks noGrp="1"/>
          </p:cNvSpPr>
          <p:nvPr>
            <p:ph type="body" sz="quarter" idx="20" hasCustomPrompt="1"/>
          </p:nvPr>
        </p:nvSpPr>
        <p:spPr>
          <a:xfrm>
            <a:off x="7643813" y="4363077"/>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27" name="Text Placeholder 10">
            <a:extLst>
              <a:ext uri="{FF2B5EF4-FFF2-40B4-BE49-F238E27FC236}">
                <a16:creationId xmlns:a16="http://schemas.microsoft.com/office/drawing/2014/main" id="{33D88035-1F51-5D78-78FD-B40F6A5F5BB1}"/>
              </a:ext>
            </a:extLst>
          </p:cNvPr>
          <p:cNvSpPr>
            <a:spLocks noGrp="1"/>
          </p:cNvSpPr>
          <p:nvPr>
            <p:ph type="body" sz="quarter" idx="21" hasCustomPrompt="1"/>
          </p:nvPr>
        </p:nvSpPr>
        <p:spPr>
          <a:xfrm>
            <a:off x="7643813" y="5637311"/>
            <a:ext cx="4165600" cy="307777"/>
          </a:xfrm>
        </p:spPr>
        <p:txBody>
          <a:bodyPr anchor="ctr">
            <a:spAutoFit/>
          </a:bodyPr>
          <a:lstStyle>
            <a:lvl1pPr>
              <a:defRPr sz="2000"/>
            </a:lvl1pPr>
          </a:lstStyle>
          <a:p>
            <a:r>
              <a:rPr lang="en-US"/>
              <a:t>Lorum </a:t>
            </a:r>
            <a:r>
              <a:rPr lang="en-US" err="1"/>
              <a:t>quis</a:t>
            </a:r>
            <a:r>
              <a:rPr lang="en-US"/>
              <a:t> </a:t>
            </a:r>
            <a:r>
              <a:rPr lang="en-US" err="1"/>
              <a:t>rempore</a:t>
            </a:r>
            <a:r>
              <a:rPr lang="en-US"/>
              <a:t> </a:t>
            </a:r>
            <a:r>
              <a:rPr lang="en-US" err="1"/>
              <a:t>aute</a:t>
            </a:r>
            <a:r>
              <a:rPr lang="en-US"/>
              <a:t> </a:t>
            </a:r>
            <a:r>
              <a:rPr lang="en-US" err="1"/>
              <a:t>nonsed</a:t>
            </a:r>
            <a:endParaRPr lang="en-US"/>
          </a:p>
        </p:txBody>
      </p:sp>
      <p:sp>
        <p:nvSpPr>
          <p:cNvPr id="28" name="Text Placeholder 5">
            <a:extLst>
              <a:ext uri="{FF2B5EF4-FFF2-40B4-BE49-F238E27FC236}">
                <a16:creationId xmlns:a16="http://schemas.microsoft.com/office/drawing/2014/main" id="{B905CBDF-315E-ACA6-920F-C1D030DA211F}"/>
              </a:ext>
            </a:extLst>
          </p:cNvPr>
          <p:cNvSpPr>
            <a:spLocks noGrp="1"/>
          </p:cNvSpPr>
          <p:nvPr>
            <p:ph type="body" sz="quarter" idx="22" hasCustomPrompt="1"/>
          </p:nvPr>
        </p:nvSpPr>
        <p:spPr>
          <a:xfrm>
            <a:off x="6450013" y="1691501"/>
            <a:ext cx="838200" cy="553998"/>
          </a:xfrm>
          <a:prstGeom prst="rect">
            <a:avLst/>
          </a:prstGeom>
          <a:noFill/>
        </p:spPr>
        <p:txBody>
          <a:bodyPr anchor="ctr">
            <a:spAutoFit/>
          </a:bodyPr>
          <a:lstStyle>
            <a:lvl1pPr algn="ctr">
              <a:defRPr sz="3600" b="1">
                <a:solidFill>
                  <a:schemeClr val="accent1"/>
                </a:solidFill>
              </a:defRPr>
            </a:lvl1pPr>
          </a:lstStyle>
          <a:p>
            <a:pPr lvl="0"/>
            <a:r>
              <a:rPr lang="en-US"/>
              <a:t>05</a:t>
            </a:r>
          </a:p>
        </p:txBody>
      </p:sp>
      <p:sp>
        <p:nvSpPr>
          <p:cNvPr id="29" name="Text Placeholder 5">
            <a:extLst>
              <a:ext uri="{FF2B5EF4-FFF2-40B4-BE49-F238E27FC236}">
                <a16:creationId xmlns:a16="http://schemas.microsoft.com/office/drawing/2014/main" id="{C472DCAD-35ED-3366-3AA5-D629ECD44EC4}"/>
              </a:ext>
            </a:extLst>
          </p:cNvPr>
          <p:cNvSpPr>
            <a:spLocks noGrp="1"/>
          </p:cNvSpPr>
          <p:nvPr>
            <p:ph type="body" sz="quarter" idx="23" hasCustomPrompt="1"/>
          </p:nvPr>
        </p:nvSpPr>
        <p:spPr>
          <a:xfrm>
            <a:off x="6450013" y="2965735"/>
            <a:ext cx="838200" cy="553998"/>
          </a:xfrm>
          <a:prstGeom prst="rect">
            <a:avLst/>
          </a:prstGeom>
          <a:noFill/>
        </p:spPr>
        <p:txBody>
          <a:bodyPr anchor="ctr">
            <a:spAutoFit/>
          </a:bodyPr>
          <a:lstStyle>
            <a:lvl1pPr algn="ctr">
              <a:defRPr sz="3600" b="1">
                <a:solidFill>
                  <a:schemeClr val="accent1"/>
                </a:solidFill>
              </a:defRPr>
            </a:lvl1pPr>
          </a:lstStyle>
          <a:p>
            <a:pPr lvl="0"/>
            <a:r>
              <a:rPr lang="en-US"/>
              <a:t>06</a:t>
            </a:r>
          </a:p>
        </p:txBody>
      </p:sp>
      <p:sp>
        <p:nvSpPr>
          <p:cNvPr id="30" name="Text Placeholder 5">
            <a:extLst>
              <a:ext uri="{FF2B5EF4-FFF2-40B4-BE49-F238E27FC236}">
                <a16:creationId xmlns:a16="http://schemas.microsoft.com/office/drawing/2014/main" id="{3E69B4E3-D925-2FF5-D9CE-D19D21314042}"/>
              </a:ext>
            </a:extLst>
          </p:cNvPr>
          <p:cNvSpPr>
            <a:spLocks noGrp="1"/>
          </p:cNvSpPr>
          <p:nvPr>
            <p:ph type="body" sz="quarter" idx="24" hasCustomPrompt="1"/>
          </p:nvPr>
        </p:nvSpPr>
        <p:spPr>
          <a:xfrm>
            <a:off x="6450013" y="4239969"/>
            <a:ext cx="838200" cy="553998"/>
          </a:xfrm>
          <a:prstGeom prst="rect">
            <a:avLst/>
          </a:prstGeom>
          <a:noFill/>
        </p:spPr>
        <p:txBody>
          <a:bodyPr anchor="ctr">
            <a:spAutoFit/>
          </a:bodyPr>
          <a:lstStyle>
            <a:lvl1pPr algn="ctr">
              <a:defRPr sz="3600" b="1">
                <a:solidFill>
                  <a:schemeClr val="accent1"/>
                </a:solidFill>
              </a:defRPr>
            </a:lvl1pPr>
          </a:lstStyle>
          <a:p>
            <a:pPr lvl="0"/>
            <a:r>
              <a:rPr lang="en-US"/>
              <a:t>07</a:t>
            </a:r>
          </a:p>
        </p:txBody>
      </p:sp>
      <p:sp>
        <p:nvSpPr>
          <p:cNvPr id="31" name="Text Placeholder 5">
            <a:extLst>
              <a:ext uri="{FF2B5EF4-FFF2-40B4-BE49-F238E27FC236}">
                <a16:creationId xmlns:a16="http://schemas.microsoft.com/office/drawing/2014/main" id="{0C612C77-9C64-863B-FC3E-404320C8402B}"/>
              </a:ext>
            </a:extLst>
          </p:cNvPr>
          <p:cNvSpPr>
            <a:spLocks noGrp="1"/>
          </p:cNvSpPr>
          <p:nvPr>
            <p:ph type="body" sz="quarter" idx="25" hasCustomPrompt="1"/>
          </p:nvPr>
        </p:nvSpPr>
        <p:spPr>
          <a:xfrm>
            <a:off x="6450013" y="5514201"/>
            <a:ext cx="838200" cy="553998"/>
          </a:xfrm>
          <a:prstGeom prst="rect">
            <a:avLst/>
          </a:prstGeom>
          <a:noFill/>
        </p:spPr>
        <p:txBody>
          <a:bodyPr anchor="ctr">
            <a:spAutoFit/>
          </a:bodyPr>
          <a:lstStyle>
            <a:lvl1pPr algn="ctr">
              <a:defRPr sz="3600" b="1">
                <a:solidFill>
                  <a:schemeClr val="accent1"/>
                </a:solidFill>
              </a:defRPr>
            </a:lvl1pPr>
          </a:lstStyle>
          <a:p>
            <a:pPr lvl="0"/>
            <a:r>
              <a:rPr lang="en-US"/>
              <a:t>08</a:t>
            </a:r>
          </a:p>
        </p:txBody>
      </p:sp>
      <p:cxnSp>
        <p:nvCxnSpPr>
          <p:cNvPr id="32" name="Straight Connector 31">
            <a:extLst>
              <a:ext uri="{FF2B5EF4-FFF2-40B4-BE49-F238E27FC236}">
                <a16:creationId xmlns:a16="http://schemas.microsoft.com/office/drawing/2014/main" id="{E40935EE-315F-CC72-C3F8-F69C5FE6D037}"/>
              </a:ext>
            </a:extLst>
          </p:cNvPr>
          <p:cNvCxnSpPr>
            <a:cxnSpLocks/>
          </p:cNvCxnSpPr>
          <p:nvPr userDrawn="1"/>
        </p:nvCxnSpPr>
        <p:spPr>
          <a:xfrm flipV="1">
            <a:off x="6095207" y="1549400"/>
            <a:ext cx="0" cy="4660900"/>
          </a:xfrm>
          <a:prstGeom prst="line">
            <a:avLst/>
          </a:prstGeom>
          <a:ln w="9525"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5321255"/>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88AD5-E949-4AE1-8644-686DA8A5055C}"/>
              </a:ext>
            </a:extLst>
          </p:cNvPr>
          <p:cNvSpPr>
            <a:spLocks noGrp="1"/>
          </p:cNvSpPr>
          <p:nvPr>
            <p:ph type="title"/>
          </p:nvPr>
        </p:nvSpPr>
        <p:spPr/>
        <p:txBody>
          <a:bodyPr/>
          <a:lstStyle>
            <a:lvl1pPr>
              <a:defRPr/>
            </a:lvl1pPr>
          </a:lstStyle>
          <a:p>
            <a:endParaRPr lang="en-US"/>
          </a:p>
        </p:txBody>
      </p:sp>
      <p:sp>
        <p:nvSpPr>
          <p:cNvPr id="15" name="Table Placeholder 14">
            <a:extLst>
              <a:ext uri="{FF2B5EF4-FFF2-40B4-BE49-F238E27FC236}">
                <a16:creationId xmlns:a16="http://schemas.microsoft.com/office/drawing/2014/main" id="{A8EB8489-5004-D11B-4ADC-FB8EC28B2ACC}"/>
              </a:ext>
            </a:extLst>
          </p:cNvPr>
          <p:cNvSpPr>
            <a:spLocks noGrp="1"/>
          </p:cNvSpPr>
          <p:nvPr>
            <p:ph type="tbl" sz="quarter" idx="10"/>
          </p:nvPr>
        </p:nvSpPr>
        <p:spPr>
          <a:xfrm>
            <a:off x="381000" y="1322388"/>
            <a:ext cx="11428413" cy="4887912"/>
          </a:xfrm>
        </p:spPr>
        <p:txBody>
          <a:bodyPr/>
          <a:lstStyle/>
          <a:p>
            <a:endParaRPr lang="en-US"/>
          </a:p>
        </p:txBody>
      </p:sp>
    </p:spTree>
    <p:extLst>
      <p:ext uri="{BB962C8B-B14F-4D97-AF65-F5344CB8AC3E}">
        <p14:creationId xmlns:p14="http://schemas.microsoft.com/office/powerpoint/2010/main" val="46717788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FA123-6AA8-395D-1054-49EADE7957B2}"/>
              </a:ext>
            </a:extLst>
          </p:cNvPr>
          <p:cNvSpPr>
            <a:spLocks noGrp="1"/>
          </p:cNvSpPr>
          <p:nvPr>
            <p:ph type="title"/>
          </p:nvPr>
        </p:nvSpPr>
        <p:spPr>
          <a:xfrm>
            <a:off x="381001" y="357721"/>
            <a:ext cx="6608941" cy="690029"/>
          </a:xfrm>
        </p:spPr>
        <p:txBody>
          <a:bodyPr/>
          <a:lstStyle/>
          <a:p>
            <a:r>
              <a:rPr lang="en-US"/>
              <a:t>Click to edit Master title style</a:t>
            </a:r>
          </a:p>
        </p:txBody>
      </p:sp>
      <p:sp>
        <p:nvSpPr>
          <p:cNvPr id="4" name="Content Placeholder 3">
            <a:extLst>
              <a:ext uri="{FF2B5EF4-FFF2-40B4-BE49-F238E27FC236}">
                <a16:creationId xmlns:a16="http://schemas.microsoft.com/office/drawing/2014/main" id="{86396C03-C11F-4C2A-6BC1-77008E8367CE}"/>
              </a:ext>
            </a:extLst>
          </p:cNvPr>
          <p:cNvSpPr>
            <a:spLocks noGrp="1"/>
          </p:cNvSpPr>
          <p:nvPr>
            <p:ph sz="quarter" idx="10"/>
          </p:nvPr>
        </p:nvSpPr>
        <p:spPr>
          <a:xfrm>
            <a:off x="381001" y="1322388"/>
            <a:ext cx="11430000"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73292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Ic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138" name="Left Bracket 137">
            <a:extLst>
              <a:ext uri="{FF2B5EF4-FFF2-40B4-BE49-F238E27FC236}">
                <a16:creationId xmlns:a16="http://schemas.microsoft.com/office/drawing/2014/main" id="{1D3F1DDB-8813-46C4-9961-B51CB768D937}"/>
              </a:ext>
            </a:extLst>
          </p:cNvPr>
          <p:cNvSpPr/>
          <p:nvPr userDrawn="1"/>
        </p:nvSpPr>
        <p:spPr>
          <a:xfrm flipH="1">
            <a:off x="-6" y="1276793"/>
            <a:ext cx="3712033" cy="1619825"/>
          </a:xfrm>
          <a:prstGeom prst="leftBracket">
            <a:avLst>
              <a:gd name="adj" fmla="val 0"/>
            </a:avLst>
          </a:prstGeom>
          <a:solidFill>
            <a:schemeClr val="bg2"/>
          </a:solidFill>
          <a:ln w="12700" cap="rnd" cmpd="sng" algn="ctr">
            <a:no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9" name="TextBox 138">
            <a:extLst>
              <a:ext uri="{FF2B5EF4-FFF2-40B4-BE49-F238E27FC236}">
                <a16:creationId xmlns:a16="http://schemas.microsoft.com/office/drawing/2014/main" id="{47CD39AA-2835-6FAF-D6EA-5C8DE1D7D2F4}"/>
              </a:ext>
            </a:extLst>
          </p:cNvPr>
          <p:cNvSpPr txBox="1"/>
          <p:nvPr userDrawn="1"/>
        </p:nvSpPr>
        <p:spPr>
          <a:xfrm>
            <a:off x="2068394" y="2580873"/>
            <a:ext cx="1142892" cy="215444"/>
          </a:xfrm>
          <a:prstGeom prst="rect">
            <a:avLst/>
          </a:prstGeom>
          <a:noFill/>
        </p:spPr>
        <p:txBody>
          <a:bodyPr wrap="square" lIns="0" rIns="0" anchor="ctr">
            <a:spAutoFit/>
          </a:bodyPr>
          <a:lstStyle/>
          <a:p>
            <a:pPr algn="ctr"/>
            <a:r>
              <a:rPr lang="en-US" sz="800">
                <a:solidFill>
                  <a:schemeClr val="tx1"/>
                </a:solidFill>
              </a:rPr>
              <a:t>Robot Attended</a:t>
            </a:r>
          </a:p>
        </p:txBody>
      </p:sp>
      <p:sp>
        <p:nvSpPr>
          <p:cNvPr id="140" name="TextBox 139">
            <a:extLst>
              <a:ext uri="{FF2B5EF4-FFF2-40B4-BE49-F238E27FC236}">
                <a16:creationId xmlns:a16="http://schemas.microsoft.com/office/drawing/2014/main" id="{30B8D328-77C0-A0F1-CF9A-CB8B7D91B557}"/>
              </a:ext>
            </a:extLst>
          </p:cNvPr>
          <p:cNvSpPr txBox="1"/>
          <p:nvPr userDrawn="1"/>
        </p:nvSpPr>
        <p:spPr>
          <a:xfrm>
            <a:off x="696686" y="2580873"/>
            <a:ext cx="961152" cy="215444"/>
          </a:xfrm>
          <a:prstGeom prst="rect">
            <a:avLst/>
          </a:prstGeom>
          <a:noFill/>
        </p:spPr>
        <p:txBody>
          <a:bodyPr wrap="square" lIns="0" rIns="0" anchor="ctr">
            <a:spAutoFit/>
          </a:bodyPr>
          <a:lstStyle/>
          <a:p>
            <a:pPr algn="ctr"/>
            <a:r>
              <a:rPr lang="en-US" sz="800">
                <a:solidFill>
                  <a:schemeClr val="tx1"/>
                </a:solidFill>
              </a:rPr>
              <a:t>Robot Unattended</a:t>
            </a:r>
          </a:p>
        </p:txBody>
      </p:sp>
      <p:sp>
        <p:nvSpPr>
          <p:cNvPr id="141" name="TextBox 140">
            <a:extLst>
              <a:ext uri="{FF2B5EF4-FFF2-40B4-BE49-F238E27FC236}">
                <a16:creationId xmlns:a16="http://schemas.microsoft.com/office/drawing/2014/main" id="{A9245B77-9DDE-8770-ACE3-7EC07F16F55C}"/>
              </a:ext>
            </a:extLst>
          </p:cNvPr>
          <p:cNvSpPr txBox="1"/>
          <p:nvPr userDrawn="1"/>
        </p:nvSpPr>
        <p:spPr>
          <a:xfrm>
            <a:off x="822444" y="1756657"/>
            <a:ext cx="709636" cy="215444"/>
          </a:xfrm>
          <a:prstGeom prst="rect">
            <a:avLst/>
          </a:prstGeom>
          <a:noFill/>
        </p:spPr>
        <p:txBody>
          <a:bodyPr wrap="square" lIns="0" rIns="0" anchor="ctr">
            <a:spAutoFit/>
          </a:bodyPr>
          <a:lstStyle/>
          <a:p>
            <a:pPr algn="ctr"/>
            <a:r>
              <a:rPr lang="en-US" sz="800">
                <a:solidFill>
                  <a:schemeClr val="tx1"/>
                </a:solidFill>
              </a:rPr>
              <a:t>Orchestrator</a:t>
            </a:r>
          </a:p>
        </p:txBody>
      </p:sp>
      <p:sp>
        <p:nvSpPr>
          <p:cNvPr id="142" name="TextBox 141">
            <a:extLst>
              <a:ext uri="{FF2B5EF4-FFF2-40B4-BE49-F238E27FC236}">
                <a16:creationId xmlns:a16="http://schemas.microsoft.com/office/drawing/2014/main" id="{A074F695-9C50-96D0-20FB-B24ED1628B9B}"/>
              </a:ext>
            </a:extLst>
          </p:cNvPr>
          <p:cNvSpPr txBox="1"/>
          <p:nvPr userDrawn="1"/>
        </p:nvSpPr>
        <p:spPr>
          <a:xfrm>
            <a:off x="2478178" y="1756657"/>
            <a:ext cx="304800" cy="215444"/>
          </a:xfrm>
          <a:prstGeom prst="rect">
            <a:avLst/>
          </a:prstGeom>
          <a:noFill/>
        </p:spPr>
        <p:txBody>
          <a:bodyPr wrap="square" lIns="0" rIns="0" anchor="ctr">
            <a:spAutoFit/>
          </a:bodyPr>
          <a:lstStyle/>
          <a:p>
            <a:pPr algn="ctr"/>
            <a:r>
              <a:rPr lang="en-US" sz="800">
                <a:solidFill>
                  <a:schemeClr val="tx1"/>
                </a:solidFill>
              </a:rPr>
              <a:t>Studio</a:t>
            </a:r>
          </a:p>
        </p:txBody>
      </p:sp>
      <p:sp>
        <p:nvSpPr>
          <p:cNvPr id="143" name="TextBox 142">
            <a:extLst>
              <a:ext uri="{FF2B5EF4-FFF2-40B4-BE49-F238E27FC236}">
                <a16:creationId xmlns:a16="http://schemas.microsoft.com/office/drawing/2014/main" id="{F383751B-EABB-FCEA-6145-420C8CEF5CEC}"/>
              </a:ext>
            </a:extLst>
          </p:cNvPr>
          <p:cNvSpPr txBox="1"/>
          <p:nvPr userDrawn="1"/>
        </p:nvSpPr>
        <p:spPr>
          <a:xfrm>
            <a:off x="381001" y="3405089"/>
            <a:ext cx="709636" cy="215444"/>
          </a:xfrm>
          <a:prstGeom prst="rect">
            <a:avLst/>
          </a:prstGeom>
          <a:noFill/>
        </p:spPr>
        <p:txBody>
          <a:bodyPr wrap="square" lIns="0" rIns="0">
            <a:noAutofit/>
          </a:bodyPr>
          <a:lstStyle/>
          <a:p>
            <a:pPr algn="ctr"/>
            <a:r>
              <a:rPr lang="en-US" sz="800">
                <a:solidFill>
                  <a:schemeClr val="tx1"/>
                </a:solidFill>
              </a:rPr>
              <a:t>Calendar</a:t>
            </a:r>
          </a:p>
        </p:txBody>
      </p:sp>
      <p:sp>
        <p:nvSpPr>
          <p:cNvPr id="144" name="TextBox 143">
            <a:extLst>
              <a:ext uri="{FF2B5EF4-FFF2-40B4-BE49-F238E27FC236}">
                <a16:creationId xmlns:a16="http://schemas.microsoft.com/office/drawing/2014/main" id="{8E5F58D9-DD0E-0787-B47E-52DC21686AB0}"/>
              </a:ext>
            </a:extLst>
          </p:cNvPr>
          <p:cNvSpPr txBox="1"/>
          <p:nvPr userDrawn="1"/>
        </p:nvSpPr>
        <p:spPr>
          <a:xfrm>
            <a:off x="381001" y="4229305"/>
            <a:ext cx="709636" cy="338554"/>
          </a:xfrm>
          <a:prstGeom prst="rect">
            <a:avLst/>
          </a:prstGeom>
          <a:noFill/>
        </p:spPr>
        <p:txBody>
          <a:bodyPr wrap="square" lIns="0" rIns="0">
            <a:noAutofit/>
          </a:bodyPr>
          <a:lstStyle/>
          <a:p>
            <a:pPr algn="ctr"/>
            <a:r>
              <a:rPr lang="en-US" sz="800">
                <a:solidFill>
                  <a:schemeClr val="tx1"/>
                </a:solidFill>
              </a:rPr>
              <a:t>Course foundation</a:t>
            </a:r>
          </a:p>
        </p:txBody>
      </p:sp>
      <p:sp>
        <p:nvSpPr>
          <p:cNvPr id="145" name="TextBox 144">
            <a:extLst>
              <a:ext uri="{FF2B5EF4-FFF2-40B4-BE49-F238E27FC236}">
                <a16:creationId xmlns:a16="http://schemas.microsoft.com/office/drawing/2014/main" id="{EB5E095C-8508-68B1-853A-588E478F58B3}"/>
              </a:ext>
            </a:extLst>
          </p:cNvPr>
          <p:cNvSpPr txBox="1"/>
          <p:nvPr userDrawn="1"/>
        </p:nvSpPr>
        <p:spPr>
          <a:xfrm>
            <a:off x="381001" y="5053521"/>
            <a:ext cx="709636" cy="338554"/>
          </a:xfrm>
          <a:prstGeom prst="rect">
            <a:avLst/>
          </a:prstGeom>
          <a:noFill/>
        </p:spPr>
        <p:txBody>
          <a:bodyPr wrap="square" lIns="0" rIns="0">
            <a:noAutofit/>
          </a:bodyPr>
          <a:lstStyle/>
          <a:p>
            <a:pPr algn="ctr"/>
            <a:r>
              <a:rPr lang="en-US" sz="800">
                <a:solidFill>
                  <a:schemeClr val="tx1"/>
                </a:solidFill>
              </a:rPr>
              <a:t>Enterprise-competency alt</a:t>
            </a:r>
          </a:p>
        </p:txBody>
      </p:sp>
      <p:sp>
        <p:nvSpPr>
          <p:cNvPr id="146" name="TextBox 145">
            <a:extLst>
              <a:ext uri="{FF2B5EF4-FFF2-40B4-BE49-F238E27FC236}">
                <a16:creationId xmlns:a16="http://schemas.microsoft.com/office/drawing/2014/main" id="{8C804E49-03A6-D38D-87E1-D837A637FF3D}"/>
              </a:ext>
            </a:extLst>
          </p:cNvPr>
          <p:cNvSpPr txBox="1"/>
          <p:nvPr userDrawn="1"/>
        </p:nvSpPr>
        <p:spPr>
          <a:xfrm>
            <a:off x="381001" y="5877738"/>
            <a:ext cx="709636" cy="215444"/>
          </a:xfrm>
          <a:prstGeom prst="rect">
            <a:avLst/>
          </a:prstGeom>
          <a:noFill/>
        </p:spPr>
        <p:txBody>
          <a:bodyPr wrap="square" lIns="0" rIns="0">
            <a:noAutofit/>
          </a:bodyPr>
          <a:lstStyle/>
          <a:p>
            <a:pPr algn="ctr"/>
            <a:r>
              <a:rPr lang="en-US" sz="800">
                <a:solidFill>
                  <a:schemeClr val="tx1"/>
                </a:solidFill>
              </a:rPr>
              <a:t>Growth</a:t>
            </a:r>
          </a:p>
        </p:txBody>
      </p:sp>
      <p:sp>
        <p:nvSpPr>
          <p:cNvPr id="147" name="TextBox 146">
            <a:extLst>
              <a:ext uri="{FF2B5EF4-FFF2-40B4-BE49-F238E27FC236}">
                <a16:creationId xmlns:a16="http://schemas.microsoft.com/office/drawing/2014/main" id="{FC75329D-89E6-43A2-BA4E-EA17DF19A7E8}"/>
              </a:ext>
            </a:extLst>
          </p:cNvPr>
          <p:cNvSpPr txBox="1"/>
          <p:nvPr userDrawn="1"/>
        </p:nvSpPr>
        <p:spPr>
          <a:xfrm>
            <a:off x="1095586" y="3405089"/>
            <a:ext cx="709636" cy="215444"/>
          </a:xfrm>
          <a:prstGeom prst="rect">
            <a:avLst/>
          </a:prstGeom>
          <a:noFill/>
        </p:spPr>
        <p:txBody>
          <a:bodyPr wrap="square" lIns="0" rIns="0">
            <a:noAutofit/>
          </a:bodyPr>
          <a:lstStyle/>
          <a:p>
            <a:pPr algn="ctr"/>
            <a:r>
              <a:rPr lang="en-US" sz="800">
                <a:solidFill>
                  <a:schemeClr val="tx1"/>
                </a:solidFill>
              </a:rPr>
              <a:t>Certification</a:t>
            </a:r>
          </a:p>
        </p:txBody>
      </p:sp>
      <p:sp>
        <p:nvSpPr>
          <p:cNvPr id="148" name="TextBox 147">
            <a:extLst>
              <a:ext uri="{FF2B5EF4-FFF2-40B4-BE49-F238E27FC236}">
                <a16:creationId xmlns:a16="http://schemas.microsoft.com/office/drawing/2014/main" id="{FEE5D221-28BF-9B40-6F93-E882AE256B37}"/>
              </a:ext>
            </a:extLst>
          </p:cNvPr>
          <p:cNvSpPr txBox="1"/>
          <p:nvPr userDrawn="1"/>
        </p:nvSpPr>
        <p:spPr>
          <a:xfrm>
            <a:off x="1095586" y="4229305"/>
            <a:ext cx="709636" cy="338554"/>
          </a:xfrm>
          <a:prstGeom prst="rect">
            <a:avLst/>
          </a:prstGeom>
          <a:noFill/>
        </p:spPr>
        <p:txBody>
          <a:bodyPr wrap="square" lIns="0" rIns="0">
            <a:noAutofit/>
          </a:bodyPr>
          <a:lstStyle/>
          <a:p>
            <a:pPr algn="ctr"/>
            <a:r>
              <a:rPr lang="en-US" sz="800">
                <a:solidFill>
                  <a:schemeClr val="tx1"/>
                </a:solidFill>
              </a:rPr>
              <a:t>Course foundation 2</a:t>
            </a:r>
          </a:p>
        </p:txBody>
      </p:sp>
      <p:sp>
        <p:nvSpPr>
          <p:cNvPr id="149" name="TextBox 148">
            <a:extLst>
              <a:ext uri="{FF2B5EF4-FFF2-40B4-BE49-F238E27FC236}">
                <a16:creationId xmlns:a16="http://schemas.microsoft.com/office/drawing/2014/main" id="{A5CC8AF7-D84F-D89F-1F3E-AD49A78239F4}"/>
              </a:ext>
            </a:extLst>
          </p:cNvPr>
          <p:cNvSpPr txBox="1"/>
          <p:nvPr userDrawn="1"/>
        </p:nvSpPr>
        <p:spPr>
          <a:xfrm>
            <a:off x="1095586" y="5053521"/>
            <a:ext cx="709636" cy="215444"/>
          </a:xfrm>
          <a:prstGeom prst="rect">
            <a:avLst/>
          </a:prstGeom>
          <a:noFill/>
        </p:spPr>
        <p:txBody>
          <a:bodyPr wrap="square" lIns="0" rIns="0">
            <a:noAutofit/>
          </a:bodyPr>
          <a:lstStyle/>
          <a:p>
            <a:pPr algn="ctr"/>
            <a:r>
              <a:rPr lang="en-US" sz="800">
                <a:solidFill>
                  <a:schemeClr val="tx1"/>
                </a:solidFill>
              </a:rPr>
              <a:t>Equal</a:t>
            </a:r>
          </a:p>
        </p:txBody>
      </p:sp>
      <p:sp>
        <p:nvSpPr>
          <p:cNvPr id="150" name="TextBox 149">
            <a:extLst>
              <a:ext uri="{FF2B5EF4-FFF2-40B4-BE49-F238E27FC236}">
                <a16:creationId xmlns:a16="http://schemas.microsoft.com/office/drawing/2014/main" id="{431AEF90-A264-E0F7-A191-3FF4FAA7F787}"/>
              </a:ext>
            </a:extLst>
          </p:cNvPr>
          <p:cNvSpPr txBox="1"/>
          <p:nvPr userDrawn="1"/>
        </p:nvSpPr>
        <p:spPr>
          <a:xfrm>
            <a:off x="1095586" y="5877738"/>
            <a:ext cx="709636" cy="215444"/>
          </a:xfrm>
          <a:prstGeom prst="rect">
            <a:avLst/>
          </a:prstGeom>
          <a:noFill/>
        </p:spPr>
        <p:txBody>
          <a:bodyPr wrap="square" lIns="0" rIns="0">
            <a:noAutofit/>
          </a:bodyPr>
          <a:lstStyle/>
          <a:p>
            <a:pPr algn="ctr"/>
            <a:r>
              <a:rPr lang="en-US" sz="800">
                <a:solidFill>
                  <a:schemeClr val="tx1"/>
                </a:solidFill>
              </a:rPr>
              <a:t>Health</a:t>
            </a:r>
          </a:p>
        </p:txBody>
      </p:sp>
      <p:sp>
        <p:nvSpPr>
          <p:cNvPr id="151" name="TextBox 150">
            <a:extLst>
              <a:ext uri="{FF2B5EF4-FFF2-40B4-BE49-F238E27FC236}">
                <a16:creationId xmlns:a16="http://schemas.microsoft.com/office/drawing/2014/main" id="{8312F7C1-B38C-BCA0-6514-0B9264B757B2}"/>
              </a:ext>
            </a:extLst>
          </p:cNvPr>
          <p:cNvSpPr txBox="1"/>
          <p:nvPr userDrawn="1"/>
        </p:nvSpPr>
        <p:spPr>
          <a:xfrm>
            <a:off x="1810171" y="3405089"/>
            <a:ext cx="709636" cy="215444"/>
          </a:xfrm>
          <a:prstGeom prst="rect">
            <a:avLst/>
          </a:prstGeom>
          <a:noFill/>
        </p:spPr>
        <p:txBody>
          <a:bodyPr wrap="square" lIns="0" rIns="0">
            <a:noAutofit/>
          </a:bodyPr>
          <a:lstStyle/>
          <a:p>
            <a:pPr algn="ctr"/>
            <a:r>
              <a:rPr lang="en-US" sz="800">
                <a:solidFill>
                  <a:schemeClr val="tx1"/>
                </a:solidFill>
              </a:rPr>
              <a:t>Chart</a:t>
            </a:r>
          </a:p>
        </p:txBody>
      </p:sp>
      <p:sp>
        <p:nvSpPr>
          <p:cNvPr id="152" name="TextBox 151">
            <a:extLst>
              <a:ext uri="{FF2B5EF4-FFF2-40B4-BE49-F238E27FC236}">
                <a16:creationId xmlns:a16="http://schemas.microsoft.com/office/drawing/2014/main" id="{3737EE03-F30E-F95E-C889-53F42A46B338}"/>
              </a:ext>
            </a:extLst>
          </p:cNvPr>
          <p:cNvSpPr txBox="1"/>
          <p:nvPr userDrawn="1"/>
        </p:nvSpPr>
        <p:spPr>
          <a:xfrm>
            <a:off x="1810171" y="4229305"/>
            <a:ext cx="709636" cy="338554"/>
          </a:xfrm>
          <a:prstGeom prst="rect">
            <a:avLst/>
          </a:prstGeom>
          <a:noFill/>
        </p:spPr>
        <p:txBody>
          <a:bodyPr wrap="square" lIns="0" rIns="0">
            <a:noAutofit/>
          </a:bodyPr>
          <a:lstStyle/>
          <a:p>
            <a:pPr algn="ctr"/>
            <a:r>
              <a:rPr lang="en-US" sz="800">
                <a:solidFill>
                  <a:schemeClr val="tx1"/>
                </a:solidFill>
              </a:rPr>
              <a:t>Course foundation 3</a:t>
            </a:r>
          </a:p>
        </p:txBody>
      </p:sp>
      <p:sp>
        <p:nvSpPr>
          <p:cNvPr id="153" name="TextBox 152">
            <a:extLst>
              <a:ext uri="{FF2B5EF4-FFF2-40B4-BE49-F238E27FC236}">
                <a16:creationId xmlns:a16="http://schemas.microsoft.com/office/drawing/2014/main" id="{77591632-466F-6DCC-3884-B389C0B40EC1}"/>
              </a:ext>
            </a:extLst>
          </p:cNvPr>
          <p:cNvSpPr txBox="1"/>
          <p:nvPr userDrawn="1"/>
        </p:nvSpPr>
        <p:spPr>
          <a:xfrm>
            <a:off x="1810171" y="5053521"/>
            <a:ext cx="709636" cy="215444"/>
          </a:xfrm>
          <a:prstGeom prst="rect">
            <a:avLst/>
          </a:prstGeom>
          <a:noFill/>
        </p:spPr>
        <p:txBody>
          <a:bodyPr wrap="square" lIns="0" rIns="0">
            <a:noAutofit/>
          </a:bodyPr>
          <a:lstStyle/>
          <a:p>
            <a:pPr algn="ctr"/>
            <a:r>
              <a:rPr lang="en-US" sz="800">
                <a:solidFill>
                  <a:schemeClr val="tx1"/>
                </a:solidFill>
              </a:rPr>
              <a:t>Error</a:t>
            </a:r>
          </a:p>
        </p:txBody>
      </p:sp>
      <p:sp>
        <p:nvSpPr>
          <p:cNvPr id="154" name="TextBox 153">
            <a:extLst>
              <a:ext uri="{FF2B5EF4-FFF2-40B4-BE49-F238E27FC236}">
                <a16:creationId xmlns:a16="http://schemas.microsoft.com/office/drawing/2014/main" id="{1AB9C655-B2A1-D5C8-3966-666701A09799}"/>
              </a:ext>
            </a:extLst>
          </p:cNvPr>
          <p:cNvSpPr txBox="1"/>
          <p:nvPr userDrawn="1"/>
        </p:nvSpPr>
        <p:spPr>
          <a:xfrm>
            <a:off x="1810171" y="5877738"/>
            <a:ext cx="709636" cy="215444"/>
          </a:xfrm>
          <a:prstGeom prst="rect">
            <a:avLst/>
          </a:prstGeom>
          <a:noFill/>
        </p:spPr>
        <p:txBody>
          <a:bodyPr wrap="square" lIns="0" rIns="0">
            <a:noAutofit/>
          </a:bodyPr>
          <a:lstStyle/>
          <a:p>
            <a:pPr algn="ctr"/>
            <a:r>
              <a:rPr lang="en-US" sz="800">
                <a:solidFill>
                  <a:schemeClr val="tx1"/>
                </a:solidFill>
              </a:rPr>
              <a:t>Heart</a:t>
            </a:r>
          </a:p>
        </p:txBody>
      </p:sp>
      <p:sp>
        <p:nvSpPr>
          <p:cNvPr id="155" name="TextBox 154">
            <a:extLst>
              <a:ext uri="{FF2B5EF4-FFF2-40B4-BE49-F238E27FC236}">
                <a16:creationId xmlns:a16="http://schemas.microsoft.com/office/drawing/2014/main" id="{EC83FD2D-2E1E-D092-2491-012CD11DF8A4}"/>
              </a:ext>
            </a:extLst>
          </p:cNvPr>
          <p:cNvSpPr txBox="1"/>
          <p:nvPr userDrawn="1"/>
        </p:nvSpPr>
        <p:spPr>
          <a:xfrm>
            <a:off x="2524756" y="3405089"/>
            <a:ext cx="709636" cy="215444"/>
          </a:xfrm>
          <a:prstGeom prst="rect">
            <a:avLst/>
          </a:prstGeom>
          <a:noFill/>
        </p:spPr>
        <p:txBody>
          <a:bodyPr wrap="square" lIns="0" rIns="0">
            <a:noAutofit/>
          </a:bodyPr>
          <a:lstStyle/>
          <a:p>
            <a:pPr algn="ctr"/>
            <a:r>
              <a:rPr lang="en-US" sz="800">
                <a:solidFill>
                  <a:schemeClr val="tx1"/>
                </a:solidFill>
              </a:rPr>
              <a:t>Clock</a:t>
            </a:r>
          </a:p>
        </p:txBody>
      </p:sp>
      <p:sp>
        <p:nvSpPr>
          <p:cNvPr id="156" name="TextBox 155">
            <a:extLst>
              <a:ext uri="{FF2B5EF4-FFF2-40B4-BE49-F238E27FC236}">
                <a16:creationId xmlns:a16="http://schemas.microsoft.com/office/drawing/2014/main" id="{29CF5DBB-6688-FA59-4167-21A2908B33C4}"/>
              </a:ext>
            </a:extLst>
          </p:cNvPr>
          <p:cNvSpPr txBox="1"/>
          <p:nvPr userDrawn="1"/>
        </p:nvSpPr>
        <p:spPr>
          <a:xfrm>
            <a:off x="2524756" y="4229305"/>
            <a:ext cx="709636" cy="338554"/>
          </a:xfrm>
          <a:prstGeom prst="rect">
            <a:avLst/>
          </a:prstGeom>
          <a:noFill/>
        </p:spPr>
        <p:txBody>
          <a:bodyPr wrap="square" lIns="0" rIns="0">
            <a:noAutofit/>
          </a:bodyPr>
          <a:lstStyle/>
          <a:p>
            <a:pPr algn="ctr"/>
            <a:r>
              <a:rPr lang="en-US" sz="800">
                <a:solidFill>
                  <a:schemeClr val="tx1"/>
                </a:solidFill>
              </a:rPr>
              <a:t>Course-orchestrator</a:t>
            </a:r>
          </a:p>
        </p:txBody>
      </p:sp>
      <p:sp>
        <p:nvSpPr>
          <p:cNvPr id="157" name="TextBox 156">
            <a:extLst>
              <a:ext uri="{FF2B5EF4-FFF2-40B4-BE49-F238E27FC236}">
                <a16:creationId xmlns:a16="http://schemas.microsoft.com/office/drawing/2014/main" id="{B24FF50C-FD70-AEF0-77C7-ABBFADE5A7CC}"/>
              </a:ext>
            </a:extLst>
          </p:cNvPr>
          <p:cNvSpPr txBox="1"/>
          <p:nvPr userDrawn="1"/>
        </p:nvSpPr>
        <p:spPr>
          <a:xfrm>
            <a:off x="2524756" y="5053521"/>
            <a:ext cx="709636" cy="338554"/>
          </a:xfrm>
          <a:prstGeom prst="rect">
            <a:avLst/>
          </a:prstGeom>
          <a:noFill/>
        </p:spPr>
        <p:txBody>
          <a:bodyPr wrap="square" lIns="0" rIns="0">
            <a:noAutofit/>
          </a:bodyPr>
          <a:lstStyle/>
          <a:p>
            <a:pPr algn="ctr"/>
            <a:r>
              <a:rPr lang="en-US" sz="800">
                <a:solidFill>
                  <a:schemeClr val="tx1"/>
                </a:solidFill>
              </a:rPr>
              <a:t>Exception handling</a:t>
            </a:r>
          </a:p>
        </p:txBody>
      </p:sp>
      <p:sp>
        <p:nvSpPr>
          <p:cNvPr id="158" name="TextBox 157">
            <a:extLst>
              <a:ext uri="{FF2B5EF4-FFF2-40B4-BE49-F238E27FC236}">
                <a16:creationId xmlns:a16="http://schemas.microsoft.com/office/drawing/2014/main" id="{2741B9A1-4B4D-A2CA-D0DE-60F8AE441C14}"/>
              </a:ext>
            </a:extLst>
          </p:cNvPr>
          <p:cNvSpPr txBox="1"/>
          <p:nvPr userDrawn="1"/>
        </p:nvSpPr>
        <p:spPr>
          <a:xfrm>
            <a:off x="2524756" y="5877738"/>
            <a:ext cx="709636" cy="215444"/>
          </a:xfrm>
          <a:prstGeom prst="rect">
            <a:avLst/>
          </a:prstGeom>
          <a:noFill/>
        </p:spPr>
        <p:txBody>
          <a:bodyPr wrap="square" lIns="0" rIns="0">
            <a:noAutofit/>
          </a:bodyPr>
          <a:lstStyle/>
          <a:p>
            <a:pPr algn="ctr"/>
            <a:r>
              <a:rPr lang="en-US" sz="800">
                <a:solidFill>
                  <a:schemeClr val="tx1"/>
                </a:solidFill>
              </a:rPr>
              <a:t>Home</a:t>
            </a:r>
          </a:p>
        </p:txBody>
      </p:sp>
      <p:sp>
        <p:nvSpPr>
          <p:cNvPr id="159" name="TextBox 158">
            <a:extLst>
              <a:ext uri="{FF2B5EF4-FFF2-40B4-BE49-F238E27FC236}">
                <a16:creationId xmlns:a16="http://schemas.microsoft.com/office/drawing/2014/main" id="{0162E8D7-C87B-0CE1-4EEA-C2FD08848313}"/>
              </a:ext>
            </a:extLst>
          </p:cNvPr>
          <p:cNvSpPr txBox="1"/>
          <p:nvPr userDrawn="1"/>
        </p:nvSpPr>
        <p:spPr>
          <a:xfrm>
            <a:off x="3239341" y="3405089"/>
            <a:ext cx="709636"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app</a:t>
            </a:r>
          </a:p>
        </p:txBody>
      </p:sp>
      <p:sp>
        <p:nvSpPr>
          <p:cNvPr id="160" name="TextBox 159">
            <a:extLst>
              <a:ext uri="{FF2B5EF4-FFF2-40B4-BE49-F238E27FC236}">
                <a16:creationId xmlns:a16="http://schemas.microsoft.com/office/drawing/2014/main" id="{42447CDD-9311-02F5-5ACC-D6E76331FD5A}"/>
              </a:ext>
            </a:extLst>
          </p:cNvPr>
          <p:cNvSpPr txBox="1"/>
          <p:nvPr userDrawn="1"/>
        </p:nvSpPr>
        <p:spPr>
          <a:xfrm>
            <a:off x="3239341" y="4229305"/>
            <a:ext cx="709636" cy="215444"/>
          </a:xfrm>
          <a:prstGeom prst="rect">
            <a:avLst/>
          </a:prstGeom>
          <a:noFill/>
        </p:spPr>
        <p:txBody>
          <a:bodyPr wrap="square" lIns="0" rIns="0">
            <a:noAutofit/>
          </a:bodyPr>
          <a:lstStyle/>
          <a:p>
            <a:pPr algn="ctr"/>
            <a:r>
              <a:rPr lang="en-US" sz="800">
                <a:solidFill>
                  <a:schemeClr val="tx1"/>
                </a:solidFill>
              </a:rPr>
              <a:t>CRM</a:t>
            </a:r>
          </a:p>
        </p:txBody>
      </p:sp>
      <p:sp>
        <p:nvSpPr>
          <p:cNvPr id="161" name="TextBox 160">
            <a:extLst>
              <a:ext uri="{FF2B5EF4-FFF2-40B4-BE49-F238E27FC236}">
                <a16:creationId xmlns:a16="http://schemas.microsoft.com/office/drawing/2014/main" id="{D40C0298-0144-2F55-AA3D-4DD523EFB60C}"/>
              </a:ext>
            </a:extLst>
          </p:cNvPr>
          <p:cNvSpPr txBox="1"/>
          <p:nvPr userDrawn="1"/>
        </p:nvSpPr>
        <p:spPr>
          <a:xfrm>
            <a:off x="3239341" y="5053521"/>
            <a:ext cx="709636" cy="215444"/>
          </a:xfrm>
          <a:prstGeom prst="rect">
            <a:avLst/>
          </a:prstGeom>
          <a:noFill/>
        </p:spPr>
        <p:txBody>
          <a:bodyPr wrap="square" lIns="0" rIns="0">
            <a:noAutofit/>
          </a:bodyPr>
          <a:lstStyle/>
          <a:p>
            <a:pPr algn="ctr"/>
            <a:r>
              <a:rPr lang="en-US" sz="800">
                <a:solidFill>
                  <a:schemeClr val="tx1"/>
                </a:solidFill>
              </a:rPr>
              <a:t>Fast ROI</a:t>
            </a:r>
          </a:p>
        </p:txBody>
      </p:sp>
      <p:sp>
        <p:nvSpPr>
          <p:cNvPr id="162" name="TextBox 161">
            <a:extLst>
              <a:ext uri="{FF2B5EF4-FFF2-40B4-BE49-F238E27FC236}">
                <a16:creationId xmlns:a16="http://schemas.microsoft.com/office/drawing/2014/main" id="{D489B2AA-E3F4-9BA6-6F4C-A1B78D9DE18E}"/>
              </a:ext>
            </a:extLst>
          </p:cNvPr>
          <p:cNvSpPr txBox="1"/>
          <p:nvPr userDrawn="1"/>
        </p:nvSpPr>
        <p:spPr>
          <a:xfrm>
            <a:off x="3239341" y="5877738"/>
            <a:ext cx="709636" cy="215444"/>
          </a:xfrm>
          <a:prstGeom prst="rect">
            <a:avLst/>
          </a:prstGeom>
          <a:noFill/>
        </p:spPr>
        <p:txBody>
          <a:bodyPr wrap="square" lIns="0" rIns="0">
            <a:noAutofit/>
          </a:bodyPr>
          <a:lstStyle/>
          <a:p>
            <a:pPr algn="ctr"/>
            <a:r>
              <a:rPr lang="en-US" sz="800">
                <a:solidFill>
                  <a:schemeClr val="tx1"/>
                </a:solidFill>
              </a:rPr>
              <a:t>Hourglass</a:t>
            </a:r>
          </a:p>
        </p:txBody>
      </p:sp>
      <p:sp>
        <p:nvSpPr>
          <p:cNvPr id="163" name="TextBox 162">
            <a:extLst>
              <a:ext uri="{FF2B5EF4-FFF2-40B4-BE49-F238E27FC236}">
                <a16:creationId xmlns:a16="http://schemas.microsoft.com/office/drawing/2014/main" id="{6FF355B1-C57A-9060-D410-771E2B0A5E21}"/>
              </a:ext>
            </a:extLst>
          </p:cNvPr>
          <p:cNvSpPr txBox="1"/>
          <p:nvPr userDrawn="1"/>
        </p:nvSpPr>
        <p:spPr>
          <a:xfrm>
            <a:off x="6097681" y="3405089"/>
            <a:ext cx="709636" cy="215444"/>
          </a:xfrm>
          <a:prstGeom prst="rect">
            <a:avLst/>
          </a:prstGeom>
          <a:noFill/>
        </p:spPr>
        <p:txBody>
          <a:bodyPr wrap="square" lIns="0" rIns="0">
            <a:noAutofit/>
          </a:bodyPr>
          <a:lstStyle/>
          <a:p>
            <a:pPr algn="ctr"/>
            <a:r>
              <a:rPr lang="en-US" sz="800">
                <a:solidFill>
                  <a:schemeClr val="tx1"/>
                </a:solidFill>
              </a:rPr>
              <a:t>Code</a:t>
            </a:r>
          </a:p>
        </p:txBody>
      </p:sp>
      <p:sp>
        <p:nvSpPr>
          <p:cNvPr id="164" name="TextBox 163">
            <a:extLst>
              <a:ext uri="{FF2B5EF4-FFF2-40B4-BE49-F238E27FC236}">
                <a16:creationId xmlns:a16="http://schemas.microsoft.com/office/drawing/2014/main" id="{0D65DA0A-F6E3-6177-D76B-26842ECFA90C}"/>
              </a:ext>
            </a:extLst>
          </p:cNvPr>
          <p:cNvSpPr txBox="1"/>
          <p:nvPr userDrawn="1"/>
        </p:nvSpPr>
        <p:spPr>
          <a:xfrm>
            <a:off x="6097681" y="4229305"/>
            <a:ext cx="709636" cy="338554"/>
          </a:xfrm>
          <a:prstGeom prst="rect">
            <a:avLst/>
          </a:prstGeom>
          <a:noFill/>
        </p:spPr>
        <p:txBody>
          <a:bodyPr wrap="square" lIns="0" rIns="0">
            <a:noAutofit/>
          </a:bodyPr>
          <a:lstStyle/>
          <a:p>
            <a:pPr algn="ctr"/>
            <a:r>
              <a:rPr lang="en-US" sz="800">
                <a:solidFill>
                  <a:schemeClr val="tx1"/>
                </a:solidFill>
              </a:rPr>
              <a:t>Desktop program</a:t>
            </a:r>
          </a:p>
        </p:txBody>
      </p:sp>
      <p:sp>
        <p:nvSpPr>
          <p:cNvPr id="165" name="TextBox 164">
            <a:extLst>
              <a:ext uri="{FF2B5EF4-FFF2-40B4-BE49-F238E27FC236}">
                <a16:creationId xmlns:a16="http://schemas.microsoft.com/office/drawing/2014/main" id="{F236086F-5DBE-D7A3-9F40-58FA051C327A}"/>
              </a:ext>
            </a:extLst>
          </p:cNvPr>
          <p:cNvSpPr txBox="1"/>
          <p:nvPr userDrawn="1"/>
        </p:nvSpPr>
        <p:spPr>
          <a:xfrm>
            <a:off x="6097681" y="5053521"/>
            <a:ext cx="709636" cy="215444"/>
          </a:xfrm>
          <a:prstGeom prst="rect">
            <a:avLst/>
          </a:prstGeom>
          <a:noFill/>
        </p:spPr>
        <p:txBody>
          <a:bodyPr wrap="square" lIns="0" rIns="0">
            <a:noAutofit/>
          </a:bodyPr>
          <a:lstStyle/>
          <a:p>
            <a:pPr algn="ctr"/>
            <a:r>
              <a:rPr lang="en-US" sz="800">
                <a:solidFill>
                  <a:schemeClr val="tx1"/>
                </a:solidFill>
              </a:rPr>
              <a:t>First-link</a:t>
            </a:r>
          </a:p>
        </p:txBody>
      </p:sp>
      <p:sp>
        <p:nvSpPr>
          <p:cNvPr id="166" name="TextBox 165">
            <a:extLst>
              <a:ext uri="{FF2B5EF4-FFF2-40B4-BE49-F238E27FC236}">
                <a16:creationId xmlns:a16="http://schemas.microsoft.com/office/drawing/2014/main" id="{0781AC80-CC9D-4E14-B9A2-5BACB6AF4C8B}"/>
              </a:ext>
            </a:extLst>
          </p:cNvPr>
          <p:cNvSpPr txBox="1"/>
          <p:nvPr userDrawn="1"/>
        </p:nvSpPr>
        <p:spPr>
          <a:xfrm>
            <a:off x="6097681" y="2580873"/>
            <a:ext cx="709636" cy="338554"/>
          </a:xfrm>
          <a:prstGeom prst="rect">
            <a:avLst/>
          </a:prstGeom>
          <a:noFill/>
        </p:spPr>
        <p:txBody>
          <a:bodyPr wrap="square" lIns="0" rIns="0">
            <a:noAutofit/>
          </a:bodyPr>
          <a:lstStyle/>
          <a:p>
            <a:pPr algn="ctr"/>
            <a:r>
              <a:rPr lang="en-US" sz="800">
                <a:solidFill>
                  <a:schemeClr val="tx1"/>
                </a:solidFill>
              </a:rPr>
              <a:t>Automated data entry</a:t>
            </a:r>
          </a:p>
        </p:txBody>
      </p:sp>
      <p:sp>
        <p:nvSpPr>
          <p:cNvPr id="167" name="TextBox 166">
            <a:extLst>
              <a:ext uri="{FF2B5EF4-FFF2-40B4-BE49-F238E27FC236}">
                <a16:creationId xmlns:a16="http://schemas.microsoft.com/office/drawing/2014/main" id="{6F10C9AC-8359-1424-DFAF-471BFC05C578}"/>
              </a:ext>
            </a:extLst>
          </p:cNvPr>
          <p:cNvSpPr txBox="1"/>
          <p:nvPr userDrawn="1"/>
        </p:nvSpPr>
        <p:spPr>
          <a:xfrm>
            <a:off x="6097681" y="1756657"/>
            <a:ext cx="709636" cy="215444"/>
          </a:xfrm>
          <a:prstGeom prst="rect">
            <a:avLst/>
          </a:prstGeom>
          <a:noFill/>
        </p:spPr>
        <p:txBody>
          <a:bodyPr wrap="square" lIns="0" rIns="0">
            <a:noAutofit/>
          </a:bodyPr>
          <a:lstStyle/>
          <a:p>
            <a:pPr algn="ctr"/>
            <a:r>
              <a:rPr lang="en-US" sz="800">
                <a:solidFill>
                  <a:schemeClr val="tx1"/>
                </a:solidFill>
              </a:rPr>
              <a:t>AI </a:t>
            </a:r>
          </a:p>
        </p:txBody>
      </p:sp>
      <p:sp>
        <p:nvSpPr>
          <p:cNvPr id="168" name="TextBox 167">
            <a:extLst>
              <a:ext uri="{FF2B5EF4-FFF2-40B4-BE49-F238E27FC236}">
                <a16:creationId xmlns:a16="http://schemas.microsoft.com/office/drawing/2014/main" id="{F3D6EFC5-2AF4-1826-21F1-1E2E9685F9D7}"/>
              </a:ext>
            </a:extLst>
          </p:cNvPr>
          <p:cNvSpPr txBox="1"/>
          <p:nvPr userDrawn="1"/>
        </p:nvSpPr>
        <p:spPr>
          <a:xfrm>
            <a:off x="6097681" y="5877738"/>
            <a:ext cx="709636" cy="215444"/>
          </a:xfrm>
          <a:prstGeom prst="rect">
            <a:avLst/>
          </a:prstGeom>
          <a:noFill/>
        </p:spPr>
        <p:txBody>
          <a:bodyPr wrap="square" lIns="0" rIns="0">
            <a:noAutofit/>
          </a:bodyPr>
          <a:lstStyle/>
          <a:p>
            <a:pPr algn="ctr"/>
            <a:r>
              <a:rPr lang="en-US" sz="800">
                <a:solidFill>
                  <a:schemeClr val="tx1"/>
                </a:solidFill>
              </a:rPr>
              <a:t>Keyboard</a:t>
            </a:r>
          </a:p>
        </p:txBody>
      </p:sp>
      <p:sp>
        <p:nvSpPr>
          <p:cNvPr id="169" name="TextBox 168">
            <a:extLst>
              <a:ext uri="{FF2B5EF4-FFF2-40B4-BE49-F238E27FC236}">
                <a16:creationId xmlns:a16="http://schemas.microsoft.com/office/drawing/2014/main" id="{9F4A539A-D21B-2769-94F3-DB17C1966E97}"/>
              </a:ext>
            </a:extLst>
          </p:cNvPr>
          <p:cNvSpPr txBox="1"/>
          <p:nvPr userDrawn="1"/>
        </p:nvSpPr>
        <p:spPr>
          <a:xfrm>
            <a:off x="6812266" y="3405089"/>
            <a:ext cx="709636" cy="338554"/>
          </a:xfrm>
          <a:prstGeom prst="rect">
            <a:avLst/>
          </a:prstGeom>
          <a:noFill/>
        </p:spPr>
        <p:txBody>
          <a:bodyPr wrap="square" lIns="0" rIns="0">
            <a:noAutofit/>
          </a:bodyPr>
          <a:lstStyle/>
          <a:p>
            <a:pPr algn="ctr"/>
            <a:r>
              <a:rPr lang="en-US" sz="800">
                <a:solidFill>
                  <a:schemeClr val="tx1"/>
                </a:solidFill>
              </a:rPr>
              <a:t>Complete </a:t>
            </a:r>
          </a:p>
          <a:p>
            <a:pPr algn="ctr"/>
            <a:r>
              <a:rPr lang="en-US" sz="800">
                <a:solidFill>
                  <a:schemeClr val="tx1"/>
                </a:solidFill>
              </a:rPr>
              <a:t>audit</a:t>
            </a:r>
          </a:p>
        </p:txBody>
      </p:sp>
      <p:sp>
        <p:nvSpPr>
          <p:cNvPr id="170" name="TextBox 169">
            <a:extLst>
              <a:ext uri="{FF2B5EF4-FFF2-40B4-BE49-F238E27FC236}">
                <a16:creationId xmlns:a16="http://schemas.microsoft.com/office/drawing/2014/main" id="{28B05E0B-5EE0-AC18-F3E6-CE276219AA5A}"/>
              </a:ext>
            </a:extLst>
          </p:cNvPr>
          <p:cNvSpPr txBox="1"/>
          <p:nvPr userDrawn="1"/>
        </p:nvSpPr>
        <p:spPr>
          <a:xfrm>
            <a:off x="6812266" y="4229305"/>
            <a:ext cx="709636" cy="338554"/>
          </a:xfrm>
          <a:prstGeom prst="rect">
            <a:avLst/>
          </a:prstGeom>
          <a:noFill/>
        </p:spPr>
        <p:txBody>
          <a:bodyPr wrap="square" lIns="0" rIns="0">
            <a:noAutofit/>
          </a:bodyPr>
          <a:lstStyle/>
          <a:p>
            <a:pPr algn="ctr"/>
            <a:r>
              <a:rPr lang="en-US" sz="800">
                <a:solidFill>
                  <a:schemeClr val="tx1"/>
                </a:solidFill>
              </a:rPr>
              <a:t>Document </a:t>
            </a:r>
            <a:br>
              <a:rPr lang="en-US" sz="800">
                <a:solidFill>
                  <a:schemeClr val="tx1"/>
                </a:solidFill>
              </a:rPr>
            </a:br>
            <a:endParaRPr lang="en-US" sz="800">
              <a:solidFill>
                <a:schemeClr val="tx1"/>
              </a:solidFill>
            </a:endParaRPr>
          </a:p>
        </p:txBody>
      </p:sp>
      <p:sp>
        <p:nvSpPr>
          <p:cNvPr id="171" name="TextBox 170">
            <a:extLst>
              <a:ext uri="{FF2B5EF4-FFF2-40B4-BE49-F238E27FC236}">
                <a16:creationId xmlns:a16="http://schemas.microsoft.com/office/drawing/2014/main" id="{F544142A-64D3-0076-396F-CE3A46F0187C}"/>
              </a:ext>
            </a:extLst>
          </p:cNvPr>
          <p:cNvSpPr txBox="1"/>
          <p:nvPr userDrawn="1"/>
        </p:nvSpPr>
        <p:spPr>
          <a:xfrm>
            <a:off x="6812266" y="5053521"/>
            <a:ext cx="709636" cy="215444"/>
          </a:xfrm>
          <a:prstGeom prst="rect">
            <a:avLst/>
          </a:prstGeom>
          <a:noFill/>
        </p:spPr>
        <p:txBody>
          <a:bodyPr wrap="square" lIns="0" rIns="0">
            <a:noAutofit/>
          </a:bodyPr>
          <a:lstStyle/>
          <a:p>
            <a:pPr algn="ctr"/>
            <a:r>
              <a:rPr lang="en-US" sz="800">
                <a:solidFill>
                  <a:schemeClr val="tx1"/>
                </a:solidFill>
              </a:rPr>
              <a:t>First-mention</a:t>
            </a:r>
          </a:p>
        </p:txBody>
      </p:sp>
      <p:sp>
        <p:nvSpPr>
          <p:cNvPr id="172" name="TextBox 171">
            <a:extLst>
              <a:ext uri="{FF2B5EF4-FFF2-40B4-BE49-F238E27FC236}">
                <a16:creationId xmlns:a16="http://schemas.microsoft.com/office/drawing/2014/main" id="{BB187F41-74E9-694A-2613-DD215B332525}"/>
              </a:ext>
            </a:extLst>
          </p:cNvPr>
          <p:cNvSpPr txBox="1"/>
          <p:nvPr userDrawn="1"/>
        </p:nvSpPr>
        <p:spPr>
          <a:xfrm>
            <a:off x="6812266" y="2580873"/>
            <a:ext cx="709636" cy="215444"/>
          </a:xfrm>
          <a:prstGeom prst="rect">
            <a:avLst/>
          </a:prstGeom>
          <a:noFill/>
        </p:spPr>
        <p:txBody>
          <a:bodyPr wrap="square" lIns="0" rIns="0">
            <a:noAutofit/>
          </a:bodyPr>
          <a:lstStyle/>
          <a:p>
            <a:pPr algn="ctr"/>
            <a:r>
              <a:rPr lang="en-US" sz="800">
                <a:solidFill>
                  <a:schemeClr val="tx1"/>
                </a:solidFill>
              </a:rPr>
              <a:t>Automation</a:t>
            </a:r>
          </a:p>
        </p:txBody>
      </p:sp>
      <p:sp>
        <p:nvSpPr>
          <p:cNvPr id="173" name="TextBox 172">
            <a:extLst>
              <a:ext uri="{FF2B5EF4-FFF2-40B4-BE49-F238E27FC236}">
                <a16:creationId xmlns:a16="http://schemas.microsoft.com/office/drawing/2014/main" id="{093806FF-C28F-0FBF-1141-9933F5BFB35F}"/>
              </a:ext>
            </a:extLst>
          </p:cNvPr>
          <p:cNvSpPr txBox="1"/>
          <p:nvPr userDrawn="1"/>
        </p:nvSpPr>
        <p:spPr>
          <a:xfrm>
            <a:off x="6812266" y="1756657"/>
            <a:ext cx="709636" cy="215444"/>
          </a:xfrm>
          <a:prstGeom prst="rect">
            <a:avLst/>
          </a:prstGeom>
          <a:noFill/>
        </p:spPr>
        <p:txBody>
          <a:bodyPr wrap="square" lIns="0" rIns="0">
            <a:noAutofit/>
          </a:bodyPr>
          <a:lstStyle/>
          <a:p>
            <a:pPr algn="ctr"/>
            <a:r>
              <a:rPr lang="en-US" sz="800">
                <a:solidFill>
                  <a:schemeClr val="tx1"/>
                </a:solidFill>
              </a:rPr>
              <a:t>AI Alt</a:t>
            </a:r>
          </a:p>
        </p:txBody>
      </p:sp>
      <p:sp>
        <p:nvSpPr>
          <p:cNvPr id="174" name="TextBox 173">
            <a:extLst>
              <a:ext uri="{FF2B5EF4-FFF2-40B4-BE49-F238E27FC236}">
                <a16:creationId xmlns:a16="http://schemas.microsoft.com/office/drawing/2014/main" id="{2942BD2A-0402-4FA9-E841-0EA044CBE737}"/>
              </a:ext>
            </a:extLst>
          </p:cNvPr>
          <p:cNvSpPr txBox="1"/>
          <p:nvPr userDrawn="1"/>
        </p:nvSpPr>
        <p:spPr>
          <a:xfrm>
            <a:off x="6812266" y="5877738"/>
            <a:ext cx="709636" cy="215444"/>
          </a:xfrm>
          <a:prstGeom prst="rect">
            <a:avLst/>
          </a:prstGeom>
          <a:noFill/>
        </p:spPr>
        <p:txBody>
          <a:bodyPr wrap="square" lIns="0" rIns="0">
            <a:noAutofit/>
          </a:bodyPr>
          <a:lstStyle/>
          <a:p>
            <a:pPr algn="ctr"/>
            <a:r>
              <a:rPr lang="en-US" sz="800">
                <a:solidFill>
                  <a:schemeClr val="tx1"/>
                </a:solidFill>
              </a:rPr>
              <a:t>Label</a:t>
            </a:r>
          </a:p>
        </p:txBody>
      </p:sp>
      <p:sp>
        <p:nvSpPr>
          <p:cNvPr id="175" name="TextBox 174">
            <a:extLst>
              <a:ext uri="{FF2B5EF4-FFF2-40B4-BE49-F238E27FC236}">
                <a16:creationId xmlns:a16="http://schemas.microsoft.com/office/drawing/2014/main" id="{68A8B803-9EAE-47B2-50E3-F09548DE10F1}"/>
              </a:ext>
            </a:extLst>
          </p:cNvPr>
          <p:cNvSpPr txBox="1"/>
          <p:nvPr userDrawn="1"/>
        </p:nvSpPr>
        <p:spPr>
          <a:xfrm>
            <a:off x="7526851" y="3405089"/>
            <a:ext cx="709636" cy="338554"/>
          </a:xfrm>
          <a:prstGeom prst="rect">
            <a:avLst/>
          </a:prstGeom>
          <a:noFill/>
        </p:spPr>
        <p:txBody>
          <a:bodyPr wrap="square" lIns="0" rIns="0">
            <a:noAutofit/>
          </a:bodyPr>
          <a:lstStyle/>
          <a:p>
            <a:pPr algn="ctr"/>
            <a:r>
              <a:rPr lang="en-US" sz="800">
                <a:solidFill>
                  <a:schemeClr val="tx1"/>
                </a:solidFill>
              </a:rPr>
              <a:t>Contact</a:t>
            </a:r>
          </a:p>
          <a:p>
            <a:pPr algn="ctr"/>
            <a:r>
              <a:rPr lang="en-US" sz="800">
                <a:solidFill>
                  <a:schemeClr val="tx1"/>
                </a:solidFill>
              </a:rPr>
              <a:t>email</a:t>
            </a:r>
          </a:p>
        </p:txBody>
      </p:sp>
      <p:sp>
        <p:nvSpPr>
          <p:cNvPr id="176" name="TextBox 175">
            <a:extLst>
              <a:ext uri="{FF2B5EF4-FFF2-40B4-BE49-F238E27FC236}">
                <a16:creationId xmlns:a16="http://schemas.microsoft.com/office/drawing/2014/main" id="{B7502E10-E4D2-F109-12FB-507D897A269B}"/>
              </a:ext>
            </a:extLst>
          </p:cNvPr>
          <p:cNvSpPr txBox="1"/>
          <p:nvPr userDrawn="1"/>
        </p:nvSpPr>
        <p:spPr>
          <a:xfrm>
            <a:off x="7526851" y="4229305"/>
            <a:ext cx="709636" cy="215444"/>
          </a:xfrm>
          <a:prstGeom prst="rect">
            <a:avLst/>
          </a:prstGeom>
          <a:noFill/>
        </p:spPr>
        <p:txBody>
          <a:bodyPr wrap="square" lIns="0" rIns="0">
            <a:noAutofit/>
          </a:bodyPr>
          <a:lstStyle/>
          <a:p>
            <a:pPr algn="ctr"/>
            <a:r>
              <a:rPr lang="en-US" sz="800">
                <a:solidFill>
                  <a:schemeClr val="tx1"/>
                </a:solidFill>
              </a:rPr>
              <a:t>Done</a:t>
            </a:r>
          </a:p>
        </p:txBody>
      </p:sp>
      <p:sp>
        <p:nvSpPr>
          <p:cNvPr id="177" name="TextBox 176">
            <a:extLst>
              <a:ext uri="{FF2B5EF4-FFF2-40B4-BE49-F238E27FC236}">
                <a16:creationId xmlns:a16="http://schemas.microsoft.com/office/drawing/2014/main" id="{7CC0A687-77B0-9BB2-4EF2-AE082658688E}"/>
              </a:ext>
            </a:extLst>
          </p:cNvPr>
          <p:cNvSpPr txBox="1"/>
          <p:nvPr userDrawn="1"/>
        </p:nvSpPr>
        <p:spPr>
          <a:xfrm>
            <a:off x="7526851" y="5053521"/>
            <a:ext cx="709636" cy="215444"/>
          </a:xfrm>
          <a:prstGeom prst="rect">
            <a:avLst/>
          </a:prstGeom>
          <a:noFill/>
        </p:spPr>
        <p:txBody>
          <a:bodyPr wrap="square" lIns="0" rIns="0">
            <a:noAutofit/>
          </a:bodyPr>
          <a:lstStyle/>
          <a:p>
            <a:pPr algn="ctr"/>
            <a:r>
              <a:rPr lang="en-US" sz="800">
                <a:solidFill>
                  <a:schemeClr val="tx1"/>
                </a:solidFill>
              </a:rPr>
              <a:t>First-</a:t>
            </a:r>
            <a:r>
              <a:rPr lang="en-US" sz="800" err="1">
                <a:solidFill>
                  <a:schemeClr val="tx1"/>
                </a:solidFill>
              </a:rPr>
              <a:t>onebox</a:t>
            </a:r>
            <a:endParaRPr lang="en-US" sz="800">
              <a:solidFill>
                <a:schemeClr val="tx1"/>
              </a:solidFill>
            </a:endParaRPr>
          </a:p>
        </p:txBody>
      </p:sp>
      <p:sp>
        <p:nvSpPr>
          <p:cNvPr id="178" name="TextBox 177">
            <a:extLst>
              <a:ext uri="{FF2B5EF4-FFF2-40B4-BE49-F238E27FC236}">
                <a16:creationId xmlns:a16="http://schemas.microsoft.com/office/drawing/2014/main" id="{D9F3C72F-7542-A5E5-DF6F-8F2A0ADD2F72}"/>
              </a:ext>
            </a:extLst>
          </p:cNvPr>
          <p:cNvSpPr txBox="1"/>
          <p:nvPr userDrawn="1"/>
        </p:nvSpPr>
        <p:spPr>
          <a:xfrm>
            <a:off x="7526851" y="2580873"/>
            <a:ext cx="709636" cy="338554"/>
          </a:xfrm>
          <a:prstGeom prst="rect">
            <a:avLst/>
          </a:prstGeom>
          <a:noFill/>
        </p:spPr>
        <p:txBody>
          <a:bodyPr wrap="square" lIns="0" rIns="0">
            <a:noAutofit/>
          </a:bodyPr>
          <a:lstStyle/>
          <a:p>
            <a:pPr algn="ctr"/>
            <a:r>
              <a:rPr lang="en-US" sz="800">
                <a:solidFill>
                  <a:schemeClr val="tx1"/>
                </a:solidFill>
              </a:rPr>
              <a:t>Background automation</a:t>
            </a:r>
          </a:p>
        </p:txBody>
      </p:sp>
      <p:sp>
        <p:nvSpPr>
          <p:cNvPr id="179" name="TextBox 178">
            <a:extLst>
              <a:ext uri="{FF2B5EF4-FFF2-40B4-BE49-F238E27FC236}">
                <a16:creationId xmlns:a16="http://schemas.microsoft.com/office/drawing/2014/main" id="{2390640A-F871-1D87-667E-54D450631DFB}"/>
              </a:ext>
            </a:extLst>
          </p:cNvPr>
          <p:cNvSpPr txBox="1"/>
          <p:nvPr userDrawn="1"/>
        </p:nvSpPr>
        <p:spPr>
          <a:xfrm>
            <a:off x="7526851" y="1756657"/>
            <a:ext cx="709636" cy="215444"/>
          </a:xfrm>
          <a:prstGeom prst="rect">
            <a:avLst/>
          </a:prstGeom>
          <a:noFill/>
        </p:spPr>
        <p:txBody>
          <a:bodyPr wrap="square" lIns="0" rIns="0">
            <a:noAutofit/>
          </a:bodyPr>
          <a:lstStyle/>
          <a:p>
            <a:pPr algn="ctr"/>
            <a:r>
              <a:rPr lang="en-US" sz="800">
                <a:solidFill>
                  <a:schemeClr val="tx1"/>
                </a:solidFill>
              </a:rPr>
              <a:t>AI Enabled</a:t>
            </a:r>
          </a:p>
        </p:txBody>
      </p:sp>
      <p:sp>
        <p:nvSpPr>
          <p:cNvPr id="180" name="TextBox 179">
            <a:extLst>
              <a:ext uri="{FF2B5EF4-FFF2-40B4-BE49-F238E27FC236}">
                <a16:creationId xmlns:a16="http://schemas.microsoft.com/office/drawing/2014/main" id="{94294C21-83D9-E8B3-FC4A-BDE91C35E3A7}"/>
              </a:ext>
            </a:extLst>
          </p:cNvPr>
          <p:cNvSpPr txBox="1"/>
          <p:nvPr userDrawn="1"/>
        </p:nvSpPr>
        <p:spPr>
          <a:xfrm>
            <a:off x="7526851" y="5877738"/>
            <a:ext cx="709636" cy="215444"/>
          </a:xfrm>
          <a:prstGeom prst="rect">
            <a:avLst/>
          </a:prstGeom>
          <a:noFill/>
        </p:spPr>
        <p:txBody>
          <a:bodyPr wrap="square" lIns="0" rIns="0">
            <a:noAutofit/>
          </a:bodyPr>
          <a:lstStyle/>
          <a:p>
            <a:pPr algn="ctr"/>
            <a:r>
              <a:rPr lang="en-US" sz="800">
                <a:solidFill>
                  <a:schemeClr val="tx1"/>
                </a:solidFill>
              </a:rPr>
              <a:t>Label alt</a:t>
            </a:r>
          </a:p>
        </p:txBody>
      </p:sp>
      <p:sp>
        <p:nvSpPr>
          <p:cNvPr id="182" name="TextBox 181">
            <a:extLst>
              <a:ext uri="{FF2B5EF4-FFF2-40B4-BE49-F238E27FC236}">
                <a16:creationId xmlns:a16="http://schemas.microsoft.com/office/drawing/2014/main" id="{C8E21D60-1AA1-B8D3-D0EA-6AFABC4243BD}"/>
              </a:ext>
            </a:extLst>
          </p:cNvPr>
          <p:cNvSpPr txBox="1"/>
          <p:nvPr userDrawn="1"/>
        </p:nvSpPr>
        <p:spPr>
          <a:xfrm>
            <a:off x="10385191" y="3405089"/>
            <a:ext cx="709636" cy="215444"/>
          </a:xfrm>
          <a:prstGeom prst="rect">
            <a:avLst/>
          </a:prstGeom>
          <a:noFill/>
        </p:spPr>
        <p:txBody>
          <a:bodyPr wrap="square" lIns="0" rIns="0">
            <a:noAutofit/>
          </a:bodyPr>
          <a:lstStyle/>
          <a:p>
            <a:pPr algn="ctr"/>
            <a:r>
              <a:rPr lang="en-US" sz="800">
                <a:solidFill>
                  <a:schemeClr val="tx1"/>
                </a:solidFill>
              </a:rPr>
              <a:t>Cost low</a:t>
            </a:r>
          </a:p>
        </p:txBody>
      </p:sp>
      <p:sp>
        <p:nvSpPr>
          <p:cNvPr id="184" name="TextBox 183">
            <a:extLst>
              <a:ext uri="{FF2B5EF4-FFF2-40B4-BE49-F238E27FC236}">
                <a16:creationId xmlns:a16="http://schemas.microsoft.com/office/drawing/2014/main" id="{611B34F6-24BF-1FDF-09F4-2C3501950DCB}"/>
              </a:ext>
            </a:extLst>
          </p:cNvPr>
          <p:cNvSpPr txBox="1"/>
          <p:nvPr userDrawn="1"/>
        </p:nvSpPr>
        <p:spPr>
          <a:xfrm>
            <a:off x="10385191" y="4229305"/>
            <a:ext cx="709636" cy="215444"/>
          </a:xfrm>
          <a:prstGeom prst="rect">
            <a:avLst/>
          </a:prstGeom>
          <a:noFill/>
        </p:spPr>
        <p:txBody>
          <a:bodyPr wrap="square" lIns="0" rIns="0">
            <a:noAutofit/>
          </a:bodyPr>
          <a:lstStyle/>
          <a:p>
            <a:pPr algn="ctr"/>
            <a:r>
              <a:rPr lang="en-US" sz="800">
                <a:solidFill>
                  <a:schemeClr val="tx1"/>
                </a:solidFill>
              </a:rPr>
              <a:t>Editor</a:t>
            </a:r>
          </a:p>
        </p:txBody>
      </p:sp>
      <p:sp>
        <p:nvSpPr>
          <p:cNvPr id="186" name="TextBox 185">
            <a:extLst>
              <a:ext uri="{FF2B5EF4-FFF2-40B4-BE49-F238E27FC236}">
                <a16:creationId xmlns:a16="http://schemas.microsoft.com/office/drawing/2014/main" id="{8F787550-198D-522A-1CB7-F4B3EFA69FBD}"/>
              </a:ext>
            </a:extLst>
          </p:cNvPr>
          <p:cNvSpPr txBox="1"/>
          <p:nvPr userDrawn="1"/>
        </p:nvSpPr>
        <p:spPr>
          <a:xfrm>
            <a:off x="10385191" y="5053521"/>
            <a:ext cx="709636" cy="215444"/>
          </a:xfrm>
          <a:prstGeom prst="rect">
            <a:avLst/>
          </a:prstGeom>
          <a:noFill/>
        </p:spPr>
        <p:txBody>
          <a:bodyPr wrap="square" lIns="0" rIns="0">
            <a:noAutofit/>
          </a:bodyPr>
          <a:lstStyle/>
          <a:p>
            <a:pPr algn="ctr"/>
            <a:r>
              <a:rPr lang="en-US" sz="800">
                <a:solidFill>
                  <a:schemeClr val="tx1"/>
                </a:solidFill>
              </a:rPr>
              <a:t>Goals</a:t>
            </a:r>
          </a:p>
        </p:txBody>
      </p:sp>
      <p:sp>
        <p:nvSpPr>
          <p:cNvPr id="188" name="TextBox 187">
            <a:extLst>
              <a:ext uri="{FF2B5EF4-FFF2-40B4-BE49-F238E27FC236}">
                <a16:creationId xmlns:a16="http://schemas.microsoft.com/office/drawing/2014/main" id="{5C4B4626-FFF2-C725-BEE8-AB7F2065CD79}"/>
              </a:ext>
            </a:extLst>
          </p:cNvPr>
          <p:cNvSpPr txBox="1"/>
          <p:nvPr userDrawn="1"/>
        </p:nvSpPr>
        <p:spPr>
          <a:xfrm>
            <a:off x="10385191" y="2580873"/>
            <a:ext cx="709636" cy="338554"/>
          </a:xfrm>
          <a:prstGeom prst="rect">
            <a:avLst/>
          </a:prstGeom>
          <a:noFill/>
        </p:spPr>
        <p:txBody>
          <a:bodyPr wrap="square" lIns="0" rIns="0">
            <a:noAutofit/>
          </a:bodyPr>
          <a:lstStyle/>
          <a:p>
            <a:pPr algn="ctr"/>
            <a:r>
              <a:rPr lang="en-US" sz="800">
                <a:solidFill>
                  <a:schemeClr val="tx1"/>
                </a:solidFill>
              </a:rPr>
              <a:t>Business partner-up alt</a:t>
            </a:r>
          </a:p>
        </p:txBody>
      </p:sp>
      <p:sp>
        <p:nvSpPr>
          <p:cNvPr id="190" name="TextBox 189">
            <a:extLst>
              <a:ext uri="{FF2B5EF4-FFF2-40B4-BE49-F238E27FC236}">
                <a16:creationId xmlns:a16="http://schemas.microsoft.com/office/drawing/2014/main" id="{61111ECD-F8F7-4F90-D7A2-5128514DFF02}"/>
              </a:ext>
            </a:extLst>
          </p:cNvPr>
          <p:cNvSpPr txBox="1"/>
          <p:nvPr userDrawn="1"/>
        </p:nvSpPr>
        <p:spPr>
          <a:xfrm>
            <a:off x="10385191" y="1756657"/>
            <a:ext cx="709636" cy="338554"/>
          </a:xfrm>
          <a:prstGeom prst="rect">
            <a:avLst/>
          </a:prstGeom>
          <a:noFill/>
        </p:spPr>
        <p:txBody>
          <a:bodyPr wrap="square" lIns="0" rIns="0">
            <a:noAutofit/>
          </a:bodyPr>
          <a:lstStyle/>
          <a:p>
            <a:pPr algn="ctr"/>
            <a:r>
              <a:rPr lang="en-US" sz="800">
                <a:solidFill>
                  <a:schemeClr val="tx1"/>
                </a:solidFill>
              </a:rPr>
              <a:t>App-3rd-party  2</a:t>
            </a:r>
          </a:p>
        </p:txBody>
      </p:sp>
      <p:sp>
        <p:nvSpPr>
          <p:cNvPr id="192" name="TextBox 191">
            <a:extLst>
              <a:ext uri="{FF2B5EF4-FFF2-40B4-BE49-F238E27FC236}">
                <a16:creationId xmlns:a16="http://schemas.microsoft.com/office/drawing/2014/main" id="{62602B64-8860-848A-9BCF-8BDB4E2A0681}"/>
              </a:ext>
            </a:extLst>
          </p:cNvPr>
          <p:cNvSpPr txBox="1"/>
          <p:nvPr userDrawn="1"/>
        </p:nvSpPr>
        <p:spPr>
          <a:xfrm>
            <a:off x="11099777" y="5877738"/>
            <a:ext cx="709636" cy="338554"/>
          </a:xfrm>
          <a:prstGeom prst="rect">
            <a:avLst/>
          </a:prstGeom>
          <a:noFill/>
        </p:spPr>
        <p:txBody>
          <a:bodyPr wrap="square" lIns="0" rIns="0">
            <a:noAutofit/>
          </a:bodyPr>
          <a:lstStyle/>
          <a:p>
            <a:pPr algn="ctr"/>
            <a:r>
              <a:rPr lang="en-US" sz="800">
                <a:solidFill>
                  <a:schemeClr val="tx1"/>
                </a:solidFill>
              </a:rPr>
              <a:t>Link </a:t>
            </a:r>
          </a:p>
          <a:p>
            <a:pPr algn="ctr"/>
            <a:r>
              <a:rPr lang="en-US" sz="800">
                <a:solidFill>
                  <a:schemeClr val="tx1"/>
                </a:solidFill>
              </a:rPr>
              <a:t>special</a:t>
            </a:r>
          </a:p>
        </p:txBody>
      </p:sp>
      <p:sp>
        <p:nvSpPr>
          <p:cNvPr id="194" name="TextBox 193">
            <a:extLst>
              <a:ext uri="{FF2B5EF4-FFF2-40B4-BE49-F238E27FC236}">
                <a16:creationId xmlns:a16="http://schemas.microsoft.com/office/drawing/2014/main" id="{0DE28F80-3E23-65C0-5793-3213898FEF4A}"/>
              </a:ext>
            </a:extLst>
          </p:cNvPr>
          <p:cNvSpPr txBox="1"/>
          <p:nvPr userDrawn="1"/>
        </p:nvSpPr>
        <p:spPr>
          <a:xfrm>
            <a:off x="3953926" y="3405089"/>
            <a:ext cx="709636" cy="338554"/>
          </a:xfrm>
          <a:prstGeom prst="rect">
            <a:avLst/>
          </a:prstGeom>
          <a:noFill/>
        </p:spPr>
        <p:txBody>
          <a:bodyPr wrap="square" lIns="0" rIns="0">
            <a:noAutofit/>
          </a:bodyPr>
          <a:lstStyle/>
          <a:p>
            <a:pPr algn="ctr"/>
            <a:r>
              <a:rPr lang="en-US" sz="800">
                <a:solidFill>
                  <a:schemeClr val="tx1"/>
                </a:solidFill>
              </a:rPr>
              <a:t>Cloud download</a:t>
            </a:r>
          </a:p>
        </p:txBody>
      </p:sp>
      <p:sp>
        <p:nvSpPr>
          <p:cNvPr id="196" name="TextBox 195">
            <a:extLst>
              <a:ext uri="{FF2B5EF4-FFF2-40B4-BE49-F238E27FC236}">
                <a16:creationId xmlns:a16="http://schemas.microsoft.com/office/drawing/2014/main" id="{0D864E7C-7E4D-6606-412E-AE96CFBA78CC}"/>
              </a:ext>
            </a:extLst>
          </p:cNvPr>
          <p:cNvSpPr txBox="1"/>
          <p:nvPr userDrawn="1"/>
        </p:nvSpPr>
        <p:spPr>
          <a:xfrm>
            <a:off x="3953926" y="4229305"/>
            <a:ext cx="709636" cy="215444"/>
          </a:xfrm>
          <a:prstGeom prst="rect">
            <a:avLst/>
          </a:prstGeom>
          <a:noFill/>
        </p:spPr>
        <p:txBody>
          <a:bodyPr wrap="square" lIns="0" rIns="0">
            <a:noAutofit/>
          </a:bodyPr>
          <a:lstStyle/>
          <a:p>
            <a:pPr algn="ctr"/>
            <a:r>
              <a:rPr lang="en-US" sz="800">
                <a:solidFill>
                  <a:schemeClr val="tx1"/>
                </a:solidFill>
              </a:rPr>
              <a:t>Crown</a:t>
            </a:r>
          </a:p>
        </p:txBody>
      </p:sp>
      <p:sp>
        <p:nvSpPr>
          <p:cNvPr id="198" name="TextBox 197">
            <a:extLst>
              <a:ext uri="{FF2B5EF4-FFF2-40B4-BE49-F238E27FC236}">
                <a16:creationId xmlns:a16="http://schemas.microsoft.com/office/drawing/2014/main" id="{81379E23-7655-31BA-7A86-50903EB7D91E}"/>
              </a:ext>
            </a:extLst>
          </p:cNvPr>
          <p:cNvSpPr txBox="1"/>
          <p:nvPr userDrawn="1"/>
        </p:nvSpPr>
        <p:spPr>
          <a:xfrm>
            <a:off x="3953926" y="5053521"/>
            <a:ext cx="709636" cy="215444"/>
          </a:xfrm>
          <a:prstGeom prst="rect">
            <a:avLst/>
          </a:prstGeom>
          <a:noFill/>
        </p:spPr>
        <p:txBody>
          <a:bodyPr wrap="square" lIns="0" rIns="0">
            <a:noAutofit/>
          </a:bodyPr>
          <a:lstStyle/>
          <a:p>
            <a:pPr algn="ctr"/>
            <a:r>
              <a:rPr lang="en-US" sz="800">
                <a:solidFill>
                  <a:schemeClr val="tx1"/>
                </a:solidFill>
              </a:rPr>
              <a:t>First Emoji</a:t>
            </a:r>
          </a:p>
        </p:txBody>
      </p:sp>
      <p:sp>
        <p:nvSpPr>
          <p:cNvPr id="200" name="TextBox 199">
            <a:extLst>
              <a:ext uri="{FF2B5EF4-FFF2-40B4-BE49-F238E27FC236}">
                <a16:creationId xmlns:a16="http://schemas.microsoft.com/office/drawing/2014/main" id="{8A4CA396-A77F-E3E4-A588-E1DD1AEAD4B9}"/>
              </a:ext>
            </a:extLst>
          </p:cNvPr>
          <p:cNvSpPr txBox="1"/>
          <p:nvPr userDrawn="1"/>
        </p:nvSpPr>
        <p:spPr>
          <a:xfrm>
            <a:off x="3953926" y="2580873"/>
            <a:ext cx="709636" cy="215444"/>
          </a:xfrm>
          <a:prstGeom prst="rect">
            <a:avLst/>
          </a:prstGeom>
          <a:noFill/>
        </p:spPr>
        <p:txBody>
          <a:bodyPr wrap="square" lIns="0" rIns="0">
            <a:noAutofit/>
          </a:bodyPr>
          <a:lstStyle/>
          <a:p>
            <a:pPr algn="ctr"/>
            <a:r>
              <a:rPr lang="en-US" sz="800">
                <a:solidFill>
                  <a:schemeClr val="tx1"/>
                </a:solidFill>
              </a:rPr>
              <a:t>Assessment</a:t>
            </a:r>
          </a:p>
        </p:txBody>
      </p:sp>
      <p:sp>
        <p:nvSpPr>
          <p:cNvPr id="202" name="TextBox 201">
            <a:extLst>
              <a:ext uri="{FF2B5EF4-FFF2-40B4-BE49-F238E27FC236}">
                <a16:creationId xmlns:a16="http://schemas.microsoft.com/office/drawing/2014/main" id="{AFB099C0-BAC4-FD98-8390-B468409ABCAF}"/>
              </a:ext>
            </a:extLst>
          </p:cNvPr>
          <p:cNvSpPr txBox="1"/>
          <p:nvPr userDrawn="1"/>
        </p:nvSpPr>
        <p:spPr>
          <a:xfrm>
            <a:off x="3953926" y="1756657"/>
            <a:ext cx="709636" cy="215444"/>
          </a:xfrm>
          <a:prstGeom prst="rect">
            <a:avLst/>
          </a:prstGeom>
          <a:noFill/>
        </p:spPr>
        <p:txBody>
          <a:bodyPr wrap="square" lIns="0" rIns="0">
            <a:noAutofit/>
          </a:bodyPr>
          <a:lstStyle/>
          <a:p>
            <a:pPr algn="ctr"/>
            <a:r>
              <a:rPr lang="en-US" sz="800">
                <a:solidFill>
                  <a:schemeClr val="tx1"/>
                </a:solidFill>
              </a:rPr>
              <a:t>Abstract</a:t>
            </a:r>
          </a:p>
        </p:txBody>
      </p:sp>
      <p:sp>
        <p:nvSpPr>
          <p:cNvPr id="204" name="TextBox 203">
            <a:extLst>
              <a:ext uri="{FF2B5EF4-FFF2-40B4-BE49-F238E27FC236}">
                <a16:creationId xmlns:a16="http://schemas.microsoft.com/office/drawing/2014/main" id="{C5C367F9-2454-8E13-EB84-9411775EFF0B}"/>
              </a:ext>
            </a:extLst>
          </p:cNvPr>
          <p:cNvSpPr txBox="1"/>
          <p:nvPr userDrawn="1"/>
        </p:nvSpPr>
        <p:spPr>
          <a:xfrm>
            <a:off x="3953926" y="5877738"/>
            <a:ext cx="709636" cy="215444"/>
          </a:xfrm>
          <a:prstGeom prst="rect">
            <a:avLst/>
          </a:prstGeom>
          <a:noFill/>
        </p:spPr>
        <p:txBody>
          <a:bodyPr wrap="square" lIns="0" rIns="0">
            <a:noAutofit/>
          </a:bodyPr>
          <a:lstStyle/>
          <a:p>
            <a:pPr algn="ctr"/>
            <a:r>
              <a:rPr lang="en-US" sz="800">
                <a:solidFill>
                  <a:schemeClr val="tx1"/>
                </a:solidFill>
              </a:rPr>
              <a:t>Information</a:t>
            </a:r>
          </a:p>
        </p:txBody>
      </p:sp>
      <p:sp>
        <p:nvSpPr>
          <p:cNvPr id="206" name="TextBox 205">
            <a:extLst>
              <a:ext uri="{FF2B5EF4-FFF2-40B4-BE49-F238E27FC236}">
                <a16:creationId xmlns:a16="http://schemas.microsoft.com/office/drawing/2014/main" id="{6EE43D23-74A2-2738-6FEF-49F52891DD2C}"/>
              </a:ext>
            </a:extLst>
          </p:cNvPr>
          <p:cNvSpPr txBox="1"/>
          <p:nvPr userDrawn="1"/>
        </p:nvSpPr>
        <p:spPr>
          <a:xfrm>
            <a:off x="5383096" y="3405089"/>
            <a:ext cx="709636"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upload</a:t>
            </a:r>
          </a:p>
        </p:txBody>
      </p:sp>
      <p:sp>
        <p:nvSpPr>
          <p:cNvPr id="208" name="TextBox 207">
            <a:extLst>
              <a:ext uri="{FF2B5EF4-FFF2-40B4-BE49-F238E27FC236}">
                <a16:creationId xmlns:a16="http://schemas.microsoft.com/office/drawing/2014/main" id="{78C1CA3D-9095-58B3-5C34-EB5A866392DD}"/>
              </a:ext>
            </a:extLst>
          </p:cNvPr>
          <p:cNvSpPr txBox="1"/>
          <p:nvPr userDrawn="1"/>
        </p:nvSpPr>
        <p:spPr>
          <a:xfrm>
            <a:off x="5383096" y="4229305"/>
            <a:ext cx="709636" cy="215444"/>
          </a:xfrm>
          <a:prstGeom prst="rect">
            <a:avLst/>
          </a:prstGeom>
          <a:noFill/>
        </p:spPr>
        <p:txBody>
          <a:bodyPr wrap="square" lIns="0" rIns="0">
            <a:noAutofit/>
          </a:bodyPr>
          <a:lstStyle/>
          <a:p>
            <a:pPr algn="ctr"/>
            <a:r>
              <a:rPr lang="en-US" sz="800">
                <a:solidFill>
                  <a:schemeClr val="tx1"/>
                </a:solidFill>
              </a:rPr>
              <a:t>Decrease</a:t>
            </a:r>
          </a:p>
        </p:txBody>
      </p:sp>
      <p:sp>
        <p:nvSpPr>
          <p:cNvPr id="210" name="TextBox 209">
            <a:extLst>
              <a:ext uri="{FF2B5EF4-FFF2-40B4-BE49-F238E27FC236}">
                <a16:creationId xmlns:a16="http://schemas.microsoft.com/office/drawing/2014/main" id="{573B6C55-9C50-9731-2487-548E50D456A6}"/>
              </a:ext>
            </a:extLst>
          </p:cNvPr>
          <p:cNvSpPr txBox="1"/>
          <p:nvPr userDrawn="1"/>
        </p:nvSpPr>
        <p:spPr>
          <a:xfrm>
            <a:off x="5383096" y="5053521"/>
            <a:ext cx="709636" cy="215444"/>
          </a:xfrm>
          <a:prstGeom prst="rect">
            <a:avLst/>
          </a:prstGeom>
          <a:noFill/>
        </p:spPr>
        <p:txBody>
          <a:bodyPr wrap="square" lIns="0" rIns="0">
            <a:noAutofit/>
          </a:bodyPr>
          <a:lstStyle/>
          <a:p>
            <a:pPr algn="ctr"/>
            <a:r>
              <a:rPr lang="en-US" sz="800">
                <a:solidFill>
                  <a:schemeClr val="tx1"/>
                </a:solidFill>
              </a:rPr>
              <a:t>First-like</a:t>
            </a:r>
          </a:p>
        </p:txBody>
      </p:sp>
      <p:sp>
        <p:nvSpPr>
          <p:cNvPr id="212" name="TextBox 211">
            <a:extLst>
              <a:ext uri="{FF2B5EF4-FFF2-40B4-BE49-F238E27FC236}">
                <a16:creationId xmlns:a16="http://schemas.microsoft.com/office/drawing/2014/main" id="{A83DD034-9DC6-210F-9E76-85B52D08086B}"/>
              </a:ext>
            </a:extLst>
          </p:cNvPr>
          <p:cNvSpPr txBox="1"/>
          <p:nvPr userDrawn="1"/>
        </p:nvSpPr>
        <p:spPr>
          <a:xfrm>
            <a:off x="5383096" y="2580873"/>
            <a:ext cx="709636" cy="215444"/>
          </a:xfrm>
          <a:prstGeom prst="rect">
            <a:avLst/>
          </a:prstGeom>
          <a:noFill/>
        </p:spPr>
        <p:txBody>
          <a:bodyPr wrap="square" lIns="0" rIns="0">
            <a:noAutofit/>
          </a:bodyPr>
          <a:lstStyle/>
          <a:p>
            <a:pPr algn="ctr"/>
            <a:r>
              <a:rPr lang="en-US" sz="800">
                <a:solidFill>
                  <a:schemeClr val="tx1"/>
                </a:solidFill>
              </a:rPr>
              <a:t>Autobiographer</a:t>
            </a:r>
          </a:p>
        </p:txBody>
      </p:sp>
      <p:sp>
        <p:nvSpPr>
          <p:cNvPr id="214" name="TextBox 213">
            <a:extLst>
              <a:ext uri="{FF2B5EF4-FFF2-40B4-BE49-F238E27FC236}">
                <a16:creationId xmlns:a16="http://schemas.microsoft.com/office/drawing/2014/main" id="{8A986B15-6891-7E0B-BBCD-CC40E5EC5413}"/>
              </a:ext>
            </a:extLst>
          </p:cNvPr>
          <p:cNvSpPr txBox="1"/>
          <p:nvPr userDrawn="1"/>
        </p:nvSpPr>
        <p:spPr>
          <a:xfrm>
            <a:off x="5383096" y="1756657"/>
            <a:ext cx="709636" cy="338554"/>
          </a:xfrm>
          <a:prstGeom prst="rect">
            <a:avLst/>
          </a:prstGeom>
          <a:noFill/>
        </p:spPr>
        <p:txBody>
          <a:bodyPr wrap="square" lIns="0" rIns="0">
            <a:noAutofit/>
          </a:bodyPr>
          <a:lstStyle/>
          <a:p>
            <a:pPr algn="ctr"/>
            <a:r>
              <a:rPr lang="en-US" sz="800">
                <a:solidFill>
                  <a:schemeClr val="tx1"/>
                </a:solidFill>
              </a:rPr>
              <a:t>Advanced </a:t>
            </a:r>
          </a:p>
          <a:p>
            <a:pPr algn="ctr"/>
            <a:r>
              <a:rPr lang="en-US" sz="800">
                <a:solidFill>
                  <a:schemeClr val="tx1"/>
                </a:solidFill>
              </a:rPr>
              <a:t>OCR</a:t>
            </a:r>
          </a:p>
        </p:txBody>
      </p:sp>
      <p:sp>
        <p:nvSpPr>
          <p:cNvPr id="216" name="TextBox 215">
            <a:extLst>
              <a:ext uri="{FF2B5EF4-FFF2-40B4-BE49-F238E27FC236}">
                <a16:creationId xmlns:a16="http://schemas.microsoft.com/office/drawing/2014/main" id="{154D720E-9A2A-53C9-0AA7-8D489CAD1E9F}"/>
              </a:ext>
            </a:extLst>
          </p:cNvPr>
          <p:cNvSpPr txBox="1"/>
          <p:nvPr userDrawn="1"/>
        </p:nvSpPr>
        <p:spPr>
          <a:xfrm>
            <a:off x="5383096" y="5877738"/>
            <a:ext cx="709636" cy="215444"/>
          </a:xfrm>
          <a:prstGeom prst="rect">
            <a:avLst/>
          </a:prstGeom>
          <a:noFill/>
        </p:spPr>
        <p:txBody>
          <a:bodyPr wrap="square" lIns="0" rIns="0">
            <a:noAutofit/>
          </a:bodyPr>
          <a:lstStyle/>
          <a:p>
            <a:pPr algn="ctr"/>
            <a:r>
              <a:rPr lang="en-US" sz="800">
                <a:solidFill>
                  <a:schemeClr val="tx1"/>
                </a:solidFill>
              </a:rPr>
              <a:t>Institutionalize</a:t>
            </a:r>
          </a:p>
        </p:txBody>
      </p:sp>
      <p:sp>
        <p:nvSpPr>
          <p:cNvPr id="218" name="TextBox 217">
            <a:extLst>
              <a:ext uri="{FF2B5EF4-FFF2-40B4-BE49-F238E27FC236}">
                <a16:creationId xmlns:a16="http://schemas.microsoft.com/office/drawing/2014/main" id="{2BC3602B-98B4-C546-AE6B-F1F29A2E8462}"/>
              </a:ext>
            </a:extLst>
          </p:cNvPr>
          <p:cNvSpPr txBox="1"/>
          <p:nvPr userDrawn="1"/>
        </p:nvSpPr>
        <p:spPr>
          <a:xfrm>
            <a:off x="4668511" y="3405089"/>
            <a:ext cx="709636" cy="338554"/>
          </a:xfrm>
          <a:prstGeom prst="rect">
            <a:avLst/>
          </a:prstGeom>
          <a:noFill/>
        </p:spPr>
        <p:txBody>
          <a:bodyPr wrap="square" lIns="0" rIns="0">
            <a:noAutofit/>
          </a:bodyPr>
          <a:lstStyle/>
          <a:p>
            <a:pPr algn="ctr"/>
            <a:r>
              <a:rPr lang="en-US" sz="800">
                <a:solidFill>
                  <a:schemeClr val="tx1"/>
                </a:solidFill>
              </a:rPr>
              <a:t>Cloud </a:t>
            </a:r>
          </a:p>
          <a:p>
            <a:pPr algn="ctr"/>
            <a:r>
              <a:rPr lang="en-US" sz="800">
                <a:solidFill>
                  <a:schemeClr val="tx1"/>
                </a:solidFill>
              </a:rPr>
              <a:t>secure</a:t>
            </a:r>
          </a:p>
        </p:txBody>
      </p:sp>
      <p:sp>
        <p:nvSpPr>
          <p:cNvPr id="220" name="TextBox 219">
            <a:extLst>
              <a:ext uri="{FF2B5EF4-FFF2-40B4-BE49-F238E27FC236}">
                <a16:creationId xmlns:a16="http://schemas.microsoft.com/office/drawing/2014/main" id="{334796E7-2E02-F953-281F-3D1976C83408}"/>
              </a:ext>
            </a:extLst>
          </p:cNvPr>
          <p:cNvSpPr txBox="1"/>
          <p:nvPr userDrawn="1"/>
        </p:nvSpPr>
        <p:spPr>
          <a:xfrm>
            <a:off x="4668511" y="4229305"/>
            <a:ext cx="709636" cy="338554"/>
          </a:xfrm>
          <a:prstGeom prst="rect">
            <a:avLst/>
          </a:prstGeom>
          <a:noFill/>
        </p:spPr>
        <p:txBody>
          <a:bodyPr wrap="square" lIns="0" rIns="0">
            <a:noAutofit/>
          </a:bodyPr>
          <a:lstStyle/>
          <a:p>
            <a:pPr algn="ctr"/>
            <a:r>
              <a:rPr lang="en-US" sz="800">
                <a:solidFill>
                  <a:schemeClr val="tx1"/>
                </a:solidFill>
              </a:rPr>
              <a:t>Cultural acceptance</a:t>
            </a:r>
          </a:p>
        </p:txBody>
      </p:sp>
      <p:sp>
        <p:nvSpPr>
          <p:cNvPr id="222" name="TextBox 221">
            <a:extLst>
              <a:ext uri="{FF2B5EF4-FFF2-40B4-BE49-F238E27FC236}">
                <a16:creationId xmlns:a16="http://schemas.microsoft.com/office/drawing/2014/main" id="{A141A315-C8A1-6684-3A76-6D7DCA86F336}"/>
              </a:ext>
            </a:extLst>
          </p:cNvPr>
          <p:cNvSpPr txBox="1"/>
          <p:nvPr userDrawn="1"/>
        </p:nvSpPr>
        <p:spPr>
          <a:xfrm>
            <a:off x="4668511" y="5053521"/>
            <a:ext cx="709636" cy="215444"/>
          </a:xfrm>
          <a:prstGeom prst="rect">
            <a:avLst/>
          </a:prstGeom>
          <a:noFill/>
        </p:spPr>
        <p:txBody>
          <a:bodyPr wrap="square" lIns="0" rIns="0">
            <a:noAutofit/>
          </a:bodyPr>
          <a:lstStyle/>
          <a:p>
            <a:pPr algn="ctr"/>
            <a:r>
              <a:rPr lang="en-US" sz="800">
                <a:solidFill>
                  <a:schemeClr val="tx1"/>
                </a:solidFill>
              </a:rPr>
              <a:t>First Flag</a:t>
            </a:r>
          </a:p>
        </p:txBody>
      </p:sp>
      <p:sp>
        <p:nvSpPr>
          <p:cNvPr id="224" name="TextBox 223">
            <a:extLst>
              <a:ext uri="{FF2B5EF4-FFF2-40B4-BE49-F238E27FC236}">
                <a16:creationId xmlns:a16="http://schemas.microsoft.com/office/drawing/2014/main" id="{7481C4D2-EE03-FD6B-E17C-5EF2A5A65ED6}"/>
              </a:ext>
            </a:extLst>
          </p:cNvPr>
          <p:cNvSpPr txBox="1"/>
          <p:nvPr userDrawn="1"/>
        </p:nvSpPr>
        <p:spPr>
          <a:xfrm>
            <a:off x="4668511" y="2580873"/>
            <a:ext cx="709636" cy="215444"/>
          </a:xfrm>
          <a:prstGeom prst="rect">
            <a:avLst/>
          </a:prstGeom>
          <a:noFill/>
        </p:spPr>
        <p:txBody>
          <a:bodyPr wrap="square" lIns="0" rIns="0">
            <a:noAutofit/>
          </a:bodyPr>
          <a:lstStyle/>
          <a:p>
            <a:pPr algn="ctr"/>
            <a:r>
              <a:rPr lang="en-US" sz="800">
                <a:solidFill>
                  <a:schemeClr val="tx1"/>
                </a:solidFill>
              </a:rPr>
              <a:t>Atom</a:t>
            </a:r>
          </a:p>
        </p:txBody>
      </p:sp>
      <p:sp>
        <p:nvSpPr>
          <p:cNvPr id="226" name="TextBox 225">
            <a:extLst>
              <a:ext uri="{FF2B5EF4-FFF2-40B4-BE49-F238E27FC236}">
                <a16:creationId xmlns:a16="http://schemas.microsoft.com/office/drawing/2014/main" id="{3E4527E4-D6D2-FDE7-7A2A-CCFF10699F9E}"/>
              </a:ext>
            </a:extLst>
          </p:cNvPr>
          <p:cNvSpPr txBox="1"/>
          <p:nvPr userDrawn="1"/>
        </p:nvSpPr>
        <p:spPr>
          <a:xfrm>
            <a:off x="4668511" y="1756657"/>
            <a:ext cx="709636" cy="215444"/>
          </a:xfrm>
          <a:prstGeom prst="rect">
            <a:avLst/>
          </a:prstGeom>
          <a:noFill/>
        </p:spPr>
        <p:txBody>
          <a:bodyPr wrap="square" lIns="0" rIns="0">
            <a:noAutofit/>
          </a:bodyPr>
          <a:lstStyle/>
          <a:p>
            <a:pPr algn="ctr"/>
            <a:r>
              <a:rPr lang="en-US" sz="800">
                <a:solidFill>
                  <a:schemeClr val="tx1"/>
                </a:solidFill>
              </a:rPr>
              <a:t>Add</a:t>
            </a:r>
          </a:p>
        </p:txBody>
      </p:sp>
      <p:sp>
        <p:nvSpPr>
          <p:cNvPr id="228" name="TextBox 227">
            <a:extLst>
              <a:ext uri="{FF2B5EF4-FFF2-40B4-BE49-F238E27FC236}">
                <a16:creationId xmlns:a16="http://schemas.microsoft.com/office/drawing/2014/main" id="{F03618B2-661C-E9E7-4F5B-AA326443660A}"/>
              </a:ext>
            </a:extLst>
          </p:cNvPr>
          <p:cNvSpPr txBox="1"/>
          <p:nvPr userDrawn="1"/>
        </p:nvSpPr>
        <p:spPr>
          <a:xfrm>
            <a:off x="4668511" y="5877738"/>
            <a:ext cx="709636" cy="215444"/>
          </a:xfrm>
          <a:prstGeom prst="rect">
            <a:avLst/>
          </a:prstGeom>
          <a:noFill/>
        </p:spPr>
        <p:txBody>
          <a:bodyPr wrap="square" lIns="0" rIns="0">
            <a:noAutofit/>
          </a:bodyPr>
          <a:lstStyle/>
          <a:p>
            <a:pPr algn="ctr"/>
            <a:r>
              <a:rPr lang="en-US" sz="800">
                <a:solidFill>
                  <a:schemeClr val="tx1"/>
                </a:solidFill>
              </a:rPr>
              <a:t>Input</a:t>
            </a:r>
          </a:p>
        </p:txBody>
      </p:sp>
      <p:sp>
        <p:nvSpPr>
          <p:cNvPr id="230" name="TextBox 229">
            <a:extLst>
              <a:ext uri="{FF2B5EF4-FFF2-40B4-BE49-F238E27FC236}">
                <a16:creationId xmlns:a16="http://schemas.microsoft.com/office/drawing/2014/main" id="{D943FCA4-03BB-8EC7-E448-203CA9E62426}"/>
              </a:ext>
            </a:extLst>
          </p:cNvPr>
          <p:cNvSpPr txBox="1"/>
          <p:nvPr userDrawn="1"/>
        </p:nvSpPr>
        <p:spPr>
          <a:xfrm>
            <a:off x="8241436" y="3405089"/>
            <a:ext cx="709636" cy="338554"/>
          </a:xfrm>
          <a:prstGeom prst="rect">
            <a:avLst/>
          </a:prstGeom>
          <a:noFill/>
        </p:spPr>
        <p:txBody>
          <a:bodyPr wrap="square" lIns="0" rIns="0">
            <a:noAutofit/>
          </a:bodyPr>
          <a:lstStyle/>
          <a:p>
            <a:pPr algn="ctr"/>
            <a:r>
              <a:rPr lang="en-US" sz="800">
                <a:solidFill>
                  <a:schemeClr val="tx1"/>
                </a:solidFill>
              </a:rPr>
              <a:t>Contact </a:t>
            </a:r>
          </a:p>
          <a:p>
            <a:pPr algn="ctr"/>
            <a:r>
              <a:rPr lang="en-US" sz="800">
                <a:solidFill>
                  <a:schemeClr val="tx1"/>
                </a:solidFill>
              </a:rPr>
              <a:t>email alt</a:t>
            </a:r>
          </a:p>
        </p:txBody>
      </p:sp>
      <p:sp>
        <p:nvSpPr>
          <p:cNvPr id="232" name="TextBox 231">
            <a:extLst>
              <a:ext uri="{FF2B5EF4-FFF2-40B4-BE49-F238E27FC236}">
                <a16:creationId xmlns:a16="http://schemas.microsoft.com/office/drawing/2014/main" id="{20A14513-AC59-C5AA-C202-7902E37E5646}"/>
              </a:ext>
            </a:extLst>
          </p:cNvPr>
          <p:cNvSpPr txBox="1"/>
          <p:nvPr userDrawn="1"/>
        </p:nvSpPr>
        <p:spPr>
          <a:xfrm>
            <a:off x="8241436" y="4229305"/>
            <a:ext cx="709636" cy="338554"/>
          </a:xfrm>
          <a:prstGeom prst="rect">
            <a:avLst/>
          </a:prstGeom>
          <a:noFill/>
        </p:spPr>
        <p:txBody>
          <a:bodyPr wrap="square" lIns="0" rIns="0">
            <a:noAutofit/>
          </a:bodyPr>
          <a:lstStyle/>
          <a:p>
            <a:pPr algn="ctr"/>
            <a:r>
              <a:rPr lang="en-US" sz="800">
                <a:solidFill>
                  <a:schemeClr val="tx1"/>
                </a:solidFill>
              </a:rPr>
              <a:t>Ease </a:t>
            </a:r>
          </a:p>
          <a:p>
            <a:pPr algn="ctr"/>
            <a:r>
              <a:rPr lang="en-US" sz="800">
                <a:solidFill>
                  <a:schemeClr val="tx1"/>
                </a:solidFill>
              </a:rPr>
              <a:t>of use</a:t>
            </a:r>
          </a:p>
        </p:txBody>
      </p:sp>
      <p:sp>
        <p:nvSpPr>
          <p:cNvPr id="234" name="TextBox 233">
            <a:extLst>
              <a:ext uri="{FF2B5EF4-FFF2-40B4-BE49-F238E27FC236}">
                <a16:creationId xmlns:a16="http://schemas.microsoft.com/office/drawing/2014/main" id="{AF15D69A-DD68-B0A9-779E-47A6C5EFEEC4}"/>
              </a:ext>
            </a:extLst>
          </p:cNvPr>
          <p:cNvSpPr txBox="1"/>
          <p:nvPr userDrawn="1"/>
        </p:nvSpPr>
        <p:spPr>
          <a:xfrm>
            <a:off x="8241436" y="5053521"/>
            <a:ext cx="709636" cy="215444"/>
          </a:xfrm>
          <a:prstGeom prst="rect">
            <a:avLst/>
          </a:prstGeom>
          <a:noFill/>
        </p:spPr>
        <p:txBody>
          <a:bodyPr wrap="square" lIns="0" rIns="0">
            <a:noAutofit/>
          </a:bodyPr>
          <a:lstStyle/>
          <a:p>
            <a:pPr algn="ctr"/>
            <a:r>
              <a:rPr lang="en-US" sz="800">
                <a:solidFill>
                  <a:schemeClr val="tx1"/>
                </a:solidFill>
              </a:rPr>
              <a:t>First-quote</a:t>
            </a:r>
          </a:p>
        </p:txBody>
      </p:sp>
      <p:sp>
        <p:nvSpPr>
          <p:cNvPr id="236" name="TextBox 235">
            <a:extLst>
              <a:ext uri="{FF2B5EF4-FFF2-40B4-BE49-F238E27FC236}">
                <a16:creationId xmlns:a16="http://schemas.microsoft.com/office/drawing/2014/main" id="{D93A6989-F5CD-44C8-67E9-B6632D1B5E80}"/>
              </a:ext>
            </a:extLst>
          </p:cNvPr>
          <p:cNvSpPr txBox="1"/>
          <p:nvPr userDrawn="1"/>
        </p:nvSpPr>
        <p:spPr>
          <a:xfrm>
            <a:off x="8241436" y="2580873"/>
            <a:ext cx="709636" cy="215444"/>
          </a:xfrm>
          <a:prstGeom prst="rect">
            <a:avLst/>
          </a:prstGeom>
          <a:noFill/>
        </p:spPr>
        <p:txBody>
          <a:bodyPr wrap="square" lIns="0" rIns="0">
            <a:noAutofit/>
          </a:bodyPr>
          <a:lstStyle/>
          <a:p>
            <a:pPr algn="ctr"/>
            <a:r>
              <a:rPr lang="en-US" sz="800">
                <a:solidFill>
                  <a:schemeClr val="tx1"/>
                </a:solidFill>
              </a:rPr>
              <a:t>Big scale</a:t>
            </a:r>
          </a:p>
        </p:txBody>
      </p:sp>
      <p:sp>
        <p:nvSpPr>
          <p:cNvPr id="238" name="TextBox 237">
            <a:extLst>
              <a:ext uri="{FF2B5EF4-FFF2-40B4-BE49-F238E27FC236}">
                <a16:creationId xmlns:a16="http://schemas.microsoft.com/office/drawing/2014/main" id="{3FF37EAE-E0C8-5B2C-366E-8876099CD9EE}"/>
              </a:ext>
            </a:extLst>
          </p:cNvPr>
          <p:cNvSpPr txBox="1"/>
          <p:nvPr userDrawn="1"/>
        </p:nvSpPr>
        <p:spPr>
          <a:xfrm>
            <a:off x="8241436" y="1756657"/>
            <a:ext cx="709636" cy="338554"/>
          </a:xfrm>
          <a:prstGeom prst="rect">
            <a:avLst/>
          </a:prstGeom>
          <a:noFill/>
        </p:spPr>
        <p:txBody>
          <a:bodyPr wrap="square" lIns="0" rIns="0">
            <a:noAutofit/>
          </a:bodyPr>
          <a:lstStyle/>
          <a:p>
            <a:pPr algn="ctr"/>
            <a:r>
              <a:rPr lang="en-US" sz="800">
                <a:solidFill>
                  <a:schemeClr val="tx1"/>
                </a:solidFill>
              </a:rPr>
              <a:t>Alert </a:t>
            </a:r>
          </a:p>
          <a:p>
            <a:pPr algn="ctr"/>
            <a:r>
              <a:rPr lang="en-US" sz="800">
                <a:solidFill>
                  <a:schemeClr val="tx1"/>
                </a:solidFill>
              </a:rPr>
              <a:t>Alarm</a:t>
            </a:r>
          </a:p>
        </p:txBody>
      </p:sp>
      <p:sp>
        <p:nvSpPr>
          <p:cNvPr id="240" name="TextBox 239">
            <a:extLst>
              <a:ext uri="{FF2B5EF4-FFF2-40B4-BE49-F238E27FC236}">
                <a16:creationId xmlns:a16="http://schemas.microsoft.com/office/drawing/2014/main" id="{09A2A4A0-38DC-D22B-DF0C-A3BF5CD0FD0B}"/>
              </a:ext>
            </a:extLst>
          </p:cNvPr>
          <p:cNvSpPr txBox="1"/>
          <p:nvPr userDrawn="1"/>
        </p:nvSpPr>
        <p:spPr>
          <a:xfrm>
            <a:off x="8241436" y="5877738"/>
            <a:ext cx="709636" cy="215444"/>
          </a:xfrm>
          <a:prstGeom prst="rect">
            <a:avLst/>
          </a:prstGeom>
          <a:noFill/>
        </p:spPr>
        <p:txBody>
          <a:bodyPr wrap="square" lIns="0" rIns="0">
            <a:noAutofit/>
          </a:bodyPr>
          <a:lstStyle/>
          <a:p>
            <a:pPr algn="ctr"/>
            <a:r>
              <a:rPr lang="en-US" sz="800">
                <a:solidFill>
                  <a:schemeClr val="tx1"/>
                </a:solidFill>
              </a:rPr>
              <a:t>Leader</a:t>
            </a:r>
          </a:p>
        </p:txBody>
      </p:sp>
      <p:sp>
        <p:nvSpPr>
          <p:cNvPr id="242" name="TextBox 241">
            <a:extLst>
              <a:ext uri="{FF2B5EF4-FFF2-40B4-BE49-F238E27FC236}">
                <a16:creationId xmlns:a16="http://schemas.microsoft.com/office/drawing/2014/main" id="{AC5367FE-8F86-6490-9F7F-5EB53A7A4CFE}"/>
              </a:ext>
            </a:extLst>
          </p:cNvPr>
          <p:cNvSpPr txBox="1"/>
          <p:nvPr userDrawn="1"/>
        </p:nvSpPr>
        <p:spPr>
          <a:xfrm>
            <a:off x="9670606" y="3405089"/>
            <a:ext cx="709636" cy="215444"/>
          </a:xfrm>
          <a:prstGeom prst="rect">
            <a:avLst/>
          </a:prstGeom>
          <a:noFill/>
        </p:spPr>
        <p:txBody>
          <a:bodyPr wrap="square" lIns="0" rIns="0">
            <a:noAutofit/>
          </a:bodyPr>
          <a:lstStyle/>
          <a:p>
            <a:pPr algn="ctr"/>
            <a:r>
              <a:rPr lang="en-US" sz="800">
                <a:solidFill>
                  <a:schemeClr val="tx1"/>
                </a:solidFill>
              </a:rPr>
              <a:t>Cost high</a:t>
            </a:r>
          </a:p>
        </p:txBody>
      </p:sp>
      <p:sp>
        <p:nvSpPr>
          <p:cNvPr id="244" name="TextBox 243">
            <a:extLst>
              <a:ext uri="{FF2B5EF4-FFF2-40B4-BE49-F238E27FC236}">
                <a16:creationId xmlns:a16="http://schemas.microsoft.com/office/drawing/2014/main" id="{04BE9D8A-0BBE-00C2-08C9-EBA06BF5DFF1}"/>
              </a:ext>
            </a:extLst>
          </p:cNvPr>
          <p:cNvSpPr txBox="1"/>
          <p:nvPr userDrawn="1"/>
        </p:nvSpPr>
        <p:spPr>
          <a:xfrm>
            <a:off x="9670606" y="4229305"/>
            <a:ext cx="709636" cy="215444"/>
          </a:xfrm>
          <a:prstGeom prst="rect">
            <a:avLst/>
          </a:prstGeom>
          <a:noFill/>
        </p:spPr>
        <p:txBody>
          <a:bodyPr wrap="square" lIns="0" rIns="0">
            <a:noAutofit/>
          </a:bodyPr>
          <a:lstStyle/>
          <a:p>
            <a:pPr algn="ctr"/>
            <a:r>
              <a:rPr lang="en-US" sz="800">
                <a:solidFill>
                  <a:schemeClr val="tx1"/>
                </a:solidFill>
              </a:rPr>
              <a:t>Edit</a:t>
            </a:r>
          </a:p>
        </p:txBody>
      </p:sp>
      <p:sp>
        <p:nvSpPr>
          <p:cNvPr id="246" name="TextBox 245">
            <a:extLst>
              <a:ext uri="{FF2B5EF4-FFF2-40B4-BE49-F238E27FC236}">
                <a16:creationId xmlns:a16="http://schemas.microsoft.com/office/drawing/2014/main" id="{C9A3A95E-745E-1B1C-4EFA-68CD62B61BFF}"/>
              </a:ext>
            </a:extLst>
          </p:cNvPr>
          <p:cNvSpPr txBox="1"/>
          <p:nvPr userDrawn="1"/>
        </p:nvSpPr>
        <p:spPr>
          <a:xfrm>
            <a:off x="9670606" y="5053521"/>
            <a:ext cx="709636" cy="215444"/>
          </a:xfrm>
          <a:prstGeom prst="rect">
            <a:avLst/>
          </a:prstGeom>
          <a:noFill/>
        </p:spPr>
        <p:txBody>
          <a:bodyPr wrap="square" lIns="0" rIns="0">
            <a:noAutofit/>
          </a:bodyPr>
          <a:lstStyle/>
          <a:p>
            <a:pPr algn="ctr"/>
            <a:r>
              <a:rPr lang="en-US" sz="800">
                <a:solidFill>
                  <a:schemeClr val="tx1"/>
                </a:solidFill>
              </a:rPr>
              <a:t>Flexibility</a:t>
            </a:r>
          </a:p>
        </p:txBody>
      </p:sp>
      <p:sp>
        <p:nvSpPr>
          <p:cNvPr id="248" name="TextBox 247">
            <a:extLst>
              <a:ext uri="{FF2B5EF4-FFF2-40B4-BE49-F238E27FC236}">
                <a16:creationId xmlns:a16="http://schemas.microsoft.com/office/drawing/2014/main" id="{08B80167-628C-D03A-EC79-61232474E385}"/>
              </a:ext>
            </a:extLst>
          </p:cNvPr>
          <p:cNvSpPr txBox="1"/>
          <p:nvPr userDrawn="1"/>
        </p:nvSpPr>
        <p:spPr>
          <a:xfrm>
            <a:off x="9670606" y="2580873"/>
            <a:ext cx="709636" cy="338554"/>
          </a:xfrm>
          <a:prstGeom prst="rect">
            <a:avLst/>
          </a:prstGeom>
          <a:noFill/>
        </p:spPr>
        <p:txBody>
          <a:bodyPr wrap="square" lIns="0" rIns="0">
            <a:noAutofit/>
          </a:bodyPr>
          <a:lstStyle/>
          <a:p>
            <a:pPr algn="ctr"/>
            <a:r>
              <a:rPr lang="en-US" sz="800">
                <a:solidFill>
                  <a:schemeClr val="tx1"/>
                </a:solidFill>
              </a:rPr>
              <a:t>Business partner-up</a:t>
            </a:r>
          </a:p>
        </p:txBody>
      </p:sp>
      <p:sp>
        <p:nvSpPr>
          <p:cNvPr id="250" name="TextBox 249">
            <a:extLst>
              <a:ext uri="{FF2B5EF4-FFF2-40B4-BE49-F238E27FC236}">
                <a16:creationId xmlns:a16="http://schemas.microsoft.com/office/drawing/2014/main" id="{3DBB6A1B-33CF-F0B3-B90B-BA3BD96377CD}"/>
              </a:ext>
            </a:extLst>
          </p:cNvPr>
          <p:cNvSpPr txBox="1"/>
          <p:nvPr userDrawn="1"/>
        </p:nvSpPr>
        <p:spPr>
          <a:xfrm>
            <a:off x="9670606" y="1756657"/>
            <a:ext cx="709636" cy="215444"/>
          </a:xfrm>
          <a:prstGeom prst="rect">
            <a:avLst/>
          </a:prstGeom>
          <a:noFill/>
        </p:spPr>
        <p:txBody>
          <a:bodyPr wrap="square" lIns="0" rIns="0">
            <a:noAutofit/>
          </a:bodyPr>
          <a:lstStyle/>
          <a:p>
            <a:pPr algn="ctr"/>
            <a:r>
              <a:rPr lang="en-US" sz="800">
                <a:solidFill>
                  <a:schemeClr val="tx1"/>
                </a:solidFill>
              </a:rPr>
              <a:t>App-3rd-party</a:t>
            </a:r>
          </a:p>
        </p:txBody>
      </p:sp>
      <p:sp>
        <p:nvSpPr>
          <p:cNvPr id="252" name="TextBox 251">
            <a:extLst>
              <a:ext uri="{FF2B5EF4-FFF2-40B4-BE49-F238E27FC236}">
                <a16:creationId xmlns:a16="http://schemas.microsoft.com/office/drawing/2014/main" id="{5A40B493-1772-0700-4612-59D5CDC5DC7A}"/>
              </a:ext>
            </a:extLst>
          </p:cNvPr>
          <p:cNvSpPr txBox="1"/>
          <p:nvPr userDrawn="1"/>
        </p:nvSpPr>
        <p:spPr>
          <a:xfrm>
            <a:off x="10385191" y="5877738"/>
            <a:ext cx="709636" cy="215444"/>
          </a:xfrm>
          <a:prstGeom prst="rect">
            <a:avLst/>
          </a:prstGeom>
          <a:noFill/>
        </p:spPr>
        <p:txBody>
          <a:bodyPr wrap="square" lIns="0" rIns="0">
            <a:noAutofit/>
          </a:bodyPr>
          <a:lstStyle/>
          <a:p>
            <a:pPr algn="ctr"/>
            <a:r>
              <a:rPr lang="en-US" sz="800">
                <a:solidFill>
                  <a:schemeClr val="tx1"/>
                </a:solidFill>
              </a:rPr>
              <a:t>Link alt</a:t>
            </a:r>
          </a:p>
        </p:txBody>
      </p:sp>
      <p:sp>
        <p:nvSpPr>
          <p:cNvPr id="254" name="TextBox 253">
            <a:extLst>
              <a:ext uri="{FF2B5EF4-FFF2-40B4-BE49-F238E27FC236}">
                <a16:creationId xmlns:a16="http://schemas.microsoft.com/office/drawing/2014/main" id="{5E5B0078-77BC-4139-4CD7-75C0CDD2A53F}"/>
              </a:ext>
            </a:extLst>
          </p:cNvPr>
          <p:cNvSpPr txBox="1"/>
          <p:nvPr userDrawn="1"/>
        </p:nvSpPr>
        <p:spPr>
          <a:xfrm>
            <a:off x="8956021" y="3405089"/>
            <a:ext cx="709636" cy="215444"/>
          </a:xfrm>
          <a:prstGeom prst="rect">
            <a:avLst/>
          </a:prstGeom>
          <a:noFill/>
        </p:spPr>
        <p:txBody>
          <a:bodyPr wrap="square" lIns="0" rIns="0">
            <a:noAutofit/>
          </a:bodyPr>
          <a:lstStyle/>
          <a:p>
            <a:pPr algn="ctr"/>
            <a:r>
              <a:rPr lang="en-US" sz="800">
                <a:solidFill>
                  <a:schemeClr val="tx1"/>
                </a:solidFill>
              </a:rPr>
              <a:t>Corporation</a:t>
            </a:r>
          </a:p>
        </p:txBody>
      </p:sp>
      <p:sp>
        <p:nvSpPr>
          <p:cNvPr id="256" name="TextBox 255">
            <a:extLst>
              <a:ext uri="{FF2B5EF4-FFF2-40B4-BE49-F238E27FC236}">
                <a16:creationId xmlns:a16="http://schemas.microsoft.com/office/drawing/2014/main" id="{C235CDC3-8272-C70E-8300-5223A32D75DF}"/>
              </a:ext>
            </a:extLst>
          </p:cNvPr>
          <p:cNvSpPr txBox="1"/>
          <p:nvPr userDrawn="1"/>
        </p:nvSpPr>
        <p:spPr>
          <a:xfrm>
            <a:off x="8956021" y="4229305"/>
            <a:ext cx="709636" cy="215444"/>
          </a:xfrm>
          <a:prstGeom prst="rect">
            <a:avLst/>
          </a:prstGeom>
          <a:noFill/>
        </p:spPr>
        <p:txBody>
          <a:bodyPr wrap="square" lIns="0" rIns="0">
            <a:noAutofit/>
          </a:bodyPr>
          <a:lstStyle/>
          <a:p>
            <a:pPr algn="ctr"/>
            <a:r>
              <a:rPr lang="en-US" sz="800">
                <a:solidFill>
                  <a:schemeClr val="tx1"/>
                </a:solidFill>
              </a:rPr>
              <a:t>Ecosystem</a:t>
            </a:r>
          </a:p>
        </p:txBody>
      </p:sp>
      <p:sp>
        <p:nvSpPr>
          <p:cNvPr id="258" name="TextBox 257">
            <a:extLst>
              <a:ext uri="{FF2B5EF4-FFF2-40B4-BE49-F238E27FC236}">
                <a16:creationId xmlns:a16="http://schemas.microsoft.com/office/drawing/2014/main" id="{2F7B2013-D632-7F66-0C5F-353AA590B501}"/>
              </a:ext>
            </a:extLst>
          </p:cNvPr>
          <p:cNvSpPr txBox="1"/>
          <p:nvPr userDrawn="1"/>
        </p:nvSpPr>
        <p:spPr>
          <a:xfrm>
            <a:off x="8956021" y="5053521"/>
            <a:ext cx="709636" cy="338554"/>
          </a:xfrm>
          <a:prstGeom prst="rect">
            <a:avLst/>
          </a:prstGeom>
          <a:noFill/>
        </p:spPr>
        <p:txBody>
          <a:bodyPr wrap="square" lIns="0" rIns="0">
            <a:noAutofit/>
          </a:bodyPr>
          <a:lstStyle/>
          <a:p>
            <a:pPr algn="ctr"/>
            <a:r>
              <a:rPr lang="en-US" sz="800">
                <a:solidFill>
                  <a:schemeClr val="tx1"/>
                </a:solidFill>
              </a:rPr>
              <a:t>First-reply-</a:t>
            </a:r>
          </a:p>
          <a:p>
            <a:pPr algn="ctr"/>
            <a:r>
              <a:rPr lang="en-US" sz="800">
                <a:solidFill>
                  <a:schemeClr val="tx1"/>
                </a:solidFill>
              </a:rPr>
              <a:t>by-email</a:t>
            </a:r>
          </a:p>
        </p:txBody>
      </p:sp>
      <p:sp>
        <p:nvSpPr>
          <p:cNvPr id="260" name="TextBox 259">
            <a:extLst>
              <a:ext uri="{FF2B5EF4-FFF2-40B4-BE49-F238E27FC236}">
                <a16:creationId xmlns:a16="http://schemas.microsoft.com/office/drawing/2014/main" id="{BECFA3AD-53B9-E9A9-22B4-78720E458FAE}"/>
              </a:ext>
            </a:extLst>
          </p:cNvPr>
          <p:cNvSpPr txBox="1"/>
          <p:nvPr userDrawn="1"/>
        </p:nvSpPr>
        <p:spPr>
          <a:xfrm>
            <a:off x="8956021" y="2580873"/>
            <a:ext cx="709636" cy="215444"/>
          </a:xfrm>
          <a:prstGeom prst="rect">
            <a:avLst/>
          </a:prstGeom>
          <a:noFill/>
        </p:spPr>
        <p:txBody>
          <a:bodyPr wrap="square" lIns="0" rIns="0">
            <a:noAutofit/>
          </a:bodyPr>
          <a:lstStyle/>
          <a:p>
            <a:pPr algn="ctr"/>
            <a:r>
              <a:rPr lang="en-US" sz="800">
                <a:solidFill>
                  <a:schemeClr val="tx1"/>
                </a:solidFill>
              </a:rPr>
              <a:t>Bookmark</a:t>
            </a:r>
          </a:p>
        </p:txBody>
      </p:sp>
      <p:sp>
        <p:nvSpPr>
          <p:cNvPr id="262" name="TextBox 261">
            <a:extLst>
              <a:ext uri="{FF2B5EF4-FFF2-40B4-BE49-F238E27FC236}">
                <a16:creationId xmlns:a16="http://schemas.microsoft.com/office/drawing/2014/main" id="{A3676F47-0C42-6BAD-8F49-67D57AA17D11}"/>
              </a:ext>
            </a:extLst>
          </p:cNvPr>
          <p:cNvSpPr txBox="1"/>
          <p:nvPr userDrawn="1"/>
        </p:nvSpPr>
        <p:spPr>
          <a:xfrm>
            <a:off x="8956021" y="1756657"/>
            <a:ext cx="709636" cy="215444"/>
          </a:xfrm>
          <a:prstGeom prst="rect">
            <a:avLst/>
          </a:prstGeom>
          <a:noFill/>
        </p:spPr>
        <p:txBody>
          <a:bodyPr wrap="square" lIns="0" rIns="0">
            <a:noAutofit/>
          </a:bodyPr>
          <a:lstStyle/>
          <a:p>
            <a:pPr algn="ctr"/>
            <a:r>
              <a:rPr lang="en-US" sz="800">
                <a:solidFill>
                  <a:schemeClr val="tx1"/>
                </a:solidFill>
              </a:rPr>
              <a:t>Anniversary</a:t>
            </a:r>
          </a:p>
        </p:txBody>
      </p:sp>
      <p:sp>
        <p:nvSpPr>
          <p:cNvPr id="264" name="TextBox 263">
            <a:extLst>
              <a:ext uri="{FF2B5EF4-FFF2-40B4-BE49-F238E27FC236}">
                <a16:creationId xmlns:a16="http://schemas.microsoft.com/office/drawing/2014/main" id="{05A77DA9-40CE-1CB8-7158-60CBD07EAB32}"/>
              </a:ext>
            </a:extLst>
          </p:cNvPr>
          <p:cNvSpPr txBox="1"/>
          <p:nvPr userDrawn="1"/>
        </p:nvSpPr>
        <p:spPr>
          <a:xfrm>
            <a:off x="9670606" y="5877738"/>
            <a:ext cx="709636" cy="215444"/>
          </a:xfrm>
          <a:prstGeom prst="rect">
            <a:avLst/>
          </a:prstGeom>
          <a:noFill/>
        </p:spPr>
        <p:txBody>
          <a:bodyPr wrap="square" lIns="0" rIns="0">
            <a:noAutofit/>
          </a:bodyPr>
          <a:lstStyle/>
          <a:p>
            <a:pPr algn="ctr"/>
            <a:r>
              <a:rPr lang="en-US" sz="800">
                <a:solidFill>
                  <a:schemeClr val="tx1"/>
                </a:solidFill>
              </a:rPr>
              <a:t>Link</a:t>
            </a:r>
          </a:p>
        </p:txBody>
      </p:sp>
      <p:sp>
        <p:nvSpPr>
          <p:cNvPr id="266" name="TextBox 265">
            <a:extLst>
              <a:ext uri="{FF2B5EF4-FFF2-40B4-BE49-F238E27FC236}">
                <a16:creationId xmlns:a16="http://schemas.microsoft.com/office/drawing/2014/main" id="{E6A96E3A-77E2-B463-6CE8-734751A76042}"/>
              </a:ext>
            </a:extLst>
          </p:cNvPr>
          <p:cNvSpPr txBox="1"/>
          <p:nvPr userDrawn="1"/>
        </p:nvSpPr>
        <p:spPr>
          <a:xfrm>
            <a:off x="11099777" y="3405089"/>
            <a:ext cx="709636" cy="338554"/>
          </a:xfrm>
          <a:prstGeom prst="rect">
            <a:avLst/>
          </a:prstGeom>
          <a:noFill/>
        </p:spPr>
        <p:txBody>
          <a:bodyPr wrap="square" lIns="0" rIns="0">
            <a:noAutofit/>
          </a:bodyPr>
          <a:lstStyle/>
          <a:p>
            <a:pPr algn="ctr"/>
            <a:r>
              <a:rPr lang="en-US" sz="800">
                <a:solidFill>
                  <a:schemeClr val="tx1"/>
                </a:solidFill>
              </a:rPr>
              <a:t>Course-advanced</a:t>
            </a:r>
          </a:p>
        </p:txBody>
      </p:sp>
      <p:sp>
        <p:nvSpPr>
          <p:cNvPr id="268" name="TextBox 267">
            <a:extLst>
              <a:ext uri="{FF2B5EF4-FFF2-40B4-BE49-F238E27FC236}">
                <a16:creationId xmlns:a16="http://schemas.microsoft.com/office/drawing/2014/main" id="{CE912B25-5B42-E29D-5E88-8969740AC0BF}"/>
              </a:ext>
            </a:extLst>
          </p:cNvPr>
          <p:cNvSpPr txBox="1"/>
          <p:nvPr userDrawn="1"/>
        </p:nvSpPr>
        <p:spPr>
          <a:xfrm>
            <a:off x="11099777" y="4229305"/>
            <a:ext cx="709636" cy="338554"/>
          </a:xfrm>
          <a:prstGeom prst="rect">
            <a:avLst/>
          </a:prstGeom>
          <a:noFill/>
        </p:spPr>
        <p:txBody>
          <a:bodyPr wrap="square" lIns="0" rIns="0">
            <a:noAutofit/>
          </a:bodyPr>
          <a:lstStyle/>
          <a:p>
            <a:pPr algn="ctr"/>
            <a:r>
              <a:rPr lang="en-US" sz="800">
                <a:solidFill>
                  <a:schemeClr val="tx1"/>
                </a:solidFill>
              </a:rPr>
              <a:t>Enterprise competency</a:t>
            </a:r>
          </a:p>
        </p:txBody>
      </p:sp>
      <p:sp>
        <p:nvSpPr>
          <p:cNvPr id="270" name="TextBox 269">
            <a:extLst>
              <a:ext uri="{FF2B5EF4-FFF2-40B4-BE49-F238E27FC236}">
                <a16:creationId xmlns:a16="http://schemas.microsoft.com/office/drawing/2014/main" id="{D8262F8E-E37A-0C44-B709-79A3552034BE}"/>
              </a:ext>
            </a:extLst>
          </p:cNvPr>
          <p:cNvSpPr txBox="1"/>
          <p:nvPr userDrawn="1"/>
        </p:nvSpPr>
        <p:spPr>
          <a:xfrm>
            <a:off x="11099777" y="5053521"/>
            <a:ext cx="709636" cy="338554"/>
          </a:xfrm>
          <a:prstGeom prst="rect">
            <a:avLst/>
          </a:prstGeom>
          <a:noFill/>
        </p:spPr>
        <p:txBody>
          <a:bodyPr wrap="square" lIns="0" rIns="0">
            <a:noAutofit/>
          </a:bodyPr>
          <a:lstStyle/>
          <a:p>
            <a:pPr algn="ctr"/>
            <a:r>
              <a:rPr lang="en-US" sz="800">
                <a:solidFill>
                  <a:schemeClr val="tx1"/>
                </a:solidFill>
              </a:rPr>
              <a:t>Group </a:t>
            </a:r>
          </a:p>
          <a:p>
            <a:pPr algn="ctr"/>
            <a:r>
              <a:rPr lang="en-US" sz="800">
                <a:solidFill>
                  <a:schemeClr val="tx1"/>
                </a:solidFill>
              </a:rPr>
              <a:t>of users</a:t>
            </a:r>
          </a:p>
        </p:txBody>
      </p:sp>
      <p:sp>
        <p:nvSpPr>
          <p:cNvPr id="272" name="TextBox 271">
            <a:extLst>
              <a:ext uri="{FF2B5EF4-FFF2-40B4-BE49-F238E27FC236}">
                <a16:creationId xmlns:a16="http://schemas.microsoft.com/office/drawing/2014/main" id="{D80EFCF8-CD55-45F0-9D92-EAA1CA5881AE}"/>
              </a:ext>
            </a:extLst>
          </p:cNvPr>
          <p:cNvSpPr txBox="1"/>
          <p:nvPr userDrawn="1"/>
        </p:nvSpPr>
        <p:spPr>
          <a:xfrm>
            <a:off x="11099777" y="2580873"/>
            <a:ext cx="709636" cy="338554"/>
          </a:xfrm>
          <a:prstGeom prst="rect">
            <a:avLst/>
          </a:prstGeom>
          <a:noFill/>
        </p:spPr>
        <p:txBody>
          <a:bodyPr wrap="square" lIns="0" rIns="0">
            <a:noAutofit/>
          </a:bodyPr>
          <a:lstStyle/>
          <a:p>
            <a:pPr algn="ctr"/>
            <a:r>
              <a:rPr lang="en-US" sz="800">
                <a:solidFill>
                  <a:schemeClr val="tx1"/>
                </a:solidFill>
              </a:rPr>
              <a:t>Business partner alt 2</a:t>
            </a:r>
          </a:p>
        </p:txBody>
      </p:sp>
      <p:sp>
        <p:nvSpPr>
          <p:cNvPr id="274" name="TextBox 273">
            <a:extLst>
              <a:ext uri="{FF2B5EF4-FFF2-40B4-BE49-F238E27FC236}">
                <a16:creationId xmlns:a16="http://schemas.microsoft.com/office/drawing/2014/main" id="{98AFDBDE-FB1F-35D7-F8E1-595087D86843}"/>
              </a:ext>
            </a:extLst>
          </p:cNvPr>
          <p:cNvSpPr txBox="1"/>
          <p:nvPr userDrawn="1"/>
        </p:nvSpPr>
        <p:spPr>
          <a:xfrm>
            <a:off x="11099777" y="1756657"/>
            <a:ext cx="709636" cy="338554"/>
          </a:xfrm>
          <a:prstGeom prst="rect">
            <a:avLst/>
          </a:prstGeom>
          <a:noFill/>
        </p:spPr>
        <p:txBody>
          <a:bodyPr wrap="square" lIns="0" rIns="0">
            <a:noAutofit/>
          </a:bodyPr>
          <a:lstStyle/>
          <a:p>
            <a:pPr algn="ctr"/>
            <a:r>
              <a:rPr lang="en-US" sz="800">
                <a:solidFill>
                  <a:schemeClr val="tx1"/>
                </a:solidFill>
              </a:rPr>
              <a:t>App-3rd-party  3</a:t>
            </a:r>
          </a:p>
        </p:txBody>
      </p:sp>
      <p:sp>
        <p:nvSpPr>
          <p:cNvPr id="275" name="TextBox 274">
            <a:extLst>
              <a:ext uri="{FF2B5EF4-FFF2-40B4-BE49-F238E27FC236}">
                <a16:creationId xmlns:a16="http://schemas.microsoft.com/office/drawing/2014/main" id="{0577918B-B5AE-DAB3-D87A-0502FF33E498}"/>
              </a:ext>
            </a:extLst>
          </p:cNvPr>
          <p:cNvSpPr txBox="1"/>
          <p:nvPr userDrawn="1"/>
        </p:nvSpPr>
        <p:spPr>
          <a:xfrm>
            <a:off x="8956021" y="5871746"/>
            <a:ext cx="709636" cy="338554"/>
          </a:xfrm>
          <a:prstGeom prst="rect">
            <a:avLst/>
          </a:prstGeom>
          <a:noFill/>
        </p:spPr>
        <p:txBody>
          <a:bodyPr wrap="square" lIns="0" rIns="0">
            <a:noAutofit/>
          </a:bodyPr>
          <a:lstStyle/>
          <a:p>
            <a:pPr algn="ctr"/>
            <a:r>
              <a:rPr lang="en-US" sz="800">
                <a:solidFill>
                  <a:schemeClr val="tx1"/>
                </a:solidFill>
              </a:rPr>
              <a:t>Light bulb</a:t>
            </a:r>
          </a:p>
        </p:txBody>
      </p:sp>
    </p:spTree>
    <p:extLst>
      <p:ext uri="{BB962C8B-B14F-4D97-AF65-F5344CB8AC3E}">
        <p14:creationId xmlns:p14="http://schemas.microsoft.com/office/powerpoint/2010/main" val="26708230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_Ic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142" name="Left Bracket 141">
            <a:extLst>
              <a:ext uri="{FF2B5EF4-FFF2-40B4-BE49-F238E27FC236}">
                <a16:creationId xmlns:a16="http://schemas.microsoft.com/office/drawing/2014/main" id="{71AC4490-71F1-809F-A1CE-ACC6040B3E3D}"/>
              </a:ext>
            </a:extLst>
          </p:cNvPr>
          <p:cNvSpPr/>
          <p:nvPr userDrawn="1"/>
        </p:nvSpPr>
        <p:spPr>
          <a:xfrm flipH="1">
            <a:off x="0" y="1281720"/>
            <a:ext cx="3239347" cy="1619825"/>
          </a:xfrm>
          <a:prstGeom prst="leftBracket">
            <a:avLst>
              <a:gd name="adj" fmla="val 0"/>
            </a:avLst>
          </a:prstGeom>
          <a:solidFill>
            <a:schemeClr val="bg2"/>
          </a:solidFill>
          <a:ln w="12700" cap="rnd" cmpd="sng" algn="ctr">
            <a:no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0107130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4_Ic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142" name="Left Bracket 141">
            <a:extLst>
              <a:ext uri="{FF2B5EF4-FFF2-40B4-BE49-F238E27FC236}">
                <a16:creationId xmlns:a16="http://schemas.microsoft.com/office/drawing/2014/main" id="{71AC4490-71F1-809F-A1CE-ACC6040B3E3D}"/>
              </a:ext>
            </a:extLst>
          </p:cNvPr>
          <p:cNvSpPr/>
          <p:nvPr userDrawn="1"/>
        </p:nvSpPr>
        <p:spPr>
          <a:xfrm flipH="1">
            <a:off x="-7" y="1276793"/>
            <a:ext cx="3239347" cy="1619825"/>
          </a:xfrm>
          <a:prstGeom prst="leftBracket">
            <a:avLst>
              <a:gd name="adj" fmla="val 0"/>
            </a:avLst>
          </a:prstGeom>
          <a:solidFill>
            <a:schemeClr val="bg2"/>
          </a:solidFill>
          <a:ln w="12700" cap="rnd" cmpd="sng" algn="ctr">
            <a:no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3" name="TextBox 142">
            <a:extLst>
              <a:ext uri="{FF2B5EF4-FFF2-40B4-BE49-F238E27FC236}">
                <a16:creationId xmlns:a16="http://schemas.microsoft.com/office/drawing/2014/main" id="{CC3B29DC-334F-ECB5-5E58-517C1C5646F5}"/>
              </a:ext>
            </a:extLst>
          </p:cNvPr>
          <p:cNvSpPr txBox="1"/>
          <p:nvPr userDrawn="1"/>
        </p:nvSpPr>
        <p:spPr>
          <a:xfrm>
            <a:off x="1911026" y="2580873"/>
            <a:ext cx="1142892" cy="215444"/>
          </a:xfrm>
          <a:prstGeom prst="rect">
            <a:avLst/>
          </a:prstGeom>
          <a:noFill/>
        </p:spPr>
        <p:txBody>
          <a:bodyPr wrap="square" lIns="0" rIns="0" anchor="ctr">
            <a:spAutoFit/>
          </a:bodyPr>
          <a:lstStyle/>
          <a:p>
            <a:pPr algn="ctr"/>
            <a:r>
              <a:rPr lang="en-US" sz="800">
                <a:solidFill>
                  <a:schemeClr val="tx1"/>
                </a:solidFill>
              </a:rPr>
              <a:t>Robot Attended</a:t>
            </a:r>
          </a:p>
        </p:txBody>
      </p:sp>
      <p:sp>
        <p:nvSpPr>
          <p:cNvPr id="144" name="TextBox 143">
            <a:extLst>
              <a:ext uri="{FF2B5EF4-FFF2-40B4-BE49-F238E27FC236}">
                <a16:creationId xmlns:a16="http://schemas.microsoft.com/office/drawing/2014/main" id="{B8B7208A-F120-57C2-E61F-81BBA913290E}"/>
              </a:ext>
            </a:extLst>
          </p:cNvPr>
          <p:cNvSpPr txBox="1"/>
          <p:nvPr userDrawn="1"/>
        </p:nvSpPr>
        <p:spPr>
          <a:xfrm>
            <a:off x="539318" y="2580873"/>
            <a:ext cx="961152" cy="215444"/>
          </a:xfrm>
          <a:prstGeom prst="rect">
            <a:avLst/>
          </a:prstGeom>
          <a:noFill/>
        </p:spPr>
        <p:txBody>
          <a:bodyPr wrap="square" lIns="0" rIns="0" anchor="ctr">
            <a:spAutoFit/>
          </a:bodyPr>
          <a:lstStyle/>
          <a:p>
            <a:pPr algn="ctr"/>
            <a:r>
              <a:rPr lang="en-US" sz="800">
                <a:solidFill>
                  <a:schemeClr val="tx1"/>
                </a:solidFill>
              </a:rPr>
              <a:t>Robot Unattended</a:t>
            </a:r>
          </a:p>
        </p:txBody>
      </p:sp>
      <p:sp>
        <p:nvSpPr>
          <p:cNvPr id="145" name="TextBox 144">
            <a:extLst>
              <a:ext uri="{FF2B5EF4-FFF2-40B4-BE49-F238E27FC236}">
                <a16:creationId xmlns:a16="http://schemas.microsoft.com/office/drawing/2014/main" id="{0BF2BC86-60AA-278A-CC60-C4E8797D72C7}"/>
              </a:ext>
            </a:extLst>
          </p:cNvPr>
          <p:cNvSpPr txBox="1"/>
          <p:nvPr userDrawn="1"/>
        </p:nvSpPr>
        <p:spPr>
          <a:xfrm>
            <a:off x="665076" y="1756657"/>
            <a:ext cx="709636" cy="215444"/>
          </a:xfrm>
          <a:prstGeom prst="rect">
            <a:avLst/>
          </a:prstGeom>
          <a:noFill/>
        </p:spPr>
        <p:txBody>
          <a:bodyPr wrap="square" lIns="0" rIns="0" anchor="ctr">
            <a:spAutoFit/>
          </a:bodyPr>
          <a:lstStyle/>
          <a:p>
            <a:pPr algn="ctr"/>
            <a:r>
              <a:rPr lang="en-US" sz="800">
                <a:solidFill>
                  <a:schemeClr val="tx1"/>
                </a:solidFill>
              </a:rPr>
              <a:t>Orchestrator</a:t>
            </a:r>
          </a:p>
        </p:txBody>
      </p:sp>
      <p:sp>
        <p:nvSpPr>
          <p:cNvPr id="146" name="TextBox 145">
            <a:extLst>
              <a:ext uri="{FF2B5EF4-FFF2-40B4-BE49-F238E27FC236}">
                <a16:creationId xmlns:a16="http://schemas.microsoft.com/office/drawing/2014/main" id="{32BE22DC-6BD2-6571-B445-4E36F24FACE4}"/>
              </a:ext>
            </a:extLst>
          </p:cNvPr>
          <p:cNvSpPr txBox="1"/>
          <p:nvPr userDrawn="1"/>
        </p:nvSpPr>
        <p:spPr>
          <a:xfrm>
            <a:off x="2320810" y="1756657"/>
            <a:ext cx="304800" cy="215444"/>
          </a:xfrm>
          <a:prstGeom prst="rect">
            <a:avLst/>
          </a:prstGeom>
          <a:noFill/>
        </p:spPr>
        <p:txBody>
          <a:bodyPr wrap="square" lIns="0" rIns="0" anchor="ctr">
            <a:spAutoFit/>
          </a:bodyPr>
          <a:lstStyle/>
          <a:p>
            <a:pPr algn="ctr"/>
            <a:r>
              <a:rPr lang="en-US" sz="800">
                <a:solidFill>
                  <a:schemeClr val="tx1"/>
                </a:solidFill>
              </a:rPr>
              <a:t>Studio</a:t>
            </a:r>
          </a:p>
        </p:txBody>
      </p:sp>
      <p:sp>
        <p:nvSpPr>
          <p:cNvPr id="147" name="TextBox 146">
            <a:extLst>
              <a:ext uri="{FF2B5EF4-FFF2-40B4-BE49-F238E27FC236}">
                <a16:creationId xmlns:a16="http://schemas.microsoft.com/office/drawing/2014/main" id="{7E0BED85-19DA-86A4-FC94-A91C4819848C}"/>
              </a:ext>
            </a:extLst>
          </p:cNvPr>
          <p:cNvSpPr txBox="1"/>
          <p:nvPr userDrawn="1"/>
        </p:nvSpPr>
        <p:spPr>
          <a:xfrm>
            <a:off x="10387591" y="2580873"/>
            <a:ext cx="709636" cy="215444"/>
          </a:xfrm>
          <a:prstGeom prst="rect">
            <a:avLst/>
          </a:prstGeom>
          <a:noFill/>
        </p:spPr>
        <p:txBody>
          <a:bodyPr wrap="square" lIns="0" rIns="0">
            <a:noAutofit/>
          </a:bodyPr>
          <a:lstStyle/>
          <a:p>
            <a:pPr algn="ctr"/>
            <a:r>
              <a:rPr lang="en-US" sz="800">
                <a:solidFill>
                  <a:schemeClr val="tx1"/>
                </a:solidFill>
              </a:rPr>
              <a:t>Article Blog</a:t>
            </a:r>
          </a:p>
        </p:txBody>
      </p:sp>
      <p:sp>
        <p:nvSpPr>
          <p:cNvPr id="148" name="TextBox 147">
            <a:extLst>
              <a:ext uri="{FF2B5EF4-FFF2-40B4-BE49-F238E27FC236}">
                <a16:creationId xmlns:a16="http://schemas.microsoft.com/office/drawing/2014/main" id="{86A42CC4-C638-B119-7C60-2EE4DF0748FE}"/>
              </a:ext>
            </a:extLst>
          </p:cNvPr>
          <p:cNvSpPr txBox="1"/>
          <p:nvPr userDrawn="1"/>
        </p:nvSpPr>
        <p:spPr>
          <a:xfrm>
            <a:off x="10387591" y="3367961"/>
            <a:ext cx="709636" cy="338554"/>
          </a:xfrm>
          <a:prstGeom prst="rect">
            <a:avLst/>
          </a:prstGeom>
          <a:noFill/>
        </p:spPr>
        <p:txBody>
          <a:bodyPr wrap="square" lIns="0" rIns="0">
            <a:noAutofit/>
          </a:bodyPr>
          <a:lstStyle/>
          <a:p>
            <a:pPr algn="ctr"/>
            <a:r>
              <a:rPr lang="en-US" sz="800">
                <a:solidFill>
                  <a:schemeClr val="tx1"/>
                </a:solidFill>
              </a:rPr>
              <a:t>Bed Lodging</a:t>
            </a:r>
          </a:p>
        </p:txBody>
      </p:sp>
      <p:sp>
        <p:nvSpPr>
          <p:cNvPr id="149" name="TextBox 148">
            <a:extLst>
              <a:ext uri="{FF2B5EF4-FFF2-40B4-BE49-F238E27FC236}">
                <a16:creationId xmlns:a16="http://schemas.microsoft.com/office/drawing/2014/main" id="{2130F8C8-32C2-B4D8-31C6-2C65B0E9DDB3}"/>
              </a:ext>
            </a:extLst>
          </p:cNvPr>
          <p:cNvSpPr txBox="1"/>
          <p:nvPr userDrawn="1"/>
        </p:nvSpPr>
        <p:spPr>
          <a:xfrm>
            <a:off x="11099777" y="4216498"/>
            <a:ext cx="709636" cy="338554"/>
          </a:xfrm>
          <a:prstGeom prst="rect">
            <a:avLst/>
          </a:prstGeom>
          <a:noFill/>
        </p:spPr>
        <p:txBody>
          <a:bodyPr wrap="square" lIns="0" rIns="0">
            <a:noAutofit/>
          </a:bodyPr>
          <a:lstStyle/>
          <a:p>
            <a:pPr algn="ctr"/>
            <a:r>
              <a:rPr lang="en-US" sz="800">
                <a:solidFill>
                  <a:schemeClr val="tx1"/>
                </a:solidFill>
              </a:rPr>
              <a:t>Cable Wire </a:t>
            </a:r>
          </a:p>
        </p:txBody>
      </p:sp>
      <p:sp>
        <p:nvSpPr>
          <p:cNvPr id="150" name="TextBox 149">
            <a:extLst>
              <a:ext uri="{FF2B5EF4-FFF2-40B4-BE49-F238E27FC236}">
                <a16:creationId xmlns:a16="http://schemas.microsoft.com/office/drawing/2014/main" id="{510136D4-4A35-6465-056E-6AB10A7E92BA}"/>
              </a:ext>
            </a:extLst>
          </p:cNvPr>
          <p:cNvSpPr txBox="1"/>
          <p:nvPr userDrawn="1"/>
        </p:nvSpPr>
        <p:spPr>
          <a:xfrm>
            <a:off x="11099777" y="5053521"/>
            <a:ext cx="709636" cy="215444"/>
          </a:xfrm>
          <a:prstGeom prst="rect">
            <a:avLst/>
          </a:prstGeom>
          <a:noFill/>
        </p:spPr>
        <p:txBody>
          <a:bodyPr wrap="square" lIns="0" rIns="0">
            <a:noAutofit/>
          </a:bodyPr>
          <a:lstStyle/>
          <a:p>
            <a:pPr algn="ctr"/>
            <a:r>
              <a:rPr lang="en-US" sz="800">
                <a:solidFill>
                  <a:schemeClr val="tx1"/>
                </a:solidFill>
              </a:rPr>
              <a:t>Testing software bug</a:t>
            </a:r>
          </a:p>
        </p:txBody>
      </p:sp>
      <p:sp>
        <p:nvSpPr>
          <p:cNvPr id="151" name="TextBox 150">
            <a:extLst>
              <a:ext uri="{FF2B5EF4-FFF2-40B4-BE49-F238E27FC236}">
                <a16:creationId xmlns:a16="http://schemas.microsoft.com/office/drawing/2014/main" id="{D981B45E-AF20-6DCD-EFCA-E68A39078411}"/>
              </a:ext>
            </a:extLst>
          </p:cNvPr>
          <p:cNvSpPr txBox="1"/>
          <p:nvPr userDrawn="1"/>
        </p:nvSpPr>
        <p:spPr>
          <a:xfrm>
            <a:off x="11099777" y="2580873"/>
            <a:ext cx="709636" cy="215444"/>
          </a:xfrm>
          <a:prstGeom prst="rect">
            <a:avLst/>
          </a:prstGeom>
          <a:noFill/>
        </p:spPr>
        <p:txBody>
          <a:bodyPr wrap="square" lIns="0" rIns="0">
            <a:noAutofit/>
          </a:bodyPr>
          <a:lstStyle/>
          <a:p>
            <a:pPr algn="ctr"/>
            <a:r>
              <a:rPr lang="en-US" sz="800">
                <a:solidFill>
                  <a:schemeClr val="tx1"/>
                </a:solidFill>
              </a:rPr>
              <a:t>Assessment Rating</a:t>
            </a:r>
          </a:p>
        </p:txBody>
      </p:sp>
      <p:sp>
        <p:nvSpPr>
          <p:cNvPr id="152" name="TextBox 151">
            <a:extLst>
              <a:ext uri="{FF2B5EF4-FFF2-40B4-BE49-F238E27FC236}">
                <a16:creationId xmlns:a16="http://schemas.microsoft.com/office/drawing/2014/main" id="{3983DEA5-61BD-9BDF-E45C-8527B3572021}"/>
              </a:ext>
            </a:extLst>
          </p:cNvPr>
          <p:cNvSpPr txBox="1"/>
          <p:nvPr userDrawn="1"/>
        </p:nvSpPr>
        <p:spPr>
          <a:xfrm>
            <a:off x="11099777" y="3367961"/>
            <a:ext cx="709636" cy="338554"/>
          </a:xfrm>
          <a:prstGeom prst="rect">
            <a:avLst/>
          </a:prstGeom>
          <a:noFill/>
        </p:spPr>
        <p:txBody>
          <a:bodyPr wrap="square" lIns="0" rIns="0">
            <a:noAutofit/>
          </a:bodyPr>
          <a:lstStyle/>
          <a:p>
            <a:pPr algn="ctr"/>
            <a:r>
              <a:rPr lang="en-US" sz="800">
                <a:solidFill>
                  <a:schemeClr val="tx1"/>
                </a:solidFill>
              </a:rPr>
              <a:t>Bicycle exercise</a:t>
            </a:r>
          </a:p>
        </p:txBody>
      </p:sp>
      <p:sp>
        <p:nvSpPr>
          <p:cNvPr id="153" name="TextBox 152">
            <a:extLst>
              <a:ext uri="{FF2B5EF4-FFF2-40B4-BE49-F238E27FC236}">
                <a16:creationId xmlns:a16="http://schemas.microsoft.com/office/drawing/2014/main" id="{0A765BA8-CD86-6F1C-2A31-EFDBE83A2242}"/>
              </a:ext>
            </a:extLst>
          </p:cNvPr>
          <p:cNvSpPr txBox="1"/>
          <p:nvPr userDrawn="1"/>
        </p:nvSpPr>
        <p:spPr>
          <a:xfrm>
            <a:off x="386232" y="5053521"/>
            <a:ext cx="709636" cy="215444"/>
          </a:xfrm>
          <a:prstGeom prst="rect">
            <a:avLst/>
          </a:prstGeom>
          <a:noFill/>
        </p:spPr>
        <p:txBody>
          <a:bodyPr wrap="square" lIns="0" rIns="0">
            <a:noAutofit/>
          </a:bodyPr>
          <a:lstStyle/>
          <a:p>
            <a:pPr algn="ctr"/>
            <a:r>
              <a:rPr lang="en-US" sz="800">
                <a:solidFill>
                  <a:schemeClr val="tx1"/>
                </a:solidFill>
              </a:rPr>
              <a:t>Calculator</a:t>
            </a:r>
          </a:p>
        </p:txBody>
      </p:sp>
      <p:sp>
        <p:nvSpPr>
          <p:cNvPr id="154" name="TextBox 153">
            <a:extLst>
              <a:ext uri="{FF2B5EF4-FFF2-40B4-BE49-F238E27FC236}">
                <a16:creationId xmlns:a16="http://schemas.microsoft.com/office/drawing/2014/main" id="{AB1FBAFD-19B2-4E4E-CFB5-EB4B414C3385}"/>
              </a:ext>
            </a:extLst>
          </p:cNvPr>
          <p:cNvSpPr txBox="1"/>
          <p:nvPr userDrawn="1"/>
        </p:nvSpPr>
        <p:spPr>
          <a:xfrm>
            <a:off x="386232" y="5877738"/>
            <a:ext cx="709636" cy="215444"/>
          </a:xfrm>
          <a:prstGeom prst="rect">
            <a:avLst/>
          </a:prstGeom>
          <a:noFill/>
        </p:spPr>
        <p:txBody>
          <a:bodyPr wrap="square" lIns="0" rIns="0">
            <a:noAutofit/>
          </a:bodyPr>
          <a:lstStyle/>
          <a:p>
            <a:pPr algn="ctr"/>
            <a:r>
              <a:rPr lang="en-US" sz="800">
                <a:solidFill>
                  <a:schemeClr val="tx1"/>
                </a:solidFill>
              </a:rPr>
              <a:t>Testing software test</a:t>
            </a:r>
          </a:p>
        </p:txBody>
      </p:sp>
      <p:sp>
        <p:nvSpPr>
          <p:cNvPr id="155" name="TextBox 154">
            <a:extLst>
              <a:ext uri="{FF2B5EF4-FFF2-40B4-BE49-F238E27FC236}">
                <a16:creationId xmlns:a16="http://schemas.microsoft.com/office/drawing/2014/main" id="{91E94E6D-23D1-B40D-D893-4EE7CD67C38A}"/>
              </a:ext>
            </a:extLst>
          </p:cNvPr>
          <p:cNvSpPr txBox="1"/>
          <p:nvPr userDrawn="1"/>
        </p:nvSpPr>
        <p:spPr>
          <a:xfrm>
            <a:off x="386232" y="3367961"/>
            <a:ext cx="709636" cy="215444"/>
          </a:xfrm>
          <a:prstGeom prst="rect">
            <a:avLst/>
          </a:prstGeom>
          <a:noFill/>
        </p:spPr>
        <p:txBody>
          <a:bodyPr wrap="square" lIns="0" rIns="0">
            <a:noAutofit/>
          </a:bodyPr>
          <a:lstStyle/>
          <a:p>
            <a:pPr algn="ctr"/>
            <a:r>
              <a:rPr lang="en-US" sz="800">
                <a:solidFill>
                  <a:schemeClr val="tx1"/>
                </a:solidFill>
              </a:rPr>
              <a:t>Astronomy Orbit</a:t>
            </a:r>
          </a:p>
        </p:txBody>
      </p:sp>
      <p:sp>
        <p:nvSpPr>
          <p:cNvPr id="156" name="TextBox 155">
            <a:extLst>
              <a:ext uri="{FF2B5EF4-FFF2-40B4-BE49-F238E27FC236}">
                <a16:creationId xmlns:a16="http://schemas.microsoft.com/office/drawing/2014/main" id="{2C659DE3-4B62-B10E-7D67-0E9A1150768F}"/>
              </a:ext>
            </a:extLst>
          </p:cNvPr>
          <p:cNvSpPr txBox="1"/>
          <p:nvPr userDrawn="1"/>
        </p:nvSpPr>
        <p:spPr>
          <a:xfrm>
            <a:off x="386232" y="4216498"/>
            <a:ext cx="709636" cy="338554"/>
          </a:xfrm>
          <a:prstGeom prst="rect">
            <a:avLst/>
          </a:prstGeom>
          <a:noFill/>
        </p:spPr>
        <p:txBody>
          <a:bodyPr wrap="square" lIns="0" rIns="0">
            <a:noAutofit/>
          </a:bodyPr>
          <a:lstStyle/>
          <a:p>
            <a:pPr algn="ctr"/>
            <a:r>
              <a:rPr lang="en-US" sz="800">
                <a:solidFill>
                  <a:schemeClr val="tx1"/>
                </a:solidFill>
              </a:rPr>
              <a:t>Big Scale</a:t>
            </a:r>
          </a:p>
        </p:txBody>
      </p:sp>
      <p:sp>
        <p:nvSpPr>
          <p:cNvPr id="157" name="TextBox 156">
            <a:extLst>
              <a:ext uri="{FF2B5EF4-FFF2-40B4-BE49-F238E27FC236}">
                <a16:creationId xmlns:a16="http://schemas.microsoft.com/office/drawing/2014/main" id="{5C45EF99-5254-61F7-0270-9F824B71238A}"/>
              </a:ext>
            </a:extLst>
          </p:cNvPr>
          <p:cNvSpPr txBox="1"/>
          <p:nvPr userDrawn="1"/>
        </p:nvSpPr>
        <p:spPr>
          <a:xfrm>
            <a:off x="1094199" y="5053521"/>
            <a:ext cx="709636" cy="215444"/>
          </a:xfrm>
          <a:prstGeom prst="rect">
            <a:avLst/>
          </a:prstGeom>
          <a:noFill/>
        </p:spPr>
        <p:txBody>
          <a:bodyPr wrap="square" lIns="0" rIns="0">
            <a:noAutofit/>
          </a:bodyPr>
          <a:lstStyle/>
          <a:p>
            <a:pPr algn="ctr"/>
            <a:r>
              <a:rPr lang="en-US" sz="800">
                <a:solidFill>
                  <a:schemeClr val="tx1"/>
                </a:solidFill>
              </a:rPr>
              <a:t>Calendar</a:t>
            </a:r>
          </a:p>
        </p:txBody>
      </p:sp>
      <p:sp>
        <p:nvSpPr>
          <p:cNvPr id="158" name="TextBox 157">
            <a:extLst>
              <a:ext uri="{FF2B5EF4-FFF2-40B4-BE49-F238E27FC236}">
                <a16:creationId xmlns:a16="http://schemas.microsoft.com/office/drawing/2014/main" id="{2EB01D8C-EFE7-0432-6BEC-7D20AE50EA12}"/>
              </a:ext>
            </a:extLst>
          </p:cNvPr>
          <p:cNvSpPr txBox="1"/>
          <p:nvPr userDrawn="1"/>
        </p:nvSpPr>
        <p:spPr>
          <a:xfrm>
            <a:off x="1094199" y="5877738"/>
            <a:ext cx="709636" cy="215444"/>
          </a:xfrm>
          <a:prstGeom prst="rect">
            <a:avLst/>
          </a:prstGeom>
          <a:noFill/>
        </p:spPr>
        <p:txBody>
          <a:bodyPr wrap="square" lIns="0" rIns="0">
            <a:noAutofit/>
          </a:bodyPr>
          <a:lstStyle/>
          <a:p>
            <a:pPr algn="ctr"/>
            <a:r>
              <a:rPr lang="en-US" sz="800">
                <a:solidFill>
                  <a:schemeClr val="tx1"/>
                </a:solidFill>
              </a:rPr>
              <a:t>Testing</a:t>
            </a:r>
          </a:p>
        </p:txBody>
      </p:sp>
      <p:sp>
        <p:nvSpPr>
          <p:cNvPr id="159" name="TextBox 158">
            <a:extLst>
              <a:ext uri="{FF2B5EF4-FFF2-40B4-BE49-F238E27FC236}">
                <a16:creationId xmlns:a16="http://schemas.microsoft.com/office/drawing/2014/main" id="{5A0D91F4-EF34-0F6D-6C20-971DFDD7EF8C}"/>
              </a:ext>
            </a:extLst>
          </p:cNvPr>
          <p:cNvSpPr txBox="1"/>
          <p:nvPr userDrawn="1"/>
        </p:nvSpPr>
        <p:spPr>
          <a:xfrm>
            <a:off x="1094199" y="3367961"/>
            <a:ext cx="709636" cy="215444"/>
          </a:xfrm>
          <a:prstGeom prst="rect">
            <a:avLst/>
          </a:prstGeom>
          <a:noFill/>
        </p:spPr>
        <p:txBody>
          <a:bodyPr wrap="square" lIns="0" rIns="0">
            <a:noAutofit/>
          </a:bodyPr>
          <a:lstStyle/>
          <a:p>
            <a:pPr algn="ctr"/>
            <a:r>
              <a:rPr lang="en-US" sz="800">
                <a:solidFill>
                  <a:schemeClr val="tx1"/>
                </a:solidFill>
              </a:rPr>
              <a:t>Atom</a:t>
            </a:r>
          </a:p>
        </p:txBody>
      </p:sp>
      <p:sp>
        <p:nvSpPr>
          <p:cNvPr id="160" name="TextBox 159">
            <a:extLst>
              <a:ext uri="{FF2B5EF4-FFF2-40B4-BE49-F238E27FC236}">
                <a16:creationId xmlns:a16="http://schemas.microsoft.com/office/drawing/2014/main" id="{14E4A168-D30B-31B6-0B0C-F78EE23FF965}"/>
              </a:ext>
            </a:extLst>
          </p:cNvPr>
          <p:cNvSpPr txBox="1"/>
          <p:nvPr userDrawn="1"/>
        </p:nvSpPr>
        <p:spPr>
          <a:xfrm>
            <a:off x="1094199" y="4216498"/>
            <a:ext cx="709636" cy="338554"/>
          </a:xfrm>
          <a:prstGeom prst="rect">
            <a:avLst/>
          </a:prstGeom>
          <a:noFill/>
        </p:spPr>
        <p:txBody>
          <a:bodyPr wrap="square" lIns="0" rIns="0">
            <a:noAutofit/>
          </a:bodyPr>
          <a:lstStyle/>
          <a:p>
            <a:pPr algn="ctr"/>
            <a:r>
              <a:rPr lang="en-US" sz="800">
                <a:solidFill>
                  <a:schemeClr val="tx1"/>
                </a:solidFill>
              </a:rPr>
              <a:t>Bookmark V1</a:t>
            </a:r>
          </a:p>
        </p:txBody>
      </p:sp>
      <p:sp>
        <p:nvSpPr>
          <p:cNvPr id="161" name="TextBox 160">
            <a:extLst>
              <a:ext uri="{FF2B5EF4-FFF2-40B4-BE49-F238E27FC236}">
                <a16:creationId xmlns:a16="http://schemas.microsoft.com/office/drawing/2014/main" id="{43CF43D2-9288-87F2-B856-7C1EEECD5497}"/>
              </a:ext>
            </a:extLst>
          </p:cNvPr>
          <p:cNvSpPr txBox="1"/>
          <p:nvPr userDrawn="1"/>
        </p:nvSpPr>
        <p:spPr>
          <a:xfrm>
            <a:off x="1808609" y="5053521"/>
            <a:ext cx="709636" cy="338554"/>
          </a:xfrm>
          <a:prstGeom prst="rect">
            <a:avLst/>
          </a:prstGeom>
          <a:noFill/>
        </p:spPr>
        <p:txBody>
          <a:bodyPr wrap="square" lIns="0" rIns="0">
            <a:noAutofit/>
          </a:bodyPr>
          <a:lstStyle/>
          <a:p>
            <a:pPr algn="ctr"/>
            <a:r>
              <a:rPr lang="en-US" sz="800">
                <a:solidFill>
                  <a:schemeClr val="tx1"/>
                </a:solidFill>
              </a:rPr>
              <a:t>Camara Image</a:t>
            </a:r>
          </a:p>
        </p:txBody>
      </p:sp>
      <p:sp>
        <p:nvSpPr>
          <p:cNvPr id="162" name="TextBox 161">
            <a:extLst>
              <a:ext uri="{FF2B5EF4-FFF2-40B4-BE49-F238E27FC236}">
                <a16:creationId xmlns:a16="http://schemas.microsoft.com/office/drawing/2014/main" id="{2EFF34C0-61A5-BD5D-3FEB-414456F35698}"/>
              </a:ext>
            </a:extLst>
          </p:cNvPr>
          <p:cNvSpPr txBox="1"/>
          <p:nvPr userDrawn="1"/>
        </p:nvSpPr>
        <p:spPr>
          <a:xfrm>
            <a:off x="1808609" y="5877738"/>
            <a:ext cx="709636" cy="215444"/>
          </a:xfrm>
          <a:prstGeom prst="rect">
            <a:avLst/>
          </a:prstGeom>
          <a:noFill/>
        </p:spPr>
        <p:txBody>
          <a:bodyPr wrap="square" lIns="0" rIns="0">
            <a:noAutofit/>
          </a:bodyPr>
          <a:lstStyle/>
          <a:p>
            <a:pPr algn="ctr"/>
            <a:r>
              <a:rPr lang="en-US" sz="800">
                <a:solidFill>
                  <a:schemeClr val="tx1"/>
                </a:solidFill>
              </a:rPr>
              <a:t>Thank you</a:t>
            </a:r>
          </a:p>
        </p:txBody>
      </p:sp>
      <p:sp>
        <p:nvSpPr>
          <p:cNvPr id="163" name="TextBox 162">
            <a:extLst>
              <a:ext uri="{FF2B5EF4-FFF2-40B4-BE49-F238E27FC236}">
                <a16:creationId xmlns:a16="http://schemas.microsoft.com/office/drawing/2014/main" id="{872AAC04-96C0-B94D-09B2-064BAB90246A}"/>
              </a:ext>
            </a:extLst>
          </p:cNvPr>
          <p:cNvSpPr txBox="1"/>
          <p:nvPr userDrawn="1"/>
        </p:nvSpPr>
        <p:spPr>
          <a:xfrm>
            <a:off x="1808609" y="3367961"/>
            <a:ext cx="709636" cy="338554"/>
          </a:xfrm>
          <a:prstGeom prst="rect">
            <a:avLst/>
          </a:prstGeom>
          <a:noFill/>
        </p:spPr>
        <p:txBody>
          <a:bodyPr wrap="square" lIns="0" rIns="0">
            <a:noAutofit/>
          </a:bodyPr>
          <a:lstStyle/>
          <a:p>
            <a:pPr algn="ctr"/>
            <a:r>
              <a:rPr lang="en-US" sz="800">
                <a:solidFill>
                  <a:schemeClr val="tx1"/>
                </a:solidFill>
              </a:rPr>
              <a:t>Autobiographer</a:t>
            </a:r>
          </a:p>
        </p:txBody>
      </p:sp>
      <p:sp>
        <p:nvSpPr>
          <p:cNvPr id="164" name="TextBox 163">
            <a:extLst>
              <a:ext uri="{FF2B5EF4-FFF2-40B4-BE49-F238E27FC236}">
                <a16:creationId xmlns:a16="http://schemas.microsoft.com/office/drawing/2014/main" id="{14A2A92C-209D-E494-2FFB-ACB270D41E26}"/>
              </a:ext>
            </a:extLst>
          </p:cNvPr>
          <p:cNvSpPr txBox="1"/>
          <p:nvPr userDrawn="1"/>
        </p:nvSpPr>
        <p:spPr>
          <a:xfrm>
            <a:off x="1808609" y="4216498"/>
            <a:ext cx="709636" cy="215444"/>
          </a:xfrm>
          <a:prstGeom prst="rect">
            <a:avLst/>
          </a:prstGeom>
          <a:noFill/>
        </p:spPr>
        <p:txBody>
          <a:bodyPr wrap="square" lIns="0" rIns="0">
            <a:noAutofit/>
          </a:bodyPr>
          <a:lstStyle/>
          <a:p>
            <a:pPr algn="ctr"/>
            <a:r>
              <a:rPr lang="en-US" sz="800">
                <a:solidFill>
                  <a:schemeClr val="tx1"/>
                </a:solidFill>
              </a:rPr>
              <a:t>Bookmark V2</a:t>
            </a:r>
          </a:p>
        </p:txBody>
      </p:sp>
      <p:sp>
        <p:nvSpPr>
          <p:cNvPr id="165" name="TextBox 164">
            <a:extLst>
              <a:ext uri="{FF2B5EF4-FFF2-40B4-BE49-F238E27FC236}">
                <a16:creationId xmlns:a16="http://schemas.microsoft.com/office/drawing/2014/main" id="{2FC78D67-446B-6BEB-0638-0D6E544A5217}"/>
              </a:ext>
            </a:extLst>
          </p:cNvPr>
          <p:cNvSpPr txBox="1"/>
          <p:nvPr userDrawn="1"/>
        </p:nvSpPr>
        <p:spPr>
          <a:xfrm>
            <a:off x="2524257" y="5053521"/>
            <a:ext cx="709636" cy="215444"/>
          </a:xfrm>
          <a:prstGeom prst="rect">
            <a:avLst/>
          </a:prstGeom>
          <a:noFill/>
        </p:spPr>
        <p:txBody>
          <a:bodyPr wrap="square" lIns="0" rIns="0">
            <a:noAutofit/>
          </a:bodyPr>
          <a:lstStyle/>
          <a:p>
            <a:pPr algn="ctr"/>
            <a:r>
              <a:rPr lang="en-US" sz="800">
                <a:solidFill>
                  <a:schemeClr val="tx1"/>
                </a:solidFill>
              </a:rPr>
              <a:t>Cards Document</a:t>
            </a:r>
          </a:p>
        </p:txBody>
      </p:sp>
      <p:sp>
        <p:nvSpPr>
          <p:cNvPr id="166" name="TextBox 165">
            <a:extLst>
              <a:ext uri="{FF2B5EF4-FFF2-40B4-BE49-F238E27FC236}">
                <a16:creationId xmlns:a16="http://schemas.microsoft.com/office/drawing/2014/main" id="{9C577B58-86A4-8B1B-93DD-8032851EE89C}"/>
              </a:ext>
            </a:extLst>
          </p:cNvPr>
          <p:cNvSpPr txBox="1"/>
          <p:nvPr userDrawn="1"/>
        </p:nvSpPr>
        <p:spPr>
          <a:xfrm>
            <a:off x="2524257" y="5877738"/>
            <a:ext cx="709636" cy="215444"/>
          </a:xfrm>
          <a:prstGeom prst="rect">
            <a:avLst/>
          </a:prstGeom>
          <a:noFill/>
        </p:spPr>
        <p:txBody>
          <a:bodyPr wrap="square" lIns="0" rIns="0">
            <a:noAutofit/>
          </a:bodyPr>
          <a:lstStyle/>
          <a:p>
            <a:pPr algn="ctr"/>
            <a:r>
              <a:rPr lang="en-US" sz="800">
                <a:solidFill>
                  <a:schemeClr val="tx1"/>
                </a:solidFill>
              </a:rPr>
              <a:t>Thermostat </a:t>
            </a:r>
            <a:br>
              <a:rPr lang="en-US" sz="800">
                <a:solidFill>
                  <a:schemeClr val="tx1"/>
                </a:solidFill>
              </a:rPr>
            </a:br>
            <a:r>
              <a:rPr lang="en-US" sz="800">
                <a:solidFill>
                  <a:schemeClr val="tx1"/>
                </a:solidFill>
              </a:rPr>
              <a:t>V1</a:t>
            </a:r>
          </a:p>
        </p:txBody>
      </p:sp>
      <p:sp>
        <p:nvSpPr>
          <p:cNvPr id="167" name="TextBox 166">
            <a:extLst>
              <a:ext uri="{FF2B5EF4-FFF2-40B4-BE49-F238E27FC236}">
                <a16:creationId xmlns:a16="http://schemas.microsoft.com/office/drawing/2014/main" id="{6828CF9C-A1E7-799D-FEC7-7ACDF45BC775}"/>
              </a:ext>
            </a:extLst>
          </p:cNvPr>
          <p:cNvSpPr txBox="1"/>
          <p:nvPr userDrawn="1"/>
        </p:nvSpPr>
        <p:spPr>
          <a:xfrm>
            <a:off x="4667488" y="3367961"/>
            <a:ext cx="709636" cy="215444"/>
          </a:xfrm>
          <a:prstGeom prst="rect">
            <a:avLst/>
          </a:prstGeom>
          <a:noFill/>
        </p:spPr>
        <p:txBody>
          <a:bodyPr wrap="square" lIns="0" rIns="0">
            <a:noAutofit/>
          </a:bodyPr>
          <a:lstStyle/>
          <a:p>
            <a:pPr algn="ctr"/>
            <a:r>
              <a:rPr lang="en-US" sz="800">
                <a:solidFill>
                  <a:schemeClr val="tx1"/>
                </a:solidFill>
              </a:rPr>
              <a:t>Azure AD</a:t>
            </a:r>
          </a:p>
        </p:txBody>
      </p:sp>
      <p:sp>
        <p:nvSpPr>
          <p:cNvPr id="168" name="TextBox 167">
            <a:extLst>
              <a:ext uri="{FF2B5EF4-FFF2-40B4-BE49-F238E27FC236}">
                <a16:creationId xmlns:a16="http://schemas.microsoft.com/office/drawing/2014/main" id="{C5C0E58A-C54E-5074-0105-371E0D61BFCD}"/>
              </a:ext>
            </a:extLst>
          </p:cNvPr>
          <p:cNvSpPr txBox="1"/>
          <p:nvPr userDrawn="1"/>
        </p:nvSpPr>
        <p:spPr>
          <a:xfrm>
            <a:off x="4667488" y="4216498"/>
            <a:ext cx="709636" cy="338554"/>
          </a:xfrm>
          <a:prstGeom prst="rect">
            <a:avLst/>
          </a:prstGeom>
          <a:noFill/>
        </p:spPr>
        <p:txBody>
          <a:bodyPr wrap="square" lIns="0" rIns="0">
            <a:noAutofit/>
          </a:bodyPr>
          <a:lstStyle/>
          <a:p>
            <a:pPr algn="ctr"/>
            <a:r>
              <a:rPr lang="en-US" sz="800">
                <a:solidFill>
                  <a:schemeClr val="tx1"/>
                </a:solidFill>
              </a:rPr>
              <a:t>Bug Software V1</a:t>
            </a:r>
          </a:p>
        </p:txBody>
      </p:sp>
      <p:sp>
        <p:nvSpPr>
          <p:cNvPr id="169" name="TextBox 168">
            <a:extLst>
              <a:ext uri="{FF2B5EF4-FFF2-40B4-BE49-F238E27FC236}">
                <a16:creationId xmlns:a16="http://schemas.microsoft.com/office/drawing/2014/main" id="{DC9A94EC-DE32-51A2-60E2-F9A8428DE79E}"/>
              </a:ext>
            </a:extLst>
          </p:cNvPr>
          <p:cNvSpPr txBox="1"/>
          <p:nvPr userDrawn="1"/>
        </p:nvSpPr>
        <p:spPr>
          <a:xfrm>
            <a:off x="5381899" y="5053521"/>
            <a:ext cx="709636" cy="215444"/>
          </a:xfrm>
          <a:prstGeom prst="rect">
            <a:avLst/>
          </a:prstGeom>
          <a:noFill/>
        </p:spPr>
        <p:txBody>
          <a:bodyPr wrap="square" lIns="0" rIns="0">
            <a:noAutofit/>
          </a:bodyPr>
          <a:lstStyle/>
          <a:p>
            <a:pPr algn="ctr"/>
            <a:r>
              <a:rPr lang="en-US" sz="800">
                <a:solidFill>
                  <a:schemeClr val="tx1"/>
                </a:solidFill>
              </a:rPr>
              <a:t>Chair Lounge</a:t>
            </a:r>
          </a:p>
        </p:txBody>
      </p:sp>
      <p:sp>
        <p:nvSpPr>
          <p:cNvPr id="170" name="TextBox 169">
            <a:extLst>
              <a:ext uri="{FF2B5EF4-FFF2-40B4-BE49-F238E27FC236}">
                <a16:creationId xmlns:a16="http://schemas.microsoft.com/office/drawing/2014/main" id="{60079FE6-1DE0-E4DF-3076-AA52D5F2824F}"/>
              </a:ext>
            </a:extLst>
          </p:cNvPr>
          <p:cNvSpPr txBox="1"/>
          <p:nvPr userDrawn="1"/>
        </p:nvSpPr>
        <p:spPr>
          <a:xfrm>
            <a:off x="4667488" y="2580873"/>
            <a:ext cx="709636" cy="338554"/>
          </a:xfrm>
          <a:prstGeom prst="rect">
            <a:avLst/>
          </a:prstGeom>
          <a:noFill/>
        </p:spPr>
        <p:txBody>
          <a:bodyPr wrap="square" lIns="0" rIns="0">
            <a:noAutofit/>
          </a:bodyPr>
          <a:lstStyle/>
          <a:p>
            <a:pPr algn="ctr"/>
            <a:r>
              <a:rPr lang="en-US" sz="800">
                <a:solidFill>
                  <a:schemeClr val="tx1"/>
                </a:solidFill>
              </a:rPr>
              <a:t>API Code</a:t>
            </a:r>
          </a:p>
        </p:txBody>
      </p:sp>
      <p:sp>
        <p:nvSpPr>
          <p:cNvPr id="171" name="TextBox 170">
            <a:extLst>
              <a:ext uri="{FF2B5EF4-FFF2-40B4-BE49-F238E27FC236}">
                <a16:creationId xmlns:a16="http://schemas.microsoft.com/office/drawing/2014/main" id="{FB01A45B-D431-3990-4E9D-177AF0A8A849}"/>
              </a:ext>
            </a:extLst>
          </p:cNvPr>
          <p:cNvSpPr txBox="1"/>
          <p:nvPr userDrawn="1"/>
        </p:nvSpPr>
        <p:spPr>
          <a:xfrm>
            <a:off x="5381899" y="1753079"/>
            <a:ext cx="709636" cy="215444"/>
          </a:xfrm>
          <a:prstGeom prst="rect">
            <a:avLst/>
          </a:prstGeom>
          <a:noFill/>
        </p:spPr>
        <p:txBody>
          <a:bodyPr wrap="square" lIns="0" rIns="0">
            <a:noAutofit/>
          </a:bodyPr>
          <a:lstStyle/>
          <a:p>
            <a:pPr algn="ctr"/>
            <a:r>
              <a:rPr lang="en-US" sz="800">
                <a:solidFill>
                  <a:schemeClr val="tx1"/>
                </a:solidFill>
              </a:rPr>
              <a:t>Agile </a:t>
            </a:r>
            <a:br>
              <a:rPr lang="en-US" sz="800">
                <a:solidFill>
                  <a:schemeClr val="tx1"/>
                </a:solidFill>
              </a:rPr>
            </a:br>
            <a:r>
              <a:rPr lang="en-US" sz="800">
                <a:solidFill>
                  <a:schemeClr val="tx1"/>
                </a:solidFill>
              </a:rPr>
              <a:t>Flowchart </a:t>
            </a:r>
          </a:p>
        </p:txBody>
      </p:sp>
      <p:sp>
        <p:nvSpPr>
          <p:cNvPr id="172" name="TextBox 171">
            <a:extLst>
              <a:ext uri="{FF2B5EF4-FFF2-40B4-BE49-F238E27FC236}">
                <a16:creationId xmlns:a16="http://schemas.microsoft.com/office/drawing/2014/main" id="{C20D9032-06AA-FC15-3948-452F49CA60C7}"/>
              </a:ext>
            </a:extLst>
          </p:cNvPr>
          <p:cNvSpPr txBox="1"/>
          <p:nvPr userDrawn="1"/>
        </p:nvSpPr>
        <p:spPr>
          <a:xfrm>
            <a:off x="5381899" y="5877738"/>
            <a:ext cx="709636" cy="215444"/>
          </a:xfrm>
          <a:prstGeom prst="rect">
            <a:avLst/>
          </a:prstGeom>
          <a:noFill/>
        </p:spPr>
        <p:txBody>
          <a:bodyPr wrap="square" lIns="0" rIns="0">
            <a:noAutofit/>
          </a:bodyPr>
          <a:lstStyle/>
          <a:p>
            <a:pPr algn="ctr"/>
            <a:r>
              <a:rPr lang="en-US" sz="800">
                <a:solidFill>
                  <a:schemeClr val="tx1"/>
                </a:solidFill>
              </a:rPr>
              <a:t>Time Saver</a:t>
            </a:r>
          </a:p>
        </p:txBody>
      </p:sp>
      <p:sp>
        <p:nvSpPr>
          <p:cNvPr id="173" name="TextBox 172">
            <a:extLst>
              <a:ext uri="{FF2B5EF4-FFF2-40B4-BE49-F238E27FC236}">
                <a16:creationId xmlns:a16="http://schemas.microsoft.com/office/drawing/2014/main" id="{2F0D8086-1588-0B00-5E4F-E4743E256807}"/>
              </a:ext>
            </a:extLst>
          </p:cNvPr>
          <p:cNvSpPr txBox="1"/>
          <p:nvPr userDrawn="1"/>
        </p:nvSpPr>
        <p:spPr>
          <a:xfrm>
            <a:off x="5381899" y="3367961"/>
            <a:ext cx="709636" cy="338554"/>
          </a:xfrm>
          <a:prstGeom prst="rect">
            <a:avLst/>
          </a:prstGeom>
          <a:noFill/>
        </p:spPr>
        <p:txBody>
          <a:bodyPr wrap="square" lIns="0" rIns="0">
            <a:noAutofit/>
          </a:bodyPr>
          <a:lstStyle/>
          <a:p>
            <a:pPr algn="ctr"/>
            <a:r>
              <a:rPr lang="en-US" sz="800">
                <a:solidFill>
                  <a:schemeClr val="tx1"/>
                </a:solidFill>
              </a:rPr>
              <a:t>Background Automation</a:t>
            </a:r>
          </a:p>
        </p:txBody>
      </p:sp>
      <p:sp>
        <p:nvSpPr>
          <p:cNvPr id="174" name="TextBox 173">
            <a:extLst>
              <a:ext uri="{FF2B5EF4-FFF2-40B4-BE49-F238E27FC236}">
                <a16:creationId xmlns:a16="http://schemas.microsoft.com/office/drawing/2014/main" id="{03105DCE-0318-F0C6-CC27-026BF24CF138}"/>
              </a:ext>
            </a:extLst>
          </p:cNvPr>
          <p:cNvSpPr txBox="1"/>
          <p:nvPr userDrawn="1"/>
        </p:nvSpPr>
        <p:spPr>
          <a:xfrm>
            <a:off x="5381899" y="4216498"/>
            <a:ext cx="709636" cy="338554"/>
          </a:xfrm>
          <a:prstGeom prst="rect">
            <a:avLst/>
          </a:prstGeom>
          <a:noFill/>
        </p:spPr>
        <p:txBody>
          <a:bodyPr wrap="square" lIns="0" rIns="0">
            <a:noAutofit/>
          </a:bodyPr>
          <a:lstStyle/>
          <a:p>
            <a:pPr algn="ctr"/>
            <a:r>
              <a:rPr lang="en-US" sz="800">
                <a:solidFill>
                  <a:schemeClr val="tx1"/>
                </a:solidFill>
              </a:rPr>
              <a:t>Bug Software V2</a:t>
            </a:r>
          </a:p>
        </p:txBody>
      </p:sp>
      <p:sp>
        <p:nvSpPr>
          <p:cNvPr id="175" name="TextBox 174">
            <a:extLst>
              <a:ext uri="{FF2B5EF4-FFF2-40B4-BE49-F238E27FC236}">
                <a16:creationId xmlns:a16="http://schemas.microsoft.com/office/drawing/2014/main" id="{0E62E34E-6ED4-6572-8849-4B800DADD434}"/>
              </a:ext>
            </a:extLst>
          </p:cNvPr>
          <p:cNvSpPr txBox="1"/>
          <p:nvPr userDrawn="1"/>
        </p:nvSpPr>
        <p:spPr>
          <a:xfrm>
            <a:off x="6096309" y="5053521"/>
            <a:ext cx="709636" cy="215444"/>
          </a:xfrm>
          <a:prstGeom prst="rect">
            <a:avLst/>
          </a:prstGeom>
          <a:noFill/>
        </p:spPr>
        <p:txBody>
          <a:bodyPr wrap="square" lIns="0" rIns="0">
            <a:noAutofit/>
          </a:bodyPr>
          <a:lstStyle/>
          <a:p>
            <a:pPr algn="ctr"/>
            <a:r>
              <a:rPr lang="en-US" sz="800">
                <a:solidFill>
                  <a:schemeClr val="tx1"/>
                </a:solidFill>
              </a:rPr>
              <a:t>Champaign</a:t>
            </a:r>
          </a:p>
        </p:txBody>
      </p:sp>
      <p:sp>
        <p:nvSpPr>
          <p:cNvPr id="176" name="TextBox 175">
            <a:extLst>
              <a:ext uri="{FF2B5EF4-FFF2-40B4-BE49-F238E27FC236}">
                <a16:creationId xmlns:a16="http://schemas.microsoft.com/office/drawing/2014/main" id="{ED0B14EA-A8E6-CACA-9B25-37D38C03F06B}"/>
              </a:ext>
            </a:extLst>
          </p:cNvPr>
          <p:cNvSpPr txBox="1"/>
          <p:nvPr userDrawn="1"/>
        </p:nvSpPr>
        <p:spPr>
          <a:xfrm>
            <a:off x="5381899" y="2580873"/>
            <a:ext cx="709636" cy="215444"/>
          </a:xfrm>
          <a:prstGeom prst="rect">
            <a:avLst/>
          </a:prstGeom>
          <a:noFill/>
        </p:spPr>
        <p:txBody>
          <a:bodyPr wrap="square" lIns="0" rIns="0">
            <a:noAutofit/>
          </a:bodyPr>
          <a:lstStyle/>
          <a:p>
            <a:pPr algn="ctr"/>
            <a:r>
              <a:rPr lang="en-US" sz="800">
                <a:solidFill>
                  <a:schemeClr val="tx1"/>
                </a:solidFill>
              </a:rPr>
              <a:t>APP 3rd </a:t>
            </a:r>
            <a:br>
              <a:rPr lang="en-US" sz="800">
                <a:solidFill>
                  <a:schemeClr val="tx1"/>
                </a:solidFill>
              </a:rPr>
            </a:br>
            <a:r>
              <a:rPr lang="en-US" sz="800">
                <a:solidFill>
                  <a:schemeClr val="tx1"/>
                </a:solidFill>
              </a:rPr>
              <a:t>Party deploy</a:t>
            </a:r>
          </a:p>
        </p:txBody>
      </p:sp>
      <p:sp>
        <p:nvSpPr>
          <p:cNvPr id="177" name="TextBox 176">
            <a:extLst>
              <a:ext uri="{FF2B5EF4-FFF2-40B4-BE49-F238E27FC236}">
                <a16:creationId xmlns:a16="http://schemas.microsoft.com/office/drawing/2014/main" id="{C52B26B0-DCB5-4E42-3322-7322B2E04405}"/>
              </a:ext>
            </a:extLst>
          </p:cNvPr>
          <p:cNvSpPr txBox="1"/>
          <p:nvPr userDrawn="1"/>
        </p:nvSpPr>
        <p:spPr>
          <a:xfrm>
            <a:off x="6096309" y="1753079"/>
            <a:ext cx="709636" cy="215444"/>
          </a:xfrm>
          <a:prstGeom prst="rect">
            <a:avLst/>
          </a:prstGeom>
          <a:noFill/>
        </p:spPr>
        <p:txBody>
          <a:bodyPr wrap="square" lIns="0" rIns="0">
            <a:noAutofit/>
          </a:bodyPr>
          <a:lstStyle/>
          <a:p>
            <a:pPr algn="ctr"/>
            <a:r>
              <a:rPr lang="en-US" sz="800">
                <a:solidFill>
                  <a:schemeClr val="tx1"/>
                </a:solidFill>
              </a:rPr>
              <a:t>AI AGI </a:t>
            </a:r>
            <a:br>
              <a:rPr lang="en-US" sz="800">
                <a:solidFill>
                  <a:schemeClr val="tx1"/>
                </a:solidFill>
              </a:rPr>
            </a:br>
            <a:r>
              <a:rPr lang="en-US" sz="800">
                <a:solidFill>
                  <a:schemeClr val="tx1"/>
                </a:solidFill>
              </a:rPr>
              <a:t>Brain Genius</a:t>
            </a:r>
          </a:p>
        </p:txBody>
      </p:sp>
      <p:sp>
        <p:nvSpPr>
          <p:cNvPr id="178" name="TextBox 177">
            <a:extLst>
              <a:ext uri="{FF2B5EF4-FFF2-40B4-BE49-F238E27FC236}">
                <a16:creationId xmlns:a16="http://schemas.microsoft.com/office/drawing/2014/main" id="{4205794A-0174-0BBE-A881-5960CAD31613}"/>
              </a:ext>
            </a:extLst>
          </p:cNvPr>
          <p:cNvSpPr txBox="1"/>
          <p:nvPr userDrawn="1"/>
        </p:nvSpPr>
        <p:spPr>
          <a:xfrm>
            <a:off x="6096309" y="5877738"/>
            <a:ext cx="709636" cy="215444"/>
          </a:xfrm>
          <a:prstGeom prst="rect">
            <a:avLst/>
          </a:prstGeom>
          <a:noFill/>
        </p:spPr>
        <p:txBody>
          <a:bodyPr wrap="square" lIns="0" rIns="0">
            <a:noAutofit/>
          </a:bodyPr>
          <a:lstStyle/>
          <a:p>
            <a:pPr algn="ctr"/>
            <a:r>
              <a:rPr lang="en-US" sz="800">
                <a:solidFill>
                  <a:schemeClr val="tx1"/>
                </a:solidFill>
              </a:rPr>
              <a:t>Tool support</a:t>
            </a:r>
          </a:p>
        </p:txBody>
      </p:sp>
      <p:sp>
        <p:nvSpPr>
          <p:cNvPr id="179" name="TextBox 178">
            <a:extLst>
              <a:ext uri="{FF2B5EF4-FFF2-40B4-BE49-F238E27FC236}">
                <a16:creationId xmlns:a16="http://schemas.microsoft.com/office/drawing/2014/main" id="{DB038319-79B5-1BD8-BFA5-BC37F86D80AA}"/>
              </a:ext>
            </a:extLst>
          </p:cNvPr>
          <p:cNvSpPr txBox="1"/>
          <p:nvPr userDrawn="1"/>
        </p:nvSpPr>
        <p:spPr>
          <a:xfrm>
            <a:off x="6096309" y="3367961"/>
            <a:ext cx="709636" cy="338554"/>
          </a:xfrm>
          <a:prstGeom prst="rect">
            <a:avLst/>
          </a:prstGeom>
          <a:noFill/>
        </p:spPr>
        <p:txBody>
          <a:bodyPr wrap="square" lIns="0" rIns="0">
            <a:noAutofit/>
          </a:bodyPr>
          <a:lstStyle/>
          <a:p>
            <a:pPr algn="ctr"/>
            <a:r>
              <a:rPr lang="en-US" sz="800">
                <a:solidFill>
                  <a:schemeClr val="tx1"/>
                </a:solidFill>
              </a:rPr>
              <a:t>Backpack</a:t>
            </a:r>
          </a:p>
        </p:txBody>
      </p:sp>
      <p:sp>
        <p:nvSpPr>
          <p:cNvPr id="180" name="TextBox 179">
            <a:extLst>
              <a:ext uri="{FF2B5EF4-FFF2-40B4-BE49-F238E27FC236}">
                <a16:creationId xmlns:a16="http://schemas.microsoft.com/office/drawing/2014/main" id="{ABF5B548-A07D-083B-81C0-3FD563501127}"/>
              </a:ext>
            </a:extLst>
          </p:cNvPr>
          <p:cNvSpPr txBox="1"/>
          <p:nvPr userDrawn="1"/>
        </p:nvSpPr>
        <p:spPr>
          <a:xfrm>
            <a:off x="6096309" y="4216498"/>
            <a:ext cx="709636" cy="215444"/>
          </a:xfrm>
          <a:prstGeom prst="rect">
            <a:avLst/>
          </a:prstGeom>
          <a:noFill/>
        </p:spPr>
        <p:txBody>
          <a:bodyPr wrap="square" lIns="0" rIns="0">
            <a:noAutofit/>
          </a:bodyPr>
          <a:lstStyle/>
          <a:p>
            <a:pPr algn="ctr"/>
            <a:r>
              <a:rPr lang="en-US" sz="800">
                <a:solidFill>
                  <a:schemeClr val="tx1"/>
                </a:solidFill>
              </a:rPr>
              <a:t>Building Tower V1</a:t>
            </a:r>
          </a:p>
        </p:txBody>
      </p:sp>
      <p:sp>
        <p:nvSpPr>
          <p:cNvPr id="182" name="TextBox 181">
            <a:extLst>
              <a:ext uri="{FF2B5EF4-FFF2-40B4-BE49-F238E27FC236}">
                <a16:creationId xmlns:a16="http://schemas.microsoft.com/office/drawing/2014/main" id="{821D07A1-47A4-9255-DEB1-C2640D028BB8}"/>
              </a:ext>
            </a:extLst>
          </p:cNvPr>
          <p:cNvSpPr txBox="1"/>
          <p:nvPr userDrawn="1"/>
        </p:nvSpPr>
        <p:spPr>
          <a:xfrm>
            <a:off x="6810720" y="5053521"/>
            <a:ext cx="709636" cy="215444"/>
          </a:xfrm>
          <a:prstGeom prst="rect">
            <a:avLst/>
          </a:prstGeom>
          <a:noFill/>
        </p:spPr>
        <p:txBody>
          <a:bodyPr wrap="square" lIns="0" rIns="0">
            <a:noAutofit/>
          </a:bodyPr>
          <a:lstStyle/>
          <a:p>
            <a:pPr algn="ctr"/>
            <a:r>
              <a:rPr lang="en-US" sz="800">
                <a:solidFill>
                  <a:schemeClr val="tx1"/>
                </a:solidFill>
              </a:rPr>
              <a:t>Chart Stats</a:t>
            </a:r>
          </a:p>
        </p:txBody>
      </p:sp>
      <p:sp>
        <p:nvSpPr>
          <p:cNvPr id="184" name="TextBox 183">
            <a:extLst>
              <a:ext uri="{FF2B5EF4-FFF2-40B4-BE49-F238E27FC236}">
                <a16:creationId xmlns:a16="http://schemas.microsoft.com/office/drawing/2014/main" id="{B86C15F5-3A55-A437-9332-4855D1AE1ED5}"/>
              </a:ext>
            </a:extLst>
          </p:cNvPr>
          <p:cNvSpPr txBox="1"/>
          <p:nvPr userDrawn="1"/>
        </p:nvSpPr>
        <p:spPr>
          <a:xfrm>
            <a:off x="6096309" y="2580873"/>
            <a:ext cx="709636" cy="338554"/>
          </a:xfrm>
          <a:prstGeom prst="rect">
            <a:avLst/>
          </a:prstGeom>
          <a:noFill/>
        </p:spPr>
        <p:txBody>
          <a:bodyPr wrap="square" lIns="0" rIns="0">
            <a:noAutofit/>
          </a:bodyPr>
          <a:lstStyle/>
          <a:p>
            <a:pPr algn="ctr"/>
            <a:r>
              <a:rPr lang="en-US" sz="800">
                <a:solidFill>
                  <a:schemeClr val="tx1"/>
                </a:solidFill>
              </a:rPr>
              <a:t>APP 3rd </a:t>
            </a:r>
            <a:br>
              <a:rPr lang="en-US" sz="800">
                <a:solidFill>
                  <a:schemeClr val="tx1"/>
                </a:solidFill>
              </a:rPr>
            </a:br>
            <a:r>
              <a:rPr lang="en-US" sz="800">
                <a:solidFill>
                  <a:schemeClr val="tx1"/>
                </a:solidFill>
              </a:rPr>
              <a:t>Party Story</a:t>
            </a:r>
          </a:p>
        </p:txBody>
      </p:sp>
      <p:sp>
        <p:nvSpPr>
          <p:cNvPr id="186" name="TextBox 185">
            <a:extLst>
              <a:ext uri="{FF2B5EF4-FFF2-40B4-BE49-F238E27FC236}">
                <a16:creationId xmlns:a16="http://schemas.microsoft.com/office/drawing/2014/main" id="{D62BB331-D917-D93E-6266-708E5188336B}"/>
              </a:ext>
            </a:extLst>
          </p:cNvPr>
          <p:cNvSpPr txBox="1"/>
          <p:nvPr userDrawn="1"/>
        </p:nvSpPr>
        <p:spPr>
          <a:xfrm>
            <a:off x="6810720" y="1753079"/>
            <a:ext cx="709636" cy="215444"/>
          </a:xfrm>
          <a:prstGeom prst="rect">
            <a:avLst/>
          </a:prstGeom>
          <a:noFill/>
        </p:spPr>
        <p:txBody>
          <a:bodyPr wrap="square" lIns="0" rIns="0">
            <a:noAutofit/>
          </a:bodyPr>
          <a:lstStyle/>
          <a:p>
            <a:pPr algn="ctr"/>
            <a:r>
              <a:rPr lang="en-US" sz="800">
                <a:solidFill>
                  <a:schemeClr val="tx1"/>
                </a:solidFill>
              </a:rPr>
              <a:t>AI Chip </a:t>
            </a:r>
            <a:br>
              <a:rPr lang="en-US" sz="800">
                <a:solidFill>
                  <a:schemeClr val="tx1"/>
                </a:solidFill>
              </a:rPr>
            </a:br>
            <a:r>
              <a:rPr lang="en-US" sz="800">
                <a:solidFill>
                  <a:schemeClr val="tx1"/>
                </a:solidFill>
              </a:rPr>
              <a:t>Engine</a:t>
            </a:r>
          </a:p>
        </p:txBody>
      </p:sp>
      <p:sp>
        <p:nvSpPr>
          <p:cNvPr id="188" name="TextBox 187">
            <a:extLst>
              <a:ext uri="{FF2B5EF4-FFF2-40B4-BE49-F238E27FC236}">
                <a16:creationId xmlns:a16="http://schemas.microsoft.com/office/drawing/2014/main" id="{1B6FE7F1-F0D3-9943-3C58-F246C2C6319B}"/>
              </a:ext>
            </a:extLst>
          </p:cNvPr>
          <p:cNvSpPr txBox="1"/>
          <p:nvPr userDrawn="1"/>
        </p:nvSpPr>
        <p:spPr>
          <a:xfrm>
            <a:off x="6810720" y="5877738"/>
            <a:ext cx="709636" cy="215444"/>
          </a:xfrm>
          <a:prstGeom prst="rect">
            <a:avLst/>
          </a:prstGeom>
          <a:noFill/>
        </p:spPr>
        <p:txBody>
          <a:bodyPr wrap="square" lIns="0" rIns="0">
            <a:noAutofit/>
          </a:bodyPr>
          <a:lstStyle/>
          <a:p>
            <a:pPr algn="ctr"/>
            <a:r>
              <a:rPr lang="en-US" sz="800">
                <a:solidFill>
                  <a:schemeClr val="tx1"/>
                </a:solidFill>
              </a:rPr>
              <a:t>Touch app</a:t>
            </a:r>
          </a:p>
        </p:txBody>
      </p:sp>
      <p:sp>
        <p:nvSpPr>
          <p:cNvPr id="190" name="TextBox 189">
            <a:extLst>
              <a:ext uri="{FF2B5EF4-FFF2-40B4-BE49-F238E27FC236}">
                <a16:creationId xmlns:a16="http://schemas.microsoft.com/office/drawing/2014/main" id="{DAB33093-D44B-2D97-4356-7477A3167BF9}"/>
              </a:ext>
            </a:extLst>
          </p:cNvPr>
          <p:cNvSpPr txBox="1"/>
          <p:nvPr userDrawn="1"/>
        </p:nvSpPr>
        <p:spPr>
          <a:xfrm>
            <a:off x="8959652" y="3367961"/>
            <a:ext cx="709636" cy="215444"/>
          </a:xfrm>
          <a:prstGeom prst="rect">
            <a:avLst/>
          </a:prstGeom>
          <a:noFill/>
        </p:spPr>
        <p:txBody>
          <a:bodyPr wrap="square" lIns="0" rIns="0">
            <a:noAutofit/>
          </a:bodyPr>
          <a:lstStyle/>
          <a:p>
            <a:pPr algn="ctr"/>
            <a:r>
              <a:rPr lang="en-US" sz="800">
                <a:solidFill>
                  <a:schemeClr val="tx1"/>
                </a:solidFill>
              </a:rPr>
              <a:t>Barcode </a:t>
            </a:r>
            <a:br>
              <a:rPr lang="en-US" sz="800">
                <a:solidFill>
                  <a:schemeClr val="tx1"/>
                </a:solidFill>
              </a:rPr>
            </a:br>
            <a:r>
              <a:rPr lang="en-US" sz="800">
                <a:solidFill>
                  <a:schemeClr val="tx1"/>
                </a:solidFill>
              </a:rPr>
              <a:t>Retail</a:t>
            </a:r>
          </a:p>
        </p:txBody>
      </p:sp>
      <p:sp>
        <p:nvSpPr>
          <p:cNvPr id="192" name="TextBox 191">
            <a:extLst>
              <a:ext uri="{FF2B5EF4-FFF2-40B4-BE49-F238E27FC236}">
                <a16:creationId xmlns:a16="http://schemas.microsoft.com/office/drawing/2014/main" id="{CF4B254F-A656-0013-3E04-38B792CA7F65}"/>
              </a:ext>
            </a:extLst>
          </p:cNvPr>
          <p:cNvSpPr txBox="1"/>
          <p:nvPr userDrawn="1"/>
        </p:nvSpPr>
        <p:spPr>
          <a:xfrm>
            <a:off x="8959652" y="4216498"/>
            <a:ext cx="709636" cy="215444"/>
          </a:xfrm>
          <a:prstGeom prst="rect">
            <a:avLst/>
          </a:prstGeom>
          <a:noFill/>
        </p:spPr>
        <p:txBody>
          <a:bodyPr wrap="square" lIns="0" rIns="0">
            <a:noAutofit/>
          </a:bodyPr>
          <a:lstStyle/>
          <a:p>
            <a:pPr algn="ctr"/>
            <a:r>
              <a:rPr lang="en-US" sz="800">
                <a:solidFill>
                  <a:schemeClr val="tx1"/>
                </a:solidFill>
              </a:rPr>
              <a:t>Business Agreement V1</a:t>
            </a:r>
          </a:p>
        </p:txBody>
      </p:sp>
      <p:sp>
        <p:nvSpPr>
          <p:cNvPr id="194" name="TextBox 193">
            <a:extLst>
              <a:ext uri="{FF2B5EF4-FFF2-40B4-BE49-F238E27FC236}">
                <a16:creationId xmlns:a16="http://schemas.microsoft.com/office/drawing/2014/main" id="{F45D9769-572E-7CCF-71EA-8D31429E5EE1}"/>
              </a:ext>
            </a:extLst>
          </p:cNvPr>
          <p:cNvSpPr txBox="1"/>
          <p:nvPr userDrawn="1"/>
        </p:nvSpPr>
        <p:spPr>
          <a:xfrm>
            <a:off x="9672676" y="5053521"/>
            <a:ext cx="709636" cy="215444"/>
          </a:xfrm>
          <a:prstGeom prst="rect">
            <a:avLst/>
          </a:prstGeom>
          <a:noFill/>
        </p:spPr>
        <p:txBody>
          <a:bodyPr wrap="square" lIns="0" rIns="0">
            <a:noAutofit/>
          </a:bodyPr>
          <a:lstStyle/>
          <a:p>
            <a:pPr algn="ctr"/>
            <a:r>
              <a:rPr lang="en-US" sz="800">
                <a:solidFill>
                  <a:schemeClr val="tx1"/>
                </a:solidFill>
              </a:rPr>
              <a:t>Technology chip V2</a:t>
            </a:r>
          </a:p>
        </p:txBody>
      </p:sp>
      <p:sp>
        <p:nvSpPr>
          <p:cNvPr id="196" name="TextBox 195">
            <a:extLst>
              <a:ext uri="{FF2B5EF4-FFF2-40B4-BE49-F238E27FC236}">
                <a16:creationId xmlns:a16="http://schemas.microsoft.com/office/drawing/2014/main" id="{51472E69-C443-F326-86F8-C88BD4F741FB}"/>
              </a:ext>
            </a:extLst>
          </p:cNvPr>
          <p:cNvSpPr txBox="1"/>
          <p:nvPr userDrawn="1"/>
        </p:nvSpPr>
        <p:spPr>
          <a:xfrm>
            <a:off x="8959652" y="2580873"/>
            <a:ext cx="709636" cy="338554"/>
          </a:xfrm>
          <a:prstGeom prst="rect">
            <a:avLst/>
          </a:prstGeom>
          <a:noFill/>
        </p:spPr>
        <p:txBody>
          <a:bodyPr wrap="square" lIns="0" rIns="0">
            <a:noAutofit/>
          </a:bodyPr>
          <a:lstStyle/>
          <a:p>
            <a:pPr algn="ctr"/>
            <a:r>
              <a:rPr lang="en-US" sz="800">
                <a:solidFill>
                  <a:schemeClr val="tx1"/>
                </a:solidFill>
              </a:rPr>
              <a:t>Arrow Down</a:t>
            </a:r>
          </a:p>
        </p:txBody>
      </p:sp>
      <p:sp>
        <p:nvSpPr>
          <p:cNvPr id="198" name="TextBox 197">
            <a:extLst>
              <a:ext uri="{FF2B5EF4-FFF2-40B4-BE49-F238E27FC236}">
                <a16:creationId xmlns:a16="http://schemas.microsoft.com/office/drawing/2014/main" id="{BDCB3D5F-2083-DAEB-5D9B-493A2A62149A}"/>
              </a:ext>
            </a:extLst>
          </p:cNvPr>
          <p:cNvSpPr txBox="1"/>
          <p:nvPr userDrawn="1"/>
        </p:nvSpPr>
        <p:spPr>
          <a:xfrm>
            <a:off x="9672676" y="1753079"/>
            <a:ext cx="709636" cy="338554"/>
          </a:xfrm>
          <a:prstGeom prst="rect">
            <a:avLst/>
          </a:prstGeom>
          <a:noFill/>
        </p:spPr>
        <p:txBody>
          <a:bodyPr wrap="square" lIns="0" rIns="0">
            <a:noAutofit/>
          </a:bodyPr>
          <a:lstStyle/>
          <a:p>
            <a:pPr algn="ctr"/>
            <a:r>
              <a:rPr lang="en-US" sz="800">
                <a:solidFill>
                  <a:schemeClr val="tx1"/>
                </a:solidFill>
              </a:rPr>
              <a:t>Alert Alarm</a:t>
            </a:r>
          </a:p>
        </p:txBody>
      </p:sp>
      <p:sp>
        <p:nvSpPr>
          <p:cNvPr id="200" name="TextBox 199">
            <a:extLst>
              <a:ext uri="{FF2B5EF4-FFF2-40B4-BE49-F238E27FC236}">
                <a16:creationId xmlns:a16="http://schemas.microsoft.com/office/drawing/2014/main" id="{76F35152-B5C2-9844-D611-88B49788AEB3}"/>
              </a:ext>
            </a:extLst>
          </p:cNvPr>
          <p:cNvSpPr txBox="1"/>
          <p:nvPr userDrawn="1"/>
        </p:nvSpPr>
        <p:spPr>
          <a:xfrm>
            <a:off x="10387591" y="5877738"/>
            <a:ext cx="709636" cy="338554"/>
          </a:xfrm>
          <a:prstGeom prst="rect">
            <a:avLst/>
          </a:prstGeom>
          <a:noFill/>
        </p:spPr>
        <p:txBody>
          <a:bodyPr wrap="square" lIns="0" rIns="0">
            <a:noAutofit/>
          </a:bodyPr>
          <a:lstStyle/>
          <a:p>
            <a:pPr algn="ctr"/>
            <a:r>
              <a:rPr lang="en-US" sz="800">
                <a:solidFill>
                  <a:schemeClr val="tx1"/>
                </a:solidFill>
              </a:rPr>
              <a:t>Trees</a:t>
            </a:r>
          </a:p>
        </p:txBody>
      </p:sp>
      <p:sp>
        <p:nvSpPr>
          <p:cNvPr id="202" name="TextBox 201">
            <a:extLst>
              <a:ext uri="{FF2B5EF4-FFF2-40B4-BE49-F238E27FC236}">
                <a16:creationId xmlns:a16="http://schemas.microsoft.com/office/drawing/2014/main" id="{62D2C08A-0AE1-2A74-FAA6-25DA7665AE7D}"/>
              </a:ext>
            </a:extLst>
          </p:cNvPr>
          <p:cNvSpPr txBox="1"/>
          <p:nvPr userDrawn="1"/>
        </p:nvSpPr>
        <p:spPr>
          <a:xfrm>
            <a:off x="2524257" y="3367961"/>
            <a:ext cx="709636" cy="338554"/>
          </a:xfrm>
          <a:prstGeom prst="rect">
            <a:avLst/>
          </a:prstGeom>
          <a:noFill/>
        </p:spPr>
        <p:txBody>
          <a:bodyPr wrap="square" lIns="0" rIns="0">
            <a:noAutofit/>
          </a:bodyPr>
          <a:lstStyle/>
          <a:p>
            <a:pPr algn="ctr"/>
            <a:r>
              <a:rPr lang="en-US" sz="800">
                <a:solidFill>
                  <a:schemeClr val="tx1"/>
                </a:solidFill>
              </a:rPr>
              <a:t>Automated Data Entry</a:t>
            </a:r>
          </a:p>
        </p:txBody>
      </p:sp>
      <p:sp>
        <p:nvSpPr>
          <p:cNvPr id="204" name="TextBox 203">
            <a:extLst>
              <a:ext uri="{FF2B5EF4-FFF2-40B4-BE49-F238E27FC236}">
                <a16:creationId xmlns:a16="http://schemas.microsoft.com/office/drawing/2014/main" id="{B3AB210F-4704-FE34-00F6-BA67E36F9A0D}"/>
              </a:ext>
            </a:extLst>
          </p:cNvPr>
          <p:cNvSpPr txBox="1"/>
          <p:nvPr userDrawn="1"/>
        </p:nvSpPr>
        <p:spPr>
          <a:xfrm>
            <a:off x="2524257" y="4216498"/>
            <a:ext cx="709636" cy="215444"/>
          </a:xfrm>
          <a:prstGeom prst="rect">
            <a:avLst/>
          </a:prstGeom>
          <a:noFill/>
        </p:spPr>
        <p:txBody>
          <a:bodyPr wrap="square" lIns="0" rIns="0">
            <a:noAutofit/>
          </a:bodyPr>
          <a:lstStyle/>
          <a:p>
            <a:pPr algn="ctr"/>
            <a:r>
              <a:rPr lang="en-US" sz="800">
                <a:solidFill>
                  <a:schemeClr val="tx1"/>
                </a:solidFill>
              </a:rPr>
              <a:t>Book Text Copy</a:t>
            </a:r>
          </a:p>
        </p:txBody>
      </p:sp>
      <p:sp>
        <p:nvSpPr>
          <p:cNvPr id="206" name="TextBox 205">
            <a:extLst>
              <a:ext uri="{FF2B5EF4-FFF2-40B4-BE49-F238E27FC236}">
                <a16:creationId xmlns:a16="http://schemas.microsoft.com/office/drawing/2014/main" id="{5673C0EC-67FD-1891-6947-AB545172AF3F}"/>
              </a:ext>
            </a:extLst>
          </p:cNvPr>
          <p:cNvSpPr txBox="1"/>
          <p:nvPr userDrawn="1"/>
        </p:nvSpPr>
        <p:spPr>
          <a:xfrm>
            <a:off x="3241239" y="5053521"/>
            <a:ext cx="709636" cy="215444"/>
          </a:xfrm>
          <a:prstGeom prst="rect">
            <a:avLst/>
          </a:prstGeom>
          <a:noFill/>
        </p:spPr>
        <p:txBody>
          <a:bodyPr wrap="square" lIns="0" rIns="0">
            <a:noAutofit/>
          </a:bodyPr>
          <a:lstStyle/>
          <a:p>
            <a:pPr algn="ctr"/>
            <a:r>
              <a:rPr lang="en-US" sz="800">
                <a:solidFill>
                  <a:schemeClr val="tx1"/>
                </a:solidFill>
              </a:rPr>
              <a:t>Cart Shopping</a:t>
            </a:r>
          </a:p>
        </p:txBody>
      </p:sp>
      <p:sp>
        <p:nvSpPr>
          <p:cNvPr id="208" name="TextBox 207">
            <a:extLst>
              <a:ext uri="{FF2B5EF4-FFF2-40B4-BE49-F238E27FC236}">
                <a16:creationId xmlns:a16="http://schemas.microsoft.com/office/drawing/2014/main" id="{976F7DF7-1D36-DF43-79B3-91EB7DDDBCB4}"/>
              </a:ext>
            </a:extLst>
          </p:cNvPr>
          <p:cNvSpPr txBox="1"/>
          <p:nvPr userDrawn="1"/>
        </p:nvSpPr>
        <p:spPr>
          <a:xfrm>
            <a:off x="11099777" y="1753079"/>
            <a:ext cx="709636" cy="215444"/>
          </a:xfrm>
          <a:prstGeom prst="rect">
            <a:avLst/>
          </a:prstGeom>
          <a:noFill/>
        </p:spPr>
        <p:txBody>
          <a:bodyPr wrap="square" lIns="0" rIns="0">
            <a:noAutofit/>
          </a:bodyPr>
          <a:lstStyle/>
          <a:p>
            <a:pPr algn="ctr"/>
            <a:r>
              <a:rPr lang="en-US" sz="800">
                <a:solidFill>
                  <a:schemeClr val="tx1"/>
                </a:solidFill>
              </a:rPr>
              <a:t>Anniversary</a:t>
            </a:r>
          </a:p>
        </p:txBody>
      </p:sp>
      <p:sp>
        <p:nvSpPr>
          <p:cNvPr id="210" name="TextBox 209">
            <a:extLst>
              <a:ext uri="{FF2B5EF4-FFF2-40B4-BE49-F238E27FC236}">
                <a16:creationId xmlns:a16="http://schemas.microsoft.com/office/drawing/2014/main" id="{6AE69D01-FA47-1106-3CF0-91A88A9BB6D5}"/>
              </a:ext>
            </a:extLst>
          </p:cNvPr>
          <p:cNvSpPr txBox="1"/>
          <p:nvPr userDrawn="1"/>
        </p:nvSpPr>
        <p:spPr>
          <a:xfrm>
            <a:off x="3241239" y="1753079"/>
            <a:ext cx="709636" cy="215444"/>
          </a:xfrm>
          <a:prstGeom prst="rect">
            <a:avLst/>
          </a:prstGeom>
          <a:noFill/>
        </p:spPr>
        <p:txBody>
          <a:bodyPr wrap="square" lIns="0" rIns="0">
            <a:noAutofit/>
          </a:bodyPr>
          <a:lstStyle/>
          <a:p>
            <a:pPr algn="ctr"/>
            <a:r>
              <a:rPr lang="en-US" sz="800">
                <a:solidFill>
                  <a:schemeClr val="tx1"/>
                </a:solidFill>
              </a:rPr>
              <a:t>Abstract</a:t>
            </a:r>
          </a:p>
        </p:txBody>
      </p:sp>
      <p:sp>
        <p:nvSpPr>
          <p:cNvPr id="212" name="TextBox 211">
            <a:extLst>
              <a:ext uri="{FF2B5EF4-FFF2-40B4-BE49-F238E27FC236}">
                <a16:creationId xmlns:a16="http://schemas.microsoft.com/office/drawing/2014/main" id="{71E80189-DC96-BC03-4B8F-03FA3C5AB3F6}"/>
              </a:ext>
            </a:extLst>
          </p:cNvPr>
          <p:cNvSpPr txBox="1"/>
          <p:nvPr userDrawn="1"/>
        </p:nvSpPr>
        <p:spPr>
          <a:xfrm>
            <a:off x="3241239" y="5877738"/>
            <a:ext cx="709636" cy="215444"/>
          </a:xfrm>
          <a:prstGeom prst="rect">
            <a:avLst/>
          </a:prstGeom>
          <a:noFill/>
        </p:spPr>
        <p:txBody>
          <a:bodyPr wrap="square" lIns="0" rIns="0">
            <a:noAutofit/>
          </a:bodyPr>
          <a:lstStyle/>
          <a:p>
            <a:pPr algn="ctr"/>
            <a:r>
              <a:rPr lang="en-US" sz="800">
                <a:solidFill>
                  <a:schemeClr val="tx1"/>
                </a:solidFill>
              </a:rPr>
              <a:t>Thermostat </a:t>
            </a:r>
            <a:br>
              <a:rPr lang="en-US" sz="800">
                <a:solidFill>
                  <a:schemeClr val="tx1"/>
                </a:solidFill>
              </a:rPr>
            </a:br>
            <a:r>
              <a:rPr lang="en-US" sz="800">
                <a:solidFill>
                  <a:schemeClr val="tx1"/>
                </a:solidFill>
              </a:rPr>
              <a:t>V2</a:t>
            </a:r>
          </a:p>
        </p:txBody>
      </p:sp>
      <p:sp>
        <p:nvSpPr>
          <p:cNvPr id="214" name="TextBox 213">
            <a:extLst>
              <a:ext uri="{FF2B5EF4-FFF2-40B4-BE49-F238E27FC236}">
                <a16:creationId xmlns:a16="http://schemas.microsoft.com/office/drawing/2014/main" id="{416BAECE-0CE1-836E-0D62-848D02D5872E}"/>
              </a:ext>
            </a:extLst>
          </p:cNvPr>
          <p:cNvSpPr txBox="1"/>
          <p:nvPr userDrawn="1"/>
        </p:nvSpPr>
        <p:spPr>
          <a:xfrm>
            <a:off x="3932072" y="3367961"/>
            <a:ext cx="709636" cy="338554"/>
          </a:xfrm>
          <a:prstGeom prst="rect">
            <a:avLst/>
          </a:prstGeom>
          <a:noFill/>
        </p:spPr>
        <p:txBody>
          <a:bodyPr wrap="square" lIns="0" rIns="0">
            <a:noAutofit/>
          </a:bodyPr>
          <a:lstStyle/>
          <a:p>
            <a:pPr algn="ctr"/>
            <a:r>
              <a:rPr lang="en-US" sz="800">
                <a:solidFill>
                  <a:schemeClr val="tx1"/>
                </a:solidFill>
              </a:rPr>
              <a:t>Automation Workflow</a:t>
            </a:r>
          </a:p>
        </p:txBody>
      </p:sp>
      <p:sp>
        <p:nvSpPr>
          <p:cNvPr id="216" name="TextBox 215">
            <a:extLst>
              <a:ext uri="{FF2B5EF4-FFF2-40B4-BE49-F238E27FC236}">
                <a16:creationId xmlns:a16="http://schemas.microsoft.com/office/drawing/2014/main" id="{F2234D4F-798E-8307-04B9-3EF029746E92}"/>
              </a:ext>
            </a:extLst>
          </p:cNvPr>
          <p:cNvSpPr txBox="1"/>
          <p:nvPr userDrawn="1"/>
        </p:nvSpPr>
        <p:spPr>
          <a:xfrm>
            <a:off x="3932072" y="4216498"/>
            <a:ext cx="709636" cy="215444"/>
          </a:xfrm>
          <a:prstGeom prst="rect">
            <a:avLst/>
          </a:prstGeom>
          <a:noFill/>
        </p:spPr>
        <p:txBody>
          <a:bodyPr wrap="square" lIns="0" rIns="0">
            <a:noAutofit/>
          </a:bodyPr>
          <a:lstStyle/>
          <a:p>
            <a:pPr algn="ctr"/>
            <a:r>
              <a:rPr lang="en-US" sz="800">
                <a:solidFill>
                  <a:schemeClr val="tx1"/>
                </a:solidFill>
              </a:rPr>
              <a:t>Brochure V2</a:t>
            </a:r>
          </a:p>
        </p:txBody>
      </p:sp>
      <p:sp>
        <p:nvSpPr>
          <p:cNvPr id="218" name="TextBox 217">
            <a:extLst>
              <a:ext uri="{FF2B5EF4-FFF2-40B4-BE49-F238E27FC236}">
                <a16:creationId xmlns:a16="http://schemas.microsoft.com/office/drawing/2014/main" id="{56CFBF42-D1D4-D2F9-DA9E-102F14C6F422}"/>
              </a:ext>
            </a:extLst>
          </p:cNvPr>
          <p:cNvSpPr txBox="1"/>
          <p:nvPr userDrawn="1"/>
        </p:nvSpPr>
        <p:spPr>
          <a:xfrm>
            <a:off x="4667488" y="5053521"/>
            <a:ext cx="709636" cy="215444"/>
          </a:xfrm>
          <a:prstGeom prst="rect">
            <a:avLst/>
          </a:prstGeom>
          <a:noFill/>
        </p:spPr>
        <p:txBody>
          <a:bodyPr wrap="square" lIns="0" rIns="0">
            <a:noAutofit/>
          </a:bodyPr>
          <a:lstStyle/>
          <a:p>
            <a:pPr algn="ctr"/>
            <a:r>
              <a:rPr lang="en-US" sz="800">
                <a:solidFill>
                  <a:schemeClr val="tx1"/>
                </a:solidFill>
              </a:rPr>
              <a:t>Certification </a:t>
            </a:r>
            <a:br>
              <a:rPr lang="en-US" sz="800">
                <a:solidFill>
                  <a:schemeClr val="tx1"/>
                </a:solidFill>
              </a:rPr>
            </a:br>
            <a:r>
              <a:rPr lang="en-US" sz="800">
                <a:solidFill>
                  <a:schemeClr val="tx1"/>
                </a:solidFill>
              </a:rPr>
              <a:t>V2</a:t>
            </a:r>
          </a:p>
        </p:txBody>
      </p:sp>
      <p:sp>
        <p:nvSpPr>
          <p:cNvPr id="220" name="TextBox 219">
            <a:extLst>
              <a:ext uri="{FF2B5EF4-FFF2-40B4-BE49-F238E27FC236}">
                <a16:creationId xmlns:a16="http://schemas.microsoft.com/office/drawing/2014/main" id="{5A29C45F-DA24-45DA-B830-3166758F63A6}"/>
              </a:ext>
            </a:extLst>
          </p:cNvPr>
          <p:cNvSpPr txBox="1"/>
          <p:nvPr userDrawn="1"/>
        </p:nvSpPr>
        <p:spPr>
          <a:xfrm>
            <a:off x="3932072" y="2580873"/>
            <a:ext cx="709636" cy="215444"/>
          </a:xfrm>
          <a:prstGeom prst="rect">
            <a:avLst/>
          </a:prstGeom>
          <a:noFill/>
        </p:spPr>
        <p:txBody>
          <a:bodyPr wrap="square" lIns="0" rIns="0">
            <a:noAutofit/>
          </a:bodyPr>
          <a:lstStyle/>
          <a:p>
            <a:pPr algn="ctr"/>
            <a:r>
              <a:rPr lang="en-US" sz="800">
                <a:solidFill>
                  <a:schemeClr val="tx1"/>
                </a:solidFill>
              </a:rPr>
              <a:t>API Build </a:t>
            </a:r>
          </a:p>
        </p:txBody>
      </p:sp>
      <p:sp>
        <p:nvSpPr>
          <p:cNvPr id="222" name="TextBox 221">
            <a:extLst>
              <a:ext uri="{FF2B5EF4-FFF2-40B4-BE49-F238E27FC236}">
                <a16:creationId xmlns:a16="http://schemas.microsoft.com/office/drawing/2014/main" id="{1FD2E894-9D46-71DA-9721-CE2B1006555D}"/>
              </a:ext>
            </a:extLst>
          </p:cNvPr>
          <p:cNvSpPr txBox="1"/>
          <p:nvPr userDrawn="1"/>
        </p:nvSpPr>
        <p:spPr>
          <a:xfrm>
            <a:off x="4667488" y="1753079"/>
            <a:ext cx="709636" cy="338554"/>
          </a:xfrm>
          <a:prstGeom prst="rect">
            <a:avLst/>
          </a:prstGeom>
          <a:noFill/>
        </p:spPr>
        <p:txBody>
          <a:bodyPr wrap="square" lIns="0" rIns="0">
            <a:noAutofit/>
          </a:bodyPr>
          <a:lstStyle/>
          <a:p>
            <a:pPr algn="ctr"/>
            <a:r>
              <a:rPr lang="en-US" sz="800">
                <a:solidFill>
                  <a:schemeClr val="tx1"/>
                </a:solidFill>
              </a:rPr>
              <a:t>Advanced </a:t>
            </a:r>
          </a:p>
          <a:p>
            <a:pPr algn="ctr"/>
            <a:r>
              <a:rPr lang="en-US" sz="800">
                <a:solidFill>
                  <a:schemeClr val="tx1"/>
                </a:solidFill>
              </a:rPr>
              <a:t>OCR</a:t>
            </a:r>
          </a:p>
        </p:txBody>
      </p:sp>
      <p:sp>
        <p:nvSpPr>
          <p:cNvPr id="224" name="TextBox 223">
            <a:extLst>
              <a:ext uri="{FF2B5EF4-FFF2-40B4-BE49-F238E27FC236}">
                <a16:creationId xmlns:a16="http://schemas.microsoft.com/office/drawing/2014/main" id="{72D9A549-003A-8429-019E-98CED2AFC783}"/>
              </a:ext>
            </a:extLst>
          </p:cNvPr>
          <p:cNvSpPr txBox="1"/>
          <p:nvPr userDrawn="1"/>
        </p:nvSpPr>
        <p:spPr>
          <a:xfrm>
            <a:off x="4667488" y="5877738"/>
            <a:ext cx="709636" cy="215444"/>
          </a:xfrm>
          <a:prstGeom prst="rect">
            <a:avLst/>
          </a:prstGeom>
          <a:noFill/>
        </p:spPr>
        <p:txBody>
          <a:bodyPr wrap="square" lIns="0" rIns="0">
            <a:noAutofit/>
          </a:bodyPr>
          <a:lstStyle/>
          <a:p>
            <a:pPr algn="ctr"/>
            <a:r>
              <a:rPr lang="en-US" sz="800">
                <a:solidFill>
                  <a:schemeClr val="tx1"/>
                </a:solidFill>
              </a:rPr>
              <a:t>Tie </a:t>
            </a:r>
            <a:r>
              <a:rPr lang="en-US" sz="800" err="1">
                <a:solidFill>
                  <a:schemeClr val="tx1"/>
                </a:solidFill>
              </a:rPr>
              <a:t>Dresscode</a:t>
            </a:r>
            <a:endParaRPr lang="en-US" sz="800">
              <a:solidFill>
                <a:schemeClr val="tx1"/>
              </a:solidFill>
            </a:endParaRPr>
          </a:p>
        </p:txBody>
      </p:sp>
      <p:sp>
        <p:nvSpPr>
          <p:cNvPr id="226" name="TextBox 225">
            <a:extLst>
              <a:ext uri="{FF2B5EF4-FFF2-40B4-BE49-F238E27FC236}">
                <a16:creationId xmlns:a16="http://schemas.microsoft.com/office/drawing/2014/main" id="{B81DB415-4591-ECD0-32E1-CD340D03FA47}"/>
              </a:ext>
            </a:extLst>
          </p:cNvPr>
          <p:cNvSpPr txBox="1"/>
          <p:nvPr userDrawn="1"/>
        </p:nvSpPr>
        <p:spPr>
          <a:xfrm>
            <a:off x="3241239" y="3367961"/>
            <a:ext cx="709636" cy="338554"/>
          </a:xfrm>
          <a:prstGeom prst="rect">
            <a:avLst/>
          </a:prstGeom>
          <a:noFill/>
        </p:spPr>
        <p:txBody>
          <a:bodyPr wrap="square" lIns="0" rIns="0">
            <a:noAutofit/>
          </a:bodyPr>
          <a:lstStyle/>
          <a:p>
            <a:pPr algn="ctr"/>
            <a:r>
              <a:rPr lang="en-US" sz="800">
                <a:solidFill>
                  <a:schemeClr val="tx1"/>
                </a:solidFill>
              </a:rPr>
              <a:t>Automation Process RPA</a:t>
            </a:r>
          </a:p>
        </p:txBody>
      </p:sp>
      <p:sp>
        <p:nvSpPr>
          <p:cNvPr id="228" name="TextBox 227">
            <a:extLst>
              <a:ext uri="{FF2B5EF4-FFF2-40B4-BE49-F238E27FC236}">
                <a16:creationId xmlns:a16="http://schemas.microsoft.com/office/drawing/2014/main" id="{5F63E364-343A-B3B7-E9DF-AAF38A5BD1EB}"/>
              </a:ext>
            </a:extLst>
          </p:cNvPr>
          <p:cNvSpPr txBox="1"/>
          <p:nvPr userDrawn="1"/>
        </p:nvSpPr>
        <p:spPr>
          <a:xfrm>
            <a:off x="3241239" y="4216498"/>
            <a:ext cx="709636" cy="338554"/>
          </a:xfrm>
          <a:prstGeom prst="rect">
            <a:avLst/>
          </a:prstGeom>
          <a:noFill/>
        </p:spPr>
        <p:txBody>
          <a:bodyPr wrap="square" lIns="0" rIns="0">
            <a:noAutofit/>
          </a:bodyPr>
          <a:lstStyle/>
          <a:p>
            <a:pPr algn="ctr"/>
            <a:r>
              <a:rPr lang="en-US" sz="800">
                <a:solidFill>
                  <a:schemeClr val="tx1"/>
                </a:solidFill>
              </a:rPr>
              <a:t>Brochure V1</a:t>
            </a:r>
          </a:p>
        </p:txBody>
      </p:sp>
      <p:sp>
        <p:nvSpPr>
          <p:cNvPr id="230" name="TextBox 229">
            <a:extLst>
              <a:ext uri="{FF2B5EF4-FFF2-40B4-BE49-F238E27FC236}">
                <a16:creationId xmlns:a16="http://schemas.microsoft.com/office/drawing/2014/main" id="{8C9E9303-24D5-EC49-FFAD-9784E0D73A26}"/>
              </a:ext>
            </a:extLst>
          </p:cNvPr>
          <p:cNvSpPr txBox="1"/>
          <p:nvPr userDrawn="1"/>
        </p:nvSpPr>
        <p:spPr>
          <a:xfrm>
            <a:off x="3932072" y="5053521"/>
            <a:ext cx="709636" cy="215444"/>
          </a:xfrm>
          <a:prstGeom prst="rect">
            <a:avLst/>
          </a:prstGeom>
          <a:noFill/>
        </p:spPr>
        <p:txBody>
          <a:bodyPr wrap="square" lIns="0" rIns="0">
            <a:noAutofit/>
          </a:bodyPr>
          <a:lstStyle/>
          <a:p>
            <a:pPr algn="ctr"/>
            <a:r>
              <a:rPr lang="en-US" sz="800">
                <a:solidFill>
                  <a:schemeClr val="tx1"/>
                </a:solidFill>
              </a:rPr>
              <a:t>Certification </a:t>
            </a:r>
            <a:br>
              <a:rPr lang="en-US" sz="800">
                <a:solidFill>
                  <a:schemeClr val="tx1"/>
                </a:solidFill>
              </a:rPr>
            </a:br>
            <a:r>
              <a:rPr lang="en-US" sz="800">
                <a:solidFill>
                  <a:schemeClr val="tx1"/>
                </a:solidFill>
              </a:rPr>
              <a:t>V1</a:t>
            </a:r>
          </a:p>
        </p:txBody>
      </p:sp>
      <p:sp>
        <p:nvSpPr>
          <p:cNvPr id="232" name="TextBox 231">
            <a:extLst>
              <a:ext uri="{FF2B5EF4-FFF2-40B4-BE49-F238E27FC236}">
                <a16:creationId xmlns:a16="http://schemas.microsoft.com/office/drawing/2014/main" id="{11F7BC0A-7254-AC6E-55F8-05D23172904F}"/>
              </a:ext>
            </a:extLst>
          </p:cNvPr>
          <p:cNvSpPr txBox="1"/>
          <p:nvPr userDrawn="1"/>
        </p:nvSpPr>
        <p:spPr>
          <a:xfrm>
            <a:off x="3241239" y="2580873"/>
            <a:ext cx="709636" cy="215444"/>
          </a:xfrm>
          <a:prstGeom prst="rect">
            <a:avLst/>
          </a:prstGeom>
          <a:noFill/>
        </p:spPr>
        <p:txBody>
          <a:bodyPr wrap="square" lIns="0" rIns="0">
            <a:noAutofit/>
          </a:bodyPr>
          <a:lstStyle/>
          <a:p>
            <a:pPr algn="ctr"/>
            <a:r>
              <a:rPr lang="en-US" sz="800">
                <a:solidFill>
                  <a:schemeClr val="tx1"/>
                </a:solidFill>
              </a:rPr>
              <a:t>Anonymous</a:t>
            </a:r>
          </a:p>
        </p:txBody>
      </p:sp>
      <p:sp>
        <p:nvSpPr>
          <p:cNvPr id="234" name="TextBox 233">
            <a:extLst>
              <a:ext uri="{FF2B5EF4-FFF2-40B4-BE49-F238E27FC236}">
                <a16:creationId xmlns:a16="http://schemas.microsoft.com/office/drawing/2014/main" id="{13817C15-2271-1E0D-9B77-D4F91F4B971C}"/>
              </a:ext>
            </a:extLst>
          </p:cNvPr>
          <p:cNvSpPr txBox="1"/>
          <p:nvPr userDrawn="1"/>
        </p:nvSpPr>
        <p:spPr>
          <a:xfrm>
            <a:off x="3932072" y="1753079"/>
            <a:ext cx="709636" cy="215444"/>
          </a:xfrm>
          <a:prstGeom prst="rect">
            <a:avLst/>
          </a:prstGeom>
          <a:noFill/>
        </p:spPr>
        <p:txBody>
          <a:bodyPr wrap="square" lIns="0" rIns="0">
            <a:noAutofit/>
          </a:bodyPr>
          <a:lstStyle/>
          <a:p>
            <a:pPr algn="ctr"/>
            <a:r>
              <a:rPr lang="en-US" sz="800">
                <a:solidFill>
                  <a:schemeClr val="tx1"/>
                </a:solidFill>
              </a:rPr>
              <a:t>Add</a:t>
            </a:r>
          </a:p>
        </p:txBody>
      </p:sp>
      <p:sp>
        <p:nvSpPr>
          <p:cNvPr id="236" name="TextBox 235">
            <a:extLst>
              <a:ext uri="{FF2B5EF4-FFF2-40B4-BE49-F238E27FC236}">
                <a16:creationId xmlns:a16="http://schemas.microsoft.com/office/drawing/2014/main" id="{2CE18EFF-99AA-23A7-22EB-D121E126479C}"/>
              </a:ext>
            </a:extLst>
          </p:cNvPr>
          <p:cNvSpPr txBox="1"/>
          <p:nvPr userDrawn="1"/>
        </p:nvSpPr>
        <p:spPr>
          <a:xfrm>
            <a:off x="3932072" y="5877738"/>
            <a:ext cx="709636" cy="215444"/>
          </a:xfrm>
          <a:prstGeom prst="rect">
            <a:avLst/>
          </a:prstGeom>
          <a:noFill/>
        </p:spPr>
        <p:txBody>
          <a:bodyPr wrap="square" lIns="0" rIns="0">
            <a:noAutofit/>
          </a:bodyPr>
          <a:lstStyle/>
          <a:p>
            <a:pPr algn="ctr"/>
            <a:r>
              <a:rPr lang="en-US" sz="800">
                <a:solidFill>
                  <a:schemeClr val="tx1"/>
                </a:solidFill>
              </a:rPr>
              <a:t>Thermostat </a:t>
            </a:r>
            <a:br>
              <a:rPr lang="en-US" sz="800">
                <a:solidFill>
                  <a:schemeClr val="tx1"/>
                </a:solidFill>
              </a:rPr>
            </a:br>
            <a:r>
              <a:rPr lang="en-US" sz="800">
                <a:solidFill>
                  <a:schemeClr val="tx1"/>
                </a:solidFill>
              </a:rPr>
              <a:t>V3</a:t>
            </a:r>
          </a:p>
        </p:txBody>
      </p:sp>
      <p:sp>
        <p:nvSpPr>
          <p:cNvPr id="238" name="TextBox 237">
            <a:extLst>
              <a:ext uri="{FF2B5EF4-FFF2-40B4-BE49-F238E27FC236}">
                <a16:creationId xmlns:a16="http://schemas.microsoft.com/office/drawing/2014/main" id="{36A526E2-9F30-BCFA-BDFC-549CE9D3D4EA}"/>
              </a:ext>
            </a:extLst>
          </p:cNvPr>
          <p:cNvSpPr txBox="1"/>
          <p:nvPr userDrawn="1"/>
        </p:nvSpPr>
        <p:spPr>
          <a:xfrm>
            <a:off x="6810720" y="3367961"/>
            <a:ext cx="709636" cy="338554"/>
          </a:xfrm>
          <a:prstGeom prst="rect">
            <a:avLst/>
          </a:prstGeom>
          <a:noFill/>
        </p:spPr>
        <p:txBody>
          <a:bodyPr wrap="square" lIns="0" rIns="0">
            <a:noAutofit/>
          </a:bodyPr>
          <a:lstStyle/>
          <a:p>
            <a:pPr algn="ctr"/>
            <a:r>
              <a:rPr lang="en-US" sz="800">
                <a:solidFill>
                  <a:schemeClr val="tx1"/>
                </a:solidFill>
              </a:rPr>
              <a:t>Bar Chart Statistics V1</a:t>
            </a:r>
          </a:p>
        </p:txBody>
      </p:sp>
      <p:sp>
        <p:nvSpPr>
          <p:cNvPr id="240" name="TextBox 239">
            <a:extLst>
              <a:ext uri="{FF2B5EF4-FFF2-40B4-BE49-F238E27FC236}">
                <a16:creationId xmlns:a16="http://schemas.microsoft.com/office/drawing/2014/main" id="{DB653852-DED1-E1F8-01BE-31F58E0B6C08}"/>
              </a:ext>
            </a:extLst>
          </p:cNvPr>
          <p:cNvSpPr txBox="1"/>
          <p:nvPr userDrawn="1"/>
        </p:nvSpPr>
        <p:spPr>
          <a:xfrm>
            <a:off x="6810720" y="4216498"/>
            <a:ext cx="709636" cy="338554"/>
          </a:xfrm>
          <a:prstGeom prst="rect">
            <a:avLst/>
          </a:prstGeom>
          <a:noFill/>
        </p:spPr>
        <p:txBody>
          <a:bodyPr wrap="square" lIns="0" rIns="0">
            <a:noAutofit/>
          </a:bodyPr>
          <a:lstStyle/>
          <a:p>
            <a:pPr algn="ctr"/>
            <a:r>
              <a:rPr lang="en-US" sz="800">
                <a:solidFill>
                  <a:schemeClr val="tx1"/>
                </a:solidFill>
              </a:rPr>
              <a:t>Building Tower V2</a:t>
            </a:r>
          </a:p>
        </p:txBody>
      </p:sp>
      <p:sp>
        <p:nvSpPr>
          <p:cNvPr id="242" name="TextBox 241">
            <a:extLst>
              <a:ext uri="{FF2B5EF4-FFF2-40B4-BE49-F238E27FC236}">
                <a16:creationId xmlns:a16="http://schemas.microsoft.com/office/drawing/2014/main" id="{356D23B9-7EAA-ACBD-BE62-7E99A3D06A49}"/>
              </a:ext>
            </a:extLst>
          </p:cNvPr>
          <p:cNvSpPr txBox="1"/>
          <p:nvPr userDrawn="1"/>
        </p:nvSpPr>
        <p:spPr>
          <a:xfrm>
            <a:off x="7525130" y="5053521"/>
            <a:ext cx="709636" cy="215444"/>
          </a:xfrm>
          <a:prstGeom prst="rect">
            <a:avLst/>
          </a:prstGeom>
          <a:noFill/>
        </p:spPr>
        <p:txBody>
          <a:bodyPr wrap="square" lIns="0" rIns="0">
            <a:noAutofit/>
          </a:bodyPr>
          <a:lstStyle/>
          <a:p>
            <a:pPr algn="ctr"/>
            <a:r>
              <a:rPr lang="en-US" sz="800">
                <a:solidFill>
                  <a:schemeClr val="tx1"/>
                </a:solidFill>
              </a:rPr>
              <a:t>Chart</a:t>
            </a:r>
          </a:p>
        </p:txBody>
      </p:sp>
      <p:sp>
        <p:nvSpPr>
          <p:cNvPr id="244" name="TextBox 243">
            <a:extLst>
              <a:ext uri="{FF2B5EF4-FFF2-40B4-BE49-F238E27FC236}">
                <a16:creationId xmlns:a16="http://schemas.microsoft.com/office/drawing/2014/main" id="{C74DD66D-A225-A232-F0DD-2EB3C4951CF5}"/>
              </a:ext>
            </a:extLst>
          </p:cNvPr>
          <p:cNvSpPr txBox="1"/>
          <p:nvPr userDrawn="1"/>
        </p:nvSpPr>
        <p:spPr>
          <a:xfrm>
            <a:off x="6810720" y="2580873"/>
            <a:ext cx="709636" cy="215444"/>
          </a:xfrm>
          <a:prstGeom prst="rect">
            <a:avLst/>
          </a:prstGeom>
          <a:noFill/>
        </p:spPr>
        <p:txBody>
          <a:bodyPr wrap="square" lIns="0" rIns="0">
            <a:noAutofit/>
          </a:bodyPr>
          <a:lstStyle/>
          <a:p>
            <a:pPr algn="ctr"/>
            <a:r>
              <a:rPr lang="en-US" sz="800">
                <a:solidFill>
                  <a:schemeClr val="tx1"/>
                </a:solidFill>
              </a:rPr>
              <a:t>Append Clip</a:t>
            </a:r>
          </a:p>
        </p:txBody>
      </p:sp>
      <p:sp>
        <p:nvSpPr>
          <p:cNvPr id="246" name="TextBox 245">
            <a:extLst>
              <a:ext uri="{FF2B5EF4-FFF2-40B4-BE49-F238E27FC236}">
                <a16:creationId xmlns:a16="http://schemas.microsoft.com/office/drawing/2014/main" id="{977E8AA1-AACE-AF06-C498-00ADE29E5144}"/>
              </a:ext>
            </a:extLst>
          </p:cNvPr>
          <p:cNvSpPr txBox="1"/>
          <p:nvPr userDrawn="1"/>
        </p:nvSpPr>
        <p:spPr>
          <a:xfrm>
            <a:off x="7525130" y="1753079"/>
            <a:ext cx="709636" cy="338554"/>
          </a:xfrm>
          <a:prstGeom prst="rect">
            <a:avLst/>
          </a:prstGeom>
          <a:noFill/>
        </p:spPr>
        <p:txBody>
          <a:bodyPr wrap="square" lIns="0" rIns="0">
            <a:noAutofit/>
          </a:bodyPr>
          <a:lstStyle/>
          <a:p>
            <a:pPr algn="ctr"/>
            <a:r>
              <a:rPr lang="en-US" sz="800">
                <a:solidFill>
                  <a:schemeClr val="tx1"/>
                </a:solidFill>
              </a:rPr>
              <a:t>AI Cloud</a:t>
            </a:r>
          </a:p>
        </p:txBody>
      </p:sp>
      <p:sp>
        <p:nvSpPr>
          <p:cNvPr id="248" name="TextBox 247">
            <a:extLst>
              <a:ext uri="{FF2B5EF4-FFF2-40B4-BE49-F238E27FC236}">
                <a16:creationId xmlns:a16="http://schemas.microsoft.com/office/drawing/2014/main" id="{1BDD1A0F-91DF-0AFD-B39D-710B3E47C42A}"/>
              </a:ext>
            </a:extLst>
          </p:cNvPr>
          <p:cNvSpPr txBox="1"/>
          <p:nvPr userDrawn="1"/>
        </p:nvSpPr>
        <p:spPr>
          <a:xfrm>
            <a:off x="7525130" y="5877738"/>
            <a:ext cx="709636" cy="215444"/>
          </a:xfrm>
          <a:prstGeom prst="rect">
            <a:avLst/>
          </a:prstGeom>
          <a:noFill/>
        </p:spPr>
        <p:txBody>
          <a:bodyPr wrap="square" lIns="0" rIns="0">
            <a:noAutofit/>
          </a:bodyPr>
          <a:lstStyle/>
          <a:p>
            <a:pPr algn="ctr"/>
            <a:r>
              <a:rPr lang="en-US" sz="800">
                <a:solidFill>
                  <a:schemeClr val="tx1"/>
                </a:solidFill>
              </a:rPr>
              <a:t>Tractor</a:t>
            </a:r>
          </a:p>
        </p:txBody>
      </p:sp>
      <p:sp>
        <p:nvSpPr>
          <p:cNvPr id="250" name="TextBox 249">
            <a:extLst>
              <a:ext uri="{FF2B5EF4-FFF2-40B4-BE49-F238E27FC236}">
                <a16:creationId xmlns:a16="http://schemas.microsoft.com/office/drawing/2014/main" id="{894D10F9-327B-5DFC-44D7-77B415C7BD44}"/>
              </a:ext>
            </a:extLst>
          </p:cNvPr>
          <p:cNvSpPr txBox="1"/>
          <p:nvPr userDrawn="1"/>
        </p:nvSpPr>
        <p:spPr>
          <a:xfrm>
            <a:off x="8239541" y="3367961"/>
            <a:ext cx="709636" cy="215444"/>
          </a:xfrm>
          <a:prstGeom prst="rect">
            <a:avLst/>
          </a:prstGeom>
          <a:noFill/>
        </p:spPr>
        <p:txBody>
          <a:bodyPr wrap="square" lIns="0" rIns="0">
            <a:noAutofit/>
          </a:bodyPr>
          <a:lstStyle/>
          <a:p>
            <a:pPr algn="ctr"/>
            <a:r>
              <a:rPr lang="en-US" sz="800">
                <a:solidFill>
                  <a:schemeClr val="tx1"/>
                </a:solidFill>
              </a:rPr>
              <a:t>Bar Chart Statistics V3</a:t>
            </a:r>
          </a:p>
        </p:txBody>
      </p:sp>
      <p:sp>
        <p:nvSpPr>
          <p:cNvPr id="252" name="TextBox 251">
            <a:extLst>
              <a:ext uri="{FF2B5EF4-FFF2-40B4-BE49-F238E27FC236}">
                <a16:creationId xmlns:a16="http://schemas.microsoft.com/office/drawing/2014/main" id="{EDD2F86C-67B6-F7D6-63C4-C21A0709CD15}"/>
              </a:ext>
            </a:extLst>
          </p:cNvPr>
          <p:cNvSpPr txBox="1"/>
          <p:nvPr userDrawn="1"/>
        </p:nvSpPr>
        <p:spPr>
          <a:xfrm>
            <a:off x="8239541" y="4216498"/>
            <a:ext cx="709636" cy="215444"/>
          </a:xfrm>
          <a:prstGeom prst="rect">
            <a:avLst/>
          </a:prstGeom>
          <a:noFill/>
        </p:spPr>
        <p:txBody>
          <a:bodyPr wrap="square" lIns="0" rIns="0">
            <a:noAutofit/>
          </a:bodyPr>
          <a:lstStyle/>
          <a:p>
            <a:pPr algn="ctr"/>
            <a:r>
              <a:rPr lang="en-US" sz="800">
                <a:solidFill>
                  <a:schemeClr val="tx1"/>
                </a:solidFill>
              </a:rPr>
              <a:t>Bullseye</a:t>
            </a:r>
          </a:p>
        </p:txBody>
      </p:sp>
      <p:sp>
        <p:nvSpPr>
          <p:cNvPr id="254" name="TextBox 253">
            <a:extLst>
              <a:ext uri="{FF2B5EF4-FFF2-40B4-BE49-F238E27FC236}">
                <a16:creationId xmlns:a16="http://schemas.microsoft.com/office/drawing/2014/main" id="{969722B1-12F7-0075-16A3-85332716FD00}"/>
              </a:ext>
            </a:extLst>
          </p:cNvPr>
          <p:cNvSpPr txBox="1"/>
          <p:nvPr userDrawn="1"/>
        </p:nvSpPr>
        <p:spPr>
          <a:xfrm>
            <a:off x="8959652" y="5053521"/>
            <a:ext cx="709636" cy="215444"/>
          </a:xfrm>
          <a:prstGeom prst="rect">
            <a:avLst/>
          </a:prstGeom>
          <a:noFill/>
        </p:spPr>
        <p:txBody>
          <a:bodyPr wrap="square" lIns="0" rIns="0">
            <a:noAutofit/>
          </a:bodyPr>
          <a:lstStyle/>
          <a:p>
            <a:pPr algn="ctr"/>
            <a:r>
              <a:rPr lang="en-US" sz="800">
                <a:solidFill>
                  <a:schemeClr val="tx1"/>
                </a:solidFill>
              </a:rPr>
              <a:t>Technology chip V3</a:t>
            </a:r>
          </a:p>
        </p:txBody>
      </p:sp>
      <p:sp>
        <p:nvSpPr>
          <p:cNvPr id="256" name="TextBox 255">
            <a:extLst>
              <a:ext uri="{FF2B5EF4-FFF2-40B4-BE49-F238E27FC236}">
                <a16:creationId xmlns:a16="http://schemas.microsoft.com/office/drawing/2014/main" id="{16F073BF-BF73-7EFE-DBC7-BA1CEBB11BD4}"/>
              </a:ext>
            </a:extLst>
          </p:cNvPr>
          <p:cNvSpPr txBox="1"/>
          <p:nvPr userDrawn="1"/>
        </p:nvSpPr>
        <p:spPr>
          <a:xfrm>
            <a:off x="8239541" y="2580873"/>
            <a:ext cx="709636" cy="338554"/>
          </a:xfrm>
          <a:prstGeom prst="rect">
            <a:avLst/>
          </a:prstGeom>
          <a:noFill/>
        </p:spPr>
        <p:txBody>
          <a:bodyPr wrap="square" lIns="0" rIns="0">
            <a:noAutofit/>
          </a:bodyPr>
          <a:lstStyle/>
          <a:p>
            <a:pPr algn="ctr"/>
            <a:r>
              <a:rPr lang="en-US" sz="800">
                <a:solidFill>
                  <a:schemeClr val="tx1"/>
                </a:solidFill>
              </a:rPr>
              <a:t>Arrow Right</a:t>
            </a:r>
          </a:p>
        </p:txBody>
      </p:sp>
      <p:sp>
        <p:nvSpPr>
          <p:cNvPr id="258" name="TextBox 257">
            <a:extLst>
              <a:ext uri="{FF2B5EF4-FFF2-40B4-BE49-F238E27FC236}">
                <a16:creationId xmlns:a16="http://schemas.microsoft.com/office/drawing/2014/main" id="{32B28BF3-B1E3-6C8E-1F97-3CD955FAE310}"/>
              </a:ext>
            </a:extLst>
          </p:cNvPr>
          <p:cNvSpPr txBox="1"/>
          <p:nvPr userDrawn="1"/>
        </p:nvSpPr>
        <p:spPr>
          <a:xfrm>
            <a:off x="8959652" y="1753079"/>
            <a:ext cx="709636" cy="215444"/>
          </a:xfrm>
          <a:prstGeom prst="rect">
            <a:avLst/>
          </a:prstGeom>
          <a:noFill/>
        </p:spPr>
        <p:txBody>
          <a:bodyPr wrap="square" lIns="0" rIns="0">
            <a:noAutofit/>
          </a:bodyPr>
          <a:lstStyle/>
          <a:p>
            <a:pPr algn="ctr"/>
            <a:r>
              <a:rPr lang="en-US" sz="800">
                <a:solidFill>
                  <a:schemeClr val="tx1"/>
                </a:solidFill>
              </a:rPr>
              <a:t>AI Enabled</a:t>
            </a:r>
          </a:p>
        </p:txBody>
      </p:sp>
      <p:sp>
        <p:nvSpPr>
          <p:cNvPr id="260" name="TextBox 259">
            <a:extLst>
              <a:ext uri="{FF2B5EF4-FFF2-40B4-BE49-F238E27FC236}">
                <a16:creationId xmlns:a16="http://schemas.microsoft.com/office/drawing/2014/main" id="{C045B4CA-B998-371A-024C-24BB49E1DBE4}"/>
              </a:ext>
            </a:extLst>
          </p:cNvPr>
          <p:cNvSpPr txBox="1"/>
          <p:nvPr userDrawn="1"/>
        </p:nvSpPr>
        <p:spPr>
          <a:xfrm>
            <a:off x="9672676" y="5877738"/>
            <a:ext cx="709636" cy="215444"/>
          </a:xfrm>
          <a:prstGeom prst="rect">
            <a:avLst/>
          </a:prstGeom>
          <a:noFill/>
        </p:spPr>
        <p:txBody>
          <a:bodyPr wrap="square" lIns="0" rIns="0">
            <a:noAutofit/>
          </a:bodyPr>
          <a:lstStyle/>
          <a:p>
            <a:pPr algn="ctr"/>
            <a:r>
              <a:rPr lang="en-US" sz="800">
                <a:solidFill>
                  <a:schemeClr val="tx1"/>
                </a:solidFill>
              </a:rPr>
              <a:t>Tree Map</a:t>
            </a:r>
          </a:p>
        </p:txBody>
      </p:sp>
      <p:sp>
        <p:nvSpPr>
          <p:cNvPr id="262" name="TextBox 261">
            <a:extLst>
              <a:ext uri="{FF2B5EF4-FFF2-40B4-BE49-F238E27FC236}">
                <a16:creationId xmlns:a16="http://schemas.microsoft.com/office/drawing/2014/main" id="{2260B626-63BB-2946-187D-5A5D3E24DB8E}"/>
              </a:ext>
            </a:extLst>
          </p:cNvPr>
          <p:cNvSpPr txBox="1"/>
          <p:nvPr userDrawn="1"/>
        </p:nvSpPr>
        <p:spPr>
          <a:xfrm>
            <a:off x="7525130" y="3367961"/>
            <a:ext cx="709636" cy="215444"/>
          </a:xfrm>
          <a:prstGeom prst="rect">
            <a:avLst/>
          </a:prstGeom>
          <a:noFill/>
        </p:spPr>
        <p:txBody>
          <a:bodyPr wrap="square" lIns="0" rIns="0">
            <a:noAutofit/>
          </a:bodyPr>
          <a:lstStyle/>
          <a:p>
            <a:pPr algn="ctr"/>
            <a:r>
              <a:rPr lang="en-US" sz="800">
                <a:solidFill>
                  <a:schemeClr val="tx1"/>
                </a:solidFill>
              </a:rPr>
              <a:t>Bar Chart Statistics V2</a:t>
            </a:r>
          </a:p>
        </p:txBody>
      </p:sp>
      <p:sp>
        <p:nvSpPr>
          <p:cNvPr id="264" name="TextBox 263">
            <a:extLst>
              <a:ext uri="{FF2B5EF4-FFF2-40B4-BE49-F238E27FC236}">
                <a16:creationId xmlns:a16="http://schemas.microsoft.com/office/drawing/2014/main" id="{68AACE92-0602-2C71-934E-70ED624AD4D5}"/>
              </a:ext>
            </a:extLst>
          </p:cNvPr>
          <p:cNvSpPr txBox="1"/>
          <p:nvPr userDrawn="1"/>
        </p:nvSpPr>
        <p:spPr>
          <a:xfrm>
            <a:off x="7525130" y="4216498"/>
            <a:ext cx="709636" cy="215444"/>
          </a:xfrm>
          <a:prstGeom prst="rect">
            <a:avLst/>
          </a:prstGeom>
          <a:noFill/>
        </p:spPr>
        <p:txBody>
          <a:bodyPr wrap="square" lIns="0" rIns="0">
            <a:noAutofit/>
          </a:bodyPr>
          <a:lstStyle/>
          <a:p>
            <a:pPr algn="ctr"/>
            <a:r>
              <a:rPr lang="en-US" sz="800">
                <a:solidFill>
                  <a:schemeClr val="tx1"/>
                </a:solidFill>
              </a:rPr>
              <a:t>Building Tower V3</a:t>
            </a:r>
          </a:p>
        </p:txBody>
      </p:sp>
      <p:sp>
        <p:nvSpPr>
          <p:cNvPr id="266" name="TextBox 265">
            <a:extLst>
              <a:ext uri="{FF2B5EF4-FFF2-40B4-BE49-F238E27FC236}">
                <a16:creationId xmlns:a16="http://schemas.microsoft.com/office/drawing/2014/main" id="{5319EB15-B2E1-207B-D211-B22B75CA6B6D}"/>
              </a:ext>
            </a:extLst>
          </p:cNvPr>
          <p:cNvSpPr txBox="1"/>
          <p:nvPr userDrawn="1"/>
        </p:nvSpPr>
        <p:spPr>
          <a:xfrm>
            <a:off x="8239541" y="5053521"/>
            <a:ext cx="709636" cy="338554"/>
          </a:xfrm>
          <a:prstGeom prst="rect">
            <a:avLst/>
          </a:prstGeom>
          <a:noFill/>
        </p:spPr>
        <p:txBody>
          <a:bodyPr wrap="square" lIns="0" rIns="0">
            <a:noAutofit/>
          </a:bodyPr>
          <a:lstStyle/>
          <a:p>
            <a:pPr algn="ctr"/>
            <a:r>
              <a:rPr lang="en-US" sz="800">
                <a:solidFill>
                  <a:schemeClr val="tx1"/>
                </a:solidFill>
              </a:rPr>
              <a:t>Chat Forum</a:t>
            </a:r>
          </a:p>
        </p:txBody>
      </p:sp>
      <p:sp>
        <p:nvSpPr>
          <p:cNvPr id="268" name="TextBox 267">
            <a:extLst>
              <a:ext uri="{FF2B5EF4-FFF2-40B4-BE49-F238E27FC236}">
                <a16:creationId xmlns:a16="http://schemas.microsoft.com/office/drawing/2014/main" id="{D71E9015-89EA-C610-7EC4-CFBAAC3DD391}"/>
              </a:ext>
            </a:extLst>
          </p:cNvPr>
          <p:cNvSpPr txBox="1"/>
          <p:nvPr userDrawn="1"/>
        </p:nvSpPr>
        <p:spPr>
          <a:xfrm>
            <a:off x="7525130" y="2580873"/>
            <a:ext cx="709636" cy="215444"/>
          </a:xfrm>
          <a:prstGeom prst="rect">
            <a:avLst/>
          </a:prstGeom>
          <a:noFill/>
        </p:spPr>
        <p:txBody>
          <a:bodyPr wrap="square" lIns="0" rIns="0">
            <a:noAutofit/>
          </a:bodyPr>
          <a:lstStyle/>
          <a:p>
            <a:pPr algn="ctr"/>
            <a:r>
              <a:rPr lang="en-US" sz="800">
                <a:solidFill>
                  <a:schemeClr val="tx1"/>
                </a:solidFill>
              </a:rPr>
              <a:t>Arrow Left</a:t>
            </a:r>
          </a:p>
        </p:txBody>
      </p:sp>
      <p:sp>
        <p:nvSpPr>
          <p:cNvPr id="270" name="TextBox 269">
            <a:extLst>
              <a:ext uri="{FF2B5EF4-FFF2-40B4-BE49-F238E27FC236}">
                <a16:creationId xmlns:a16="http://schemas.microsoft.com/office/drawing/2014/main" id="{A58093FB-6D86-3142-42B7-BDC611D8A8EE}"/>
              </a:ext>
            </a:extLst>
          </p:cNvPr>
          <p:cNvSpPr txBox="1"/>
          <p:nvPr userDrawn="1"/>
        </p:nvSpPr>
        <p:spPr>
          <a:xfrm>
            <a:off x="8239541" y="1753079"/>
            <a:ext cx="709636" cy="215444"/>
          </a:xfrm>
          <a:prstGeom prst="rect">
            <a:avLst/>
          </a:prstGeom>
          <a:noFill/>
        </p:spPr>
        <p:txBody>
          <a:bodyPr wrap="square" lIns="0" rIns="0">
            <a:noAutofit/>
          </a:bodyPr>
          <a:lstStyle/>
          <a:p>
            <a:pPr algn="ctr"/>
            <a:r>
              <a:rPr lang="en-US" sz="800">
                <a:solidFill>
                  <a:schemeClr val="tx1"/>
                </a:solidFill>
              </a:rPr>
              <a:t>AI Computer Vision</a:t>
            </a:r>
          </a:p>
        </p:txBody>
      </p:sp>
      <p:sp>
        <p:nvSpPr>
          <p:cNvPr id="272" name="TextBox 271">
            <a:extLst>
              <a:ext uri="{FF2B5EF4-FFF2-40B4-BE49-F238E27FC236}">
                <a16:creationId xmlns:a16="http://schemas.microsoft.com/office/drawing/2014/main" id="{73AC143B-8C03-0675-6438-A49E6D08273A}"/>
              </a:ext>
            </a:extLst>
          </p:cNvPr>
          <p:cNvSpPr txBox="1"/>
          <p:nvPr userDrawn="1"/>
        </p:nvSpPr>
        <p:spPr>
          <a:xfrm>
            <a:off x="8959652" y="5877738"/>
            <a:ext cx="709636" cy="215444"/>
          </a:xfrm>
          <a:prstGeom prst="rect">
            <a:avLst/>
          </a:prstGeom>
          <a:noFill/>
        </p:spPr>
        <p:txBody>
          <a:bodyPr wrap="square" lIns="0" rIns="0">
            <a:noAutofit/>
          </a:bodyPr>
          <a:lstStyle/>
          <a:p>
            <a:pPr algn="ctr"/>
            <a:r>
              <a:rPr lang="en-US" sz="800">
                <a:solidFill>
                  <a:schemeClr val="tx1"/>
                </a:solidFill>
              </a:rPr>
              <a:t>Tree chart</a:t>
            </a:r>
          </a:p>
        </p:txBody>
      </p:sp>
      <p:sp>
        <p:nvSpPr>
          <p:cNvPr id="274" name="TextBox 273">
            <a:extLst>
              <a:ext uri="{FF2B5EF4-FFF2-40B4-BE49-F238E27FC236}">
                <a16:creationId xmlns:a16="http://schemas.microsoft.com/office/drawing/2014/main" id="{F2976F9B-F2E9-CD09-2D08-679ECA3E34DE}"/>
              </a:ext>
            </a:extLst>
          </p:cNvPr>
          <p:cNvSpPr txBox="1"/>
          <p:nvPr userDrawn="1"/>
        </p:nvSpPr>
        <p:spPr>
          <a:xfrm>
            <a:off x="9672676" y="3367961"/>
            <a:ext cx="709636" cy="338554"/>
          </a:xfrm>
          <a:prstGeom prst="rect">
            <a:avLst/>
          </a:prstGeom>
          <a:noFill/>
        </p:spPr>
        <p:txBody>
          <a:bodyPr wrap="square" lIns="0" rIns="0">
            <a:noAutofit/>
          </a:bodyPr>
          <a:lstStyle/>
          <a:p>
            <a:pPr algn="ctr"/>
            <a:r>
              <a:rPr lang="en-US" sz="800">
                <a:solidFill>
                  <a:schemeClr val="tx1"/>
                </a:solidFill>
              </a:rPr>
              <a:t>Battery Low Power</a:t>
            </a:r>
          </a:p>
        </p:txBody>
      </p:sp>
      <p:sp>
        <p:nvSpPr>
          <p:cNvPr id="275" name="TextBox 274">
            <a:extLst>
              <a:ext uri="{FF2B5EF4-FFF2-40B4-BE49-F238E27FC236}">
                <a16:creationId xmlns:a16="http://schemas.microsoft.com/office/drawing/2014/main" id="{78B6DC07-40B8-F8B9-7895-1D9D0A2648FE}"/>
              </a:ext>
            </a:extLst>
          </p:cNvPr>
          <p:cNvSpPr txBox="1"/>
          <p:nvPr userDrawn="1"/>
        </p:nvSpPr>
        <p:spPr>
          <a:xfrm>
            <a:off x="10387591" y="4216498"/>
            <a:ext cx="709636" cy="338554"/>
          </a:xfrm>
          <a:prstGeom prst="rect">
            <a:avLst/>
          </a:prstGeom>
          <a:noFill/>
        </p:spPr>
        <p:txBody>
          <a:bodyPr wrap="square" lIns="0" rIns="0">
            <a:noAutofit/>
          </a:bodyPr>
          <a:lstStyle/>
          <a:p>
            <a:pPr algn="ctr"/>
            <a:r>
              <a:rPr lang="en-US" sz="800">
                <a:solidFill>
                  <a:schemeClr val="tx1"/>
                </a:solidFill>
              </a:rPr>
              <a:t>Business Agreement V3</a:t>
            </a:r>
          </a:p>
        </p:txBody>
      </p:sp>
      <p:sp>
        <p:nvSpPr>
          <p:cNvPr id="276" name="TextBox 275">
            <a:extLst>
              <a:ext uri="{FF2B5EF4-FFF2-40B4-BE49-F238E27FC236}">
                <a16:creationId xmlns:a16="http://schemas.microsoft.com/office/drawing/2014/main" id="{1E88D6E2-9832-D924-4C54-1F9393141B1A}"/>
              </a:ext>
            </a:extLst>
          </p:cNvPr>
          <p:cNvSpPr txBox="1"/>
          <p:nvPr userDrawn="1"/>
        </p:nvSpPr>
        <p:spPr>
          <a:xfrm>
            <a:off x="10387591" y="5053521"/>
            <a:ext cx="709636" cy="338554"/>
          </a:xfrm>
          <a:prstGeom prst="rect">
            <a:avLst/>
          </a:prstGeom>
          <a:noFill/>
        </p:spPr>
        <p:txBody>
          <a:bodyPr wrap="square" lIns="0" rIns="0">
            <a:noAutofit/>
          </a:bodyPr>
          <a:lstStyle/>
          <a:p>
            <a:pPr algn="ctr"/>
            <a:r>
              <a:rPr lang="en-US" sz="800">
                <a:solidFill>
                  <a:schemeClr val="tx1"/>
                </a:solidFill>
              </a:rPr>
              <a:t>Tent</a:t>
            </a:r>
          </a:p>
        </p:txBody>
      </p:sp>
      <p:sp>
        <p:nvSpPr>
          <p:cNvPr id="277" name="TextBox 276">
            <a:extLst>
              <a:ext uri="{FF2B5EF4-FFF2-40B4-BE49-F238E27FC236}">
                <a16:creationId xmlns:a16="http://schemas.microsoft.com/office/drawing/2014/main" id="{26FAEBDF-676F-E385-EF5C-F60B024AEE7F}"/>
              </a:ext>
            </a:extLst>
          </p:cNvPr>
          <p:cNvSpPr txBox="1"/>
          <p:nvPr userDrawn="1"/>
        </p:nvSpPr>
        <p:spPr>
          <a:xfrm>
            <a:off x="9672676" y="2580873"/>
            <a:ext cx="709636" cy="338554"/>
          </a:xfrm>
          <a:prstGeom prst="rect">
            <a:avLst/>
          </a:prstGeom>
          <a:noFill/>
        </p:spPr>
        <p:txBody>
          <a:bodyPr wrap="square" lIns="0" rIns="0">
            <a:noAutofit/>
          </a:bodyPr>
          <a:lstStyle/>
          <a:p>
            <a:pPr algn="ctr"/>
            <a:r>
              <a:rPr lang="en-US" sz="800">
                <a:solidFill>
                  <a:schemeClr val="tx1"/>
                </a:solidFill>
              </a:rPr>
              <a:t>Arrow Up</a:t>
            </a:r>
          </a:p>
        </p:txBody>
      </p:sp>
      <p:sp>
        <p:nvSpPr>
          <p:cNvPr id="278" name="TextBox 277">
            <a:extLst>
              <a:ext uri="{FF2B5EF4-FFF2-40B4-BE49-F238E27FC236}">
                <a16:creationId xmlns:a16="http://schemas.microsoft.com/office/drawing/2014/main" id="{90107F4E-DCE5-CC49-2AB1-98D7DA7B4697}"/>
              </a:ext>
            </a:extLst>
          </p:cNvPr>
          <p:cNvSpPr txBox="1"/>
          <p:nvPr userDrawn="1"/>
        </p:nvSpPr>
        <p:spPr>
          <a:xfrm>
            <a:off x="10387591" y="1753079"/>
            <a:ext cx="709636" cy="338554"/>
          </a:xfrm>
          <a:prstGeom prst="rect">
            <a:avLst/>
          </a:prstGeom>
          <a:noFill/>
        </p:spPr>
        <p:txBody>
          <a:bodyPr wrap="square" lIns="0" rIns="0">
            <a:noAutofit/>
          </a:bodyPr>
          <a:lstStyle/>
          <a:p>
            <a:pPr algn="ctr"/>
            <a:r>
              <a:rPr lang="en-US" sz="800">
                <a:solidFill>
                  <a:schemeClr val="tx1"/>
                </a:solidFill>
              </a:rPr>
              <a:t>Analyst </a:t>
            </a:r>
            <a:br>
              <a:rPr lang="en-US" sz="800">
                <a:solidFill>
                  <a:schemeClr val="tx1"/>
                </a:solidFill>
              </a:rPr>
            </a:br>
            <a:r>
              <a:rPr lang="en-US" sz="800">
                <a:solidFill>
                  <a:schemeClr val="tx1"/>
                </a:solidFill>
              </a:rPr>
              <a:t>Report</a:t>
            </a:r>
          </a:p>
        </p:txBody>
      </p:sp>
      <p:sp>
        <p:nvSpPr>
          <p:cNvPr id="279" name="TextBox 278">
            <a:extLst>
              <a:ext uri="{FF2B5EF4-FFF2-40B4-BE49-F238E27FC236}">
                <a16:creationId xmlns:a16="http://schemas.microsoft.com/office/drawing/2014/main" id="{F7A70ECE-0A49-D782-3F0D-D1166C31F0A9}"/>
              </a:ext>
            </a:extLst>
          </p:cNvPr>
          <p:cNvSpPr txBox="1"/>
          <p:nvPr userDrawn="1"/>
        </p:nvSpPr>
        <p:spPr>
          <a:xfrm>
            <a:off x="8239541" y="5871746"/>
            <a:ext cx="709636" cy="338554"/>
          </a:xfrm>
          <a:prstGeom prst="rect">
            <a:avLst/>
          </a:prstGeom>
          <a:noFill/>
        </p:spPr>
        <p:txBody>
          <a:bodyPr wrap="square" lIns="0" rIns="0">
            <a:noAutofit/>
          </a:bodyPr>
          <a:lstStyle/>
          <a:p>
            <a:pPr algn="ctr"/>
            <a:r>
              <a:rPr lang="en-US" sz="800">
                <a:solidFill>
                  <a:schemeClr val="tx1"/>
                </a:solidFill>
              </a:rPr>
              <a:t>Trash</a:t>
            </a:r>
          </a:p>
        </p:txBody>
      </p:sp>
      <p:sp>
        <p:nvSpPr>
          <p:cNvPr id="280" name="TextBox 279">
            <a:extLst>
              <a:ext uri="{FF2B5EF4-FFF2-40B4-BE49-F238E27FC236}">
                <a16:creationId xmlns:a16="http://schemas.microsoft.com/office/drawing/2014/main" id="{EC7E53AE-4397-8421-65E6-25C898C043FD}"/>
              </a:ext>
            </a:extLst>
          </p:cNvPr>
          <p:cNvSpPr txBox="1"/>
          <p:nvPr userDrawn="1"/>
        </p:nvSpPr>
        <p:spPr>
          <a:xfrm>
            <a:off x="9672676" y="4216498"/>
            <a:ext cx="709636" cy="215444"/>
          </a:xfrm>
          <a:prstGeom prst="rect">
            <a:avLst/>
          </a:prstGeom>
          <a:noFill/>
        </p:spPr>
        <p:txBody>
          <a:bodyPr wrap="square" lIns="0" rIns="0">
            <a:noAutofit/>
          </a:bodyPr>
          <a:lstStyle/>
          <a:p>
            <a:pPr algn="ctr"/>
            <a:r>
              <a:rPr lang="en-US" sz="800">
                <a:solidFill>
                  <a:schemeClr val="tx1"/>
                </a:solidFill>
              </a:rPr>
              <a:t>Business Agreement V2</a:t>
            </a:r>
          </a:p>
        </p:txBody>
      </p:sp>
      <p:sp>
        <p:nvSpPr>
          <p:cNvPr id="281" name="TextBox 280">
            <a:extLst>
              <a:ext uri="{FF2B5EF4-FFF2-40B4-BE49-F238E27FC236}">
                <a16:creationId xmlns:a16="http://schemas.microsoft.com/office/drawing/2014/main" id="{E617D357-E00E-084A-CABF-77580808DDA2}"/>
              </a:ext>
            </a:extLst>
          </p:cNvPr>
          <p:cNvSpPr txBox="1"/>
          <p:nvPr userDrawn="1"/>
        </p:nvSpPr>
        <p:spPr>
          <a:xfrm>
            <a:off x="11099777" y="5871457"/>
            <a:ext cx="709636" cy="338328"/>
          </a:xfrm>
          <a:prstGeom prst="rect">
            <a:avLst/>
          </a:prstGeom>
          <a:noFill/>
        </p:spPr>
        <p:txBody>
          <a:bodyPr wrap="square" lIns="0" rIns="0">
            <a:noAutofit/>
          </a:bodyPr>
          <a:lstStyle/>
          <a:p>
            <a:pPr algn="ctr"/>
            <a:r>
              <a:rPr lang="en-US" sz="800" err="1">
                <a:solidFill>
                  <a:schemeClr val="tx1"/>
                </a:solidFill>
              </a:rPr>
              <a:t>Tropy</a:t>
            </a:r>
            <a:endParaRPr lang="en-US" sz="800">
              <a:solidFill>
                <a:schemeClr val="tx1"/>
              </a:solidFill>
            </a:endParaRPr>
          </a:p>
        </p:txBody>
      </p:sp>
    </p:spTree>
    <p:extLst>
      <p:ext uri="{BB962C8B-B14F-4D97-AF65-F5344CB8AC3E}">
        <p14:creationId xmlns:p14="http://schemas.microsoft.com/office/powerpoint/2010/main" val="24352040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_Icons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91184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_Icon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491" name="Rectangle 490">
            <a:extLst>
              <a:ext uri="{FF2B5EF4-FFF2-40B4-BE49-F238E27FC236}">
                <a16:creationId xmlns:a16="http://schemas.microsoft.com/office/drawing/2014/main" id="{065E3A3D-B6FA-DFA8-4314-4C52A6F93091}"/>
              </a:ext>
            </a:extLst>
          </p:cNvPr>
          <p:cNvSpPr/>
          <p:nvPr userDrawn="1"/>
        </p:nvSpPr>
        <p:spPr>
          <a:xfrm>
            <a:off x="0" y="1143000"/>
            <a:ext cx="12188825" cy="5671457"/>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492" name="Left Bracket 491">
            <a:extLst>
              <a:ext uri="{FF2B5EF4-FFF2-40B4-BE49-F238E27FC236}">
                <a16:creationId xmlns:a16="http://schemas.microsoft.com/office/drawing/2014/main" id="{BDA449AE-2C01-063D-D9DD-7D85A04E9646}"/>
              </a:ext>
            </a:extLst>
          </p:cNvPr>
          <p:cNvSpPr/>
          <p:nvPr userDrawn="1"/>
        </p:nvSpPr>
        <p:spPr>
          <a:xfrm flipH="1">
            <a:off x="-6" y="1276793"/>
            <a:ext cx="3239346" cy="1619825"/>
          </a:xfrm>
          <a:prstGeom prst="leftBracket">
            <a:avLst>
              <a:gd name="adj" fmla="val 0"/>
            </a:avLst>
          </a:prstGeom>
          <a:noFill/>
          <a:ln w="12700" cap="rnd"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384207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Icons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159" name="Rectangle 158">
            <a:extLst>
              <a:ext uri="{FF2B5EF4-FFF2-40B4-BE49-F238E27FC236}">
                <a16:creationId xmlns:a16="http://schemas.microsoft.com/office/drawing/2014/main" id="{3A573725-B8F2-5168-A0FE-B85B7D05D19B}"/>
              </a:ext>
            </a:extLst>
          </p:cNvPr>
          <p:cNvSpPr/>
          <p:nvPr userDrawn="1"/>
        </p:nvSpPr>
        <p:spPr>
          <a:xfrm>
            <a:off x="0" y="1143000"/>
            <a:ext cx="12188825" cy="5671457"/>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Tree>
    <p:extLst>
      <p:ext uri="{BB962C8B-B14F-4D97-AF65-F5344CB8AC3E}">
        <p14:creationId xmlns:p14="http://schemas.microsoft.com/office/powerpoint/2010/main" val="22070960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Icons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
        <p:nvSpPr>
          <p:cNvPr id="225" name="Rectangle 224">
            <a:extLst>
              <a:ext uri="{FF2B5EF4-FFF2-40B4-BE49-F238E27FC236}">
                <a16:creationId xmlns:a16="http://schemas.microsoft.com/office/drawing/2014/main" id="{8AC8E737-EA30-D709-BF9E-682B7B71C34C}"/>
              </a:ext>
            </a:extLst>
          </p:cNvPr>
          <p:cNvSpPr/>
          <p:nvPr userDrawn="1"/>
        </p:nvSpPr>
        <p:spPr>
          <a:xfrm>
            <a:off x="0" y="1143000"/>
            <a:ext cx="12188825" cy="5714999"/>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US" sz="1400" b="0" i="0" err="1">
              <a:latin typeface="Arial"/>
              <a:cs typeface="Arial"/>
            </a:endParaRPr>
          </a:p>
        </p:txBody>
      </p:sp>
      <p:sp>
        <p:nvSpPr>
          <p:cNvPr id="227" name="TextBox 226">
            <a:extLst>
              <a:ext uri="{FF2B5EF4-FFF2-40B4-BE49-F238E27FC236}">
                <a16:creationId xmlns:a16="http://schemas.microsoft.com/office/drawing/2014/main" id="{BF648F16-D083-ED0D-2636-2B3C89489602}"/>
              </a:ext>
            </a:extLst>
          </p:cNvPr>
          <p:cNvSpPr txBox="1"/>
          <p:nvPr userDrawn="1"/>
        </p:nvSpPr>
        <p:spPr>
          <a:xfrm>
            <a:off x="440508" y="1710252"/>
            <a:ext cx="709636" cy="338554"/>
          </a:xfrm>
          <a:prstGeom prst="rect">
            <a:avLst/>
          </a:prstGeom>
          <a:noFill/>
        </p:spPr>
        <p:txBody>
          <a:bodyPr wrap="square" lIns="0" rIns="0">
            <a:spAutoFit/>
          </a:bodyPr>
          <a:lstStyle/>
          <a:p>
            <a:pPr algn="ctr"/>
            <a:r>
              <a:rPr lang="en-US" sz="800">
                <a:solidFill>
                  <a:schemeClr val="bg1"/>
                </a:solidFill>
              </a:rPr>
              <a:t>Web </a:t>
            </a:r>
            <a:br>
              <a:rPr lang="en-US" sz="800">
                <a:solidFill>
                  <a:schemeClr val="bg1"/>
                </a:solidFill>
              </a:rPr>
            </a:br>
            <a:r>
              <a:rPr lang="en-US" sz="800">
                <a:solidFill>
                  <a:schemeClr val="bg1"/>
                </a:solidFill>
              </a:rPr>
              <a:t>scraping</a:t>
            </a:r>
          </a:p>
        </p:txBody>
      </p:sp>
      <p:sp>
        <p:nvSpPr>
          <p:cNvPr id="229" name="TextBox 228">
            <a:extLst>
              <a:ext uri="{FF2B5EF4-FFF2-40B4-BE49-F238E27FC236}">
                <a16:creationId xmlns:a16="http://schemas.microsoft.com/office/drawing/2014/main" id="{91DA539E-001B-33B6-CA9D-321951989179}"/>
              </a:ext>
            </a:extLst>
          </p:cNvPr>
          <p:cNvSpPr txBox="1"/>
          <p:nvPr userDrawn="1"/>
        </p:nvSpPr>
        <p:spPr>
          <a:xfrm>
            <a:off x="1147053" y="1710252"/>
            <a:ext cx="709636" cy="338554"/>
          </a:xfrm>
          <a:prstGeom prst="rect">
            <a:avLst/>
          </a:prstGeom>
          <a:noFill/>
        </p:spPr>
        <p:txBody>
          <a:bodyPr wrap="square" lIns="0" rIns="0">
            <a:spAutoFit/>
          </a:bodyPr>
          <a:lstStyle/>
          <a:p>
            <a:pPr algn="ctr"/>
            <a:r>
              <a:rPr lang="en-US" sz="800">
                <a:solidFill>
                  <a:schemeClr val="bg1"/>
                </a:solidFill>
              </a:rPr>
              <a:t>Thank </a:t>
            </a:r>
            <a:br>
              <a:rPr lang="en-US" sz="800">
                <a:solidFill>
                  <a:schemeClr val="bg1"/>
                </a:solidFill>
              </a:rPr>
            </a:br>
            <a:r>
              <a:rPr lang="en-US" sz="800">
                <a:solidFill>
                  <a:schemeClr val="bg1"/>
                </a:solidFill>
              </a:rPr>
              <a:t>you</a:t>
            </a:r>
          </a:p>
        </p:txBody>
      </p:sp>
      <p:sp>
        <p:nvSpPr>
          <p:cNvPr id="231" name="TextBox 230">
            <a:extLst>
              <a:ext uri="{FF2B5EF4-FFF2-40B4-BE49-F238E27FC236}">
                <a16:creationId xmlns:a16="http://schemas.microsoft.com/office/drawing/2014/main" id="{3626733C-973E-914C-F950-4DED8355AEF9}"/>
              </a:ext>
            </a:extLst>
          </p:cNvPr>
          <p:cNvSpPr txBox="1"/>
          <p:nvPr userDrawn="1"/>
        </p:nvSpPr>
        <p:spPr>
          <a:xfrm>
            <a:off x="1853598" y="1710252"/>
            <a:ext cx="709636" cy="338554"/>
          </a:xfrm>
          <a:prstGeom prst="rect">
            <a:avLst/>
          </a:prstGeom>
          <a:noFill/>
        </p:spPr>
        <p:txBody>
          <a:bodyPr wrap="square" lIns="0" rIns="0">
            <a:spAutoFit/>
          </a:bodyPr>
          <a:lstStyle/>
          <a:p>
            <a:pPr algn="ctr"/>
            <a:r>
              <a:rPr lang="en-US" sz="800">
                <a:solidFill>
                  <a:schemeClr val="bg1"/>
                </a:solidFill>
              </a:rPr>
              <a:t>Automated data entry</a:t>
            </a:r>
          </a:p>
        </p:txBody>
      </p:sp>
      <p:sp>
        <p:nvSpPr>
          <p:cNvPr id="233" name="TextBox 232">
            <a:extLst>
              <a:ext uri="{FF2B5EF4-FFF2-40B4-BE49-F238E27FC236}">
                <a16:creationId xmlns:a16="http://schemas.microsoft.com/office/drawing/2014/main" id="{D88D93AC-C127-461F-7DD5-71F80219F028}"/>
              </a:ext>
            </a:extLst>
          </p:cNvPr>
          <p:cNvSpPr txBox="1"/>
          <p:nvPr userDrawn="1"/>
        </p:nvSpPr>
        <p:spPr>
          <a:xfrm>
            <a:off x="2560143" y="1710252"/>
            <a:ext cx="709636" cy="215444"/>
          </a:xfrm>
          <a:prstGeom prst="rect">
            <a:avLst/>
          </a:prstGeom>
          <a:noFill/>
        </p:spPr>
        <p:txBody>
          <a:bodyPr wrap="square" lIns="0" rIns="0">
            <a:spAutoFit/>
          </a:bodyPr>
          <a:lstStyle/>
          <a:p>
            <a:pPr algn="ctr"/>
            <a:r>
              <a:rPr lang="en-US" sz="800">
                <a:solidFill>
                  <a:schemeClr val="bg1"/>
                </a:solidFill>
              </a:rPr>
              <a:t>Automation</a:t>
            </a:r>
          </a:p>
        </p:txBody>
      </p:sp>
      <p:sp>
        <p:nvSpPr>
          <p:cNvPr id="235" name="TextBox 234">
            <a:extLst>
              <a:ext uri="{FF2B5EF4-FFF2-40B4-BE49-F238E27FC236}">
                <a16:creationId xmlns:a16="http://schemas.microsoft.com/office/drawing/2014/main" id="{911D7E45-1DA8-7F8A-190C-D29F2CD1B282}"/>
              </a:ext>
            </a:extLst>
          </p:cNvPr>
          <p:cNvSpPr txBox="1"/>
          <p:nvPr userDrawn="1"/>
        </p:nvSpPr>
        <p:spPr>
          <a:xfrm>
            <a:off x="3266688" y="1710252"/>
            <a:ext cx="709636" cy="338554"/>
          </a:xfrm>
          <a:prstGeom prst="rect">
            <a:avLst/>
          </a:prstGeom>
          <a:noFill/>
        </p:spPr>
        <p:txBody>
          <a:bodyPr wrap="square" lIns="0" rIns="0">
            <a:spAutoFit/>
          </a:bodyPr>
          <a:lstStyle/>
          <a:p>
            <a:pPr algn="ctr"/>
            <a:r>
              <a:rPr lang="en-US" sz="800">
                <a:solidFill>
                  <a:schemeClr val="bg1"/>
                </a:solidFill>
              </a:rPr>
              <a:t>Background</a:t>
            </a:r>
            <a:br>
              <a:rPr lang="en-US" sz="800">
                <a:solidFill>
                  <a:schemeClr val="bg1"/>
                </a:solidFill>
              </a:rPr>
            </a:br>
            <a:r>
              <a:rPr lang="en-US" sz="800">
                <a:solidFill>
                  <a:schemeClr val="bg1"/>
                </a:solidFill>
              </a:rPr>
              <a:t>automation</a:t>
            </a:r>
          </a:p>
        </p:txBody>
      </p:sp>
      <p:sp>
        <p:nvSpPr>
          <p:cNvPr id="237" name="TextBox 236">
            <a:extLst>
              <a:ext uri="{FF2B5EF4-FFF2-40B4-BE49-F238E27FC236}">
                <a16:creationId xmlns:a16="http://schemas.microsoft.com/office/drawing/2014/main" id="{0C3D5B44-84AE-413C-FDA4-3623F6284D1F}"/>
              </a:ext>
            </a:extLst>
          </p:cNvPr>
          <p:cNvSpPr txBox="1"/>
          <p:nvPr userDrawn="1"/>
        </p:nvSpPr>
        <p:spPr>
          <a:xfrm>
            <a:off x="3973233" y="1710252"/>
            <a:ext cx="709636" cy="215444"/>
          </a:xfrm>
          <a:prstGeom prst="rect">
            <a:avLst/>
          </a:prstGeom>
          <a:noFill/>
        </p:spPr>
        <p:txBody>
          <a:bodyPr wrap="square" lIns="0" rIns="0">
            <a:spAutoFit/>
          </a:bodyPr>
          <a:lstStyle/>
          <a:p>
            <a:pPr algn="ctr"/>
            <a:r>
              <a:rPr lang="en-US" sz="800">
                <a:solidFill>
                  <a:schemeClr val="bg1"/>
                </a:solidFill>
              </a:rPr>
              <a:t>Big scale</a:t>
            </a:r>
          </a:p>
        </p:txBody>
      </p:sp>
      <p:sp>
        <p:nvSpPr>
          <p:cNvPr id="239" name="TextBox 238">
            <a:extLst>
              <a:ext uri="{FF2B5EF4-FFF2-40B4-BE49-F238E27FC236}">
                <a16:creationId xmlns:a16="http://schemas.microsoft.com/office/drawing/2014/main" id="{A4AA4B76-4B79-8FC8-0747-9B42E5A0CC6C}"/>
              </a:ext>
            </a:extLst>
          </p:cNvPr>
          <p:cNvSpPr txBox="1"/>
          <p:nvPr userDrawn="1"/>
        </p:nvSpPr>
        <p:spPr>
          <a:xfrm>
            <a:off x="4679778" y="1710252"/>
            <a:ext cx="709636" cy="215444"/>
          </a:xfrm>
          <a:prstGeom prst="rect">
            <a:avLst/>
          </a:prstGeom>
          <a:noFill/>
        </p:spPr>
        <p:txBody>
          <a:bodyPr wrap="square" lIns="0" rIns="0">
            <a:spAutoFit/>
          </a:bodyPr>
          <a:lstStyle/>
          <a:p>
            <a:pPr algn="ctr"/>
            <a:r>
              <a:rPr lang="en-US" sz="800">
                <a:solidFill>
                  <a:schemeClr val="bg1"/>
                </a:solidFill>
              </a:rPr>
              <a:t>Bookmark</a:t>
            </a:r>
          </a:p>
        </p:txBody>
      </p:sp>
      <p:sp>
        <p:nvSpPr>
          <p:cNvPr id="241" name="TextBox 240">
            <a:extLst>
              <a:ext uri="{FF2B5EF4-FFF2-40B4-BE49-F238E27FC236}">
                <a16:creationId xmlns:a16="http://schemas.microsoft.com/office/drawing/2014/main" id="{D65E2862-FBD2-E5A7-9A3D-CF978A9DA2B9}"/>
              </a:ext>
            </a:extLst>
          </p:cNvPr>
          <p:cNvSpPr txBox="1"/>
          <p:nvPr userDrawn="1"/>
        </p:nvSpPr>
        <p:spPr>
          <a:xfrm>
            <a:off x="5386323" y="1710252"/>
            <a:ext cx="709636" cy="338554"/>
          </a:xfrm>
          <a:prstGeom prst="rect">
            <a:avLst/>
          </a:prstGeom>
          <a:noFill/>
        </p:spPr>
        <p:txBody>
          <a:bodyPr wrap="square" lIns="0" rIns="0">
            <a:spAutoFit/>
          </a:bodyPr>
          <a:lstStyle/>
          <a:p>
            <a:pPr algn="ctr"/>
            <a:r>
              <a:rPr lang="en-US" sz="800">
                <a:solidFill>
                  <a:schemeClr val="bg1"/>
                </a:solidFill>
              </a:rPr>
              <a:t>Business partner alt 2</a:t>
            </a:r>
          </a:p>
        </p:txBody>
      </p:sp>
      <p:sp>
        <p:nvSpPr>
          <p:cNvPr id="243" name="TextBox 242">
            <a:extLst>
              <a:ext uri="{FF2B5EF4-FFF2-40B4-BE49-F238E27FC236}">
                <a16:creationId xmlns:a16="http://schemas.microsoft.com/office/drawing/2014/main" id="{A66A8ED0-618F-E2D5-7B8B-5CADC3F308F2}"/>
              </a:ext>
            </a:extLst>
          </p:cNvPr>
          <p:cNvSpPr txBox="1"/>
          <p:nvPr userDrawn="1"/>
        </p:nvSpPr>
        <p:spPr>
          <a:xfrm>
            <a:off x="6092868" y="1710252"/>
            <a:ext cx="709636" cy="338554"/>
          </a:xfrm>
          <a:prstGeom prst="rect">
            <a:avLst/>
          </a:prstGeom>
          <a:noFill/>
        </p:spPr>
        <p:txBody>
          <a:bodyPr wrap="square" lIns="0" rIns="0">
            <a:spAutoFit/>
          </a:bodyPr>
          <a:lstStyle/>
          <a:p>
            <a:pPr algn="ctr"/>
            <a:r>
              <a:rPr lang="en-US" sz="800">
                <a:solidFill>
                  <a:schemeClr val="bg1"/>
                </a:solidFill>
              </a:rPr>
              <a:t>Business partner alt</a:t>
            </a:r>
          </a:p>
        </p:txBody>
      </p:sp>
      <p:sp>
        <p:nvSpPr>
          <p:cNvPr id="245" name="TextBox 244">
            <a:extLst>
              <a:ext uri="{FF2B5EF4-FFF2-40B4-BE49-F238E27FC236}">
                <a16:creationId xmlns:a16="http://schemas.microsoft.com/office/drawing/2014/main" id="{5F5C8453-F2AB-C88A-2D64-477122A17ADF}"/>
              </a:ext>
            </a:extLst>
          </p:cNvPr>
          <p:cNvSpPr txBox="1"/>
          <p:nvPr userDrawn="1"/>
        </p:nvSpPr>
        <p:spPr>
          <a:xfrm>
            <a:off x="6799413" y="1710252"/>
            <a:ext cx="709636" cy="338554"/>
          </a:xfrm>
          <a:prstGeom prst="rect">
            <a:avLst/>
          </a:prstGeom>
          <a:noFill/>
        </p:spPr>
        <p:txBody>
          <a:bodyPr wrap="square" lIns="0" rIns="0">
            <a:spAutoFit/>
          </a:bodyPr>
          <a:lstStyle/>
          <a:p>
            <a:pPr algn="ctr"/>
            <a:r>
              <a:rPr lang="en-US" sz="800">
                <a:solidFill>
                  <a:schemeClr val="bg1"/>
                </a:solidFill>
              </a:rPr>
              <a:t>Business </a:t>
            </a:r>
            <a:r>
              <a:rPr lang="en-US" sz="800" err="1">
                <a:solidFill>
                  <a:schemeClr val="bg1"/>
                </a:solidFill>
              </a:rPr>
              <a:t>partnerup</a:t>
            </a:r>
            <a:endParaRPr lang="en-US" sz="800">
              <a:solidFill>
                <a:schemeClr val="bg1"/>
              </a:solidFill>
            </a:endParaRPr>
          </a:p>
        </p:txBody>
      </p:sp>
      <p:sp>
        <p:nvSpPr>
          <p:cNvPr id="247" name="TextBox 246">
            <a:extLst>
              <a:ext uri="{FF2B5EF4-FFF2-40B4-BE49-F238E27FC236}">
                <a16:creationId xmlns:a16="http://schemas.microsoft.com/office/drawing/2014/main" id="{0B25133F-E74F-B04A-084D-B011DCFFDE15}"/>
              </a:ext>
            </a:extLst>
          </p:cNvPr>
          <p:cNvSpPr txBox="1"/>
          <p:nvPr userDrawn="1"/>
        </p:nvSpPr>
        <p:spPr>
          <a:xfrm>
            <a:off x="7505958" y="1710252"/>
            <a:ext cx="709636" cy="215444"/>
          </a:xfrm>
          <a:prstGeom prst="rect">
            <a:avLst/>
          </a:prstGeom>
          <a:noFill/>
        </p:spPr>
        <p:txBody>
          <a:bodyPr wrap="square" lIns="0" rIns="0">
            <a:spAutoFit/>
          </a:bodyPr>
          <a:lstStyle/>
          <a:p>
            <a:pPr algn="ctr"/>
            <a:r>
              <a:rPr lang="en-US" sz="800">
                <a:solidFill>
                  <a:schemeClr val="bg1"/>
                </a:solidFill>
              </a:rPr>
              <a:t>Certification</a:t>
            </a:r>
          </a:p>
        </p:txBody>
      </p:sp>
      <p:sp>
        <p:nvSpPr>
          <p:cNvPr id="249" name="TextBox 248">
            <a:extLst>
              <a:ext uri="{FF2B5EF4-FFF2-40B4-BE49-F238E27FC236}">
                <a16:creationId xmlns:a16="http://schemas.microsoft.com/office/drawing/2014/main" id="{219207F7-E896-A943-04ED-E43589171FF8}"/>
              </a:ext>
            </a:extLst>
          </p:cNvPr>
          <p:cNvSpPr txBox="1"/>
          <p:nvPr userDrawn="1"/>
        </p:nvSpPr>
        <p:spPr>
          <a:xfrm>
            <a:off x="8212503" y="1710252"/>
            <a:ext cx="709636" cy="215444"/>
          </a:xfrm>
          <a:prstGeom prst="rect">
            <a:avLst/>
          </a:prstGeom>
          <a:noFill/>
        </p:spPr>
        <p:txBody>
          <a:bodyPr wrap="square" lIns="0" rIns="0">
            <a:spAutoFit/>
          </a:bodyPr>
          <a:lstStyle/>
          <a:p>
            <a:pPr algn="ctr"/>
            <a:r>
              <a:rPr lang="en-US" sz="800">
                <a:solidFill>
                  <a:schemeClr val="bg1"/>
                </a:solidFill>
              </a:rPr>
              <a:t>Chart</a:t>
            </a:r>
          </a:p>
        </p:txBody>
      </p:sp>
      <p:sp>
        <p:nvSpPr>
          <p:cNvPr id="251" name="TextBox 250">
            <a:extLst>
              <a:ext uri="{FF2B5EF4-FFF2-40B4-BE49-F238E27FC236}">
                <a16:creationId xmlns:a16="http://schemas.microsoft.com/office/drawing/2014/main" id="{A53CF8A3-B4B7-DA5D-69A4-0AC8026A2D51}"/>
              </a:ext>
            </a:extLst>
          </p:cNvPr>
          <p:cNvSpPr txBox="1"/>
          <p:nvPr userDrawn="1"/>
        </p:nvSpPr>
        <p:spPr>
          <a:xfrm>
            <a:off x="8919048" y="1710252"/>
            <a:ext cx="709636" cy="338554"/>
          </a:xfrm>
          <a:prstGeom prst="rect">
            <a:avLst/>
          </a:prstGeom>
          <a:noFill/>
        </p:spPr>
        <p:txBody>
          <a:bodyPr wrap="square" lIns="0" rIns="0">
            <a:spAutoFit/>
          </a:bodyPr>
          <a:lstStyle/>
          <a:p>
            <a:pPr algn="ctr"/>
            <a:r>
              <a:rPr lang="en-US" sz="800">
                <a:solidFill>
                  <a:schemeClr val="bg1"/>
                </a:solidFill>
              </a:rPr>
              <a:t>Course foundation 2</a:t>
            </a:r>
          </a:p>
        </p:txBody>
      </p:sp>
      <p:sp>
        <p:nvSpPr>
          <p:cNvPr id="253" name="TextBox 252">
            <a:extLst>
              <a:ext uri="{FF2B5EF4-FFF2-40B4-BE49-F238E27FC236}">
                <a16:creationId xmlns:a16="http://schemas.microsoft.com/office/drawing/2014/main" id="{35F53499-501C-A50B-3720-0C085F287A0C}"/>
              </a:ext>
            </a:extLst>
          </p:cNvPr>
          <p:cNvSpPr txBox="1"/>
          <p:nvPr userDrawn="1"/>
        </p:nvSpPr>
        <p:spPr>
          <a:xfrm>
            <a:off x="9625593" y="1710252"/>
            <a:ext cx="709636" cy="338554"/>
          </a:xfrm>
          <a:prstGeom prst="rect">
            <a:avLst/>
          </a:prstGeom>
          <a:noFill/>
        </p:spPr>
        <p:txBody>
          <a:bodyPr wrap="square" lIns="0" rIns="0">
            <a:spAutoFit/>
          </a:bodyPr>
          <a:lstStyle/>
          <a:p>
            <a:pPr algn="ctr"/>
            <a:r>
              <a:rPr lang="en-US" sz="800">
                <a:solidFill>
                  <a:schemeClr val="bg1"/>
                </a:solidFill>
              </a:rPr>
              <a:t>Course foundation 3</a:t>
            </a:r>
          </a:p>
        </p:txBody>
      </p:sp>
      <p:sp>
        <p:nvSpPr>
          <p:cNvPr id="255" name="TextBox 254">
            <a:extLst>
              <a:ext uri="{FF2B5EF4-FFF2-40B4-BE49-F238E27FC236}">
                <a16:creationId xmlns:a16="http://schemas.microsoft.com/office/drawing/2014/main" id="{B741B6B7-FD5F-C05A-A071-EB8EAD000290}"/>
              </a:ext>
            </a:extLst>
          </p:cNvPr>
          <p:cNvSpPr txBox="1"/>
          <p:nvPr userDrawn="1"/>
        </p:nvSpPr>
        <p:spPr>
          <a:xfrm>
            <a:off x="10332138" y="1710252"/>
            <a:ext cx="709636" cy="338554"/>
          </a:xfrm>
          <a:prstGeom prst="rect">
            <a:avLst/>
          </a:prstGeom>
          <a:noFill/>
        </p:spPr>
        <p:txBody>
          <a:bodyPr wrap="square" lIns="0" rIns="0">
            <a:spAutoFit/>
          </a:bodyPr>
          <a:lstStyle/>
          <a:p>
            <a:pPr algn="ctr"/>
            <a:r>
              <a:rPr lang="en-US" sz="800">
                <a:solidFill>
                  <a:schemeClr val="bg1"/>
                </a:solidFill>
              </a:rPr>
              <a:t>Course foundation</a:t>
            </a:r>
          </a:p>
        </p:txBody>
      </p:sp>
      <p:sp>
        <p:nvSpPr>
          <p:cNvPr id="257" name="TextBox 256">
            <a:extLst>
              <a:ext uri="{FF2B5EF4-FFF2-40B4-BE49-F238E27FC236}">
                <a16:creationId xmlns:a16="http://schemas.microsoft.com/office/drawing/2014/main" id="{1F6F3398-D490-0351-6C1D-9716DBFD5841}"/>
              </a:ext>
            </a:extLst>
          </p:cNvPr>
          <p:cNvSpPr txBox="1"/>
          <p:nvPr userDrawn="1"/>
        </p:nvSpPr>
        <p:spPr>
          <a:xfrm>
            <a:off x="11038681" y="1710252"/>
            <a:ext cx="709636" cy="338554"/>
          </a:xfrm>
          <a:prstGeom prst="rect">
            <a:avLst/>
          </a:prstGeom>
          <a:noFill/>
        </p:spPr>
        <p:txBody>
          <a:bodyPr wrap="square" lIns="0" rIns="0">
            <a:spAutoFit/>
          </a:bodyPr>
          <a:lstStyle/>
          <a:p>
            <a:pPr algn="ctr"/>
            <a:r>
              <a:rPr lang="en-US" sz="800">
                <a:solidFill>
                  <a:schemeClr val="bg1"/>
                </a:solidFill>
              </a:rPr>
              <a:t>Web </a:t>
            </a:r>
            <a:br>
              <a:rPr lang="en-US" sz="800">
                <a:solidFill>
                  <a:schemeClr val="bg1"/>
                </a:solidFill>
              </a:rPr>
            </a:br>
            <a:r>
              <a:rPr lang="en-US" sz="800">
                <a:solidFill>
                  <a:schemeClr val="bg1"/>
                </a:solidFill>
              </a:rPr>
              <a:t>expert</a:t>
            </a:r>
          </a:p>
        </p:txBody>
      </p:sp>
      <p:sp>
        <p:nvSpPr>
          <p:cNvPr id="259" name="TextBox 258">
            <a:extLst>
              <a:ext uri="{FF2B5EF4-FFF2-40B4-BE49-F238E27FC236}">
                <a16:creationId xmlns:a16="http://schemas.microsoft.com/office/drawing/2014/main" id="{D303820A-2D7A-D43A-4DFF-9614A08B1F4B}"/>
              </a:ext>
            </a:extLst>
          </p:cNvPr>
          <p:cNvSpPr txBox="1"/>
          <p:nvPr userDrawn="1"/>
        </p:nvSpPr>
        <p:spPr>
          <a:xfrm>
            <a:off x="440508" y="2532310"/>
            <a:ext cx="709636" cy="338554"/>
          </a:xfrm>
          <a:prstGeom prst="rect">
            <a:avLst/>
          </a:prstGeom>
          <a:noFill/>
        </p:spPr>
        <p:txBody>
          <a:bodyPr wrap="square" lIns="0" rIns="0">
            <a:spAutoFit/>
          </a:bodyPr>
          <a:lstStyle/>
          <a:p>
            <a:pPr algn="ctr"/>
            <a:r>
              <a:rPr lang="en-US" sz="800">
                <a:solidFill>
                  <a:schemeClr val="bg1"/>
                </a:solidFill>
              </a:rPr>
              <a:t>Course-orchestrator</a:t>
            </a:r>
          </a:p>
        </p:txBody>
      </p:sp>
      <p:sp>
        <p:nvSpPr>
          <p:cNvPr id="261" name="TextBox 260">
            <a:extLst>
              <a:ext uri="{FF2B5EF4-FFF2-40B4-BE49-F238E27FC236}">
                <a16:creationId xmlns:a16="http://schemas.microsoft.com/office/drawing/2014/main" id="{D971E0F7-4308-0985-CFAF-0623B81CCB9D}"/>
              </a:ext>
            </a:extLst>
          </p:cNvPr>
          <p:cNvSpPr txBox="1"/>
          <p:nvPr userDrawn="1"/>
        </p:nvSpPr>
        <p:spPr>
          <a:xfrm>
            <a:off x="1147053" y="2532310"/>
            <a:ext cx="709636" cy="215444"/>
          </a:xfrm>
          <a:prstGeom prst="rect">
            <a:avLst/>
          </a:prstGeom>
          <a:noFill/>
        </p:spPr>
        <p:txBody>
          <a:bodyPr wrap="square" lIns="0" rIns="0">
            <a:spAutoFit/>
          </a:bodyPr>
          <a:lstStyle/>
          <a:p>
            <a:pPr algn="ctr"/>
            <a:r>
              <a:rPr lang="en-US" sz="800">
                <a:solidFill>
                  <a:schemeClr val="bg1"/>
                </a:solidFill>
              </a:rPr>
              <a:t>CRM</a:t>
            </a:r>
          </a:p>
        </p:txBody>
      </p:sp>
      <p:sp>
        <p:nvSpPr>
          <p:cNvPr id="263" name="TextBox 262">
            <a:extLst>
              <a:ext uri="{FF2B5EF4-FFF2-40B4-BE49-F238E27FC236}">
                <a16:creationId xmlns:a16="http://schemas.microsoft.com/office/drawing/2014/main" id="{F2BD3C5E-2571-8B2C-0526-509C3B16E4EA}"/>
              </a:ext>
            </a:extLst>
          </p:cNvPr>
          <p:cNvSpPr txBox="1"/>
          <p:nvPr userDrawn="1"/>
        </p:nvSpPr>
        <p:spPr>
          <a:xfrm>
            <a:off x="1853598" y="2532310"/>
            <a:ext cx="709636" cy="215444"/>
          </a:xfrm>
          <a:prstGeom prst="rect">
            <a:avLst/>
          </a:prstGeom>
          <a:noFill/>
        </p:spPr>
        <p:txBody>
          <a:bodyPr wrap="square" lIns="0" rIns="0">
            <a:spAutoFit/>
          </a:bodyPr>
          <a:lstStyle/>
          <a:p>
            <a:pPr algn="ctr"/>
            <a:r>
              <a:rPr lang="en-US" sz="800">
                <a:solidFill>
                  <a:schemeClr val="bg1"/>
                </a:solidFill>
              </a:rPr>
              <a:t>Crown</a:t>
            </a:r>
          </a:p>
        </p:txBody>
      </p:sp>
      <p:sp>
        <p:nvSpPr>
          <p:cNvPr id="265" name="TextBox 264">
            <a:extLst>
              <a:ext uri="{FF2B5EF4-FFF2-40B4-BE49-F238E27FC236}">
                <a16:creationId xmlns:a16="http://schemas.microsoft.com/office/drawing/2014/main" id="{2987655D-5622-6E12-5C54-20F38C50DB24}"/>
              </a:ext>
            </a:extLst>
          </p:cNvPr>
          <p:cNvSpPr txBox="1"/>
          <p:nvPr userDrawn="1"/>
        </p:nvSpPr>
        <p:spPr>
          <a:xfrm>
            <a:off x="2560143" y="2532310"/>
            <a:ext cx="709636" cy="338554"/>
          </a:xfrm>
          <a:prstGeom prst="rect">
            <a:avLst/>
          </a:prstGeom>
          <a:noFill/>
        </p:spPr>
        <p:txBody>
          <a:bodyPr wrap="square" lIns="0" rIns="0">
            <a:spAutoFit/>
          </a:bodyPr>
          <a:lstStyle/>
          <a:p>
            <a:pPr algn="ctr"/>
            <a:r>
              <a:rPr lang="en-US" sz="800">
                <a:solidFill>
                  <a:schemeClr val="bg1"/>
                </a:solidFill>
              </a:rPr>
              <a:t>Cultural acceptance</a:t>
            </a:r>
          </a:p>
        </p:txBody>
      </p:sp>
      <p:sp>
        <p:nvSpPr>
          <p:cNvPr id="267" name="TextBox 266">
            <a:extLst>
              <a:ext uri="{FF2B5EF4-FFF2-40B4-BE49-F238E27FC236}">
                <a16:creationId xmlns:a16="http://schemas.microsoft.com/office/drawing/2014/main" id="{CAAE7E04-10C1-C539-7D9D-C2546EB679FC}"/>
              </a:ext>
            </a:extLst>
          </p:cNvPr>
          <p:cNvSpPr txBox="1"/>
          <p:nvPr userDrawn="1"/>
        </p:nvSpPr>
        <p:spPr>
          <a:xfrm>
            <a:off x="3266688" y="2532310"/>
            <a:ext cx="709636" cy="338554"/>
          </a:xfrm>
          <a:prstGeom prst="rect">
            <a:avLst/>
          </a:prstGeom>
          <a:noFill/>
        </p:spPr>
        <p:txBody>
          <a:bodyPr wrap="square" lIns="0" rIns="0">
            <a:spAutoFit/>
          </a:bodyPr>
          <a:lstStyle/>
          <a:p>
            <a:pPr algn="ctr"/>
            <a:r>
              <a:rPr lang="en-US" sz="800">
                <a:solidFill>
                  <a:schemeClr val="bg1"/>
                </a:solidFill>
              </a:rPr>
              <a:t>Desktop program</a:t>
            </a:r>
          </a:p>
        </p:txBody>
      </p:sp>
      <p:sp>
        <p:nvSpPr>
          <p:cNvPr id="269" name="TextBox 268">
            <a:extLst>
              <a:ext uri="{FF2B5EF4-FFF2-40B4-BE49-F238E27FC236}">
                <a16:creationId xmlns:a16="http://schemas.microsoft.com/office/drawing/2014/main" id="{28289255-A7FD-3E7E-6FEE-74F6C05B9A1E}"/>
              </a:ext>
            </a:extLst>
          </p:cNvPr>
          <p:cNvSpPr txBox="1"/>
          <p:nvPr userDrawn="1"/>
        </p:nvSpPr>
        <p:spPr>
          <a:xfrm>
            <a:off x="3973233" y="2532310"/>
            <a:ext cx="709636" cy="215444"/>
          </a:xfrm>
          <a:prstGeom prst="rect">
            <a:avLst/>
          </a:prstGeom>
          <a:noFill/>
        </p:spPr>
        <p:txBody>
          <a:bodyPr wrap="square" lIns="0" rIns="0">
            <a:spAutoFit/>
          </a:bodyPr>
          <a:lstStyle/>
          <a:p>
            <a:pPr algn="ctr"/>
            <a:r>
              <a:rPr lang="en-US" sz="800">
                <a:solidFill>
                  <a:schemeClr val="bg1"/>
                </a:solidFill>
              </a:rPr>
              <a:t>Decrease</a:t>
            </a:r>
          </a:p>
        </p:txBody>
      </p:sp>
      <p:sp>
        <p:nvSpPr>
          <p:cNvPr id="271" name="TextBox 270">
            <a:extLst>
              <a:ext uri="{FF2B5EF4-FFF2-40B4-BE49-F238E27FC236}">
                <a16:creationId xmlns:a16="http://schemas.microsoft.com/office/drawing/2014/main" id="{963DEA01-4CC6-2BF1-957C-4A2689D84B4E}"/>
              </a:ext>
            </a:extLst>
          </p:cNvPr>
          <p:cNvSpPr txBox="1"/>
          <p:nvPr userDrawn="1"/>
        </p:nvSpPr>
        <p:spPr>
          <a:xfrm>
            <a:off x="4679778" y="2532310"/>
            <a:ext cx="709636" cy="215444"/>
          </a:xfrm>
          <a:prstGeom prst="rect">
            <a:avLst/>
          </a:prstGeom>
          <a:noFill/>
        </p:spPr>
        <p:txBody>
          <a:bodyPr wrap="square" lIns="0" rIns="0">
            <a:spAutoFit/>
          </a:bodyPr>
          <a:lstStyle/>
          <a:p>
            <a:pPr algn="ctr"/>
            <a:r>
              <a:rPr lang="en-US" sz="800">
                <a:solidFill>
                  <a:schemeClr val="bg1"/>
                </a:solidFill>
              </a:rPr>
              <a:t>Document</a:t>
            </a:r>
          </a:p>
        </p:txBody>
      </p:sp>
      <p:sp>
        <p:nvSpPr>
          <p:cNvPr id="273" name="TextBox 272">
            <a:extLst>
              <a:ext uri="{FF2B5EF4-FFF2-40B4-BE49-F238E27FC236}">
                <a16:creationId xmlns:a16="http://schemas.microsoft.com/office/drawing/2014/main" id="{38BB3C19-7AD5-FFE8-138A-15FF868093E2}"/>
              </a:ext>
            </a:extLst>
          </p:cNvPr>
          <p:cNvSpPr txBox="1"/>
          <p:nvPr userDrawn="1"/>
        </p:nvSpPr>
        <p:spPr>
          <a:xfrm>
            <a:off x="5386323" y="2532310"/>
            <a:ext cx="709636" cy="215444"/>
          </a:xfrm>
          <a:prstGeom prst="rect">
            <a:avLst/>
          </a:prstGeom>
          <a:noFill/>
        </p:spPr>
        <p:txBody>
          <a:bodyPr wrap="square" lIns="0" rIns="0">
            <a:spAutoFit/>
          </a:bodyPr>
          <a:lstStyle/>
          <a:p>
            <a:pPr algn="ctr"/>
            <a:r>
              <a:rPr lang="en-US" sz="800">
                <a:solidFill>
                  <a:schemeClr val="bg1"/>
                </a:solidFill>
              </a:rPr>
              <a:t>Done</a:t>
            </a:r>
          </a:p>
        </p:txBody>
      </p:sp>
      <p:sp>
        <p:nvSpPr>
          <p:cNvPr id="275" name="TextBox 274">
            <a:extLst>
              <a:ext uri="{FF2B5EF4-FFF2-40B4-BE49-F238E27FC236}">
                <a16:creationId xmlns:a16="http://schemas.microsoft.com/office/drawing/2014/main" id="{4F724678-D382-501C-ED3E-16D47603EB4E}"/>
              </a:ext>
            </a:extLst>
          </p:cNvPr>
          <p:cNvSpPr txBox="1"/>
          <p:nvPr userDrawn="1"/>
        </p:nvSpPr>
        <p:spPr>
          <a:xfrm>
            <a:off x="6092868" y="2532310"/>
            <a:ext cx="709636" cy="215444"/>
          </a:xfrm>
          <a:prstGeom prst="rect">
            <a:avLst/>
          </a:prstGeom>
          <a:noFill/>
        </p:spPr>
        <p:txBody>
          <a:bodyPr wrap="square" lIns="0" rIns="0">
            <a:spAutoFit/>
          </a:bodyPr>
          <a:lstStyle/>
          <a:p>
            <a:pPr algn="ctr"/>
            <a:r>
              <a:rPr lang="en-US" sz="800">
                <a:solidFill>
                  <a:schemeClr val="bg1"/>
                </a:solidFill>
              </a:rPr>
              <a:t>Ease of use</a:t>
            </a:r>
          </a:p>
        </p:txBody>
      </p:sp>
      <p:sp>
        <p:nvSpPr>
          <p:cNvPr id="277" name="TextBox 276">
            <a:extLst>
              <a:ext uri="{FF2B5EF4-FFF2-40B4-BE49-F238E27FC236}">
                <a16:creationId xmlns:a16="http://schemas.microsoft.com/office/drawing/2014/main" id="{3A1F16D4-EBC5-FB99-D2F9-B58090B0A99E}"/>
              </a:ext>
            </a:extLst>
          </p:cNvPr>
          <p:cNvSpPr txBox="1"/>
          <p:nvPr userDrawn="1"/>
        </p:nvSpPr>
        <p:spPr>
          <a:xfrm>
            <a:off x="6799413" y="2532310"/>
            <a:ext cx="709636" cy="338554"/>
          </a:xfrm>
          <a:prstGeom prst="rect">
            <a:avLst/>
          </a:prstGeom>
          <a:noFill/>
        </p:spPr>
        <p:txBody>
          <a:bodyPr wrap="square" lIns="0" rIns="0">
            <a:spAutoFit/>
          </a:bodyPr>
          <a:lstStyle/>
          <a:p>
            <a:pPr algn="ctr"/>
            <a:r>
              <a:rPr lang="en-US" sz="800">
                <a:solidFill>
                  <a:schemeClr val="bg1"/>
                </a:solidFill>
              </a:rPr>
              <a:t>First reply </a:t>
            </a:r>
            <a:br>
              <a:rPr lang="en-US" sz="800">
                <a:solidFill>
                  <a:schemeClr val="bg1"/>
                </a:solidFill>
              </a:rPr>
            </a:br>
            <a:r>
              <a:rPr lang="en-US" sz="800">
                <a:solidFill>
                  <a:schemeClr val="bg1"/>
                </a:solidFill>
              </a:rPr>
              <a:t>by email</a:t>
            </a:r>
          </a:p>
        </p:txBody>
      </p:sp>
      <p:sp>
        <p:nvSpPr>
          <p:cNvPr id="278" name="TextBox 277">
            <a:extLst>
              <a:ext uri="{FF2B5EF4-FFF2-40B4-BE49-F238E27FC236}">
                <a16:creationId xmlns:a16="http://schemas.microsoft.com/office/drawing/2014/main" id="{82CA94A4-889A-AA35-922F-A0D54FE441A7}"/>
              </a:ext>
            </a:extLst>
          </p:cNvPr>
          <p:cNvSpPr txBox="1"/>
          <p:nvPr userDrawn="1"/>
        </p:nvSpPr>
        <p:spPr>
          <a:xfrm>
            <a:off x="7505958" y="2532310"/>
            <a:ext cx="709636" cy="215444"/>
          </a:xfrm>
          <a:prstGeom prst="rect">
            <a:avLst/>
          </a:prstGeom>
          <a:noFill/>
        </p:spPr>
        <p:txBody>
          <a:bodyPr wrap="square" lIns="0" rIns="0">
            <a:spAutoFit/>
          </a:bodyPr>
          <a:lstStyle/>
          <a:p>
            <a:pPr algn="ctr"/>
            <a:r>
              <a:rPr lang="en-US" sz="800">
                <a:solidFill>
                  <a:schemeClr val="bg1"/>
                </a:solidFill>
              </a:rPr>
              <a:t>Flexibility</a:t>
            </a:r>
          </a:p>
        </p:txBody>
      </p:sp>
      <p:sp>
        <p:nvSpPr>
          <p:cNvPr id="279" name="TextBox 278">
            <a:extLst>
              <a:ext uri="{FF2B5EF4-FFF2-40B4-BE49-F238E27FC236}">
                <a16:creationId xmlns:a16="http://schemas.microsoft.com/office/drawing/2014/main" id="{58D13A79-8AAE-4AE3-DC8B-688A465F6C16}"/>
              </a:ext>
            </a:extLst>
          </p:cNvPr>
          <p:cNvSpPr txBox="1"/>
          <p:nvPr userDrawn="1"/>
        </p:nvSpPr>
        <p:spPr>
          <a:xfrm>
            <a:off x="8212503" y="2532310"/>
            <a:ext cx="709636" cy="215444"/>
          </a:xfrm>
          <a:prstGeom prst="rect">
            <a:avLst/>
          </a:prstGeom>
          <a:noFill/>
        </p:spPr>
        <p:txBody>
          <a:bodyPr wrap="square" lIns="0" rIns="0">
            <a:spAutoFit/>
          </a:bodyPr>
          <a:lstStyle/>
          <a:p>
            <a:pPr algn="ctr"/>
            <a:r>
              <a:rPr lang="en-US" sz="800">
                <a:solidFill>
                  <a:schemeClr val="bg1"/>
                </a:solidFill>
              </a:rPr>
              <a:t>Goals</a:t>
            </a:r>
          </a:p>
        </p:txBody>
      </p:sp>
      <p:sp>
        <p:nvSpPr>
          <p:cNvPr id="280" name="TextBox 279">
            <a:extLst>
              <a:ext uri="{FF2B5EF4-FFF2-40B4-BE49-F238E27FC236}">
                <a16:creationId xmlns:a16="http://schemas.microsoft.com/office/drawing/2014/main" id="{2083EE1A-DFD2-F594-CBF7-27E8E392D346}"/>
              </a:ext>
            </a:extLst>
          </p:cNvPr>
          <p:cNvSpPr txBox="1"/>
          <p:nvPr userDrawn="1"/>
        </p:nvSpPr>
        <p:spPr>
          <a:xfrm>
            <a:off x="8919048" y="2532310"/>
            <a:ext cx="709636" cy="338554"/>
          </a:xfrm>
          <a:prstGeom prst="rect">
            <a:avLst/>
          </a:prstGeom>
          <a:noFill/>
        </p:spPr>
        <p:txBody>
          <a:bodyPr wrap="square" lIns="0" rIns="0">
            <a:spAutoFit/>
          </a:bodyPr>
          <a:lstStyle/>
          <a:p>
            <a:pPr algn="ctr"/>
            <a:r>
              <a:rPr lang="en-US" sz="800">
                <a:solidFill>
                  <a:schemeClr val="bg1"/>
                </a:solidFill>
              </a:rPr>
              <a:t>Group of </a:t>
            </a:r>
            <a:br>
              <a:rPr lang="en-US" sz="800">
                <a:solidFill>
                  <a:schemeClr val="bg1"/>
                </a:solidFill>
              </a:rPr>
            </a:br>
            <a:r>
              <a:rPr lang="en-US" sz="800">
                <a:solidFill>
                  <a:schemeClr val="bg1"/>
                </a:solidFill>
              </a:rPr>
              <a:t>users</a:t>
            </a:r>
          </a:p>
        </p:txBody>
      </p:sp>
      <p:sp>
        <p:nvSpPr>
          <p:cNvPr id="281" name="TextBox 280">
            <a:extLst>
              <a:ext uri="{FF2B5EF4-FFF2-40B4-BE49-F238E27FC236}">
                <a16:creationId xmlns:a16="http://schemas.microsoft.com/office/drawing/2014/main" id="{673A888C-D4C1-8A52-243D-CC25FFF36A35}"/>
              </a:ext>
            </a:extLst>
          </p:cNvPr>
          <p:cNvSpPr txBox="1"/>
          <p:nvPr userDrawn="1"/>
        </p:nvSpPr>
        <p:spPr>
          <a:xfrm>
            <a:off x="9625593" y="2532310"/>
            <a:ext cx="709636" cy="215444"/>
          </a:xfrm>
          <a:prstGeom prst="rect">
            <a:avLst/>
          </a:prstGeom>
          <a:noFill/>
        </p:spPr>
        <p:txBody>
          <a:bodyPr wrap="square" lIns="0" rIns="0">
            <a:spAutoFit/>
          </a:bodyPr>
          <a:lstStyle/>
          <a:p>
            <a:pPr algn="ctr"/>
            <a:r>
              <a:rPr lang="en-US" sz="800">
                <a:solidFill>
                  <a:schemeClr val="bg1"/>
                </a:solidFill>
              </a:rPr>
              <a:t>Growth</a:t>
            </a:r>
          </a:p>
        </p:txBody>
      </p:sp>
      <p:sp>
        <p:nvSpPr>
          <p:cNvPr id="282" name="TextBox 281">
            <a:extLst>
              <a:ext uri="{FF2B5EF4-FFF2-40B4-BE49-F238E27FC236}">
                <a16:creationId xmlns:a16="http://schemas.microsoft.com/office/drawing/2014/main" id="{FB6DD5B5-1F7F-2279-F01E-574DF505C9AE}"/>
              </a:ext>
            </a:extLst>
          </p:cNvPr>
          <p:cNvSpPr txBox="1"/>
          <p:nvPr userDrawn="1"/>
        </p:nvSpPr>
        <p:spPr>
          <a:xfrm>
            <a:off x="10332138" y="2532310"/>
            <a:ext cx="709636" cy="215444"/>
          </a:xfrm>
          <a:prstGeom prst="rect">
            <a:avLst/>
          </a:prstGeom>
          <a:noFill/>
        </p:spPr>
        <p:txBody>
          <a:bodyPr wrap="square" lIns="0" rIns="0">
            <a:spAutoFit/>
          </a:bodyPr>
          <a:lstStyle/>
          <a:p>
            <a:pPr algn="ctr"/>
            <a:r>
              <a:rPr lang="en-US" sz="800">
                <a:solidFill>
                  <a:schemeClr val="bg1"/>
                </a:solidFill>
              </a:rPr>
              <a:t>Heart</a:t>
            </a:r>
          </a:p>
        </p:txBody>
      </p:sp>
      <p:sp>
        <p:nvSpPr>
          <p:cNvPr id="283" name="TextBox 282">
            <a:extLst>
              <a:ext uri="{FF2B5EF4-FFF2-40B4-BE49-F238E27FC236}">
                <a16:creationId xmlns:a16="http://schemas.microsoft.com/office/drawing/2014/main" id="{A5D6616A-77B0-DBAB-E910-D7E992E5CC91}"/>
              </a:ext>
            </a:extLst>
          </p:cNvPr>
          <p:cNvSpPr txBox="1"/>
          <p:nvPr userDrawn="1"/>
        </p:nvSpPr>
        <p:spPr>
          <a:xfrm>
            <a:off x="11038681" y="2532310"/>
            <a:ext cx="709636" cy="215444"/>
          </a:xfrm>
          <a:prstGeom prst="rect">
            <a:avLst/>
          </a:prstGeom>
          <a:noFill/>
        </p:spPr>
        <p:txBody>
          <a:bodyPr wrap="square" lIns="0" rIns="0">
            <a:spAutoFit/>
          </a:bodyPr>
          <a:lstStyle/>
          <a:p>
            <a:pPr algn="ctr"/>
            <a:r>
              <a:rPr lang="en-US" sz="800">
                <a:solidFill>
                  <a:schemeClr val="bg1"/>
                </a:solidFill>
              </a:rPr>
              <a:t>Warning</a:t>
            </a:r>
          </a:p>
        </p:txBody>
      </p:sp>
      <p:sp>
        <p:nvSpPr>
          <p:cNvPr id="284" name="TextBox 283">
            <a:extLst>
              <a:ext uri="{FF2B5EF4-FFF2-40B4-BE49-F238E27FC236}">
                <a16:creationId xmlns:a16="http://schemas.microsoft.com/office/drawing/2014/main" id="{1909FEFD-A09A-45F9-ECC0-0D2D7A40A261}"/>
              </a:ext>
            </a:extLst>
          </p:cNvPr>
          <p:cNvSpPr txBox="1"/>
          <p:nvPr userDrawn="1"/>
        </p:nvSpPr>
        <p:spPr>
          <a:xfrm>
            <a:off x="440508" y="3381006"/>
            <a:ext cx="709636" cy="215444"/>
          </a:xfrm>
          <a:prstGeom prst="rect">
            <a:avLst/>
          </a:prstGeom>
          <a:noFill/>
        </p:spPr>
        <p:txBody>
          <a:bodyPr wrap="square" lIns="0" rIns="0">
            <a:spAutoFit/>
          </a:bodyPr>
          <a:lstStyle/>
          <a:p>
            <a:pPr algn="ctr"/>
            <a:r>
              <a:rPr lang="en-US" sz="800">
                <a:solidFill>
                  <a:schemeClr val="bg1"/>
                </a:solidFill>
              </a:rPr>
              <a:t>Home</a:t>
            </a:r>
          </a:p>
        </p:txBody>
      </p:sp>
      <p:sp>
        <p:nvSpPr>
          <p:cNvPr id="285" name="TextBox 284">
            <a:extLst>
              <a:ext uri="{FF2B5EF4-FFF2-40B4-BE49-F238E27FC236}">
                <a16:creationId xmlns:a16="http://schemas.microsoft.com/office/drawing/2014/main" id="{B861A6C2-C20A-0806-56F3-07AFED57847B}"/>
              </a:ext>
            </a:extLst>
          </p:cNvPr>
          <p:cNvSpPr txBox="1"/>
          <p:nvPr userDrawn="1"/>
        </p:nvSpPr>
        <p:spPr>
          <a:xfrm>
            <a:off x="1147053" y="3381006"/>
            <a:ext cx="709636" cy="215444"/>
          </a:xfrm>
          <a:prstGeom prst="rect">
            <a:avLst/>
          </a:prstGeom>
          <a:noFill/>
        </p:spPr>
        <p:txBody>
          <a:bodyPr wrap="square" lIns="0" rIns="0">
            <a:spAutoFit/>
          </a:bodyPr>
          <a:lstStyle/>
          <a:p>
            <a:pPr algn="ctr"/>
            <a:r>
              <a:rPr lang="en-US" sz="800">
                <a:solidFill>
                  <a:schemeClr val="bg1"/>
                </a:solidFill>
              </a:rPr>
              <a:t>Hourglass</a:t>
            </a:r>
          </a:p>
        </p:txBody>
      </p:sp>
      <p:sp>
        <p:nvSpPr>
          <p:cNvPr id="286" name="TextBox 285">
            <a:extLst>
              <a:ext uri="{FF2B5EF4-FFF2-40B4-BE49-F238E27FC236}">
                <a16:creationId xmlns:a16="http://schemas.microsoft.com/office/drawing/2014/main" id="{9C5A04D6-CA3F-C89E-49BA-7E471AE761BE}"/>
              </a:ext>
            </a:extLst>
          </p:cNvPr>
          <p:cNvSpPr txBox="1"/>
          <p:nvPr userDrawn="1"/>
        </p:nvSpPr>
        <p:spPr>
          <a:xfrm>
            <a:off x="1853598" y="3381006"/>
            <a:ext cx="709636"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1</a:t>
            </a:r>
          </a:p>
        </p:txBody>
      </p:sp>
      <p:sp>
        <p:nvSpPr>
          <p:cNvPr id="287" name="TextBox 286">
            <a:extLst>
              <a:ext uri="{FF2B5EF4-FFF2-40B4-BE49-F238E27FC236}">
                <a16:creationId xmlns:a16="http://schemas.microsoft.com/office/drawing/2014/main" id="{AD569A71-CD28-C94F-ADF0-2C55B6B24264}"/>
              </a:ext>
            </a:extLst>
          </p:cNvPr>
          <p:cNvSpPr txBox="1"/>
          <p:nvPr userDrawn="1"/>
        </p:nvSpPr>
        <p:spPr>
          <a:xfrm>
            <a:off x="2560143" y="3381006"/>
            <a:ext cx="709636"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2</a:t>
            </a:r>
          </a:p>
        </p:txBody>
      </p:sp>
      <p:sp>
        <p:nvSpPr>
          <p:cNvPr id="288" name="TextBox 287">
            <a:extLst>
              <a:ext uri="{FF2B5EF4-FFF2-40B4-BE49-F238E27FC236}">
                <a16:creationId xmlns:a16="http://schemas.microsoft.com/office/drawing/2014/main" id="{6D89861E-B4AE-23EF-4237-383AC6935D92}"/>
              </a:ext>
            </a:extLst>
          </p:cNvPr>
          <p:cNvSpPr txBox="1"/>
          <p:nvPr userDrawn="1"/>
        </p:nvSpPr>
        <p:spPr>
          <a:xfrm>
            <a:off x="3266688" y="3381006"/>
            <a:ext cx="709636"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3</a:t>
            </a:r>
          </a:p>
        </p:txBody>
      </p:sp>
      <p:sp>
        <p:nvSpPr>
          <p:cNvPr id="289" name="TextBox 288">
            <a:extLst>
              <a:ext uri="{FF2B5EF4-FFF2-40B4-BE49-F238E27FC236}">
                <a16:creationId xmlns:a16="http://schemas.microsoft.com/office/drawing/2014/main" id="{57D4B19A-1242-CF8C-DEEF-DF21A8AECDD2}"/>
              </a:ext>
            </a:extLst>
          </p:cNvPr>
          <p:cNvSpPr txBox="1"/>
          <p:nvPr userDrawn="1"/>
        </p:nvSpPr>
        <p:spPr>
          <a:xfrm>
            <a:off x="3973233" y="3381006"/>
            <a:ext cx="709636" cy="338554"/>
          </a:xfrm>
          <a:prstGeom prst="rect">
            <a:avLst/>
          </a:prstGeom>
          <a:noFill/>
        </p:spPr>
        <p:txBody>
          <a:bodyPr wrap="square" lIns="0" rIns="0">
            <a:spAutoFit/>
          </a:bodyPr>
          <a:lstStyle/>
          <a:p>
            <a:pPr algn="ctr"/>
            <a:r>
              <a:rPr lang="en-US" sz="800">
                <a:solidFill>
                  <a:schemeClr val="bg1"/>
                </a:solidFill>
              </a:rPr>
              <a:t>Icon Name</a:t>
            </a:r>
          </a:p>
          <a:p>
            <a:pPr algn="ctr"/>
            <a:r>
              <a:rPr lang="en-US" sz="800">
                <a:solidFill>
                  <a:schemeClr val="bg1"/>
                </a:solidFill>
              </a:rPr>
              <a:t>4</a:t>
            </a:r>
          </a:p>
        </p:txBody>
      </p:sp>
      <p:sp>
        <p:nvSpPr>
          <p:cNvPr id="290" name="TextBox 289">
            <a:extLst>
              <a:ext uri="{FF2B5EF4-FFF2-40B4-BE49-F238E27FC236}">
                <a16:creationId xmlns:a16="http://schemas.microsoft.com/office/drawing/2014/main" id="{9177A42D-D643-F175-61FE-070F20C569E7}"/>
              </a:ext>
            </a:extLst>
          </p:cNvPr>
          <p:cNvSpPr txBox="1"/>
          <p:nvPr userDrawn="1"/>
        </p:nvSpPr>
        <p:spPr>
          <a:xfrm>
            <a:off x="4679778" y="3381006"/>
            <a:ext cx="709636" cy="215444"/>
          </a:xfrm>
          <a:prstGeom prst="rect">
            <a:avLst/>
          </a:prstGeom>
          <a:noFill/>
        </p:spPr>
        <p:txBody>
          <a:bodyPr wrap="square" lIns="0" rIns="0">
            <a:spAutoFit/>
          </a:bodyPr>
          <a:lstStyle/>
          <a:p>
            <a:pPr algn="ctr"/>
            <a:r>
              <a:rPr lang="en-US" sz="800">
                <a:solidFill>
                  <a:schemeClr val="bg1"/>
                </a:solidFill>
              </a:rPr>
              <a:t>Lock open</a:t>
            </a:r>
          </a:p>
        </p:txBody>
      </p:sp>
      <p:sp>
        <p:nvSpPr>
          <p:cNvPr id="291" name="TextBox 290">
            <a:extLst>
              <a:ext uri="{FF2B5EF4-FFF2-40B4-BE49-F238E27FC236}">
                <a16:creationId xmlns:a16="http://schemas.microsoft.com/office/drawing/2014/main" id="{3FC25E0A-33BF-C40E-ECE1-5BBC8FB3C9C3}"/>
              </a:ext>
            </a:extLst>
          </p:cNvPr>
          <p:cNvSpPr txBox="1"/>
          <p:nvPr userDrawn="1"/>
        </p:nvSpPr>
        <p:spPr>
          <a:xfrm>
            <a:off x="5386323" y="3381006"/>
            <a:ext cx="709636" cy="215444"/>
          </a:xfrm>
          <a:prstGeom prst="rect">
            <a:avLst/>
          </a:prstGeom>
          <a:noFill/>
        </p:spPr>
        <p:txBody>
          <a:bodyPr wrap="square" lIns="0" rIns="0">
            <a:spAutoFit/>
          </a:bodyPr>
          <a:lstStyle/>
          <a:p>
            <a:pPr algn="ctr"/>
            <a:r>
              <a:rPr lang="en-US" sz="800">
                <a:solidFill>
                  <a:schemeClr val="bg1"/>
                </a:solidFill>
              </a:rPr>
              <a:t>Lock</a:t>
            </a:r>
          </a:p>
        </p:txBody>
      </p:sp>
      <p:sp>
        <p:nvSpPr>
          <p:cNvPr id="292" name="TextBox 291">
            <a:extLst>
              <a:ext uri="{FF2B5EF4-FFF2-40B4-BE49-F238E27FC236}">
                <a16:creationId xmlns:a16="http://schemas.microsoft.com/office/drawing/2014/main" id="{F1E49F81-0CF4-F3F8-A5F6-55664B6AADEC}"/>
              </a:ext>
            </a:extLst>
          </p:cNvPr>
          <p:cNvSpPr txBox="1"/>
          <p:nvPr userDrawn="1"/>
        </p:nvSpPr>
        <p:spPr>
          <a:xfrm>
            <a:off x="6092868" y="3381006"/>
            <a:ext cx="709636" cy="215444"/>
          </a:xfrm>
          <a:prstGeom prst="rect">
            <a:avLst/>
          </a:prstGeom>
          <a:noFill/>
        </p:spPr>
        <p:txBody>
          <a:bodyPr wrap="square" lIns="0" rIns="0">
            <a:spAutoFit/>
          </a:bodyPr>
          <a:lstStyle/>
          <a:p>
            <a:pPr algn="ctr"/>
            <a:r>
              <a:rPr lang="en-US" sz="800">
                <a:solidFill>
                  <a:schemeClr val="bg1"/>
                </a:solidFill>
              </a:rPr>
              <a:t>Low cost 2</a:t>
            </a:r>
          </a:p>
        </p:txBody>
      </p:sp>
      <p:sp>
        <p:nvSpPr>
          <p:cNvPr id="293" name="TextBox 292">
            <a:extLst>
              <a:ext uri="{FF2B5EF4-FFF2-40B4-BE49-F238E27FC236}">
                <a16:creationId xmlns:a16="http://schemas.microsoft.com/office/drawing/2014/main" id="{4BE552D9-EF9D-BCF2-8E9B-E31BA47D0154}"/>
              </a:ext>
            </a:extLst>
          </p:cNvPr>
          <p:cNvSpPr txBox="1"/>
          <p:nvPr userDrawn="1"/>
        </p:nvSpPr>
        <p:spPr>
          <a:xfrm>
            <a:off x="6799413" y="3381006"/>
            <a:ext cx="709636" cy="215444"/>
          </a:xfrm>
          <a:prstGeom prst="rect">
            <a:avLst/>
          </a:prstGeom>
          <a:noFill/>
        </p:spPr>
        <p:txBody>
          <a:bodyPr wrap="square" lIns="0" rIns="0">
            <a:spAutoFit/>
          </a:bodyPr>
          <a:lstStyle/>
          <a:p>
            <a:pPr algn="ctr"/>
            <a:r>
              <a:rPr lang="en-US" sz="800">
                <a:solidFill>
                  <a:schemeClr val="bg1"/>
                </a:solidFill>
              </a:rPr>
              <a:t>Low Cost</a:t>
            </a:r>
          </a:p>
        </p:txBody>
      </p:sp>
      <p:sp>
        <p:nvSpPr>
          <p:cNvPr id="294" name="TextBox 293">
            <a:extLst>
              <a:ext uri="{FF2B5EF4-FFF2-40B4-BE49-F238E27FC236}">
                <a16:creationId xmlns:a16="http://schemas.microsoft.com/office/drawing/2014/main" id="{58C7BC8D-9603-E2AA-EA97-B0BAF377F81B}"/>
              </a:ext>
            </a:extLst>
          </p:cNvPr>
          <p:cNvSpPr txBox="1"/>
          <p:nvPr userDrawn="1"/>
        </p:nvSpPr>
        <p:spPr>
          <a:xfrm>
            <a:off x="7505958" y="3381006"/>
            <a:ext cx="709636" cy="338554"/>
          </a:xfrm>
          <a:prstGeom prst="rect">
            <a:avLst/>
          </a:prstGeom>
          <a:noFill/>
        </p:spPr>
        <p:txBody>
          <a:bodyPr wrap="square" lIns="0" rIns="0">
            <a:spAutoFit/>
          </a:bodyPr>
          <a:lstStyle/>
          <a:p>
            <a:pPr algn="ctr"/>
            <a:r>
              <a:rPr lang="en-US" sz="800">
                <a:solidFill>
                  <a:schemeClr val="bg1"/>
                </a:solidFill>
              </a:rPr>
              <a:t>Macro recording</a:t>
            </a:r>
          </a:p>
        </p:txBody>
      </p:sp>
      <p:sp>
        <p:nvSpPr>
          <p:cNvPr id="295" name="TextBox 294">
            <a:extLst>
              <a:ext uri="{FF2B5EF4-FFF2-40B4-BE49-F238E27FC236}">
                <a16:creationId xmlns:a16="http://schemas.microsoft.com/office/drawing/2014/main" id="{AEA58289-061A-9F88-5B05-05CC623858C3}"/>
              </a:ext>
            </a:extLst>
          </p:cNvPr>
          <p:cNvSpPr txBox="1"/>
          <p:nvPr userDrawn="1"/>
        </p:nvSpPr>
        <p:spPr>
          <a:xfrm>
            <a:off x="8212503" y="3381006"/>
            <a:ext cx="709636" cy="338554"/>
          </a:xfrm>
          <a:prstGeom prst="rect">
            <a:avLst/>
          </a:prstGeom>
          <a:noFill/>
        </p:spPr>
        <p:txBody>
          <a:bodyPr wrap="square" lIns="0" rIns="0">
            <a:spAutoFit/>
          </a:bodyPr>
          <a:lstStyle/>
          <a:p>
            <a:pPr algn="ctr"/>
            <a:r>
              <a:rPr lang="en-US" sz="800">
                <a:solidFill>
                  <a:schemeClr val="bg1"/>
                </a:solidFill>
              </a:rPr>
              <a:t>Manage documents</a:t>
            </a:r>
          </a:p>
        </p:txBody>
      </p:sp>
      <p:sp>
        <p:nvSpPr>
          <p:cNvPr id="296" name="TextBox 295">
            <a:extLst>
              <a:ext uri="{FF2B5EF4-FFF2-40B4-BE49-F238E27FC236}">
                <a16:creationId xmlns:a16="http://schemas.microsoft.com/office/drawing/2014/main" id="{40846E98-0B7A-A2EC-2895-93821B4E99F4}"/>
              </a:ext>
            </a:extLst>
          </p:cNvPr>
          <p:cNvSpPr txBox="1"/>
          <p:nvPr userDrawn="1"/>
        </p:nvSpPr>
        <p:spPr>
          <a:xfrm>
            <a:off x="8919048" y="3381006"/>
            <a:ext cx="709636" cy="338554"/>
          </a:xfrm>
          <a:prstGeom prst="rect">
            <a:avLst/>
          </a:prstGeom>
          <a:noFill/>
        </p:spPr>
        <p:txBody>
          <a:bodyPr wrap="square" lIns="0" rIns="0">
            <a:spAutoFit/>
          </a:bodyPr>
          <a:lstStyle/>
          <a:p>
            <a:pPr algn="ctr"/>
            <a:r>
              <a:rPr lang="en-US" sz="800">
                <a:solidFill>
                  <a:schemeClr val="bg1"/>
                </a:solidFill>
              </a:rPr>
              <a:t>Managing </a:t>
            </a:r>
            <a:br>
              <a:rPr lang="en-US" sz="800">
                <a:solidFill>
                  <a:schemeClr val="bg1"/>
                </a:solidFill>
              </a:rPr>
            </a:br>
            <a:r>
              <a:rPr lang="en-US" sz="800">
                <a:solidFill>
                  <a:schemeClr val="bg1"/>
                </a:solidFill>
              </a:rPr>
              <a:t>alt</a:t>
            </a:r>
          </a:p>
        </p:txBody>
      </p:sp>
      <p:sp>
        <p:nvSpPr>
          <p:cNvPr id="297" name="TextBox 296">
            <a:extLst>
              <a:ext uri="{FF2B5EF4-FFF2-40B4-BE49-F238E27FC236}">
                <a16:creationId xmlns:a16="http://schemas.microsoft.com/office/drawing/2014/main" id="{EA8D4CE7-7463-5DD3-96F4-287DA690D160}"/>
              </a:ext>
            </a:extLst>
          </p:cNvPr>
          <p:cNvSpPr txBox="1"/>
          <p:nvPr userDrawn="1"/>
        </p:nvSpPr>
        <p:spPr>
          <a:xfrm>
            <a:off x="9625593" y="3381006"/>
            <a:ext cx="709636" cy="215444"/>
          </a:xfrm>
          <a:prstGeom prst="rect">
            <a:avLst/>
          </a:prstGeom>
          <a:noFill/>
        </p:spPr>
        <p:txBody>
          <a:bodyPr wrap="square" lIns="0" rIns="0">
            <a:spAutoFit/>
          </a:bodyPr>
          <a:lstStyle/>
          <a:p>
            <a:pPr algn="ctr"/>
            <a:r>
              <a:rPr lang="en-US" sz="800">
                <a:solidFill>
                  <a:schemeClr val="bg1"/>
                </a:solidFill>
              </a:rPr>
              <a:t>Managing</a:t>
            </a:r>
          </a:p>
        </p:txBody>
      </p:sp>
      <p:sp>
        <p:nvSpPr>
          <p:cNvPr id="298" name="TextBox 297">
            <a:extLst>
              <a:ext uri="{FF2B5EF4-FFF2-40B4-BE49-F238E27FC236}">
                <a16:creationId xmlns:a16="http://schemas.microsoft.com/office/drawing/2014/main" id="{C3C7604A-4BBF-A213-2AE8-0978DB0BCB30}"/>
              </a:ext>
            </a:extLst>
          </p:cNvPr>
          <p:cNvSpPr txBox="1"/>
          <p:nvPr userDrawn="1"/>
        </p:nvSpPr>
        <p:spPr>
          <a:xfrm>
            <a:off x="10332138" y="3381006"/>
            <a:ext cx="709636" cy="215444"/>
          </a:xfrm>
          <a:prstGeom prst="rect">
            <a:avLst/>
          </a:prstGeom>
          <a:noFill/>
        </p:spPr>
        <p:txBody>
          <a:bodyPr wrap="square" lIns="0" rIns="0">
            <a:spAutoFit/>
          </a:bodyPr>
          <a:lstStyle/>
          <a:p>
            <a:pPr algn="ctr"/>
            <a:r>
              <a:rPr lang="en-US" sz="800">
                <a:solidFill>
                  <a:schemeClr val="bg1"/>
                </a:solidFill>
              </a:rPr>
              <a:t>Map alt 2</a:t>
            </a:r>
          </a:p>
        </p:txBody>
      </p:sp>
      <p:sp>
        <p:nvSpPr>
          <p:cNvPr id="299" name="TextBox 298">
            <a:extLst>
              <a:ext uri="{FF2B5EF4-FFF2-40B4-BE49-F238E27FC236}">
                <a16:creationId xmlns:a16="http://schemas.microsoft.com/office/drawing/2014/main" id="{F847882F-7CC4-A60F-65F8-D983F6699DD2}"/>
              </a:ext>
            </a:extLst>
          </p:cNvPr>
          <p:cNvSpPr txBox="1"/>
          <p:nvPr userDrawn="1"/>
        </p:nvSpPr>
        <p:spPr>
          <a:xfrm>
            <a:off x="11038681" y="3381006"/>
            <a:ext cx="709636" cy="215444"/>
          </a:xfrm>
          <a:prstGeom prst="rect">
            <a:avLst/>
          </a:prstGeom>
          <a:noFill/>
        </p:spPr>
        <p:txBody>
          <a:bodyPr wrap="square" lIns="0" rIns="0">
            <a:spAutoFit/>
          </a:bodyPr>
          <a:lstStyle/>
          <a:p>
            <a:pPr algn="ctr"/>
            <a:r>
              <a:rPr lang="en-US" sz="800">
                <a:solidFill>
                  <a:schemeClr val="bg1"/>
                </a:solidFill>
              </a:rPr>
              <a:t>Visibility on</a:t>
            </a:r>
          </a:p>
        </p:txBody>
      </p:sp>
      <p:sp>
        <p:nvSpPr>
          <p:cNvPr id="300" name="TextBox 299">
            <a:extLst>
              <a:ext uri="{FF2B5EF4-FFF2-40B4-BE49-F238E27FC236}">
                <a16:creationId xmlns:a16="http://schemas.microsoft.com/office/drawing/2014/main" id="{4FED2632-4549-9F61-7511-4FA0A82C8C13}"/>
              </a:ext>
            </a:extLst>
          </p:cNvPr>
          <p:cNvSpPr txBox="1"/>
          <p:nvPr userDrawn="1"/>
        </p:nvSpPr>
        <p:spPr>
          <a:xfrm>
            <a:off x="440508" y="4214791"/>
            <a:ext cx="709636" cy="215444"/>
          </a:xfrm>
          <a:prstGeom prst="rect">
            <a:avLst/>
          </a:prstGeom>
          <a:noFill/>
        </p:spPr>
        <p:txBody>
          <a:bodyPr wrap="square" lIns="0" rIns="0">
            <a:spAutoFit/>
          </a:bodyPr>
          <a:lstStyle/>
          <a:p>
            <a:pPr algn="ctr"/>
            <a:r>
              <a:rPr lang="en-US" sz="800">
                <a:solidFill>
                  <a:schemeClr val="bg1"/>
                </a:solidFill>
              </a:rPr>
              <a:t>Map alt</a:t>
            </a:r>
          </a:p>
        </p:txBody>
      </p:sp>
      <p:sp>
        <p:nvSpPr>
          <p:cNvPr id="301" name="TextBox 300">
            <a:extLst>
              <a:ext uri="{FF2B5EF4-FFF2-40B4-BE49-F238E27FC236}">
                <a16:creationId xmlns:a16="http://schemas.microsoft.com/office/drawing/2014/main" id="{190FE4A3-72D2-9E6A-17D5-E472BF08BEFD}"/>
              </a:ext>
            </a:extLst>
          </p:cNvPr>
          <p:cNvSpPr txBox="1"/>
          <p:nvPr userDrawn="1"/>
        </p:nvSpPr>
        <p:spPr>
          <a:xfrm>
            <a:off x="1147053" y="4214791"/>
            <a:ext cx="709636" cy="215444"/>
          </a:xfrm>
          <a:prstGeom prst="rect">
            <a:avLst/>
          </a:prstGeom>
          <a:noFill/>
        </p:spPr>
        <p:txBody>
          <a:bodyPr wrap="square" lIns="0" rIns="0">
            <a:spAutoFit/>
          </a:bodyPr>
          <a:lstStyle/>
          <a:p>
            <a:pPr algn="ctr"/>
            <a:r>
              <a:rPr lang="en-US" sz="800">
                <a:solidFill>
                  <a:schemeClr val="bg1"/>
                </a:solidFill>
              </a:rPr>
              <a:t>Map</a:t>
            </a:r>
          </a:p>
        </p:txBody>
      </p:sp>
      <p:sp>
        <p:nvSpPr>
          <p:cNvPr id="302" name="TextBox 301">
            <a:extLst>
              <a:ext uri="{FF2B5EF4-FFF2-40B4-BE49-F238E27FC236}">
                <a16:creationId xmlns:a16="http://schemas.microsoft.com/office/drawing/2014/main" id="{86E041A5-4BBC-5E73-AA85-08AA04BA1924}"/>
              </a:ext>
            </a:extLst>
          </p:cNvPr>
          <p:cNvSpPr txBox="1"/>
          <p:nvPr userDrawn="1"/>
        </p:nvSpPr>
        <p:spPr>
          <a:xfrm>
            <a:off x="1853598" y="4214791"/>
            <a:ext cx="709636" cy="215444"/>
          </a:xfrm>
          <a:prstGeom prst="rect">
            <a:avLst/>
          </a:prstGeom>
          <a:noFill/>
        </p:spPr>
        <p:txBody>
          <a:bodyPr wrap="square" lIns="0" rIns="0">
            <a:spAutoFit/>
          </a:bodyPr>
          <a:lstStyle/>
          <a:p>
            <a:pPr algn="ctr"/>
            <a:r>
              <a:rPr lang="en-US" sz="800">
                <a:solidFill>
                  <a:schemeClr val="bg1"/>
                </a:solidFill>
              </a:rPr>
              <a:t>Media</a:t>
            </a:r>
          </a:p>
        </p:txBody>
      </p:sp>
      <p:sp>
        <p:nvSpPr>
          <p:cNvPr id="303" name="TextBox 302">
            <a:extLst>
              <a:ext uri="{FF2B5EF4-FFF2-40B4-BE49-F238E27FC236}">
                <a16:creationId xmlns:a16="http://schemas.microsoft.com/office/drawing/2014/main" id="{77C3B9BA-B845-903C-0D8F-533AB6A639C2}"/>
              </a:ext>
            </a:extLst>
          </p:cNvPr>
          <p:cNvSpPr txBox="1"/>
          <p:nvPr userDrawn="1"/>
        </p:nvSpPr>
        <p:spPr>
          <a:xfrm>
            <a:off x="2560143" y="4214791"/>
            <a:ext cx="709636" cy="215444"/>
          </a:xfrm>
          <a:prstGeom prst="rect">
            <a:avLst/>
          </a:prstGeom>
          <a:noFill/>
        </p:spPr>
        <p:txBody>
          <a:bodyPr wrap="square" lIns="0" rIns="0">
            <a:spAutoFit/>
          </a:bodyPr>
          <a:lstStyle/>
          <a:p>
            <a:pPr algn="ctr"/>
            <a:r>
              <a:rPr lang="en-US" sz="800">
                <a:solidFill>
                  <a:schemeClr val="bg1"/>
                </a:solidFill>
              </a:rPr>
              <a:t>Pivot</a:t>
            </a:r>
          </a:p>
        </p:txBody>
      </p:sp>
      <p:sp>
        <p:nvSpPr>
          <p:cNvPr id="304" name="TextBox 303">
            <a:extLst>
              <a:ext uri="{FF2B5EF4-FFF2-40B4-BE49-F238E27FC236}">
                <a16:creationId xmlns:a16="http://schemas.microsoft.com/office/drawing/2014/main" id="{6F840A39-026C-C7E2-70C8-565A2B5DE0B6}"/>
              </a:ext>
            </a:extLst>
          </p:cNvPr>
          <p:cNvSpPr txBox="1"/>
          <p:nvPr userDrawn="1"/>
        </p:nvSpPr>
        <p:spPr>
          <a:xfrm>
            <a:off x="3266688" y="4214791"/>
            <a:ext cx="709636" cy="215444"/>
          </a:xfrm>
          <a:prstGeom prst="rect">
            <a:avLst/>
          </a:prstGeom>
          <a:noFill/>
        </p:spPr>
        <p:txBody>
          <a:bodyPr wrap="square" lIns="0" rIns="0">
            <a:spAutoFit/>
          </a:bodyPr>
          <a:lstStyle/>
          <a:p>
            <a:pPr algn="ctr"/>
            <a:r>
              <a:rPr lang="en-US" sz="800">
                <a:solidFill>
                  <a:schemeClr val="bg1"/>
                </a:solidFill>
              </a:rPr>
              <a:t>Plugin</a:t>
            </a:r>
          </a:p>
        </p:txBody>
      </p:sp>
      <p:sp>
        <p:nvSpPr>
          <p:cNvPr id="305" name="TextBox 304">
            <a:extLst>
              <a:ext uri="{FF2B5EF4-FFF2-40B4-BE49-F238E27FC236}">
                <a16:creationId xmlns:a16="http://schemas.microsoft.com/office/drawing/2014/main" id="{83EE46A2-CEAB-4B50-BB39-DDFFF27A9F33}"/>
              </a:ext>
            </a:extLst>
          </p:cNvPr>
          <p:cNvSpPr txBox="1"/>
          <p:nvPr userDrawn="1"/>
        </p:nvSpPr>
        <p:spPr>
          <a:xfrm>
            <a:off x="3941377" y="4214791"/>
            <a:ext cx="773348" cy="338554"/>
          </a:xfrm>
          <a:prstGeom prst="rect">
            <a:avLst/>
          </a:prstGeom>
          <a:noFill/>
        </p:spPr>
        <p:txBody>
          <a:bodyPr wrap="square" lIns="0" rIns="0">
            <a:spAutoFit/>
          </a:bodyPr>
          <a:lstStyle/>
          <a:p>
            <a:pPr algn="ctr"/>
            <a:r>
              <a:rPr lang="en-US" sz="800">
                <a:solidFill>
                  <a:schemeClr val="bg1"/>
                </a:solidFill>
              </a:rPr>
              <a:t>Process Identification alt</a:t>
            </a:r>
          </a:p>
        </p:txBody>
      </p:sp>
      <p:sp>
        <p:nvSpPr>
          <p:cNvPr id="306" name="TextBox 305">
            <a:extLst>
              <a:ext uri="{FF2B5EF4-FFF2-40B4-BE49-F238E27FC236}">
                <a16:creationId xmlns:a16="http://schemas.microsoft.com/office/drawing/2014/main" id="{70F81E11-7B35-E4DC-F20B-56E70E8EA873}"/>
              </a:ext>
            </a:extLst>
          </p:cNvPr>
          <p:cNvSpPr txBox="1"/>
          <p:nvPr userDrawn="1"/>
        </p:nvSpPr>
        <p:spPr>
          <a:xfrm>
            <a:off x="4679778" y="4214791"/>
            <a:ext cx="709636" cy="338554"/>
          </a:xfrm>
          <a:prstGeom prst="rect">
            <a:avLst/>
          </a:prstGeom>
          <a:noFill/>
        </p:spPr>
        <p:txBody>
          <a:bodyPr wrap="square" lIns="0" rIns="0">
            <a:spAutoFit/>
          </a:bodyPr>
          <a:lstStyle/>
          <a:p>
            <a:pPr algn="ctr"/>
            <a:r>
              <a:rPr lang="en-US" sz="800">
                <a:solidFill>
                  <a:schemeClr val="bg1"/>
                </a:solidFill>
              </a:rPr>
              <a:t>Process Identification</a:t>
            </a:r>
          </a:p>
        </p:txBody>
      </p:sp>
      <p:sp>
        <p:nvSpPr>
          <p:cNvPr id="307" name="TextBox 306">
            <a:extLst>
              <a:ext uri="{FF2B5EF4-FFF2-40B4-BE49-F238E27FC236}">
                <a16:creationId xmlns:a16="http://schemas.microsoft.com/office/drawing/2014/main" id="{6C714EA3-437D-09AE-1C2C-15E140EAECA3}"/>
              </a:ext>
            </a:extLst>
          </p:cNvPr>
          <p:cNvSpPr txBox="1"/>
          <p:nvPr userDrawn="1"/>
        </p:nvSpPr>
        <p:spPr>
          <a:xfrm>
            <a:off x="5386323" y="4214791"/>
            <a:ext cx="709636" cy="215444"/>
          </a:xfrm>
          <a:prstGeom prst="rect">
            <a:avLst/>
          </a:prstGeom>
          <a:noFill/>
        </p:spPr>
        <p:txBody>
          <a:bodyPr wrap="square" lIns="0" rIns="0">
            <a:spAutoFit/>
          </a:bodyPr>
          <a:lstStyle/>
          <a:p>
            <a:pPr algn="ctr"/>
            <a:r>
              <a:rPr lang="en-US" sz="800">
                <a:solidFill>
                  <a:schemeClr val="bg1"/>
                </a:solidFill>
              </a:rPr>
              <a:t>Project</a:t>
            </a:r>
          </a:p>
        </p:txBody>
      </p:sp>
      <p:sp>
        <p:nvSpPr>
          <p:cNvPr id="308" name="TextBox 307">
            <a:extLst>
              <a:ext uri="{FF2B5EF4-FFF2-40B4-BE49-F238E27FC236}">
                <a16:creationId xmlns:a16="http://schemas.microsoft.com/office/drawing/2014/main" id="{8D98A44E-FCCD-36B5-0672-64428A019C4A}"/>
              </a:ext>
            </a:extLst>
          </p:cNvPr>
          <p:cNvSpPr txBox="1"/>
          <p:nvPr userDrawn="1"/>
        </p:nvSpPr>
        <p:spPr>
          <a:xfrm>
            <a:off x="6092868" y="4214791"/>
            <a:ext cx="709636" cy="338554"/>
          </a:xfrm>
          <a:prstGeom prst="rect">
            <a:avLst/>
          </a:prstGeom>
          <a:noFill/>
        </p:spPr>
        <p:txBody>
          <a:bodyPr wrap="square" lIns="0" rIns="0">
            <a:spAutoFit/>
          </a:bodyPr>
          <a:lstStyle/>
          <a:p>
            <a:pPr algn="ctr"/>
            <a:r>
              <a:rPr lang="en-US" sz="800">
                <a:solidFill>
                  <a:schemeClr val="bg1"/>
                </a:solidFill>
              </a:rPr>
              <a:t>Promoter bullhorn</a:t>
            </a:r>
          </a:p>
        </p:txBody>
      </p:sp>
      <p:sp>
        <p:nvSpPr>
          <p:cNvPr id="309" name="TextBox 308">
            <a:extLst>
              <a:ext uri="{FF2B5EF4-FFF2-40B4-BE49-F238E27FC236}">
                <a16:creationId xmlns:a16="http://schemas.microsoft.com/office/drawing/2014/main" id="{8C785F62-F1A5-CD99-47D7-27A6C0439001}"/>
              </a:ext>
            </a:extLst>
          </p:cNvPr>
          <p:cNvSpPr txBox="1"/>
          <p:nvPr userDrawn="1"/>
        </p:nvSpPr>
        <p:spPr>
          <a:xfrm>
            <a:off x="6799413" y="4214791"/>
            <a:ext cx="709636" cy="338554"/>
          </a:xfrm>
          <a:prstGeom prst="rect">
            <a:avLst/>
          </a:prstGeom>
          <a:noFill/>
        </p:spPr>
        <p:txBody>
          <a:bodyPr wrap="square" lIns="0" rIns="0">
            <a:spAutoFit/>
          </a:bodyPr>
          <a:lstStyle/>
          <a:p>
            <a:pPr algn="ctr"/>
            <a:r>
              <a:rPr lang="en-US" sz="800">
                <a:solidFill>
                  <a:schemeClr val="bg1"/>
                </a:solidFill>
              </a:rPr>
              <a:t>Proof of concept 2</a:t>
            </a:r>
          </a:p>
        </p:txBody>
      </p:sp>
      <p:sp>
        <p:nvSpPr>
          <p:cNvPr id="310" name="TextBox 309">
            <a:extLst>
              <a:ext uri="{FF2B5EF4-FFF2-40B4-BE49-F238E27FC236}">
                <a16:creationId xmlns:a16="http://schemas.microsoft.com/office/drawing/2014/main" id="{57E3DE3F-6A52-EE69-F4D6-4CFE59E76D66}"/>
              </a:ext>
            </a:extLst>
          </p:cNvPr>
          <p:cNvSpPr txBox="1"/>
          <p:nvPr userDrawn="1"/>
        </p:nvSpPr>
        <p:spPr>
          <a:xfrm>
            <a:off x="7505958" y="4214791"/>
            <a:ext cx="709636" cy="338554"/>
          </a:xfrm>
          <a:prstGeom prst="rect">
            <a:avLst/>
          </a:prstGeom>
          <a:noFill/>
        </p:spPr>
        <p:txBody>
          <a:bodyPr wrap="square" lIns="0" rIns="0">
            <a:spAutoFit/>
          </a:bodyPr>
          <a:lstStyle/>
          <a:p>
            <a:pPr algn="ctr"/>
            <a:r>
              <a:rPr lang="en-US" sz="800">
                <a:solidFill>
                  <a:schemeClr val="bg1"/>
                </a:solidFill>
              </a:rPr>
              <a:t>Proof of concept</a:t>
            </a:r>
          </a:p>
        </p:txBody>
      </p:sp>
      <p:sp>
        <p:nvSpPr>
          <p:cNvPr id="311" name="TextBox 310">
            <a:extLst>
              <a:ext uri="{FF2B5EF4-FFF2-40B4-BE49-F238E27FC236}">
                <a16:creationId xmlns:a16="http://schemas.microsoft.com/office/drawing/2014/main" id="{94059AF5-371E-F99C-D407-3E4A1402BF2F}"/>
              </a:ext>
            </a:extLst>
          </p:cNvPr>
          <p:cNvSpPr txBox="1"/>
          <p:nvPr userDrawn="1"/>
        </p:nvSpPr>
        <p:spPr>
          <a:xfrm>
            <a:off x="8212503" y="4214791"/>
            <a:ext cx="709636" cy="215444"/>
          </a:xfrm>
          <a:prstGeom prst="rect">
            <a:avLst/>
          </a:prstGeom>
          <a:noFill/>
        </p:spPr>
        <p:txBody>
          <a:bodyPr wrap="square" lIns="0" rIns="0">
            <a:spAutoFit/>
          </a:bodyPr>
          <a:lstStyle/>
          <a:p>
            <a:pPr algn="ctr"/>
            <a:r>
              <a:rPr lang="en-US" sz="800">
                <a:solidFill>
                  <a:schemeClr val="bg1"/>
                </a:solidFill>
              </a:rPr>
              <a:t>Public sector</a:t>
            </a:r>
          </a:p>
        </p:txBody>
      </p:sp>
      <p:sp>
        <p:nvSpPr>
          <p:cNvPr id="312" name="TextBox 311">
            <a:extLst>
              <a:ext uri="{FF2B5EF4-FFF2-40B4-BE49-F238E27FC236}">
                <a16:creationId xmlns:a16="http://schemas.microsoft.com/office/drawing/2014/main" id="{6D199F0C-59CE-5A4C-1776-51C1C6A67AF9}"/>
              </a:ext>
            </a:extLst>
          </p:cNvPr>
          <p:cNvSpPr txBox="1"/>
          <p:nvPr userDrawn="1"/>
        </p:nvSpPr>
        <p:spPr>
          <a:xfrm>
            <a:off x="8919048" y="4214791"/>
            <a:ext cx="709636" cy="215444"/>
          </a:xfrm>
          <a:prstGeom prst="rect">
            <a:avLst/>
          </a:prstGeom>
          <a:noFill/>
        </p:spPr>
        <p:txBody>
          <a:bodyPr wrap="square" lIns="0" rIns="0">
            <a:spAutoFit/>
          </a:bodyPr>
          <a:lstStyle/>
          <a:p>
            <a:pPr algn="ctr"/>
            <a:r>
              <a:rPr lang="en-US" sz="800">
                <a:solidFill>
                  <a:schemeClr val="bg1"/>
                </a:solidFill>
              </a:rPr>
              <a:t>QA</a:t>
            </a:r>
          </a:p>
        </p:txBody>
      </p:sp>
      <p:sp>
        <p:nvSpPr>
          <p:cNvPr id="313" name="TextBox 312">
            <a:extLst>
              <a:ext uri="{FF2B5EF4-FFF2-40B4-BE49-F238E27FC236}">
                <a16:creationId xmlns:a16="http://schemas.microsoft.com/office/drawing/2014/main" id="{54AA07FE-9C32-2B69-B995-C4EE5DDBCE15}"/>
              </a:ext>
            </a:extLst>
          </p:cNvPr>
          <p:cNvSpPr txBox="1"/>
          <p:nvPr userDrawn="1"/>
        </p:nvSpPr>
        <p:spPr>
          <a:xfrm>
            <a:off x="9625593" y="4214791"/>
            <a:ext cx="709636" cy="338554"/>
          </a:xfrm>
          <a:prstGeom prst="rect">
            <a:avLst/>
          </a:prstGeom>
          <a:noFill/>
        </p:spPr>
        <p:txBody>
          <a:bodyPr wrap="square" lIns="0" rIns="0">
            <a:spAutoFit/>
          </a:bodyPr>
          <a:lstStyle/>
          <a:p>
            <a:pPr algn="ctr"/>
            <a:r>
              <a:rPr lang="en-US" sz="800">
                <a:solidFill>
                  <a:schemeClr val="bg1"/>
                </a:solidFill>
              </a:rPr>
              <a:t>Question answer</a:t>
            </a:r>
          </a:p>
        </p:txBody>
      </p:sp>
      <p:sp>
        <p:nvSpPr>
          <p:cNvPr id="314" name="TextBox 313">
            <a:extLst>
              <a:ext uri="{FF2B5EF4-FFF2-40B4-BE49-F238E27FC236}">
                <a16:creationId xmlns:a16="http://schemas.microsoft.com/office/drawing/2014/main" id="{FD58717C-EAC4-4A74-B258-C05025E8F9EC}"/>
              </a:ext>
            </a:extLst>
          </p:cNvPr>
          <p:cNvSpPr txBox="1"/>
          <p:nvPr userDrawn="1"/>
        </p:nvSpPr>
        <p:spPr>
          <a:xfrm>
            <a:off x="10332138" y="4214791"/>
            <a:ext cx="709636" cy="338554"/>
          </a:xfrm>
          <a:prstGeom prst="rect">
            <a:avLst/>
          </a:prstGeom>
          <a:noFill/>
        </p:spPr>
        <p:txBody>
          <a:bodyPr wrap="square" lIns="0" rIns="0">
            <a:spAutoFit/>
          </a:bodyPr>
          <a:lstStyle/>
          <a:p>
            <a:pPr algn="ctr"/>
            <a:r>
              <a:rPr lang="en-US" sz="800">
                <a:solidFill>
                  <a:schemeClr val="bg1"/>
                </a:solidFill>
              </a:rPr>
              <a:t>Question answer alt</a:t>
            </a:r>
          </a:p>
        </p:txBody>
      </p:sp>
      <p:sp>
        <p:nvSpPr>
          <p:cNvPr id="315" name="TextBox 314">
            <a:extLst>
              <a:ext uri="{FF2B5EF4-FFF2-40B4-BE49-F238E27FC236}">
                <a16:creationId xmlns:a16="http://schemas.microsoft.com/office/drawing/2014/main" id="{754FDF0A-3DCF-765B-E27E-C6CAF9C9A1AD}"/>
              </a:ext>
            </a:extLst>
          </p:cNvPr>
          <p:cNvSpPr txBox="1"/>
          <p:nvPr userDrawn="1"/>
        </p:nvSpPr>
        <p:spPr>
          <a:xfrm>
            <a:off x="11038681" y="4214791"/>
            <a:ext cx="709636" cy="215444"/>
          </a:xfrm>
          <a:prstGeom prst="rect">
            <a:avLst/>
          </a:prstGeom>
          <a:noFill/>
        </p:spPr>
        <p:txBody>
          <a:bodyPr wrap="square" lIns="0" rIns="0">
            <a:spAutoFit/>
          </a:bodyPr>
          <a:lstStyle/>
          <a:p>
            <a:pPr algn="ctr"/>
            <a:r>
              <a:rPr lang="en-US" sz="800">
                <a:solidFill>
                  <a:schemeClr val="bg1"/>
                </a:solidFill>
              </a:rPr>
              <a:t>Visibility off</a:t>
            </a:r>
          </a:p>
        </p:txBody>
      </p:sp>
      <p:sp>
        <p:nvSpPr>
          <p:cNvPr id="316" name="TextBox 315">
            <a:extLst>
              <a:ext uri="{FF2B5EF4-FFF2-40B4-BE49-F238E27FC236}">
                <a16:creationId xmlns:a16="http://schemas.microsoft.com/office/drawing/2014/main" id="{1227DD33-1A12-478F-C022-D893691F1CE5}"/>
              </a:ext>
            </a:extLst>
          </p:cNvPr>
          <p:cNvSpPr txBox="1"/>
          <p:nvPr userDrawn="1"/>
        </p:nvSpPr>
        <p:spPr>
          <a:xfrm>
            <a:off x="440508" y="5040026"/>
            <a:ext cx="709636" cy="338554"/>
          </a:xfrm>
          <a:prstGeom prst="rect">
            <a:avLst/>
          </a:prstGeom>
          <a:noFill/>
        </p:spPr>
        <p:txBody>
          <a:bodyPr wrap="square" lIns="0" rIns="0">
            <a:spAutoFit/>
          </a:bodyPr>
          <a:lstStyle/>
          <a:p>
            <a:pPr algn="ctr"/>
            <a:r>
              <a:rPr lang="en-US" sz="800">
                <a:solidFill>
                  <a:schemeClr val="bg1"/>
                </a:solidFill>
              </a:rPr>
              <a:t>Robot unattended</a:t>
            </a:r>
          </a:p>
        </p:txBody>
      </p:sp>
      <p:sp>
        <p:nvSpPr>
          <p:cNvPr id="317" name="TextBox 316">
            <a:extLst>
              <a:ext uri="{FF2B5EF4-FFF2-40B4-BE49-F238E27FC236}">
                <a16:creationId xmlns:a16="http://schemas.microsoft.com/office/drawing/2014/main" id="{C00D4795-A69D-95B1-B0F4-AA13DEACAA20}"/>
              </a:ext>
            </a:extLst>
          </p:cNvPr>
          <p:cNvSpPr txBox="1"/>
          <p:nvPr userDrawn="1"/>
        </p:nvSpPr>
        <p:spPr>
          <a:xfrm>
            <a:off x="1147053" y="5040026"/>
            <a:ext cx="709636" cy="338554"/>
          </a:xfrm>
          <a:prstGeom prst="rect">
            <a:avLst/>
          </a:prstGeom>
          <a:noFill/>
        </p:spPr>
        <p:txBody>
          <a:bodyPr wrap="square" lIns="0" rIns="0">
            <a:spAutoFit/>
          </a:bodyPr>
          <a:lstStyle/>
          <a:p>
            <a:pPr algn="ctr"/>
            <a:r>
              <a:rPr lang="en-US" sz="800">
                <a:solidFill>
                  <a:schemeClr val="bg1"/>
                </a:solidFill>
              </a:rPr>
              <a:t>RPA business analyst</a:t>
            </a:r>
          </a:p>
        </p:txBody>
      </p:sp>
      <p:sp>
        <p:nvSpPr>
          <p:cNvPr id="318" name="TextBox 317">
            <a:extLst>
              <a:ext uri="{FF2B5EF4-FFF2-40B4-BE49-F238E27FC236}">
                <a16:creationId xmlns:a16="http://schemas.microsoft.com/office/drawing/2014/main" id="{AD63805C-E895-4D6B-C5C8-14C4DD682162}"/>
              </a:ext>
            </a:extLst>
          </p:cNvPr>
          <p:cNvSpPr txBox="1"/>
          <p:nvPr userDrawn="1"/>
        </p:nvSpPr>
        <p:spPr>
          <a:xfrm>
            <a:off x="1853598" y="5040026"/>
            <a:ext cx="709636"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champion</a:t>
            </a:r>
          </a:p>
        </p:txBody>
      </p:sp>
      <p:sp>
        <p:nvSpPr>
          <p:cNvPr id="319" name="TextBox 318">
            <a:extLst>
              <a:ext uri="{FF2B5EF4-FFF2-40B4-BE49-F238E27FC236}">
                <a16:creationId xmlns:a16="http://schemas.microsoft.com/office/drawing/2014/main" id="{2E9716B7-16AA-E399-4903-AB360670E80C}"/>
              </a:ext>
            </a:extLst>
          </p:cNvPr>
          <p:cNvSpPr txBox="1"/>
          <p:nvPr userDrawn="1"/>
        </p:nvSpPr>
        <p:spPr>
          <a:xfrm>
            <a:off x="2560143" y="5040026"/>
            <a:ext cx="709636"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developer</a:t>
            </a:r>
          </a:p>
        </p:txBody>
      </p:sp>
      <p:sp>
        <p:nvSpPr>
          <p:cNvPr id="320" name="TextBox 319">
            <a:extLst>
              <a:ext uri="{FF2B5EF4-FFF2-40B4-BE49-F238E27FC236}">
                <a16:creationId xmlns:a16="http://schemas.microsoft.com/office/drawing/2014/main" id="{BE5A7271-7D94-5EAC-5F47-98C5BEC161B0}"/>
              </a:ext>
            </a:extLst>
          </p:cNvPr>
          <p:cNvSpPr txBox="1"/>
          <p:nvPr userDrawn="1"/>
        </p:nvSpPr>
        <p:spPr>
          <a:xfrm>
            <a:off x="3201237" y="5040026"/>
            <a:ext cx="840538" cy="338554"/>
          </a:xfrm>
          <a:prstGeom prst="rect">
            <a:avLst/>
          </a:prstGeom>
          <a:noFill/>
        </p:spPr>
        <p:txBody>
          <a:bodyPr wrap="square" lIns="0" rIns="0">
            <a:spAutoFit/>
          </a:bodyPr>
          <a:lstStyle/>
          <a:p>
            <a:pPr algn="ctr"/>
            <a:r>
              <a:rPr lang="en-US" sz="800">
                <a:solidFill>
                  <a:schemeClr val="bg1"/>
                </a:solidFill>
              </a:rPr>
              <a:t>RPA infrastructure engineer</a:t>
            </a:r>
          </a:p>
        </p:txBody>
      </p:sp>
      <p:sp>
        <p:nvSpPr>
          <p:cNvPr id="321" name="TextBox 320">
            <a:extLst>
              <a:ext uri="{FF2B5EF4-FFF2-40B4-BE49-F238E27FC236}">
                <a16:creationId xmlns:a16="http://schemas.microsoft.com/office/drawing/2014/main" id="{7A0A85BF-3C5E-B4E7-A5B3-9E2ED1A77EB4}"/>
              </a:ext>
            </a:extLst>
          </p:cNvPr>
          <p:cNvSpPr txBox="1"/>
          <p:nvPr userDrawn="1"/>
        </p:nvSpPr>
        <p:spPr>
          <a:xfrm>
            <a:off x="3973233" y="5040026"/>
            <a:ext cx="709636"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service support</a:t>
            </a:r>
          </a:p>
        </p:txBody>
      </p:sp>
      <p:sp>
        <p:nvSpPr>
          <p:cNvPr id="322" name="TextBox 321">
            <a:extLst>
              <a:ext uri="{FF2B5EF4-FFF2-40B4-BE49-F238E27FC236}">
                <a16:creationId xmlns:a16="http://schemas.microsoft.com/office/drawing/2014/main" id="{AEEB8AE1-BAA8-3167-00D6-1FE3A3AD4EAA}"/>
              </a:ext>
            </a:extLst>
          </p:cNvPr>
          <p:cNvSpPr txBox="1"/>
          <p:nvPr userDrawn="1"/>
        </p:nvSpPr>
        <p:spPr>
          <a:xfrm>
            <a:off x="4679778" y="5040026"/>
            <a:ext cx="709636" cy="338554"/>
          </a:xfrm>
          <a:prstGeom prst="rect">
            <a:avLst/>
          </a:prstGeom>
          <a:noFill/>
        </p:spPr>
        <p:txBody>
          <a:bodyPr wrap="square" lIns="0" rIns="0">
            <a:spAutoFit/>
          </a:bodyPr>
          <a:lstStyle/>
          <a:p>
            <a:pPr algn="ctr"/>
            <a:r>
              <a:rPr lang="en-US" sz="800">
                <a:solidFill>
                  <a:schemeClr val="bg1"/>
                </a:solidFill>
              </a:rPr>
              <a:t>RPA solution architect</a:t>
            </a:r>
          </a:p>
        </p:txBody>
      </p:sp>
      <p:sp>
        <p:nvSpPr>
          <p:cNvPr id="323" name="TextBox 322">
            <a:extLst>
              <a:ext uri="{FF2B5EF4-FFF2-40B4-BE49-F238E27FC236}">
                <a16:creationId xmlns:a16="http://schemas.microsoft.com/office/drawing/2014/main" id="{F273C299-6338-4236-9368-08F49A35A795}"/>
              </a:ext>
            </a:extLst>
          </p:cNvPr>
          <p:cNvSpPr txBox="1"/>
          <p:nvPr userDrawn="1"/>
        </p:nvSpPr>
        <p:spPr>
          <a:xfrm>
            <a:off x="5386323" y="5040026"/>
            <a:ext cx="709636" cy="338554"/>
          </a:xfrm>
          <a:prstGeom prst="rect">
            <a:avLst/>
          </a:prstGeom>
          <a:noFill/>
        </p:spPr>
        <p:txBody>
          <a:bodyPr wrap="square" lIns="0" rIns="0">
            <a:spAutoFit/>
          </a:bodyPr>
          <a:lstStyle/>
          <a:p>
            <a:pPr algn="ctr"/>
            <a:r>
              <a:rPr lang="en-US" sz="800">
                <a:solidFill>
                  <a:schemeClr val="bg1"/>
                </a:solidFill>
              </a:rPr>
              <a:t>RPA </a:t>
            </a:r>
            <a:br>
              <a:rPr lang="en-US" sz="800">
                <a:solidFill>
                  <a:schemeClr val="bg1"/>
                </a:solidFill>
              </a:rPr>
            </a:br>
            <a:r>
              <a:rPr lang="en-US" sz="800">
                <a:solidFill>
                  <a:schemeClr val="bg1"/>
                </a:solidFill>
              </a:rPr>
              <a:t>sponsor</a:t>
            </a:r>
          </a:p>
        </p:txBody>
      </p:sp>
      <p:sp>
        <p:nvSpPr>
          <p:cNvPr id="324" name="TextBox 323">
            <a:extLst>
              <a:ext uri="{FF2B5EF4-FFF2-40B4-BE49-F238E27FC236}">
                <a16:creationId xmlns:a16="http://schemas.microsoft.com/office/drawing/2014/main" id="{5FC55755-8073-B1FC-8A15-5109511CFADF}"/>
              </a:ext>
            </a:extLst>
          </p:cNvPr>
          <p:cNvSpPr txBox="1"/>
          <p:nvPr userDrawn="1"/>
        </p:nvSpPr>
        <p:spPr>
          <a:xfrm>
            <a:off x="6092868" y="5040026"/>
            <a:ext cx="709636" cy="215444"/>
          </a:xfrm>
          <a:prstGeom prst="rect">
            <a:avLst/>
          </a:prstGeom>
          <a:noFill/>
        </p:spPr>
        <p:txBody>
          <a:bodyPr wrap="square" lIns="0" rIns="0">
            <a:spAutoFit/>
          </a:bodyPr>
          <a:lstStyle/>
          <a:p>
            <a:pPr algn="ctr"/>
            <a:r>
              <a:rPr lang="en-US" sz="800">
                <a:solidFill>
                  <a:schemeClr val="bg1"/>
                </a:solidFill>
              </a:rPr>
              <a:t>Satellite</a:t>
            </a:r>
          </a:p>
        </p:txBody>
      </p:sp>
      <p:sp>
        <p:nvSpPr>
          <p:cNvPr id="325" name="TextBox 324">
            <a:extLst>
              <a:ext uri="{FF2B5EF4-FFF2-40B4-BE49-F238E27FC236}">
                <a16:creationId xmlns:a16="http://schemas.microsoft.com/office/drawing/2014/main" id="{41D99090-3CDB-4B35-22B7-EA66F1AE7BBE}"/>
              </a:ext>
            </a:extLst>
          </p:cNvPr>
          <p:cNvSpPr txBox="1"/>
          <p:nvPr userDrawn="1"/>
        </p:nvSpPr>
        <p:spPr>
          <a:xfrm>
            <a:off x="6799413" y="5040026"/>
            <a:ext cx="709636" cy="338554"/>
          </a:xfrm>
          <a:prstGeom prst="rect">
            <a:avLst/>
          </a:prstGeom>
          <a:noFill/>
        </p:spPr>
        <p:txBody>
          <a:bodyPr wrap="square" lIns="0" rIns="0">
            <a:spAutoFit/>
          </a:bodyPr>
          <a:lstStyle/>
          <a:p>
            <a:pPr algn="ctr"/>
            <a:r>
              <a:rPr lang="en-US" sz="800">
                <a:solidFill>
                  <a:schemeClr val="bg1"/>
                </a:solidFill>
              </a:rPr>
              <a:t>Seamless</a:t>
            </a:r>
            <a:br>
              <a:rPr lang="en-US" sz="800">
                <a:solidFill>
                  <a:schemeClr val="bg1"/>
                </a:solidFill>
              </a:rPr>
            </a:br>
            <a:r>
              <a:rPr lang="en-US" sz="800">
                <a:solidFill>
                  <a:schemeClr val="bg1"/>
                </a:solidFill>
              </a:rPr>
              <a:t>integration</a:t>
            </a:r>
          </a:p>
        </p:txBody>
      </p:sp>
      <p:sp>
        <p:nvSpPr>
          <p:cNvPr id="326" name="TextBox 325">
            <a:extLst>
              <a:ext uri="{FF2B5EF4-FFF2-40B4-BE49-F238E27FC236}">
                <a16:creationId xmlns:a16="http://schemas.microsoft.com/office/drawing/2014/main" id="{9AC34118-6053-F020-2FBD-5654195ECB9E}"/>
              </a:ext>
            </a:extLst>
          </p:cNvPr>
          <p:cNvSpPr txBox="1"/>
          <p:nvPr userDrawn="1"/>
        </p:nvSpPr>
        <p:spPr>
          <a:xfrm>
            <a:off x="7505958" y="5040026"/>
            <a:ext cx="709636" cy="338554"/>
          </a:xfrm>
          <a:prstGeom prst="rect">
            <a:avLst/>
          </a:prstGeom>
          <a:noFill/>
        </p:spPr>
        <p:txBody>
          <a:bodyPr wrap="square" lIns="0" rIns="0">
            <a:spAutoFit/>
          </a:bodyPr>
          <a:lstStyle/>
          <a:p>
            <a:pPr algn="ctr"/>
            <a:r>
              <a:rPr lang="en-US" sz="800">
                <a:solidFill>
                  <a:schemeClr val="bg1"/>
                </a:solidFill>
              </a:rPr>
              <a:t>Seamless</a:t>
            </a:r>
            <a:br>
              <a:rPr lang="en-US" sz="800">
                <a:solidFill>
                  <a:schemeClr val="bg1"/>
                </a:solidFill>
              </a:rPr>
            </a:br>
            <a:r>
              <a:rPr lang="en-US" sz="800">
                <a:solidFill>
                  <a:schemeClr val="bg1"/>
                </a:solidFill>
              </a:rPr>
              <a:t>integration alt</a:t>
            </a:r>
          </a:p>
        </p:txBody>
      </p:sp>
      <p:sp>
        <p:nvSpPr>
          <p:cNvPr id="327" name="TextBox 326">
            <a:extLst>
              <a:ext uri="{FF2B5EF4-FFF2-40B4-BE49-F238E27FC236}">
                <a16:creationId xmlns:a16="http://schemas.microsoft.com/office/drawing/2014/main" id="{5F3F9254-AD85-E65B-0833-A7018CE4ED14}"/>
              </a:ext>
            </a:extLst>
          </p:cNvPr>
          <p:cNvSpPr txBox="1"/>
          <p:nvPr userDrawn="1"/>
        </p:nvSpPr>
        <p:spPr>
          <a:xfrm>
            <a:off x="8212503" y="5040026"/>
            <a:ext cx="709636" cy="215444"/>
          </a:xfrm>
          <a:prstGeom prst="rect">
            <a:avLst/>
          </a:prstGeom>
          <a:noFill/>
        </p:spPr>
        <p:txBody>
          <a:bodyPr wrap="square" lIns="0" rIns="0">
            <a:spAutoFit/>
          </a:bodyPr>
          <a:lstStyle/>
          <a:p>
            <a:pPr algn="ctr"/>
            <a:r>
              <a:rPr lang="en-US" sz="800">
                <a:solidFill>
                  <a:schemeClr val="bg1"/>
                </a:solidFill>
              </a:rPr>
              <a:t>Search</a:t>
            </a:r>
          </a:p>
        </p:txBody>
      </p:sp>
      <p:sp>
        <p:nvSpPr>
          <p:cNvPr id="328" name="TextBox 327">
            <a:extLst>
              <a:ext uri="{FF2B5EF4-FFF2-40B4-BE49-F238E27FC236}">
                <a16:creationId xmlns:a16="http://schemas.microsoft.com/office/drawing/2014/main" id="{9FFCF901-1546-5BC5-B03D-EE5BA5412649}"/>
              </a:ext>
            </a:extLst>
          </p:cNvPr>
          <p:cNvSpPr txBox="1"/>
          <p:nvPr userDrawn="1"/>
        </p:nvSpPr>
        <p:spPr>
          <a:xfrm>
            <a:off x="8919048" y="5040026"/>
            <a:ext cx="709636" cy="215444"/>
          </a:xfrm>
          <a:prstGeom prst="rect">
            <a:avLst/>
          </a:prstGeom>
          <a:noFill/>
        </p:spPr>
        <p:txBody>
          <a:bodyPr wrap="square" lIns="0" rIns="0">
            <a:spAutoFit/>
          </a:bodyPr>
          <a:lstStyle/>
          <a:p>
            <a:pPr algn="ctr"/>
            <a:r>
              <a:rPr lang="en-US" sz="800">
                <a:solidFill>
                  <a:schemeClr val="bg1"/>
                </a:solidFill>
              </a:rPr>
              <a:t>Student</a:t>
            </a:r>
          </a:p>
        </p:txBody>
      </p:sp>
      <p:sp>
        <p:nvSpPr>
          <p:cNvPr id="329" name="TextBox 328">
            <a:extLst>
              <a:ext uri="{FF2B5EF4-FFF2-40B4-BE49-F238E27FC236}">
                <a16:creationId xmlns:a16="http://schemas.microsoft.com/office/drawing/2014/main" id="{4CD9047E-2606-81A3-ECAA-374C07378EDA}"/>
              </a:ext>
            </a:extLst>
          </p:cNvPr>
          <p:cNvSpPr txBox="1"/>
          <p:nvPr userDrawn="1"/>
        </p:nvSpPr>
        <p:spPr>
          <a:xfrm>
            <a:off x="9625593" y="5040026"/>
            <a:ext cx="709636" cy="215444"/>
          </a:xfrm>
          <a:prstGeom prst="rect">
            <a:avLst/>
          </a:prstGeom>
          <a:noFill/>
        </p:spPr>
        <p:txBody>
          <a:bodyPr wrap="square" lIns="0" rIns="0">
            <a:spAutoFit/>
          </a:bodyPr>
          <a:lstStyle/>
          <a:p>
            <a:pPr algn="ctr"/>
            <a:r>
              <a:rPr lang="en-US" sz="800">
                <a:solidFill>
                  <a:schemeClr val="bg1"/>
                </a:solidFill>
              </a:rPr>
              <a:t>Studio</a:t>
            </a:r>
          </a:p>
        </p:txBody>
      </p:sp>
      <p:sp>
        <p:nvSpPr>
          <p:cNvPr id="330" name="TextBox 329">
            <a:extLst>
              <a:ext uri="{FF2B5EF4-FFF2-40B4-BE49-F238E27FC236}">
                <a16:creationId xmlns:a16="http://schemas.microsoft.com/office/drawing/2014/main" id="{0F34C896-1587-D28C-B024-A1D8C56D45AF}"/>
              </a:ext>
            </a:extLst>
          </p:cNvPr>
          <p:cNvSpPr txBox="1"/>
          <p:nvPr userDrawn="1"/>
        </p:nvSpPr>
        <p:spPr>
          <a:xfrm>
            <a:off x="10332138" y="5040026"/>
            <a:ext cx="709636" cy="215444"/>
          </a:xfrm>
          <a:prstGeom prst="rect">
            <a:avLst/>
          </a:prstGeom>
          <a:noFill/>
        </p:spPr>
        <p:txBody>
          <a:bodyPr wrap="square" lIns="0" rIns="0">
            <a:spAutoFit/>
          </a:bodyPr>
          <a:lstStyle/>
          <a:p>
            <a:pPr algn="ctr"/>
            <a:r>
              <a:rPr lang="en-US" sz="800">
                <a:solidFill>
                  <a:schemeClr val="bg1"/>
                </a:solidFill>
              </a:rPr>
              <a:t>Success</a:t>
            </a:r>
          </a:p>
        </p:txBody>
      </p:sp>
      <p:sp>
        <p:nvSpPr>
          <p:cNvPr id="331" name="TextBox 330">
            <a:extLst>
              <a:ext uri="{FF2B5EF4-FFF2-40B4-BE49-F238E27FC236}">
                <a16:creationId xmlns:a16="http://schemas.microsoft.com/office/drawing/2014/main" id="{7935D88D-0B35-FFF3-E7F4-0DCFF6A03AE4}"/>
              </a:ext>
            </a:extLst>
          </p:cNvPr>
          <p:cNvSpPr txBox="1"/>
          <p:nvPr userDrawn="1"/>
        </p:nvSpPr>
        <p:spPr>
          <a:xfrm>
            <a:off x="11038681" y="5040026"/>
            <a:ext cx="709636" cy="215444"/>
          </a:xfrm>
          <a:prstGeom prst="rect">
            <a:avLst/>
          </a:prstGeom>
          <a:noFill/>
        </p:spPr>
        <p:txBody>
          <a:bodyPr wrap="square" lIns="0" rIns="0">
            <a:spAutoFit/>
          </a:bodyPr>
          <a:lstStyle/>
          <a:p>
            <a:pPr algn="ctr"/>
            <a:r>
              <a:rPr lang="en-US" sz="800">
                <a:solidFill>
                  <a:schemeClr val="bg1"/>
                </a:solidFill>
              </a:rPr>
              <a:t>Vendor</a:t>
            </a:r>
          </a:p>
        </p:txBody>
      </p:sp>
      <p:sp>
        <p:nvSpPr>
          <p:cNvPr id="332" name="TextBox 331">
            <a:extLst>
              <a:ext uri="{FF2B5EF4-FFF2-40B4-BE49-F238E27FC236}">
                <a16:creationId xmlns:a16="http://schemas.microsoft.com/office/drawing/2014/main" id="{3808FAA3-5733-25E5-8873-FAC44CECB338}"/>
              </a:ext>
            </a:extLst>
          </p:cNvPr>
          <p:cNvSpPr txBox="1"/>
          <p:nvPr userDrawn="1"/>
        </p:nvSpPr>
        <p:spPr>
          <a:xfrm>
            <a:off x="440508" y="5834517"/>
            <a:ext cx="709636" cy="215444"/>
          </a:xfrm>
          <a:prstGeom prst="rect">
            <a:avLst/>
          </a:prstGeom>
          <a:noFill/>
        </p:spPr>
        <p:txBody>
          <a:bodyPr wrap="square" lIns="0" rIns="0">
            <a:spAutoFit/>
          </a:bodyPr>
          <a:lstStyle/>
          <a:p>
            <a:pPr algn="ctr"/>
            <a:r>
              <a:rPr lang="en-US" sz="800">
                <a:solidFill>
                  <a:schemeClr val="bg1"/>
                </a:solidFill>
              </a:rPr>
              <a:t>Support</a:t>
            </a:r>
          </a:p>
        </p:txBody>
      </p:sp>
      <p:sp>
        <p:nvSpPr>
          <p:cNvPr id="333" name="TextBox 332">
            <a:extLst>
              <a:ext uri="{FF2B5EF4-FFF2-40B4-BE49-F238E27FC236}">
                <a16:creationId xmlns:a16="http://schemas.microsoft.com/office/drawing/2014/main" id="{9BE65FDB-BDC4-8B1D-C6D8-B231F4FDE410}"/>
              </a:ext>
            </a:extLst>
          </p:cNvPr>
          <p:cNvSpPr txBox="1"/>
          <p:nvPr userDrawn="1"/>
        </p:nvSpPr>
        <p:spPr>
          <a:xfrm>
            <a:off x="1147053" y="5834517"/>
            <a:ext cx="709636" cy="215444"/>
          </a:xfrm>
          <a:prstGeom prst="rect">
            <a:avLst/>
          </a:prstGeom>
          <a:noFill/>
        </p:spPr>
        <p:txBody>
          <a:bodyPr wrap="square" lIns="0" rIns="0">
            <a:spAutoFit/>
          </a:bodyPr>
          <a:lstStyle/>
          <a:p>
            <a:pPr algn="ctr"/>
            <a:r>
              <a:rPr lang="en-US" sz="800">
                <a:solidFill>
                  <a:schemeClr val="bg1"/>
                </a:solidFill>
              </a:rPr>
              <a:t>Survey</a:t>
            </a:r>
          </a:p>
        </p:txBody>
      </p:sp>
      <p:sp>
        <p:nvSpPr>
          <p:cNvPr id="334" name="TextBox 333">
            <a:extLst>
              <a:ext uri="{FF2B5EF4-FFF2-40B4-BE49-F238E27FC236}">
                <a16:creationId xmlns:a16="http://schemas.microsoft.com/office/drawing/2014/main" id="{825953EE-A106-4355-F840-9902C041F6A0}"/>
              </a:ext>
            </a:extLst>
          </p:cNvPr>
          <p:cNvSpPr txBox="1"/>
          <p:nvPr userDrawn="1"/>
        </p:nvSpPr>
        <p:spPr>
          <a:xfrm>
            <a:off x="1853598" y="5834517"/>
            <a:ext cx="709636" cy="215444"/>
          </a:xfrm>
          <a:prstGeom prst="rect">
            <a:avLst/>
          </a:prstGeom>
          <a:noFill/>
        </p:spPr>
        <p:txBody>
          <a:bodyPr wrap="square" lIns="0" rIns="0">
            <a:spAutoFit/>
          </a:bodyPr>
          <a:lstStyle/>
          <a:p>
            <a:pPr algn="ctr"/>
            <a:r>
              <a:rPr lang="en-US" sz="800">
                <a:solidFill>
                  <a:schemeClr val="bg1"/>
                </a:solidFill>
              </a:rPr>
              <a:t>Tap touch</a:t>
            </a:r>
          </a:p>
        </p:txBody>
      </p:sp>
      <p:sp>
        <p:nvSpPr>
          <p:cNvPr id="335" name="TextBox 334">
            <a:extLst>
              <a:ext uri="{FF2B5EF4-FFF2-40B4-BE49-F238E27FC236}">
                <a16:creationId xmlns:a16="http://schemas.microsoft.com/office/drawing/2014/main" id="{43EF8B79-62C0-9DF7-9D33-26F7D91ABB56}"/>
              </a:ext>
            </a:extLst>
          </p:cNvPr>
          <p:cNvSpPr txBox="1"/>
          <p:nvPr userDrawn="1"/>
        </p:nvSpPr>
        <p:spPr>
          <a:xfrm>
            <a:off x="2560143" y="5834517"/>
            <a:ext cx="709636" cy="215444"/>
          </a:xfrm>
          <a:prstGeom prst="rect">
            <a:avLst/>
          </a:prstGeom>
          <a:noFill/>
        </p:spPr>
        <p:txBody>
          <a:bodyPr wrap="square" lIns="0" rIns="0">
            <a:spAutoFit/>
          </a:bodyPr>
          <a:lstStyle/>
          <a:p>
            <a:pPr algn="ctr"/>
            <a:r>
              <a:rPr lang="en-US" sz="800">
                <a:solidFill>
                  <a:schemeClr val="bg1"/>
                </a:solidFill>
              </a:rPr>
              <a:t>Target</a:t>
            </a:r>
          </a:p>
        </p:txBody>
      </p:sp>
      <p:sp>
        <p:nvSpPr>
          <p:cNvPr id="336" name="TextBox 335">
            <a:extLst>
              <a:ext uri="{FF2B5EF4-FFF2-40B4-BE49-F238E27FC236}">
                <a16:creationId xmlns:a16="http://schemas.microsoft.com/office/drawing/2014/main" id="{D3C267E2-C3CC-D5FF-7766-12E23D9D4BAA}"/>
              </a:ext>
            </a:extLst>
          </p:cNvPr>
          <p:cNvSpPr txBox="1"/>
          <p:nvPr userDrawn="1"/>
        </p:nvSpPr>
        <p:spPr>
          <a:xfrm>
            <a:off x="3266688" y="5834517"/>
            <a:ext cx="709636" cy="338554"/>
          </a:xfrm>
          <a:prstGeom prst="rect">
            <a:avLst/>
          </a:prstGeom>
          <a:noFill/>
        </p:spPr>
        <p:txBody>
          <a:bodyPr wrap="square" lIns="0" rIns="0">
            <a:spAutoFit/>
          </a:bodyPr>
          <a:lstStyle/>
          <a:p>
            <a:pPr algn="ctr"/>
            <a:r>
              <a:rPr lang="en-US" sz="800">
                <a:solidFill>
                  <a:schemeClr val="bg1"/>
                </a:solidFill>
              </a:rPr>
              <a:t>Technology</a:t>
            </a:r>
            <a:br>
              <a:rPr lang="en-US" sz="800">
                <a:solidFill>
                  <a:schemeClr val="bg1"/>
                </a:solidFill>
              </a:rPr>
            </a:br>
            <a:r>
              <a:rPr lang="en-US" sz="800">
                <a:solidFill>
                  <a:schemeClr val="bg1"/>
                </a:solidFill>
              </a:rPr>
              <a:t>alt</a:t>
            </a:r>
          </a:p>
        </p:txBody>
      </p:sp>
      <p:sp>
        <p:nvSpPr>
          <p:cNvPr id="337" name="TextBox 336">
            <a:extLst>
              <a:ext uri="{FF2B5EF4-FFF2-40B4-BE49-F238E27FC236}">
                <a16:creationId xmlns:a16="http://schemas.microsoft.com/office/drawing/2014/main" id="{C63A10FF-B169-30EC-C7AB-B2DF4D65F7B8}"/>
              </a:ext>
            </a:extLst>
          </p:cNvPr>
          <p:cNvSpPr txBox="1"/>
          <p:nvPr userDrawn="1"/>
        </p:nvSpPr>
        <p:spPr>
          <a:xfrm>
            <a:off x="3973233" y="5834517"/>
            <a:ext cx="709636" cy="338554"/>
          </a:xfrm>
          <a:prstGeom prst="rect">
            <a:avLst/>
          </a:prstGeom>
          <a:noFill/>
        </p:spPr>
        <p:txBody>
          <a:bodyPr wrap="square" lIns="0" rIns="0">
            <a:spAutoFit/>
          </a:bodyPr>
          <a:lstStyle/>
          <a:p>
            <a:pPr algn="ctr"/>
            <a:r>
              <a:rPr lang="en-US" sz="800">
                <a:solidFill>
                  <a:schemeClr val="bg1"/>
                </a:solidFill>
              </a:rPr>
              <a:t>Technology</a:t>
            </a:r>
            <a:br>
              <a:rPr lang="en-US" sz="800">
                <a:solidFill>
                  <a:schemeClr val="bg1"/>
                </a:solidFill>
              </a:rPr>
            </a:br>
            <a:r>
              <a:rPr lang="en-US" sz="800">
                <a:solidFill>
                  <a:schemeClr val="bg1"/>
                </a:solidFill>
              </a:rPr>
              <a:t>alt 2</a:t>
            </a:r>
          </a:p>
        </p:txBody>
      </p:sp>
      <p:sp>
        <p:nvSpPr>
          <p:cNvPr id="338" name="TextBox 337">
            <a:extLst>
              <a:ext uri="{FF2B5EF4-FFF2-40B4-BE49-F238E27FC236}">
                <a16:creationId xmlns:a16="http://schemas.microsoft.com/office/drawing/2014/main" id="{ADE665BF-3E4E-DEF6-FF0B-9A871AEEE128}"/>
              </a:ext>
            </a:extLst>
          </p:cNvPr>
          <p:cNvSpPr txBox="1"/>
          <p:nvPr userDrawn="1"/>
        </p:nvSpPr>
        <p:spPr>
          <a:xfrm>
            <a:off x="4679778" y="5834517"/>
            <a:ext cx="709636" cy="338554"/>
          </a:xfrm>
          <a:prstGeom prst="rect">
            <a:avLst/>
          </a:prstGeom>
          <a:noFill/>
        </p:spPr>
        <p:txBody>
          <a:bodyPr wrap="square" lIns="0" rIns="0">
            <a:spAutoFit/>
          </a:bodyPr>
          <a:lstStyle/>
          <a:p>
            <a:pPr algn="ctr"/>
            <a:r>
              <a:rPr lang="en-US" sz="800">
                <a:solidFill>
                  <a:schemeClr val="bg1"/>
                </a:solidFill>
              </a:rPr>
              <a:t>Technology</a:t>
            </a:r>
            <a:br>
              <a:rPr lang="en-US" sz="800">
                <a:solidFill>
                  <a:schemeClr val="bg1"/>
                </a:solidFill>
              </a:rPr>
            </a:br>
            <a:r>
              <a:rPr lang="en-US" sz="800">
                <a:solidFill>
                  <a:schemeClr val="bg1"/>
                </a:solidFill>
              </a:rPr>
              <a:t>alt 3</a:t>
            </a:r>
          </a:p>
        </p:txBody>
      </p:sp>
      <p:sp>
        <p:nvSpPr>
          <p:cNvPr id="339" name="TextBox 338">
            <a:extLst>
              <a:ext uri="{FF2B5EF4-FFF2-40B4-BE49-F238E27FC236}">
                <a16:creationId xmlns:a16="http://schemas.microsoft.com/office/drawing/2014/main" id="{4274EFEB-06FE-F5A9-247B-2DBA2A49D6EA}"/>
              </a:ext>
            </a:extLst>
          </p:cNvPr>
          <p:cNvSpPr txBox="1"/>
          <p:nvPr userDrawn="1"/>
        </p:nvSpPr>
        <p:spPr>
          <a:xfrm>
            <a:off x="5386323" y="5834517"/>
            <a:ext cx="709636" cy="215444"/>
          </a:xfrm>
          <a:prstGeom prst="rect">
            <a:avLst/>
          </a:prstGeom>
          <a:noFill/>
        </p:spPr>
        <p:txBody>
          <a:bodyPr wrap="square" lIns="0" rIns="0">
            <a:spAutoFit/>
          </a:bodyPr>
          <a:lstStyle/>
          <a:p>
            <a:pPr algn="ctr"/>
            <a:r>
              <a:rPr lang="en-US" sz="800">
                <a:solidFill>
                  <a:schemeClr val="bg1"/>
                </a:solidFill>
              </a:rPr>
              <a:t>Technology</a:t>
            </a:r>
          </a:p>
        </p:txBody>
      </p:sp>
      <p:sp>
        <p:nvSpPr>
          <p:cNvPr id="340" name="TextBox 339">
            <a:extLst>
              <a:ext uri="{FF2B5EF4-FFF2-40B4-BE49-F238E27FC236}">
                <a16:creationId xmlns:a16="http://schemas.microsoft.com/office/drawing/2014/main" id="{8F77B91F-BD8B-DA15-D73C-DD7262889B14}"/>
              </a:ext>
            </a:extLst>
          </p:cNvPr>
          <p:cNvSpPr txBox="1"/>
          <p:nvPr userDrawn="1"/>
        </p:nvSpPr>
        <p:spPr>
          <a:xfrm>
            <a:off x="6088789" y="5834517"/>
            <a:ext cx="709636" cy="215444"/>
          </a:xfrm>
          <a:prstGeom prst="rect">
            <a:avLst/>
          </a:prstGeom>
          <a:noFill/>
        </p:spPr>
        <p:txBody>
          <a:bodyPr wrap="square" lIns="0" rIns="0">
            <a:spAutoFit/>
          </a:bodyPr>
          <a:lstStyle/>
          <a:p>
            <a:pPr algn="ctr"/>
            <a:r>
              <a:rPr lang="en-US" sz="800">
                <a:solidFill>
                  <a:schemeClr val="bg1"/>
                </a:solidFill>
              </a:rPr>
              <a:t>Tent</a:t>
            </a:r>
          </a:p>
        </p:txBody>
      </p:sp>
      <p:sp>
        <p:nvSpPr>
          <p:cNvPr id="341" name="Rectangle 340">
            <a:extLst>
              <a:ext uri="{FF2B5EF4-FFF2-40B4-BE49-F238E27FC236}">
                <a16:creationId xmlns:a16="http://schemas.microsoft.com/office/drawing/2014/main" id="{EAED1CE1-3720-DE56-6813-A6FD01BCD1CB}"/>
              </a:ext>
            </a:extLst>
          </p:cNvPr>
          <p:cNvSpPr/>
          <p:nvPr userDrawn="1"/>
        </p:nvSpPr>
        <p:spPr>
          <a:xfrm>
            <a:off x="-1" y="6812281"/>
            <a:ext cx="1218882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TextBox 341">
            <a:extLst>
              <a:ext uri="{FF2B5EF4-FFF2-40B4-BE49-F238E27FC236}">
                <a16:creationId xmlns:a16="http://schemas.microsoft.com/office/drawing/2014/main" id="{A875C936-79C3-EAB8-FCA2-B666875BACDE}"/>
              </a:ext>
            </a:extLst>
          </p:cNvPr>
          <p:cNvSpPr txBox="1"/>
          <p:nvPr userDrawn="1"/>
        </p:nvSpPr>
        <p:spPr>
          <a:xfrm>
            <a:off x="6799413" y="5834517"/>
            <a:ext cx="709636" cy="338554"/>
          </a:xfrm>
          <a:prstGeom prst="rect">
            <a:avLst/>
          </a:prstGeom>
          <a:noFill/>
        </p:spPr>
        <p:txBody>
          <a:bodyPr wrap="square" lIns="0" rIns="0">
            <a:spAutoFit/>
          </a:bodyPr>
          <a:lstStyle/>
          <a:p>
            <a:pPr algn="ctr"/>
            <a:r>
              <a:rPr lang="en-US" sz="800">
                <a:solidFill>
                  <a:schemeClr val="bg1"/>
                </a:solidFill>
              </a:rPr>
              <a:t>Exception handling</a:t>
            </a:r>
          </a:p>
        </p:txBody>
      </p:sp>
    </p:spTree>
    <p:extLst>
      <p:ext uri="{BB962C8B-B14F-4D97-AF65-F5344CB8AC3E}">
        <p14:creationId xmlns:p14="http://schemas.microsoft.com/office/powerpoint/2010/main" val="9645843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US Map">
    <p:bg>
      <p:bgPr>
        <a:solidFill>
          <a:schemeClr val="bg1"/>
        </a:solidFill>
        <a:effectLst/>
      </p:bgPr>
    </p:bg>
    <p:spTree>
      <p:nvGrpSpPr>
        <p:cNvPr id="1" name=""/>
        <p:cNvGrpSpPr/>
        <p:nvPr/>
      </p:nvGrpSpPr>
      <p:grpSpPr>
        <a:xfrm>
          <a:off x="0" y="0"/>
          <a:ext cx="0" cy="0"/>
          <a:chOff x="0" y="0"/>
          <a:chExt cx="0" cy="0"/>
        </a:xfrm>
      </p:grpSpPr>
      <p:grpSp>
        <p:nvGrpSpPr>
          <p:cNvPr id="5" name="Group 56">
            <a:extLst>
              <a:ext uri="{FF2B5EF4-FFF2-40B4-BE49-F238E27FC236}">
                <a16:creationId xmlns:a16="http://schemas.microsoft.com/office/drawing/2014/main" id="{1EC614DD-715F-4FED-8870-8126A5E30C3E}"/>
              </a:ext>
            </a:extLst>
          </p:cNvPr>
          <p:cNvGrpSpPr>
            <a:grpSpLocks/>
          </p:cNvGrpSpPr>
          <p:nvPr/>
        </p:nvGrpSpPr>
        <p:grpSpPr bwMode="auto">
          <a:xfrm>
            <a:off x="1478930" y="1386942"/>
            <a:ext cx="7785153" cy="5092700"/>
            <a:chOff x="1757363" y="1860550"/>
            <a:chExt cx="6414459" cy="3873500"/>
          </a:xfrm>
          <a:solidFill>
            <a:schemeClr val="bg2"/>
          </a:solidFill>
        </p:grpSpPr>
        <p:sp>
          <p:nvSpPr>
            <p:cNvPr id="6" name="Freeform 4">
              <a:extLst>
                <a:ext uri="{FF2B5EF4-FFF2-40B4-BE49-F238E27FC236}">
                  <a16:creationId xmlns:a16="http://schemas.microsoft.com/office/drawing/2014/main" id="{4D3AFE62-E176-4623-A52A-BE82F84C5C9E}"/>
                </a:ext>
              </a:extLst>
            </p:cNvPr>
            <p:cNvSpPr>
              <a:spLocks/>
            </p:cNvSpPr>
            <p:nvPr/>
          </p:nvSpPr>
          <p:spPr bwMode="auto">
            <a:xfrm>
              <a:off x="7697186" y="1860550"/>
              <a:ext cx="474636" cy="717550"/>
            </a:xfrm>
            <a:custGeom>
              <a:avLst/>
              <a:gdLst>
                <a:gd name="T0" fmla="*/ 74 w 230"/>
                <a:gd name="T1" fmla="*/ 12 h 377"/>
                <a:gd name="T2" fmla="*/ 28 w 230"/>
                <a:gd name="T3" fmla="*/ 81 h 377"/>
                <a:gd name="T4" fmla="*/ 49 w 230"/>
                <a:gd name="T5" fmla="*/ 107 h 377"/>
                <a:gd name="T6" fmla="*/ 28 w 230"/>
                <a:gd name="T7" fmla="*/ 139 h 377"/>
                <a:gd name="T8" fmla="*/ 41 w 230"/>
                <a:gd name="T9" fmla="*/ 149 h 377"/>
                <a:gd name="T10" fmla="*/ 31 w 230"/>
                <a:gd name="T11" fmla="*/ 171 h 377"/>
                <a:gd name="T12" fmla="*/ 31 w 230"/>
                <a:gd name="T13" fmla="*/ 206 h 377"/>
                <a:gd name="T14" fmla="*/ 0 w 230"/>
                <a:gd name="T15" fmla="*/ 219 h 377"/>
                <a:gd name="T16" fmla="*/ 13 w 230"/>
                <a:gd name="T17" fmla="*/ 229 h 377"/>
                <a:gd name="T18" fmla="*/ 79 w 230"/>
                <a:gd name="T19" fmla="*/ 361 h 377"/>
                <a:gd name="T20" fmla="*/ 131 w 230"/>
                <a:gd name="T21" fmla="*/ 377 h 377"/>
                <a:gd name="T22" fmla="*/ 128 w 230"/>
                <a:gd name="T23" fmla="*/ 350 h 377"/>
                <a:gd name="T24" fmla="*/ 154 w 230"/>
                <a:gd name="T25" fmla="*/ 329 h 377"/>
                <a:gd name="T26" fmla="*/ 144 w 230"/>
                <a:gd name="T27" fmla="*/ 307 h 377"/>
                <a:gd name="T28" fmla="*/ 210 w 230"/>
                <a:gd name="T29" fmla="*/ 280 h 377"/>
                <a:gd name="T30" fmla="*/ 212 w 230"/>
                <a:gd name="T31" fmla="*/ 243 h 377"/>
                <a:gd name="T32" fmla="*/ 250 w 230"/>
                <a:gd name="T33" fmla="*/ 241 h 377"/>
                <a:gd name="T34" fmla="*/ 280 w 230"/>
                <a:gd name="T35" fmla="*/ 213 h 377"/>
                <a:gd name="T36" fmla="*/ 316 w 230"/>
                <a:gd name="T37" fmla="*/ 194 h 377"/>
                <a:gd name="T38" fmla="*/ 316 w 230"/>
                <a:gd name="T39" fmla="*/ 171 h 377"/>
                <a:gd name="T40" fmla="*/ 266 w 230"/>
                <a:gd name="T41" fmla="*/ 163 h 377"/>
                <a:gd name="T42" fmla="*/ 257 w 230"/>
                <a:gd name="T43" fmla="*/ 138 h 377"/>
                <a:gd name="T44" fmla="*/ 207 w 230"/>
                <a:gd name="T45" fmla="*/ 134 h 377"/>
                <a:gd name="T46" fmla="*/ 168 w 230"/>
                <a:gd name="T47" fmla="*/ 22 h 377"/>
                <a:gd name="T48" fmla="*/ 148 w 230"/>
                <a:gd name="T49" fmla="*/ 0 h 377"/>
                <a:gd name="T50" fmla="*/ 99 w 230"/>
                <a:gd name="T51" fmla="*/ 9 h 377"/>
                <a:gd name="T52" fmla="*/ 90 w 230"/>
                <a:gd name="T53" fmla="*/ 20 h 377"/>
                <a:gd name="T54" fmla="*/ 74 w 230"/>
                <a:gd name="T55" fmla="*/ 12 h 3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30"/>
                <a:gd name="T85" fmla="*/ 0 h 377"/>
                <a:gd name="T86" fmla="*/ 230 w 230"/>
                <a:gd name="T87" fmla="*/ 377 h 37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30" h="377">
                  <a:moveTo>
                    <a:pt x="54" y="12"/>
                  </a:moveTo>
                  <a:lnTo>
                    <a:pt x="20" y="81"/>
                  </a:lnTo>
                  <a:lnTo>
                    <a:pt x="36" y="107"/>
                  </a:lnTo>
                  <a:lnTo>
                    <a:pt x="20" y="139"/>
                  </a:lnTo>
                  <a:lnTo>
                    <a:pt x="30" y="149"/>
                  </a:lnTo>
                  <a:lnTo>
                    <a:pt x="23" y="171"/>
                  </a:lnTo>
                  <a:lnTo>
                    <a:pt x="23" y="206"/>
                  </a:lnTo>
                  <a:lnTo>
                    <a:pt x="0" y="219"/>
                  </a:lnTo>
                  <a:lnTo>
                    <a:pt x="9" y="229"/>
                  </a:lnTo>
                  <a:lnTo>
                    <a:pt x="57" y="361"/>
                  </a:lnTo>
                  <a:lnTo>
                    <a:pt x="95" y="377"/>
                  </a:lnTo>
                  <a:lnTo>
                    <a:pt x="93" y="350"/>
                  </a:lnTo>
                  <a:lnTo>
                    <a:pt x="112" y="329"/>
                  </a:lnTo>
                  <a:lnTo>
                    <a:pt x="105" y="307"/>
                  </a:lnTo>
                  <a:lnTo>
                    <a:pt x="152" y="280"/>
                  </a:lnTo>
                  <a:lnTo>
                    <a:pt x="154" y="243"/>
                  </a:lnTo>
                  <a:lnTo>
                    <a:pt x="182" y="241"/>
                  </a:lnTo>
                  <a:lnTo>
                    <a:pt x="204" y="213"/>
                  </a:lnTo>
                  <a:lnTo>
                    <a:pt x="230" y="194"/>
                  </a:lnTo>
                  <a:lnTo>
                    <a:pt x="230" y="171"/>
                  </a:lnTo>
                  <a:lnTo>
                    <a:pt x="194" y="163"/>
                  </a:lnTo>
                  <a:lnTo>
                    <a:pt x="187" y="138"/>
                  </a:lnTo>
                  <a:lnTo>
                    <a:pt x="151" y="134"/>
                  </a:lnTo>
                  <a:lnTo>
                    <a:pt x="122" y="22"/>
                  </a:lnTo>
                  <a:lnTo>
                    <a:pt x="108" y="0"/>
                  </a:lnTo>
                  <a:lnTo>
                    <a:pt x="72" y="9"/>
                  </a:lnTo>
                  <a:lnTo>
                    <a:pt x="66" y="20"/>
                  </a:lnTo>
                  <a:lnTo>
                    <a:pt x="54" y="12"/>
                  </a:lnTo>
                  <a:close/>
                </a:path>
              </a:pathLst>
            </a:custGeom>
            <a:grpFill/>
            <a:ln w="6350">
              <a:solidFill>
                <a:schemeClr val="bg1"/>
              </a:solidFill>
              <a:round/>
              <a:headEnd/>
              <a:tailEnd/>
            </a:ln>
          </p:spPr>
          <p:txBody>
            <a:bodyPr/>
            <a:lstStyle/>
            <a:p>
              <a:pPr>
                <a:defRPr/>
              </a:pPr>
              <a:endParaRPr lang="en-GB"/>
            </a:p>
          </p:txBody>
        </p:sp>
        <p:sp>
          <p:nvSpPr>
            <p:cNvPr id="7" name="Freeform 6">
              <a:extLst>
                <a:ext uri="{FF2B5EF4-FFF2-40B4-BE49-F238E27FC236}">
                  <a16:creationId xmlns:a16="http://schemas.microsoft.com/office/drawing/2014/main" id="{56D09F3E-B20F-432D-B2BA-3EB96BD63BEF}"/>
                </a:ext>
              </a:extLst>
            </p:cNvPr>
            <p:cNvSpPr>
              <a:spLocks/>
            </p:cNvSpPr>
            <p:nvPr/>
          </p:nvSpPr>
          <p:spPr bwMode="auto">
            <a:xfrm>
              <a:off x="5268691" y="4062413"/>
              <a:ext cx="607053" cy="561975"/>
            </a:xfrm>
            <a:custGeom>
              <a:avLst/>
              <a:gdLst>
                <a:gd name="T0" fmla="*/ 0 w 294"/>
                <a:gd name="T1" fmla="*/ 27 h 295"/>
                <a:gd name="T2" fmla="*/ 162 w 294"/>
                <a:gd name="T3" fmla="*/ 12 h 295"/>
                <a:gd name="T4" fmla="*/ 359 w 294"/>
                <a:gd name="T5" fmla="*/ 0 h 295"/>
                <a:gd name="T6" fmla="*/ 348 w 294"/>
                <a:gd name="T7" fmla="*/ 39 h 295"/>
                <a:gd name="T8" fmla="*/ 392 w 294"/>
                <a:gd name="T9" fmla="*/ 30 h 295"/>
                <a:gd name="T10" fmla="*/ 407 w 294"/>
                <a:gd name="T11" fmla="*/ 56 h 295"/>
                <a:gd name="T12" fmla="*/ 362 w 294"/>
                <a:gd name="T13" fmla="*/ 80 h 295"/>
                <a:gd name="T14" fmla="*/ 373 w 294"/>
                <a:gd name="T15" fmla="*/ 121 h 295"/>
                <a:gd name="T16" fmla="*/ 327 w 294"/>
                <a:gd name="T17" fmla="*/ 189 h 295"/>
                <a:gd name="T18" fmla="*/ 291 w 294"/>
                <a:gd name="T19" fmla="*/ 231 h 295"/>
                <a:gd name="T20" fmla="*/ 310 w 294"/>
                <a:gd name="T21" fmla="*/ 285 h 295"/>
                <a:gd name="T22" fmla="*/ 60 w 294"/>
                <a:gd name="T23" fmla="*/ 295 h 295"/>
                <a:gd name="T24" fmla="*/ 59 w 294"/>
                <a:gd name="T25" fmla="*/ 262 h 295"/>
                <a:gd name="T26" fmla="*/ 10 w 294"/>
                <a:gd name="T27" fmla="*/ 255 h 295"/>
                <a:gd name="T28" fmla="*/ 10 w 294"/>
                <a:gd name="T29" fmla="*/ 80 h 295"/>
                <a:gd name="T30" fmla="*/ 0 w 294"/>
                <a:gd name="T31" fmla="*/ 27 h 29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4"/>
                <a:gd name="T49" fmla="*/ 0 h 295"/>
                <a:gd name="T50" fmla="*/ 294 w 294"/>
                <a:gd name="T51" fmla="*/ 295 h 29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4" h="295">
                  <a:moveTo>
                    <a:pt x="0" y="27"/>
                  </a:moveTo>
                  <a:lnTo>
                    <a:pt x="116" y="12"/>
                  </a:lnTo>
                  <a:lnTo>
                    <a:pt x="259" y="0"/>
                  </a:lnTo>
                  <a:lnTo>
                    <a:pt x="252" y="39"/>
                  </a:lnTo>
                  <a:lnTo>
                    <a:pt x="283" y="30"/>
                  </a:lnTo>
                  <a:lnTo>
                    <a:pt x="294" y="56"/>
                  </a:lnTo>
                  <a:lnTo>
                    <a:pt x="262" y="80"/>
                  </a:lnTo>
                  <a:lnTo>
                    <a:pt x="269" y="121"/>
                  </a:lnTo>
                  <a:lnTo>
                    <a:pt x="235" y="189"/>
                  </a:lnTo>
                  <a:lnTo>
                    <a:pt x="210" y="231"/>
                  </a:lnTo>
                  <a:lnTo>
                    <a:pt x="224" y="285"/>
                  </a:lnTo>
                  <a:lnTo>
                    <a:pt x="43" y="295"/>
                  </a:lnTo>
                  <a:lnTo>
                    <a:pt x="42" y="262"/>
                  </a:lnTo>
                  <a:lnTo>
                    <a:pt x="6" y="255"/>
                  </a:lnTo>
                  <a:lnTo>
                    <a:pt x="6" y="80"/>
                  </a:lnTo>
                  <a:lnTo>
                    <a:pt x="0" y="27"/>
                  </a:lnTo>
                  <a:close/>
                </a:path>
              </a:pathLst>
            </a:custGeom>
            <a:grpFill/>
            <a:ln w="6350">
              <a:solidFill>
                <a:schemeClr val="bg1"/>
              </a:solidFill>
              <a:round/>
              <a:headEnd/>
              <a:tailEnd/>
            </a:ln>
          </p:spPr>
          <p:txBody>
            <a:bodyPr/>
            <a:lstStyle/>
            <a:p>
              <a:pPr>
                <a:defRPr/>
              </a:pPr>
              <a:endParaRPr lang="en-GB"/>
            </a:p>
          </p:txBody>
        </p:sp>
        <p:sp>
          <p:nvSpPr>
            <p:cNvPr id="8" name="Freeform 7">
              <a:extLst>
                <a:ext uri="{FF2B5EF4-FFF2-40B4-BE49-F238E27FC236}">
                  <a16:creationId xmlns:a16="http://schemas.microsoft.com/office/drawing/2014/main" id="{2F7B9766-CACB-4A5A-88EB-7FDF048205A3}"/>
                </a:ext>
              </a:extLst>
            </p:cNvPr>
            <p:cNvSpPr>
              <a:spLocks/>
            </p:cNvSpPr>
            <p:nvPr/>
          </p:nvSpPr>
          <p:spPr bwMode="auto">
            <a:xfrm>
              <a:off x="5354963" y="4603750"/>
              <a:ext cx="741189" cy="588963"/>
            </a:xfrm>
            <a:custGeom>
              <a:avLst/>
              <a:gdLst>
                <a:gd name="T0" fmla="*/ 0 w 359"/>
                <a:gd name="T1" fmla="*/ 7 h 309"/>
                <a:gd name="T2" fmla="*/ 247 w 359"/>
                <a:gd name="T3" fmla="*/ 0 h 309"/>
                <a:gd name="T4" fmla="*/ 291 w 359"/>
                <a:gd name="T5" fmla="*/ 64 h 309"/>
                <a:gd name="T6" fmla="*/ 254 w 359"/>
                <a:gd name="T7" fmla="*/ 139 h 309"/>
                <a:gd name="T8" fmla="*/ 242 w 359"/>
                <a:gd name="T9" fmla="*/ 173 h 309"/>
                <a:gd name="T10" fmla="*/ 407 w 359"/>
                <a:gd name="T11" fmla="*/ 159 h 309"/>
                <a:gd name="T12" fmla="*/ 417 w 359"/>
                <a:gd name="T13" fmla="*/ 208 h 309"/>
                <a:gd name="T14" fmla="*/ 367 w 359"/>
                <a:gd name="T15" fmla="*/ 204 h 309"/>
                <a:gd name="T16" fmla="*/ 346 w 359"/>
                <a:gd name="T17" fmla="*/ 225 h 309"/>
                <a:gd name="T18" fmla="*/ 369 w 359"/>
                <a:gd name="T19" fmla="*/ 239 h 309"/>
                <a:gd name="T20" fmla="*/ 416 w 359"/>
                <a:gd name="T21" fmla="*/ 222 h 309"/>
                <a:gd name="T22" fmla="*/ 417 w 359"/>
                <a:gd name="T23" fmla="*/ 246 h 309"/>
                <a:gd name="T24" fmla="*/ 444 w 359"/>
                <a:gd name="T25" fmla="*/ 226 h 309"/>
                <a:gd name="T26" fmla="*/ 463 w 359"/>
                <a:gd name="T27" fmla="*/ 226 h 309"/>
                <a:gd name="T28" fmla="*/ 441 w 359"/>
                <a:gd name="T29" fmla="*/ 267 h 309"/>
                <a:gd name="T30" fmla="*/ 482 w 359"/>
                <a:gd name="T31" fmla="*/ 274 h 309"/>
                <a:gd name="T32" fmla="*/ 495 w 359"/>
                <a:gd name="T33" fmla="*/ 297 h 309"/>
                <a:gd name="T34" fmla="*/ 476 w 359"/>
                <a:gd name="T35" fmla="*/ 304 h 309"/>
                <a:gd name="T36" fmla="*/ 451 w 359"/>
                <a:gd name="T37" fmla="*/ 289 h 309"/>
                <a:gd name="T38" fmla="*/ 402 w 359"/>
                <a:gd name="T39" fmla="*/ 279 h 309"/>
                <a:gd name="T40" fmla="*/ 412 w 359"/>
                <a:gd name="T41" fmla="*/ 306 h 309"/>
                <a:gd name="T42" fmla="*/ 390 w 359"/>
                <a:gd name="T43" fmla="*/ 309 h 309"/>
                <a:gd name="T44" fmla="*/ 368 w 359"/>
                <a:gd name="T45" fmla="*/ 285 h 309"/>
                <a:gd name="T46" fmla="*/ 356 w 359"/>
                <a:gd name="T47" fmla="*/ 300 h 309"/>
                <a:gd name="T48" fmla="*/ 284 w 359"/>
                <a:gd name="T49" fmla="*/ 300 h 309"/>
                <a:gd name="T50" fmla="*/ 284 w 359"/>
                <a:gd name="T51" fmla="*/ 285 h 309"/>
                <a:gd name="T52" fmla="*/ 258 w 359"/>
                <a:gd name="T53" fmla="*/ 267 h 309"/>
                <a:gd name="T54" fmla="*/ 202 w 359"/>
                <a:gd name="T55" fmla="*/ 265 h 309"/>
                <a:gd name="T56" fmla="*/ 248 w 359"/>
                <a:gd name="T57" fmla="*/ 285 h 309"/>
                <a:gd name="T58" fmla="*/ 184 w 359"/>
                <a:gd name="T59" fmla="*/ 295 h 309"/>
                <a:gd name="T60" fmla="*/ 86 w 359"/>
                <a:gd name="T61" fmla="*/ 281 h 309"/>
                <a:gd name="T62" fmla="*/ 48 w 359"/>
                <a:gd name="T63" fmla="*/ 285 h 309"/>
                <a:gd name="T64" fmla="*/ 62 w 359"/>
                <a:gd name="T65" fmla="*/ 181 h 309"/>
                <a:gd name="T66" fmla="*/ 1 w 359"/>
                <a:gd name="T67" fmla="*/ 99 h 309"/>
                <a:gd name="T68" fmla="*/ 0 w 359"/>
                <a:gd name="T69" fmla="*/ 7 h 3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9"/>
                <a:gd name="T106" fmla="*/ 0 h 309"/>
                <a:gd name="T107" fmla="*/ 359 w 359"/>
                <a:gd name="T108" fmla="*/ 309 h 30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9" h="309">
                  <a:moveTo>
                    <a:pt x="0" y="7"/>
                  </a:moveTo>
                  <a:lnTo>
                    <a:pt x="179" y="0"/>
                  </a:lnTo>
                  <a:lnTo>
                    <a:pt x="211" y="64"/>
                  </a:lnTo>
                  <a:lnTo>
                    <a:pt x="184" y="139"/>
                  </a:lnTo>
                  <a:lnTo>
                    <a:pt x="175" y="173"/>
                  </a:lnTo>
                  <a:lnTo>
                    <a:pt x="295" y="159"/>
                  </a:lnTo>
                  <a:lnTo>
                    <a:pt x="303" y="208"/>
                  </a:lnTo>
                  <a:lnTo>
                    <a:pt x="267" y="204"/>
                  </a:lnTo>
                  <a:lnTo>
                    <a:pt x="250" y="225"/>
                  </a:lnTo>
                  <a:lnTo>
                    <a:pt x="269" y="239"/>
                  </a:lnTo>
                  <a:lnTo>
                    <a:pt x="302" y="222"/>
                  </a:lnTo>
                  <a:lnTo>
                    <a:pt x="303" y="246"/>
                  </a:lnTo>
                  <a:lnTo>
                    <a:pt x="322" y="226"/>
                  </a:lnTo>
                  <a:lnTo>
                    <a:pt x="336" y="226"/>
                  </a:lnTo>
                  <a:lnTo>
                    <a:pt x="320" y="267"/>
                  </a:lnTo>
                  <a:lnTo>
                    <a:pt x="350" y="274"/>
                  </a:lnTo>
                  <a:lnTo>
                    <a:pt x="359" y="297"/>
                  </a:lnTo>
                  <a:lnTo>
                    <a:pt x="345" y="304"/>
                  </a:lnTo>
                  <a:lnTo>
                    <a:pt x="327" y="289"/>
                  </a:lnTo>
                  <a:lnTo>
                    <a:pt x="292" y="279"/>
                  </a:lnTo>
                  <a:lnTo>
                    <a:pt x="299" y="306"/>
                  </a:lnTo>
                  <a:lnTo>
                    <a:pt x="282" y="309"/>
                  </a:lnTo>
                  <a:lnTo>
                    <a:pt x="268" y="285"/>
                  </a:lnTo>
                  <a:lnTo>
                    <a:pt x="259" y="300"/>
                  </a:lnTo>
                  <a:lnTo>
                    <a:pt x="206" y="300"/>
                  </a:lnTo>
                  <a:lnTo>
                    <a:pt x="206" y="285"/>
                  </a:lnTo>
                  <a:lnTo>
                    <a:pt x="187" y="267"/>
                  </a:lnTo>
                  <a:lnTo>
                    <a:pt x="147" y="265"/>
                  </a:lnTo>
                  <a:lnTo>
                    <a:pt x="180" y="285"/>
                  </a:lnTo>
                  <a:lnTo>
                    <a:pt x="134" y="295"/>
                  </a:lnTo>
                  <a:lnTo>
                    <a:pt x="62" y="281"/>
                  </a:lnTo>
                  <a:lnTo>
                    <a:pt x="35" y="285"/>
                  </a:lnTo>
                  <a:lnTo>
                    <a:pt x="45" y="181"/>
                  </a:lnTo>
                  <a:lnTo>
                    <a:pt x="1" y="99"/>
                  </a:lnTo>
                  <a:lnTo>
                    <a:pt x="0" y="7"/>
                  </a:lnTo>
                  <a:close/>
                </a:path>
              </a:pathLst>
            </a:custGeom>
            <a:grpFill/>
            <a:ln w="6350">
              <a:solidFill>
                <a:schemeClr val="bg1"/>
              </a:solidFill>
              <a:round/>
              <a:headEnd/>
              <a:tailEnd/>
            </a:ln>
          </p:spPr>
          <p:txBody>
            <a:bodyPr/>
            <a:lstStyle/>
            <a:p>
              <a:pPr>
                <a:defRPr/>
              </a:pPr>
              <a:endParaRPr lang="en-GB"/>
            </a:p>
          </p:txBody>
        </p:sp>
        <p:sp>
          <p:nvSpPr>
            <p:cNvPr id="9" name="Freeform 8">
              <a:extLst>
                <a:ext uri="{FF2B5EF4-FFF2-40B4-BE49-F238E27FC236}">
                  <a16:creationId xmlns:a16="http://schemas.microsoft.com/office/drawing/2014/main" id="{AC3BEAE1-90DA-4F18-921F-21C047EBCCF9}"/>
                </a:ext>
              </a:extLst>
            </p:cNvPr>
            <p:cNvSpPr>
              <a:spLocks/>
            </p:cNvSpPr>
            <p:nvPr/>
          </p:nvSpPr>
          <p:spPr bwMode="auto">
            <a:xfrm>
              <a:off x="4850151" y="2117725"/>
              <a:ext cx="825453" cy="923925"/>
            </a:xfrm>
            <a:custGeom>
              <a:avLst/>
              <a:gdLst>
                <a:gd name="T0" fmla="*/ 0 w 400"/>
                <a:gd name="T1" fmla="*/ 38 h 485"/>
                <a:gd name="T2" fmla="*/ 144 w 400"/>
                <a:gd name="T3" fmla="*/ 38 h 485"/>
                <a:gd name="T4" fmla="*/ 143 w 400"/>
                <a:gd name="T5" fmla="*/ 0 h 485"/>
                <a:gd name="T6" fmla="*/ 172 w 400"/>
                <a:gd name="T7" fmla="*/ 11 h 485"/>
                <a:gd name="T8" fmla="*/ 181 w 400"/>
                <a:gd name="T9" fmla="*/ 40 h 485"/>
                <a:gd name="T10" fmla="*/ 248 w 400"/>
                <a:gd name="T11" fmla="*/ 72 h 485"/>
                <a:gd name="T12" fmla="*/ 268 w 400"/>
                <a:gd name="T13" fmla="*/ 58 h 485"/>
                <a:gd name="T14" fmla="*/ 311 w 400"/>
                <a:gd name="T15" fmla="*/ 58 h 485"/>
                <a:gd name="T16" fmla="*/ 342 w 400"/>
                <a:gd name="T17" fmla="*/ 86 h 485"/>
                <a:gd name="T18" fmla="*/ 364 w 400"/>
                <a:gd name="T19" fmla="*/ 76 h 485"/>
                <a:gd name="T20" fmla="*/ 422 w 400"/>
                <a:gd name="T21" fmla="*/ 87 h 485"/>
                <a:gd name="T22" fmla="*/ 444 w 400"/>
                <a:gd name="T23" fmla="*/ 66 h 485"/>
                <a:gd name="T24" fmla="*/ 482 w 400"/>
                <a:gd name="T25" fmla="*/ 83 h 485"/>
                <a:gd name="T26" fmla="*/ 550 w 400"/>
                <a:gd name="T27" fmla="*/ 80 h 485"/>
                <a:gd name="T28" fmla="*/ 439 w 400"/>
                <a:gd name="T29" fmla="*/ 140 h 485"/>
                <a:gd name="T30" fmla="*/ 385 w 400"/>
                <a:gd name="T31" fmla="*/ 193 h 485"/>
                <a:gd name="T32" fmla="*/ 396 w 400"/>
                <a:gd name="T33" fmla="*/ 269 h 485"/>
                <a:gd name="T34" fmla="*/ 358 w 400"/>
                <a:gd name="T35" fmla="*/ 301 h 485"/>
                <a:gd name="T36" fmla="*/ 372 w 400"/>
                <a:gd name="T37" fmla="*/ 324 h 485"/>
                <a:gd name="T38" fmla="*/ 372 w 400"/>
                <a:gd name="T39" fmla="*/ 380 h 485"/>
                <a:gd name="T40" fmla="*/ 411 w 400"/>
                <a:gd name="T41" fmla="*/ 380 h 485"/>
                <a:gd name="T42" fmla="*/ 467 w 400"/>
                <a:gd name="T43" fmla="*/ 421 h 485"/>
                <a:gd name="T44" fmla="*/ 488 w 400"/>
                <a:gd name="T45" fmla="*/ 471 h 485"/>
                <a:gd name="T46" fmla="*/ 101 w 400"/>
                <a:gd name="T47" fmla="*/ 485 h 485"/>
                <a:gd name="T48" fmla="*/ 102 w 400"/>
                <a:gd name="T49" fmla="*/ 351 h 485"/>
                <a:gd name="T50" fmla="*/ 67 w 400"/>
                <a:gd name="T51" fmla="*/ 321 h 485"/>
                <a:gd name="T52" fmla="*/ 80 w 400"/>
                <a:gd name="T53" fmla="*/ 286 h 485"/>
                <a:gd name="T54" fmla="*/ 90 w 400"/>
                <a:gd name="T55" fmla="*/ 266 h 485"/>
                <a:gd name="T56" fmla="*/ 67 w 400"/>
                <a:gd name="T57" fmla="*/ 173 h 485"/>
                <a:gd name="T58" fmla="*/ 34 w 400"/>
                <a:gd name="T59" fmla="*/ 112 h 485"/>
                <a:gd name="T60" fmla="*/ 0 w 400"/>
                <a:gd name="T61" fmla="*/ 38 h 48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00"/>
                <a:gd name="T94" fmla="*/ 0 h 485"/>
                <a:gd name="T95" fmla="*/ 400 w 400"/>
                <a:gd name="T96" fmla="*/ 485 h 48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00" h="485">
                  <a:moveTo>
                    <a:pt x="0" y="38"/>
                  </a:moveTo>
                  <a:lnTo>
                    <a:pt x="105" y="38"/>
                  </a:lnTo>
                  <a:lnTo>
                    <a:pt x="104" y="0"/>
                  </a:lnTo>
                  <a:lnTo>
                    <a:pt x="126" y="11"/>
                  </a:lnTo>
                  <a:lnTo>
                    <a:pt x="131" y="40"/>
                  </a:lnTo>
                  <a:lnTo>
                    <a:pt x="181" y="72"/>
                  </a:lnTo>
                  <a:lnTo>
                    <a:pt x="196" y="58"/>
                  </a:lnTo>
                  <a:lnTo>
                    <a:pt x="226" y="58"/>
                  </a:lnTo>
                  <a:lnTo>
                    <a:pt x="249" y="86"/>
                  </a:lnTo>
                  <a:lnTo>
                    <a:pt x="264" y="76"/>
                  </a:lnTo>
                  <a:lnTo>
                    <a:pt x="308" y="87"/>
                  </a:lnTo>
                  <a:lnTo>
                    <a:pt x="323" y="66"/>
                  </a:lnTo>
                  <a:lnTo>
                    <a:pt x="351" y="83"/>
                  </a:lnTo>
                  <a:lnTo>
                    <a:pt x="400" y="80"/>
                  </a:lnTo>
                  <a:lnTo>
                    <a:pt x="320" y="140"/>
                  </a:lnTo>
                  <a:lnTo>
                    <a:pt x="281" y="193"/>
                  </a:lnTo>
                  <a:lnTo>
                    <a:pt x="288" y="269"/>
                  </a:lnTo>
                  <a:lnTo>
                    <a:pt x="261" y="301"/>
                  </a:lnTo>
                  <a:lnTo>
                    <a:pt x="272" y="324"/>
                  </a:lnTo>
                  <a:lnTo>
                    <a:pt x="272" y="380"/>
                  </a:lnTo>
                  <a:lnTo>
                    <a:pt x="299" y="380"/>
                  </a:lnTo>
                  <a:lnTo>
                    <a:pt x="340" y="421"/>
                  </a:lnTo>
                  <a:lnTo>
                    <a:pt x="356" y="471"/>
                  </a:lnTo>
                  <a:lnTo>
                    <a:pt x="73" y="485"/>
                  </a:lnTo>
                  <a:lnTo>
                    <a:pt x="74" y="351"/>
                  </a:lnTo>
                  <a:lnTo>
                    <a:pt x="49" y="321"/>
                  </a:lnTo>
                  <a:lnTo>
                    <a:pt x="58" y="286"/>
                  </a:lnTo>
                  <a:lnTo>
                    <a:pt x="66" y="266"/>
                  </a:lnTo>
                  <a:lnTo>
                    <a:pt x="49" y="173"/>
                  </a:lnTo>
                  <a:lnTo>
                    <a:pt x="25" y="112"/>
                  </a:lnTo>
                  <a:lnTo>
                    <a:pt x="0" y="38"/>
                  </a:lnTo>
                  <a:close/>
                </a:path>
              </a:pathLst>
            </a:custGeom>
            <a:grpFill/>
            <a:ln w="6350">
              <a:solidFill>
                <a:schemeClr val="bg1"/>
              </a:solidFill>
              <a:round/>
              <a:headEnd/>
              <a:tailEnd/>
            </a:ln>
          </p:spPr>
          <p:txBody>
            <a:bodyPr/>
            <a:lstStyle/>
            <a:p>
              <a:pPr>
                <a:defRPr/>
              </a:pPr>
              <a:endParaRPr lang="en-GB"/>
            </a:p>
          </p:txBody>
        </p:sp>
        <p:sp>
          <p:nvSpPr>
            <p:cNvPr id="10" name="Freeform 9">
              <a:extLst>
                <a:ext uri="{FF2B5EF4-FFF2-40B4-BE49-F238E27FC236}">
                  <a16:creationId xmlns:a16="http://schemas.microsoft.com/office/drawing/2014/main" id="{9EB14C47-F99E-47A3-96B4-6BCCB6C596C4}"/>
                </a:ext>
              </a:extLst>
            </p:cNvPr>
            <p:cNvSpPr>
              <a:spLocks/>
            </p:cNvSpPr>
            <p:nvPr/>
          </p:nvSpPr>
          <p:spPr bwMode="auto">
            <a:xfrm>
              <a:off x="5380937" y="2435225"/>
              <a:ext cx="627688" cy="728663"/>
            </a:xfrm>
            <a:custGeom>
              <a:avLst/>
              <a:gdLst>
                <a:gd name="T0" fmla="*/ 30 w 304"/>
                <a:gd name="T1" fmla="*/ 26 h 382"/>
                <a:gd name="T2" fmla="*/ 62 w 304"/>
                <a:gd name="T3" fmla="*/ 23 h 382"/>
                <a:gd name="T4" fmla="*/ 89 w 304"/>
                <a:gd name="T5" fmla="*/ 23 h 382"/>
                <a:gd name="T6" fmla="*/ 108 w 304"/>
                <a:gd name="T7" fmla="*/ 0 h 382"/>
                <a:gd name="T8" fmla="*/ 120 w 304"/>
                <a:gd name="T9" fmla="*/ 28 h 382"/>
                <a:gd name="T10" fmla="*/ 167 w 304"/>
                <a:gd name="T11" fmla="*/ 28 h 382"/>
                <a:gd name="T12" fmla="*/ 189 w 304"/>
                <a:gd name="T13" fmla="*/ 54 h 382"/>
                <a:gd name="T14" fmla="*/ 237 w 304"/>
                <a:gd name="T15" fmla="*/ 47 h 382"/>
                <a:gd name="T16" fmla="*/ 268 w 304"/>
                <a:gd name="T17" fmla="*/ 64 h 382"/>
                <a:gd name="T18" fmla="*/ 327 w 304"/>
                <a:gd name="T19" fmla="*/ 75 h 382"/>
                <a:gd name="T20" fmla="*/ 338 w 304"/>
                <a:gd name="T21" fmla="*/ 95 h 382"/>
                <a:gd name="T22" fmla="*/ 368 w 304"/>
                <a:gd name="T23" fmla="*/ 97 h 382"/>
                <a:gd name="T24" fmla="*/ 357 w 304"/>
                <a:gd name="T25" fmla="*/ 117 h 382"/>
                <a:gd name="T26" fmla="*/ 369 w 304"/>
                <a:gd name="T27" fmla="*/ 139 h 382"/>
                <a:gd name="T28" fmla="*/ 351 w 304"/>
                <a:gd name="T29" fmla="*/ 167 h 382"/>
                <a:gd name="T30" fmla="*/ 365 w 304"/>
                <a:gd name="T31" fmla="*/ 173 h 382"/>
                <a:gd name="T32" fmla="*/ 397 w 304"/>
                <a:gd name="T33" fmla="*/ 142 h 382"/>
                <a:gd name="T34" fmla="*/ 396 w 304"/>
                <a:gd name="T35" fmla="*/ 132 h 382"/>
                <a:gd name="T36" fmla="*/ 407 w 304"/>
                <a:gd name="T37" fmla="*/ 127 h 382"/>
                <a:gd name="T38" fmla="*/ 417 w 304"/>
                <a:gd name="T39" fmla="*/ 142 h 382"/>
                <a:gd name="T40" fmla="*/ 390 w 304"/>
                <a:gd name="T41" fmla="*/ 164 h 382"/>
                <a:gd name="T42" fmla="*/ 382 w 304"/>
                <a:gd name="T43" fmla="*/ 212 h 382"/>
                <a:gd name="T44" fmla="*/ 382 w 304"/>
                <a:gd name="T45" fmla="*/ 293 h 382"/>
                <a:gd name="T46" fmla="*/ 397 w 304"/>
                <a:gd name="T47" fmla="*/ 307 h 382"/>
                <a:gd name="T48" fmla="*/ 389 w 304"/>
                <a:gd name="T49" fmla="*/ 358 h 382"/>
                <a:gd name="T50" fmla="*/ 194 w 304"/>
                <a:gd name="T51" fmla="*/ 382 h 382"/>
                <a:gd name="T52" fmla="*/ 143 w 304"/>
                <a:gd name="T53" fmla="*/ 359 h 382"/>
                <a:gd name="T54" fmla="*/ 153 w 304"/>
                <a:gd name="T55" fmla="*/ 328 h 382"/>
                <a:gd name="T56" fmla="*/ 129 w 304"/>
                <a:gd name="T57" fmla="*/ 295 h 382"/>
                <a:gd name="T58" fmla="*/ 108 w 304"/>
                <a:gd name="T59" fmla="*/ 254 h 382"/>
                <a:gd name="T60" fmla="*/ 52 w 304"/>
                <a:gd name="T61" fmla="*/ 213 h 382"/>
                <a:gd name="T62" fmla="*/ 17 w 304"/>
                <a:gd name="T63" fmla="*/ 213 h 382"/>
                <a:gd name="T64" fmla="*/ 17 w 304"/>
                <a:gd name="T65" fmla="*/ 157 h 382"/>
                <a:gd name="T66" fmla="*/ 0 w 304"/>
                <a:gd name="T67" fmla="*/ 135 h 382"/>
                <a:gd name="T68" fmla="*/ 38 w 304"/>
                <a:gd name="T69" fmla="*/ 102 h 382"/>
                <a:gd name="T70" fmla="*/ 30 w 304"/>
                <a:gd name="T71" fmla="*/ 26 h 38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04"/>
                <a:gd name="T109" fmla="*/ 0 h 382"/>
                <a:gd name="T110" fmla="*/ 304 w 304"/>
                <a:gd name="T111" fmla="*/ 382 h 38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04" h="382">
                  <a:moveTo>
                    <a:pt x="22" y="26"/>
                  </a:moveTo>
                  <a:lnTo>
                    <a:pt x="45" y="23"/>
                  </a:lnTo>
                  <a:lnTo>
                    <a:pt x="65" y="23"/>
                  </a:lnTo>
                  <a:lnTo>
                    <a:pt x="79" y="0"/>
                  </a:lnTo>
                  <a:lnTo>
                    <a:pt x="88" y="28"/>
                  </a:lnTo>
                  <a:lnTo>
                    <a:pt x="121" y="28"/>
                  </a:lnTo>
                  <a:lnTo>
                    <a:pt x="139" y="54"/>
                  </a:lnTo>
                  <a:lnTo>
                    <a:pt x="173" y="47"/>
                  </a:lnTo>
                  <a:lnTo>
                    <a:pt x="196" y="64"/>
                  </a:lnTo>
                  <a:lnTo>
                    <a:pt x="238" y="75"/>
                  </a:lnTo>
                  <a:lnTo>
                    <a:pt x="246" y="95"/>
                  </a:lnTo>
                  <a:lnTo>
                    <a:pt x="268" y="97"/>
                  </a:lnTo>
                  <a:lnTo>
                    <a:pt x="261" y="117"/>
                  </a:lnTo>
                  <a:lnTo>
                    <a:pt x="269" y="139"/>
                  </a:lnTo>
                  <a:lnTo>
                    <a:pt x="255" y="167"/>
                  </a:lnTo>
                  <a:lnTo>
                    <a:pt x="265" y="173"/>
                  </a:lnTo>
                  <a:lnTo>
                    <a:pt x="289" y="142"/>
                  </a:lnTo>
                  <a:lnTo>
                    <a:pt x="288" y="132"/>
                  </a:lnTo>
                  <a:lnTo>
                    <a:pt x="297" y="127"/>
                  </a:lnTo>
                  <a:lnTo>
                    <a:pt x="304" y="142"/>
                  </a:lnTo>
                  <a:lnTo>
                    <a:pt x="285" y="164"/>
                  </a:lnTo>
                  <a:lnTo>
                    <a:pt x="278" y="212"/>
                  </a:lnTo>
                  <a:lnTo>
                    <a:pt x="278" y="293"/>
                  </a:lnTo>
                  <a:lnTo>
                    <a:pt x="289" y="307"/>
                  </a:lnTo>
                  <a:lnTo>
                    <a:pt x="284" y="358"/>
                  </a:lnTo>
                  <a:lnTo>
                    <a:pt x="140" y="382"/>
                  </a:lnTo>
                  <a:lnTo>
                    <a:pt x="104" y="359"/>
                  </a:lnTo>
                  <a:lnTo>
                    <a:pt x="111" y="328"/>
                  </a:lnTo>
                  <a:lnTo>
                    <a:pt x="94" y="295"/>
                  </a:lnTo>
                  <a:lnTo>
                    <a:pt x="79" y="254"/>
                  </a:lnTo>
                  <a:lnTo>
                    <a:pt x="38" y="213"/>
                  </a:lnTo>
                  <a:lnTo>
                    <a:pt x="13" y="213"/>
                  </a:lnTo>
                  <a:lnTo>
                    <a:pt x="13" y="157"/>
                  </a:lnTo>
                  <a:lnTo>
                    <a:pt x="0" y="135"/>
                  </a:lnTo>
                  <a:lnTo>
                    <a:pt x="28" y="102"/>
                  </a:lnTo>
                  <a:lnTo>
                    <a:pt x="22" y="26"/>
                  </a:lnTo>
                  <a:close/>
                </a:path>
              </a:pathLst>
            </a:custGeom>
            <a:grpFill/>
            <a:ln w="6350">
              <a:solidFill>
                <a:schemeClr val="bg1"/>
              </a:solidFill>
              <a:round/>
              <a:headEnd/>
              <a:tailEnd/>
            </a:ln>
          </p:spPr>
          <p:txBody>
            <a:bodyPr/>
            <a:lstStyle/>
            <a:p>
              <a:pPr>
                <a:defRPr/>
              </a:pPr>
              <a:endParaRPr lang="en-GB"/>
            </a:p>
          </p:txBody>
        </p:sp>
        <p:sp>
          <p:nvSpPr>
            <p:cNvPr id="11" name="Freeform 10">
              <a:extLst>
                <a:ext uri="{FF2B5EF4-FFF2-40B4-BE49-F238E27FC236}">
                  <a16:creationId xmlns:a16="http://schemas.microsoft.com/office/drawing/2014/main" id="{FEBA65BB-55DD-4ED4-8C9F-2A0782DC976B}"/>
                </a:ext>
              </a:extLst>
            </p:cNvPr>
            <p:cNvSpPr>
              <a:spLocks/>
            </p:cNvSpPr>
            <p:nvPr/>
          </p:nvSpPr>
          <p:spPr bwMode="auto">
            <a:xfrm>
              <a:off x="5627771" y="2331821"/>
              <a:ext cx="677559" cy="288925"/>
            </a:xfrm>
            <a:custGeom>
              <a:avLst/>
              <a:gdLst>
                <a:gd name="T0" fmla="*/ 0 w 327"/>
                <a:gd name="T1" fmla="*/ 84 h 152"/>
                <a:gd name="T2" fmla="*/ 101 w 327"/>
                <a:gd name="T3" fmla="*/ 0 h 152"/>
                <a:gd name="T4" fmla="*/ 84 w 327"/>
                <a:gd name="T5" fmla="*/ 34 h 152"/>
                <a:gd name="T6" fmla="*/ 98 w 327"/>
                <a:gd name="T7" fmla="*/ 45 h 152"/>
                <a:gd name="T8" fmla="*/ 129 w 327"/>
                <a:gd name="T9" fmla="*/ 31 h 152"/>
                <a:gd name="T10" fmla="*/ 198 w 327"/>
                <a:gd name="T11" fmla="*/ 52 h 152"/>
                <a:gd name="T12" fmla="*/ 229 w 327"/>
                <a:gd name="T13" fmla="*/ 34 h 152"/>
                <a:gd name="T14" fmla="*/ 325 w 327"/>
                <a:gd name="T15" fmla="*/ 25 h 152"/>
                <a:gd name="T16" fmla="*/ 342 w 327"/>
                <a:gd name="T17" fmla="*/ 46 h 152"/>
                <a:gd name="T18" fmla="*/ 377 w 327"/>
                <a:gd name="T19" fmla="*/ 41 h 152"/>
                <a:gd name="T20" fmla="*/ 451 w 327"/>
                <a:gd name="T21" fmla="*/ 64 h 152"/>
                <a:gd name="T22" fmla="*/ 454 w 327"/>
                <a:gd name="T23" fmla="*/ 80 h 152"/>
                <a:gd name="T24" fmla="*/ 376 w 327"/>
                <a:gd name="T25" fmla="*/ 94 h 152"/>
                <a:gd name="T26" fmla="*/ 355 w 327"/>
                <a:gd name="T27" fmla="*/ 84 h 152"/>
                <a:gd name="T28" fmla="*/ 315 w 327"/>
                <a:gd name="T29" fmla="*/ 87 h 152"/>
                <a:gd name="T30" fmla="*/ 270 w 327"/>
                <a:gd name="T31" fmla="*/ 108 h 152"/>
                <a:gd name="T32" fmla="*/ 248 w 327"/>
                <a:gd name="T33" fmla="*/ 109 h 152"/>
                <a:gd name="T34" fmla="*/ 230 w 327"/>
                <a:gd name="T35" fmla="*/ 94 h 152"/>
                <a:gd name="T36" fmla="*/ 206 w 327"/>
                <a:gd name="T37" fmla="*/ 151 h 152"/>
                <a:gd name="T38" fmla="*/ 177 w 327"/>
                <a:gd name="T39" fmla="*/ 152 h 152"/>
                <a:gd name="T40" fmla="*/ 164 w 327"/>
                <a:gd name="T41" fmla="*/ 129 h 152"/>
                <a:gd name="T42" fmla="*/ 102 w 327"/>
                <a:gd name="T43" fmla="*/ 119 h 152"/>
                <a:gd name="T44" fmla="*/ 75 w 327"/>
                <a:gd name="T45" fmla="*/ 102 h 152"/>
                <a:gd name="T46" fmla="*/ 26 w 327"/>
                <a:gd name="T47" fmla="*/ 108 h 152"/>
                <a:gd name="T48" fmla="*/ 0 w 327"/>
                <a:gd name="T49" fmla="*/ 84 h 1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27"/>
                <a:gd name="T76" fmla="*/ 0 h 152"/>
                <a:gd name="T77" fmla="*/ 327 w 327"/>
                <a:gd name="T78" fmla="*/ 152 h 1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27" h="152">
                  <a:moveTo>
                    <a:pt x="0" y="84"/>
                  </a:moveTo>
                  <a:lnTo>
                    <a:pt x="73" y="0"/>
                  </a:lnTo>
                  <a:lnTo>
                    <a:pt x="60" y="34"/>
                  </a:lnTo>
                  <a:lnTo>
                    <a:pt x="70" y="45"/>
                  </a:lnTo>
                  <a:lnTo>
                    <a:pt x="93" y="31"/>
                  </a:lnTo>
                  <a:lnTo>
                    <a:pt x="143" y="52"/>
                  </a:lnTo>
                  <a:lnTo>
                    <a:pt x="165" y="34"/>
                  </a:lnTo>
                  <a:lnTo>
                    <a:pt x="233" y="25"/>
                  </a:lnTo>
                  <a:lnTo>
                    <a:pt x="246" y="46"/>
                  </a:lnTo>
                  <a:lnTo>
                    <a:pt x="272" y="41"/>
                  </a:lnTo>
                  <a:lnTo>
                    <a:pt x="324" y="64"/>
                  </a:lnTo>
                  <a:lnTo>
                    <a:pt x="327" y="80"/>
                  </a:lnTo>
                  <a:lnTo>
                    <a:pt x="271" y="94"/>
                  </a:lnTo>
                  <a:lnTo>
                    <a:pt x="255" y="84"/>
                  </a:lnTo>
                  <a:lnTo>
                    <a:pt x="227" y="87"/>
                  </a:lnTo>
                  <a:lnTo>
                    <a:pt x="194" y="108"/>
                  </a:lnTo>
                  <a:lnTo>
                    <a:pt x="178" y="109"/>
                  </a:lnTo>
                  <a:lnTo>
                    <a:pt x="166" y="94"/>
                  </a:lnTo>
                  <a:lnTo>
                    <a:pt x="148" y="151"/>
                  </a:lnTo>
                  <a:lnTo>
                    <a:pt x="127" y="152"/>
                  </a:lnTo>
                  <a:lnTo>
                    <a:pt x="118" y="129"/>
                  </a:lnTo>
                  <a:lnTo>
                    <a:pt x="74" y="119"/>
                  </a:lnTo>
                  <a:lnTo>
                    <a:pt x="54" y="102"/>
                  </a:lnTo>
                  <a:lnTo>
                    <a:pt x="18" y="108"/>
                  </a:lnTo>
                  <a:lnTo>
                    <a:pt x="0" y="84"/>
                  </a:lnTo>
                  <a:close/>
                </a:path>
              </a:pathLst>
            </a:custGeom>
            <a:grpFill/>
            <a:ln w="6350">
              <a:solidFill>
                <a:schemeClr val="bg1"/>
              </a:solidFill>
              <a:round/>
              <a:headEnd/>
              <a:tailEnd/>
            </a:ln>
          </p:spPr>
          <p:txBody>
            <a:bodyPr/>
            <a:lstStyle/>
            <a:p>
              <a:pPr>
                <a:defRPr/>
              </a:pPr>
              <a:endParaRPr lang="en-GB"/>
            </a:p>
          </p:txBody>
        </p:sp>
        <p:sp>
          <p:nvSpPr>
            <p:cNvPr id="12" name="Freeform 11">
              <a:extLst>
                <a:ext uri="{FF2B5EF4-FFF2-40B4-BE49-F238E27FC236}">
                  <a16:creationId xmlns:a16="http://schemas.microsoft.com/office/drawing/2014/main" id="{EEC6AF57-10DE-45E2-93F6-96E58BEBC118}"/>
                </a:ext>
              </a:extLst>
            </p:cNvPr>
            <p:cNvSpPr>
              <a:spLocks/>
            </p:cNvSpPr>
            <p:nvPr/>
          </p:nvSpPr>
          <p:spPr bwMode="auto">
            <a:xfrm>
              <a:off x="6096152" y="2536825"/>
              <a:ext cx="481514" cy="649288"/>
            </a:xfrm>
            <a:custGeom>
              <a:avLst/>
              <a:gdLst>
                <a:gd name="T0" fmla="*/ 81 w 234"/>
                <a:gd name="T1" fmla="*/ 14 h 341"/>
                <a:gd name="T2" fmla="*/ 91 w 234"/>
                <a:gd name="T3" fmla="*/ 35 h 341"/>
                <a:gd name="T4" fmla="*/ 69 w 234"/>
                <a:gd name="T5" fmla="*/ 48 h 341"/>
                <a:gd name="T6" fmla="*/ 68 w 234"/>
                <a:gd name="T7" fmla="*/ 102 h 341"/>
                <a:gd name="T8" fmla="*/ 56 w 234"/>
                <a:gd name="T9" fmla="*/ 67 h 341"/>
                <a:gd name="T10" fmla="*/ 11 w 234"/>
                <a:gd name="T11" fmla="*/ 101 h 341"/>
                <a:gd name="T12" fmla="*/ 0 w 234"/>
                <a:gd name="T13" fmla="*/ 199 h 341"/>
                <a:gd name="T14" fmla="*/ 29 w 234"/>
                <a:gd name="T15" fmla="*/ 247 h 341"/>
                <a:gd name="T16" fmla="*/ 32 w 234"/>
                <a:gd name="T17" fmla="*/ 272 h 341"/>
                <a:gd name="T18" fmla="*/ 34 w 234"/>
                <a:gd name="T19" fmla="*/ 292 h 341"/>
                <a:gd name="T20" fmla="*/ 32 w 234"/>
                <a:gd name="T21" fmla="*/ 309 h 341"/>
                <a:gd name="T22" fmla="*/ 27 w 234"/>
                <a:gd name="T23" fmla="*/ 341 h 341"/>
                <a:gd name="T24" fmla="*/ 152 w 234"/>
                <a:gd name="T25" fmla="*/ 335 h 341"/>
                <a:gd name="T26" fmla="*/ 318 w 234"/>
                <a:gd name="T27" fmla="*/ 323 h 341"/>
                <a:gd name="T28" fmla="*/ 289 w 234"/>
                <a:gd name="T29" fmla="*/ 316 h 341"/>
                <a:gd name="T30" fmla="*/ 271 w 234"/>
                <a:gd name="T31" fmla="*/ 299 h 341"/>
                <a:gd name="T32" fmla="*/ 297 w 234"/>
                <a:gd name="T33" fmla="*/ 283 h 341"/>
                <a:gd name="T34" fmla="*/ 297 w 234"/>
                <a:gd name="T35" fmla="*/ 265 h 341"/>
                <a:gd name="T36" fmla="*/ 284 w 234"/>
                <a:gd name="T37" fmla="*/ 248 h 341"/>
                <a:gd name="T38" fmla="*/ 297 w 234"/>
                <a:gd name="T39" fmla="*/ 236 h 341"/>
                <a:gd name="T40" fmla="*/ 320 w 234"/>
                <a:gd name="T41" fmla="*/ 238 h 341"/>
                <a:gd name="T42" fmla="*/ 315 w 234"/>
                <a:gd name="T43" fmla="*/ 191 h 341"/>
                <a:gd name="T44" fmla="*/ 308 w 234"/>
                <a:gd name="T45" fmla="*/ 162 h 341"/>
                <a:gd name="T46" fmla="*/ 296 w 234"/>
                <a:gd name="T47" fmla="*/ 145 h 341"/>
                <a:gd name="T48" fmla="*/ 282 w 234"/>
                <a:gd name="T49" fmla="*/ 134 h 341"/>
                <a:gd name="T50" fmla="*/ 262 w 234"/>
                <a:gd name="T51" fmla="*/ 131 h 341"/>
                <a:gd name="T52" fmla="*/ 242 w 234"/>
                <a:gd name="T53" fmla="*/ 131 h 341"/>
                <a:gd name="T54" fmla="*/ 219 w 234"/>
                <a:gd name="T55" fmla="*/ 153 h 341"/>
                <a:gd name="T56" fmla="*/ 207 w 234"/>
                <a:gd name="T57" fmla="*/ 160 h 341"/>
                <a:gd name="T58" fmla="*/ 199 w 234"/>
                <a:gd name="T59" fmla="*/ 162 h 341"/>
                <a:gd name="T60" fmla="*/ 187 w 234"/>
                <a:gd name="T61" fmla="*/ 159 h 341"/>
                <a:gd name="T62" fmla="*/ 185 w 234"/>
                <a:gd name="T63" fmla="*/ 148 h 341"/>
                <a:gd name="T64" fmla="*/ 187 w 234"/>
                <a:gd name="T65" fmla="*/ 141 h 341"/>
                <a:gd name="T66" fmla="*/ 198 w 234"/>
                <a:gd name="T67" fmla="*/ 134 h 341"/>
                <a:gd name="T68" fmla="*/ 205 w 234"/>
                <a:gd name="T69" fmla="*/ 131 h 341"/>
                <a:gd name="T70" fmla="*/ 215 w 234"/>
                <a:gd name="T71" fmla="*/ 129 h 341"/>
                <a:gd name="T72" fmla="*/ 215 w 234"/>
                <a:gd name="T73" fmla="*/ 117 h 341"/>
                <a:gd name="T74" fmla="*/ 239 w 234"/>
                <a:gd name="T75" fmla="*/ 102 h 341"/>
                <a:gd name="T76" fmla="*/ 215 w 234"/>
                <a:gd name="T77" fmla="*/ 58 h 341"/>
                <a:gd name="T78" fmla="*/ 215 w 234"/>
                <a:gd name="T79" fmla="*/ 37 h 341"/>
                <a:gd name="T80" fmla="*/ 174 w 234"/>
                <a:gd name="T81" fmla="*/ 28 h 341"/>
                <a:gd name="T82" fmla="*/ 116 w 234"/>
                <a:gd name="T83" fmla="*/ 0 h 341"/>
                <a:gd name="T84" fmla="*/ 81 w 234"/>
                <a:gd name="T85" fmla="*/ 14 h 34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34"/>
                <a:gd name="T130" fmla="*/ 0 h 341"/>
                <a:gd name="T131" fmla="*/ 234 w 234"/>
                <a:gd name="T132" fmla="*/ 341 h 34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34" h="341">
                  <a:moveTo>
                    <a:pt x="59" y="14"/>
                  </a:moveTo>
                  <a:lnTo>
                    <a:pt x="67" y="35"/>
                  </a:lnTo>
                  <a:lnTo>
                    <a:pt x="51" y="48"/>
                  </a:lnTo>
                  <a:lnTo>
                    <a:pt x="50" y="102"/>
                  </a:lnTo>
                  <a:lnTo>
                    <a:pt x="41" y="67"/>
                  </a:lnTo>
                  <a:lnTo>
                    <a:pt x="7" y="101"/>
                  </a:lnTo>
                  <a:lnTo>
                    <a:pt x="0" y="199"/>
                  </a:lnTo>
                  <a:lnTo>
                    <a:pt x="21" y="247"/>
                  </a:lnTo>
                  <a:lnTo>
                    <a:pt x="24" y="272"/>
                  </a:lnTo>
                  <a:lnTo>
                    <a:pt x="25" y="292"/>
                  </a:lnTo>
                  <a:lnTo>
                    <a:pt x="24" y="309"/>
                  </a:lnTo>
                  <a:lnTo>
                    <a:pt x="19" y="341"/>
                  </a:lnTo>
                  <a:lnTo>
                    <a:pt x="111" y="335"/>
                  </a:lnTo>
                  <a:lnTo>
                    <a:pt x="233" y="323"/>
                  </a:lnTo>
                  <a:lnTo>
                    <a:pt x="211" y="316"/>
                  </a:lnTo>
                  <a:lnTo>
                    <a:pt x="199" y="299"/>
                  </a:lnTo>
                  <a:lnTo>
                    <a:pt x="217" y="283"/>
                  </a:lnTo>
                  <a:lnTo>
                    <a:pt x="217" y="265"/>
                  </a:lnTo>
                  <a:lnTo>
                    <a:pt x="208" y="248"/>
                  </a:lnTo>
                  <a:lnTo>
                    <a:pt x="217" y="236"/>
                  </a:lnTo>
                  <a:lnTo>
                    <a:pt x="234" y="238"/>
                  </a:lnTo>
                  <a:lnTo>
                    <a:pt x="230" y="191"/>
                  </a:lnTo>
                  <a:lnTo>
                    <a:pt x="226" y="162"/>
                  </a:lnTo>
                  <a:lnTo>
                    <a:pt x="216" y="145"/>
                  </a:lnTo>
                  <a:lnTo>
                    <a:pt x="206" y="134"/>
                  </a:lnTo>
                  <a:lnTo>
                    <a:pt x="191" y="131"/>
                  </a:lnTo>
                  <a:lnTo>
                    <a:pt x="177" y="131"/>
                  </a:lnTo>
                  <a:lnTo>
                    <a:pt x="161" y="153"/>
                  </a:lnTo>
                  <a:lnTo>
                    <a:pt x="152" y="160"/>
                  </a:lnTo>
                  <a:lnTo>
                    <a:pt x="145" y="162"/>
                  </a:lnTo>
                  <a:lnTo>
                    <a:pt x="137" y="159"/>
                  </a:lnTo>
                  <a:lnTo>
                    <a:pt x="135" y="148"/>
                  </a:lnTo>
                  <a:lnTo>
                    <a:pt x="137" y="141"/>
                  </a:lnTo>
                  <a:lnTo>
                    <a:pt x="144" y="134"/>
                  </a:lnTo>
                  <a:lnTo>
                    <a:pt x="151" y="131"/>
                  </a:lnTo>
                  <a:lnTo>
                    <a:pt x="157" y="129"/>
                  </a:lnTo>
                  <a:lnTo>
                    <a:pt x="157" y="117"/>
                  </a:lnTo>
                  <a:lnTo>
                    <a:pt x="175" y="102"/>
                  </a:lnTo>
                  <a:lnTo>
                    <a:pt x="157" y="58"/>
                  </a:lnTo>
                  <a:lnTo>
                    <a:pt x="157" y="37"/>
                  </a:lnTo>
                  <a:lnTo>
                    <a:pt x="128" y="28"/>
                  </a:lnTo>
                  <a:lnTo>
                    <a:pt x="85" y="0"/>
                  </a:lnTo>
                  <a:lnTo>
                    <a:pt x="59" y="14"/>
                  </a:lnTo>
                  <a:close/>
                </a:path>
              </a:pathLst>
            </a:custGeom>
            <a:grpFill/>
            <a:ln w="6350">
              <a:solidFill>
                <a:schemeClr val="bg1"/>
              </a:solidFill>
              <a:round/>
              <a:headEnd/>
              <a:tailEnd/>
            </a:ln>
          </p:spPr>
          <p:txBody>
            <a:bodyPr/>
            <a:lstStyle/>
            <a:p>
              <a:pPr>
                <a:defRPr/>
              </a:pPr>
              <a:endParaRPr lang="en-GB"/>
            </a:p>
          </p:txBody>
        </p:sp>
        <p:sp>
          <p:nvSpPr>
            <p:cNvPr id="13" name="Freeform 12">
              <a:extLst>
                <a:ext uri="{FF2B5EF4-FFF2-40B4-BE49-F238E27FC236}">
                  <a16:creationId xmlns:a16="http://schemas.microsoft.com/office/drawing/2014/main" id="{6D1C84AE-24BC-40D8-943C-247D8B7BC727}"/>
                </a:ext>
              </a:extLst>
            </p:cNvPr>
            <p:cNvSpPr>
              <a:spLocks/>
            </p:cNvSpPr>
            <p:nvPr/>
          </p:nvSpPr>
          <p:spPr bwMode="auto">
            <a:xfrm>
              <a:off x="6710082" y="4090988"/>
              <a:ext cx="619090" cy="485775"/>
            </a:xfrm>
            <a:custGeom>
              <a:avLst/>
              <a:gdLst>
                <a:gd name="T0" fmla="*/ 15 w 300"/>
                <a:gd name="T1" fmla="*/ 46 h 255"/>
                <a:gd name="T2" fmla="*/ 48 w 300"/>
                <a:gd name="T3" fmla="*/ 21 h 255"/>
                <a:gd name="T4" fmla="*/ 171 w 300"/>
                <a:gd name="T5" fmla="*/ 0 h 255"/>
                <a:gd name="T6" fmla="*/ 210 w 300"/>
                <a:gd name="T7" fmla="*/ 14 h 255"/>
                <a:gd name="T8" fmla="*/ 288 w 300"/>
                <a:gd name="T9" fmla="*/ 4 h 255"/>
                <a:gd name="T10" fmla="*/ 353 w 300"/>
                <a:gd name="T11" fmla="*/ 40 h 255"/>
                <a:gd name="T12" fmla="*/ 413 w 300"/>
                <a:gd name="T13" fmla="*/ 68 h 255"/>
                <a:gd name="T14" fmla="*/ 380 w 300"/>
                <a:gd name="T15" fmla="*/ 145 h 255"/>
                <a:gd name="T16" fmla="*/ 331 w 300"/>
                <a:gd name="T17" fmla="*/ 183 h 255"/>
                <a:gd name="T18" fmla="*/ 276 w 300"/>
                <a:gd name="T19" fmla="*/ 195 h 255"/>
                <a:gd name="T20" fmla="*/ 286 w 300"/>
                <a:gd name="T21" fmla="*/ 226 h 255"/>
                <a:gd name="T22" fmla="*/ 253 w 300"/>
                <a:gd name="T23" fmla="*/ 255 h 255"/>
                <a:gd name="T24" fmla="*/ 192 w 300"/>
                <a:gd name="T25" fmla="*/ 183 h 255"/>
                <a:gd name="T26" fmla="*/ 28 w 300"/>
                <a:gd name="T27" fmla="*/ 68 h 255"/>
                <a:gd name="T28" fmla="*/ 0 w 300"/>
                <a:gd name="T29" fmla="*/ 68 h 255"/>
                <a:gd name="T30" fmla="*/ 15 w 300"/>
                <a:gd name="T31" fmla="*/ 46 h 2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0"/>
                <a:gd name="T49" fmla="*/ 0 h 255"/>
                <a:gd name="T50" fmla="*/ 300 w 300"/>
                <a:gd name="T51" fmla="*/ 255 h 25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0" h="255">
                  <a:moveTo>
                    <a:pt x="11" y="46"/>
                  </a:moveTo>
                  <a:lnTo>
                    <a:pt x="35" y="21"/>
                  </a:lnTo>
                  <a:lnTo>
                    <a:pt x="125" y="0"/>
                  </a:lnTo>
                  <a:lnTo>
                    <a:pt x="152" y="14"/>
                  </a:lnTo>
                  <a:lnTo>
                    <a:pt x="210" y="4"/>
                  </a:lnTo>
                  <a:lnTo>
                    <a:pt x="257" y="40"/>
                  </a:lnTo>
                  <a:lnTo>
                    <a:pt x="300" y="68"/>
                  </a:lnTo>
                  <a:lnTo>
                    <a:pt x="276" y="145"/>
                  </a:lnTo>
                  <a:lnTo>
                    <a:pt x="240" y="183"/>
                  </a:lnTo>
                  <a:lnTo>
                    <a:pt x="200" y="195"/>
                  </a:lnTo>
                  <a:lnTo>
                    <a:pt x="208" y="226"/>
                  </a:lnTo>
                  <a:lnTo>
                    <a:pt x="184" y="255"/>
                  </a:lnTo>
                  <a:lnTo>
                    <a:pt x="138" y="183"/>
                  </a:lnTo>
                  <a:lnTo>
                    <a:pt x="20" y="68"/>
                  </a:lnTo>
                  <a:lnTo>
                    <a:pt x="0" y="68"/>
                  </a:lnTo>
                  <a:lnTo>
                    <a:pt x="11" y="46"/>
                  </a:lnTo>
                  <a:close/>
                </a:path>
              </a:pathLst>
            </a:custGeom>
            <a:grpFill/>
            <a:ln w="6350">
              <a:solidFill>
                <a:schemeClr val="bg1"/>
              </a:solidFill>
              <a:round/>
              <a:headEnd/>
              <a:tailEnd/>
            </a:ln>
          </p:spPr>
          <p:txBody>
            <a:bodyPr/>
            <a:lstStyle/>
            <a:p>
              <a:pPr>
                <a:defRPr/>
              </a:pPr>
              <a:endParaRPr lang="en-GB"/>
            </a:p>
          </p:txBody>
        </p:sp>
        <p:sp>
          <p:nvSpPr>
            <p:cNvPr id="16" name="Freeform 13">
              <a:extLst>
                <a:ext uri="{FF2B5EF4-FFF2-40B4-BE49-F238E27FC236}">
                  <a16:creationId xmlns:a16="http://schemas.microsoft.com/office/drawing/2014/main" id="{96F28FED-D84E-4D4D-AB3C-7056FFD95662}"/>
                </a:ext>
              </a:extLst>
            </p:cNvPr>
            <p:cNvSpPr>
              <a:spLocks/>
            </p:cNvSpPr>
            <p:nvPr/>
          </p:nvSpPr>
          <p:spPr bwMode="auto">
            <a:xfrm>
              <a:off x="6630976" y="3375025"/>
              <a:ext cx="932074" cy="576263"/>
            </a:xfrm>
            <a:custGeom>
              <a:avLst/>
              <a:gdLst>
                <a:gd name="T0" fmla="*/ 102 w 452"/>
                <a:gd name="T1" fmla="*/ 211 h 302"/>
                <a:gd name="T2" fmla="*/ 83 w 452"/>
                <a:gd name="T3" fmla="*/ 242 h 302"/>
                <a:gd name="T4" fmla="*/ 57 w 452"/>
                <a:gd name="T5" fmla="*/ 250 h 302"/>
                <a:gd name="T6" fmla="*/ 56 w 452"/>
                <a:gd name="T7" fmla="*/ 270 h 302"/>
                <a:gd name="T8" fmla="*/ 2 w 452"/>
                <a:gd name="T9" fmla="*/ 286 h 302"/>
                <a:gd name="T10" fmla="*/ 0 w 452"/>
                <a:gd name="T11" fmla="*/ 302 h 302"/>
                <a:gd name="T12" fmla="*/ 146 w 452"/>
                <a:gd name="T13" fmla="*/ 282 h 302"/>
                <a:gd name="T14" fmla="*/ 414 w 452"/>
                <a:gd name="T15" fmla="*/ 238 h 302"/>
                <a:gd name="T16" fmla="*/ 619 w 452"/>
                <a:gd name="T17" fmla="*/ 200 h 302"/>
                <a:gd name="T18" fmla="*/ 619 w 452"/>
                <a:gd name="T19" fmla="*/ 169 h 302"/>
                <a:gd name="T20" fmla="*/ 597 w 452"/>
                <a:gd name="T21" fmla="*/ 160 h 302"/>
                <a:gd name="T22" fmla="*/ 578 w 452"/>
                <a:gd name="T23" fmla="*/ 175 h 302"/>
                <a:gd name="T24" fmla="*/ 568 w 452"/>
                <a:gd name="T25" fmla="*/ 134 h 302"/>
                <a:gd name="T26" fmla="*/ 578 w 452"/>
                <a:gd name="T27" fmla="*/ 97 h 302"/>
                <a:gd name="T28" fmla="*/ 501 w 452"/>
                <a:gd name="T29" fmla="*/ 70 h 302"/>
                <a:gd name="T30" fmla="*/ 449 w 452"/>
                <a:gd name="T31" fmla="*/ 77 h 302"/>
                <a:gd name="T32" fmla="*/ 448 w 452"/>
                <a:gd name="T33" fmla="*/ 21 h 302"/>
                <a:gd name="T34" fmla="*/ 396 w 452"/>
                <a:gd name="T35" fmla="*/ 0 h 302"/>
                <a:gd name="T36" fmla="*/ 354 w 452"/>
                <a:gd name="T37" fmla="*/ 13 h 302"/>
                <a:gd name="T38" fmla="*/ 326 w 452"/>
                <a:gd name="T39" fmla="*/ 66 h 302"/>
                <a:gd name="T40" fmla="*/ 278 w 452"/>
                <a:gd name="T41" fmla="*/ 87 h 302"/>
                <a:gd name="T42" fmla="*/ 259 w 452"/>
                <a:gd name="T43" fmla="*/ 170 h 302"/>
                <a:gd name="T44" fmla="*/ 182 w 452"/>
                <a:gd name="T45" fmla="*/ 211 h 302"/>
                <a:gd name="T46" fmla="*/ 118 w 452"/>
                <a:gd name="T47" fmla="*/ 228 h 302"/>
                <a:gd name="T48" fmla="*/ 102 w 452"/>
                <a:gd name="T49" fmla="*/ 211 h 3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2"/>
                <a:gd name="T76" fmla="*/ 0 h 302"/>
                <a:gd name="T77" fmla="*/ 452 w 452"/>
                <a:gd name="T78" fmla="*/ 302 h 3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2" h="302">
                  <a:moveTo>
                    <a:pt x="74" y="211"/>
                  </a:moveTo>
                  <a:lnTo>
                    <a:pt x="61" y="242"/>
                  </a:lnTo>
                  <a:lnTo>
                    <a:pt x="42" y="250"/>
                  </a:lnTo>
                  <a:lnTo>
                    <a:pt x="41" y="270"/>
                  </a:lnTo>
                  <a:lnTo>
                    <a:pt x="2" y="286"/>
                  </a:lnTo>
                  <a:lnTo>
                    <a:pt x="0" y="302"/>
                  </a:lnTo>
                  <a:lnTo>
                    <a:pt x="107" y="282"/>
                  </a:lnTo>
                  <a:lnTo>
                    <a:pt x="302" y="238"/>
                  </a:lnTo>
                  <a:lnTo>
                    <a:pt x="452" y="200"/>
                  </a:lnTo>
                  <a:lnTo>
                    <a:pt x="452" y="169"/>
                  </a:lnTo>
                  <a:lnTo>
                    <a:pt x="435" y="160"/>
                  </a:lnTo>
                  <a:lnTo>
                    <a:pt x="422" y="175"/>
                  </a:lnTo>
                  <a:lnTo>
                    <a:pt x="414" y="134"/>
                  </a:lnTo>
                  <a:lnTo>
                    <a:pt x="422" y="97"/>
                  </a:lnTo>
                  <a:lnTo>
                    <a:pt x="366" y="70"/>
                  </a:lnTo>
                  <a:lnTo>
                    <a:pt x="328" y="77"/>
                  </a:lnTo>
                  <a:lnTo>
                    <a:pt x="327" y="21"/>
                  </a:lnTo>
                  <a:lnTo>
                    <a:pt x="288" y="0"/>
                  </a:lnTo>
                  <a:lnTo>
                    <a:pt x="258" y="13"/>
                  </a:lnTo>
                  <a:lnTo>
                    <a:pt x="238" y="66"/>
                  </a:lnTo>
                  <a:lnTo>
                    <a:pt x="203" y="87"/>
                  </a:lnTo>
                  <a:lnTo>
                    <a:pt x="189" y="170"/>
                  </a:lnTo>
                  <a:lnTo>
                    <a:pt x="132" y="211"/>
                  </a:lnTo>
                  <a:lnTo>
                    <a:pt x="86" y="228"/>
                  </a:lnTo>
                  <a:lnTo>
                    <a:pt x="74" y="211"/>
                  </a:lnTo>
                  <a:close/>
                </a:path>
              </a:pathLst>
            </a:custGeom>
            <a:grpFill/>
            <a:ln w="6350">
              <a:solidFill>
                <a:schemeClr val="bg1"/>
              </a:solidFill>
              <a:round/>
              <a:headEnd/>
              <a:tailEnd/>
            </a:ln>
          </p:spPr>
          <p:txBody>
            <a:bodyPr/>
            <a:lstStyle/>
            <a:p>
              <a:pPr>
                <a:defRPr/>
              </a:pPr>
              <a:endParaRPr lang="en-GB"/>
            </a:p>
          </p:txBody>
        </p:sp>
        <p:sp>
          <p:nvSpPr>
            <p:cNvPr id="17" name="Freeform 14">
              <a:extLst>
                <a:ext uri="{FF2B5EF4-FFF2-40B4-BE49-F238E27FC236}">
                  <a16:creationId xmlns:a16="http://schemas.microsoft.com/office/drawing/2014/main" id="{B8C44A6C-1F62-4550-9028-E5B9F11F074D}"/>
                </a:ext>
              </a:extLst>
            </p:cNvPr>
            <p:cNvSpPr>
              <a:spLocks/>
            </p:cNvSpPr>
            <p:nvPr/>
          </p:nvSpPr>
          <p:spPr bwMode="auto">
            <a:xfrm>
              <a:off x="6813264" y="2908300"/>
              <a:ext cx="715393" cy="466725"/>
            </a:xfrm>
            <a:custGeom>
              <a:avLst/>
              <a:gdLst>
                <a:gd name="T0" fmla="*/ 44 w 347"/>
                <a:gd name="T1" fmla="*/ 36 h 245"/>
                <a:gd name="T2" fmla="*/ 0 w 347"/>
                <a:gd name="T3" fmla="*/ 68 h 245"/>
                <a:gd name="T4" fmla="*/ 26 w 347"/>
                <a:gd name="T5" fmla="*/ 187 h 245"/>
                <a:gd name="T6" fmla="*/ 44 w 347"/>
                <a:gd name="T7" fmla="*/ 245 h 245"/>
                <a:gd name="T8" fmla="*/ 126 w 347"/>
                <a:gd name="T9" fmla="*/ 240 h 245"/>
                <a:gd name="T10" fmla="*/ 427 w 347"/>
                <a:gd name="T11" fmla="*/ 195 h 245"/>
                <a:gd name="T12" fmla="*/ 448 w 347"/>
                <a:gd name="T13" fmla="*/ 188 h 245"/>
                <a:gd name="T14" fmla="*/ 478 w 347"/>
                <a:gd name="T15" fmla="*/ 133 h 245"/>
                <a:gd name="T16" fmla="*/ 432 w 347"/>
                <a:gd name="T17" fmla="*/ 103 h 245"/>
                <a:gd name="T18" fmla="*/ 458 w 347"/>
                <a:gd name="T19" fmla="*/ 32 h 245"/>
                <a:gd name="T20" fmla="*/ 424 w 347"/>
                <a:gd name="T21" fmla="*/ 25 h 245"/>
                <a:gd name="T22" fmla="*/ 424 w 347"/>
                <a:gd name="T23" fmla="*/ 7 h 245"/>
                <a:gd name="T24" fmla="*/ 409 w 347"/>
                <a:gd name="T25" fmla="*/ 0 h 245"/>
                <a:gd name="T26" fmla="*/ 59 w 347"/>
                <a:gd name="T27" fmla="*/ 51 h 245"/>
                <a:gd name="T28" fmla="*/ 44 w 347"/>
                <a:gd name="T29" fmla="*/ 36 h 2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7"/>
                <a:gd name="T46" fmla="*/ 0 h 245"/>
                <a:gd name="T47" fmla="*/ 347 w 347"/>
                <a:gd name="T48" fmla="*/ 245 h 2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7" h="245">
                  <a:moveTo>
                    <a:pt x="32" y="36"/>
                  </a:moveTo>
                  <a:lnTo>
                    <a:pt x="0" y="68"/>
                  </a:lnTo>
                  <a:lnTo>
                    <a:pt x="18" y="187"/>
                  </a:lnTo>
                  <a:lnTo>
                    <a:pt x="32" y="245"/>
                  </a:lnTo>
                  <a:lnTo>
                    <a:pt x="91" y="240"/>
                  </a:lnTo>
                  <a:lnTo>
                    <a:pt x="310" y="195"/>
                  </a:lnTo>
                  <a:lnTo>
                    <a:pt x="325" y="188"/>
                  </a:lnTo>
                  <a:lnTo>
                    <a:pt x="347" y="133"/>
                  </a:lnTo>
                  <a:lnTo>
                    <a:pt x="314" y="103"/>
                  </a:lnTo>
                  <a:lnTo>
                    <a:pt x="332" y="32"/>
                  </a:lnTo>
                  <a:lnTo>
                    <a:pt x="307" y="25"/>
                  </a:lnTo>
                  <a:lnTo>
                    <a:pt x="307" y="7"/>
                  </a:lnTo>
                  <a:lnTo>
                    <a:pt x="296" y="0"/>
                  </a:lnTo>
                  <a:lnTo>
                    <a:pt x="42" y="51"/>
                  </a:lnTo>
                  <a:lnTo>
                    <a:pt x="32" y="36"/>
                  </a:lnTo>
                  <a:close/>
                </a:path>
              </a:pathLst>
            </a:custGeom>
            <a:grpFill/>
            <a:ln w="6350">
              <a:solidFill>
                <a:schemeClr val="bg1"/>
              </a:solidFill>
              <a:round/>
              <a:headEnd/>
              <a:tailEnd/>
            </a:ln>
          </p:spPr>
          <p:txBody>
            <a:bodyPr/>
            <a:lstStyle/>
            <a:p>
              <a:pPr>
                <a:defRPr/>
              </a:pPr>
              <a:endParaRPr lang="en-GB"/>
            </a:p>
          </p:txBody>
        </p:sp>
        <p:sp>
          <p:nvSpPr>
            <p:cNvPr id="18" name="Freeform 15">
              <a:extLst>
                <a:ext uri="{FF2B5EF4-FFF2-40B4-BE49-F238E27FC236}">
                  <a16:creationId xmlns:a16="http://schemas.microsoft.com/office/drawing/2014/main" id="{E3FC2059-5256-44A0-880D-9ADE32851176}"/>
                </a:ext>
              </a:extLst>
            </p:cNvPr>
            <p:cNvSpPr>
              <a:spLocks/>
            </p:cNvSpPr>
            <p:nvPr/>
          </p:nvSpPr>
          <p:spPr bwMode="auto">
            <a:xfrm>
              <a:off x="6990393" y="3279775"/>
              <a:ext cx="608772" cy="249238"/>
            </a:xfrm>
            <a:custGeom>
              <a:avLst/>
              <a:gdLst>
                <a:gd name="T0" fmla="*/ 0 w 295"/>
                <a:gd name="T1" fmla="*/ 45 h 131"/>
                <a:gd name="T2" fmla="*/ 305 w 295"/>
                <a:gd name="T3" fmla="*/ 0 h 131"/>
                <a:gd name="T4" fmla="*/ 356 w 295"/>
                <a:gd name="T5" fmla="*/ 90 h 131"/>
                <a:gd name="T6" fmla="*/ 407 w 295"/>
                <a:gd name="T7" fmla="*/ 80 h 131"/>
                <a:gd name="T8" fmla="*/ 408 w 295"/>
                <a:gd name="T9" fmla="*/ 125 h 131"/>
                <a:gd name="T10" fmla="*/ 364 w 295"/>
                <a:gd name="T11" fmla="*/ 131 h 131"/>
                <a:gd name="T12" fmla="*/ 329 w 295"/>
                <a:gd name="T13" fmla="*/ 102 h 131"/>
                <a:gd name="T14" fmla="*/ 305 w 295"/>
                <a:gd name="T15" fmla="*/ 66 h 131"/>
                <a:gd name="T16" fmla="*/ 299 w 295"/>
                <a:gd name="T17" fmla="*/ 17 h 131"/>
                <a:gd name="T18" fmla="*/ 281 w 295"/>
                <a:gd name="T19" fmla="*/ 42 h 131"/>
                <a:gd name="T20" fmla="*/ 304 w 295"/>
                <a:gd name="T21" fmla="*/ 116 h 131"/>
                <a:gd name="T22" fmla="*/ 213 w 295"/>
                <a:gd name="T23" fmla="*/ 126 h 131"/>
                <a:gd name="T24" fmla="*/ 210 w 295"/>
                <a:gd name="T25" fmla="*/ 72 h 131"/>
                <a:gd name="T26" fmla="*/ 154 w 295"/>
                <a:gd name="T27" fmla="*/ 49 h 131"/>
                <a:gd name="T28" fmla="*/ 110 w 295"/>
                <a:gd name="T29" fmla="*/ 43 h 131"/>
                <a:gd name="T30" fmla="*/ 12 w 295"/>
                <a:gd name="T31" fmla="*/ 80 h 131"/>
                <a:gd name="T32" fmla="*/ 0 w 295"/>
                <a:gd name="T33" fmla="*/ 45 h 1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5"/>
                <a:gd name="T52" fmla="*/ 0 h 131"/>
                <a:gd name="T53" fmla="*/ 295 w 295"/>
                <a:gd name="T54" fmla="*/ 131 h 1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5" h="131">
                  <a:moveTo>
                    <a:pt x="0" y="45"/>
                  </a:moveTo>
                  <a:lnTo>
                    <a:pt x="220" y="0"/>
                  </a:lnTo>
                  <a:lnTo>
                    <a:pt x="256" y="90"/>
                  </a:lnTo>
                  <a:lnTo>
                    <a:pt x="294" y="80"/>
                  </a:lnTo>
                  <a:lnTo>
                    <a:pt x="295" y="125"/>
                  </a:lnTo>
                  <a:lnTo>
                    <a:pt x="264" y="131"/>
                  </a:lnTo>
                  <a:lnTo>
                    <a:pt x="237" y="102"/>
                  </a:lnTo>
                  <a:lnTo>
                    <a:pt x="220" y="66"/>
                  </a:lnTo>
                  <a:lnTo>
                    <a:pt x="216" y="17"/>
                  </a:lnTo>
                  <a:lnTo>
                    <a:pt x="203" y="42"/>
                  </a:lnTo>
                  <a:lnTo>
                    <a:pt x="219" y="116"/>
                  </a:lnTo>
                  <a:lnTo>
                    <a:pt x="154" y="126"/>
                  </a:lnTo>
                  <a:lnTo>
                    <a:pt x="152" y="72"/>
                  </a:lnTo>
                  <a:lnTo>
                    <a:pt x="112" y="49"/>
                  </a:lnTo>
                  <a:lnTo>
                    <a:pt x="79" y="43"/>
                  </a:lnTo>
                  <a:lnTo>
                    <a:pt x="8" y="80"/>
                  </a:lnTo>
                  <a:lnTo>
                    <a:pt x="0" y="45"/>
                  </a:lnTo>
                  <a:close/>
                </a:path>
              </a:pathLst>
            </a:custGeom>
            <a:grpFill/>
            <a:ln w="6350">
              <a:solidFill>
                <a:schemeClr val="bg1"/>
              </a:solidFill>
              <a:round/>
              <a:headEnd/>
              <a:tailEnd/>
            </a:ln>
          </p:spPr>
          <p:txBody>
            <a:bodyPr/>
            <a:lstStyle/>
            <a:p>
              <a:pPr>
                <a:defRPr/>
              </a:pPr>
              <a:endParaRPr lang="en-GB"/>
            </a:p>
          </p:txBody>
        </p:sp>
        <p:sp>
          <p:nvSpPr>
            <p:cNvPr id="19" name="Freeform 16">
              <a:extLst>
                <a:ext uri="{FF2B5EF4-FFF2-40B4-BE49-F238E27FC236}">
                  <a16:creationId xmlns:a16="http://schemas.microsoft.com/office/drawing/2014/main" id="{D9AC98BC-DB17-448E-824D-D0C685C50F03}"/>
                </a:ext>
              </a:extLst>
            </p:cNvPr>
            <p:cNvSpPr>
              <a:spLocks/>
            </p:cNvSpPr>
            <p:nvPr/>
          </p:nvSpPr>
          <p:spPr bwMode="auto">
            <a:xfrm>
              <a:off x="2912997" y="2052638"/>
              <a:ext cx="1251937" cy="776287"/>
            </a:xfrm>
            <a:custGeom>
              <a:avLst/>
              <a:gdLst>
                <a:gd name="T0" fmla="*/ 14 w 607"/>
                <a:gd name="T1" fmla="*/ 0 h 407"/>
                <a:gd name="T2" fmla="*/ 179 w 607"/>
                <a:gd name="T3" fmla="*/ 17 h 407"/>
                <a:gd name="T4" fmla="*/ 278 w 607"/>
                <a:gd name="T5" fmla="*/ 27 h 407"/>
                <a:gd name="T6" fmla="*/ 407 w 607"/>
                <a:gd name="T7" fmla="*/ 38 h 407"/>
                <a:gd name="T8" fmla="*/ 527 w 607"/>
                <a:gd name="T9" fmla="*/ 47 h 407"/>
                <a:gd name="T10" fmla="*/ 736 w 607"/>
                <a:gd name="T11" fmla="*/ 59 h 407"/>
                <a:gd name="T12" fmla="*/ 833 w 607"/>
                <a:gd name="T13" fmla="*/ 65 h 407"/>
                <a:gd name="T14" fmla="*/ 830 w 607"/>
                <a:gd name="T15" fmla="*/ 396 h 407"/>
                <a:gd name="T16" fmla="*/ 319 w 607"/>
                <a:gd name="T17" fmla="*/ 362 h 407"/>
                <a:gd name="T18" fmla="*/ 311 w 607"/>
                <a:gd name="T19" fmla="*/ 407 h 407"/>
                <a:gd name="T20" fmla="*/ 289 w 607"/>
                <a:gd name="T21" fmla="*/ 386 h 407"/>
                <a:gd name="T22" fmla="*/ 245 w 607"/>
                <a:gd name="T23" fmla="*/ 389 h 407"/>
                <a:gd name="T24" fmla="*/ 175 w 607"/>
                <a:gd name="T25" fmla="*/ 398 h 407"/>
                <a:gd name="T26" fmla="*/ 166 w 607"/>
                <a:gd name="T27" fmla="*/ 340 h 407"/>
                <a:gd name="T28" fmla="*/ 86 w 607"/>
                <a:gd name="T29" fmla="*/ 294 h 407"/>
                <a:gd name="T30" fmla="*/ 96 w 607"/>
                <a:gd name="T31" fmla="*/ 251 h 407"/>
                <a:gd name="T32" fmla="*/ 104 w 607"/>
                <a:gd name="T33" fmla="*/ 215 h 407"/>
                <a:gd name="T34" fmla="*/ 0 w 607"/>
                <a:gd name="T35" fmla="*/ 101 h 407"/>
                <a:gd name="T36" fmla="*/ 14 w 607"/>
                <a:gd name="T37" fmla="*/ 0 h 4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407"/>
                <a:gd name="T59" fmla="*/ 607 w 607"/>
                <a:gd name="T60" fmla="*/ 407 h 40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407">
                  <a:moveTo>
                    <a:pt x="10" y="0"/>
                  </a:moveTo>
                  <a:lnTo>
                    <a:pt x="129" y="17"/>
                  </a:lnTo>
                  <a:lnTo>
                    <a:pt x="202" y="27"/>
                  </a:lnTo>
                  <a:lnTo>
                    <a:pt x="297" y="38"/>
                  </a:lnTo>
                  <a:lnTo>
                    <a:pt x="384" y="47"/>
                  </a:lnTo>
                  <a:lnTo>
                    <a:pt x="536" y="59"/>
                  </a:lnTo>
                  <a:lnTo>
                    <a:pt x="607" y="65"/>
                  </a:lnTo>
                  <a:lnTo>
                    <a:pt x="605" y="396"/>
                  </a:lnTo>
                  <a:lnTo>
                    <a:pt x="233" y="362"/>
                  </a:lnTo>
                  <a:lnTo>
                    <a:pt x="226" y="407"/>
                  </a:lnTo>
                  <a:lnTo>
                    <a:pt x="211" y="386"/>
                  </a:lnTo>
                  <a:lnTo>
                    <a:pt x="178" y="389"/>
                  </a:lnTo>
                  <a:lnTo>
                    <a:pt x="128" y="398"/>
                  </a:lnTo>
                  <a:lnTo>
                    <a:pt x="120" y="340"/>
                  </a:lnTo>
                  <a:lnTo>
                    <a:pt x="62" y="294"/>
                  </a:lnTo>
                  <a:lnTo>
                    <a:pt x="70" y="251"/>
                  </a:lnTo>
                  <a:lnTo>
                    <a:pt x="76" y="215"/>
                  </a:lnTo>
                  <a:lnTo>
                    <a:pt x="0" y="101"/>
                  </a:lnTo>
                  <a:lnTo>
                    <a:pt x="10" y="0"/>
                  </a:lnTo>
                  <a:close/>
                </a:path>
              </a:pathLst>
            </a:custGeom>
            <a:grpFill/>
            <a:ln w="6350">
              <a:solidFill>
                <a:schemeClr val="bg1"/>
              </a:solidFill>
              <a:round/>
              <a:headEnd/>
              <a:tailEnd/>
            </a:ln>
          </p:spPr>
          <p:txBody>
            <a:bodyPr/>
            <a:lstStyle/>
            <a:p>
              <a:pPr>
                <a:defRPr/>
              </a:pPr>
              <a:endParaRPr lang="en-GB"/>
            </a:p>
          </p:txBody>
        </p:sp>
        <p:sp>
          <p:nvSpPr>
            <p:cNvPr id="20" name="Freeform 17">
              <a:extLst>
                <a:ext uri="{FF2B5EF4-FFF2-40B4-BE49-F238E27FC236}">
                  <a16:creationId xmlns:a16="http://schemas.microsoft.com/office/drawing/2014/main" id="{C26F7E2F-8201-485E-AF54-CA8250984850}"/>
                </a:ext>
              </a:extLst>
            </p:cNvPr>
            <p:cNvSpPr>
              <a:spLocks/>
            </p:cNvSpPr>
            <p:nvPr/>
          </p:nvSpPr>
          <p:spPr bwMode="auto">
            <a:xfrm>
              <a:off x="5102169" y="3459163"/>
              <a:ext cx="832332" cy="679450"/>
            </a:xfrm>
            <a:custGeom>
              <a:avLst/>
              <a:gdLst>
                <a:gd name="T0" fmla="*/ 0 w 403"/>
                <a:gd name="T1" fmla="*/ 12 h 357"/>
                <a:gd name="T2" fmla="*/ 241 w 403"/>
                <a:gd name="T3" fmla="*/ 0 h 357"/>
                <a:gd name="T4" fmla="*/ 294 w 403"/>
                <a:gd name="T5" fmla="*/ 0 h 357"/>
                <a:gd name="T6" fmla="*/ 331 w 403"/>
                <a:gd name="T7" fmla="*/ 11 h 357"/>
                <a:gd name="T8" fmla="*/ 312 w 403"/>
                <a:gd name="T9" fmla="*/ 42 h 357"/>
                <a:gd name="T10" fmla="*/ 382 w 403"/>
                <a:gd name="T11" fmla="*/ 92 h 357"/>
                <a:gd name="T12" fmla="*/ 404 w 403"/>
                <a:gd name="T13" fmla="*/ 135 h 357"/>
                <a:gd name="T14" fmla="*/ 446 w 403"/>
                <a:gd name="T15" fmla="*/ 124 h 357"/>
                <a:gd name="T16" fmla="*/ 445 w 403"/>
                <a:gd name="T17" fmla="*/ 184 h 357"/>
                <a:gd name="T18" fmla="*/ 486 w 403"/>
                <a:gd name="T19" fmla="*/ 202 h 357"/>
                <a:gd name="T20" fmla="*/ 505 w 403"/>
                <a:gd name="T21" fmla="*/ 254 h 357"/>
                <a:gd name="T22" fmla="*/ 537 w 403"/>
                <a:gd name="T23" fmla="*/ 259 h 357"/>
                <a:gd name="T24" fmla="*/ 553 w 403"/>
                <a:gd name="T25" fmla="*/ 281 h 357"/>
                <a:gd name="T26" fmla="*/ 515 w 403"/>
                <a:gd name="T27" fmla="*/ 312 h 357"/>
                <a:gd name="T28" fmla="*/ 503 w 403"/>
                <a:gd name="T29" fmla="*/ 347 h 357"/>
                <a:gd name="T30" fmla="*/ 449 w 403"/>
                <a:gd name="T31" fmla="*/ 357 h 357"/>
                <a:gd name="T32" fmla="*/ 463 w 403"/>
                <a:gd name="T33" fmla="*/ 318 h 357"/>
                <a:gd name="T34" fmla="*/ 256 w 403"/>
                <a:gd name="T35" fmla="*/ 332 h 357"/>
                <a:gd name="T36" fmla="*/ 108 w 403"/>
                <a:gd name="T37" fmla="*/ 346 h 357"/>
                <a:gd name="T38" fmla="*/ 98 w 403"/>
                <a:gd name="T39" fmla="*/ 309 h 357"/>
                <a:gd name="T40" fmla="*/ 89 w 403"/>
                <a:gd name="T41" fmla="*/ 194 h 357"/>
                <a:gd name="T42" fmla="*/ 88 w 403"/>
                <a:gd name="T43" fmla="*/ 132 h 357"/>
                <a:gd name="T44" fmla="*/ 38 w 403"/>
                <a:gd name="T45" fmla="*/ 104 h 357"/>
                <a:gd name="T46" fmla="*/ 56 w 403"/>
                <a:gd name="T47" fmla="*/ 78 h 357"/>
                <a:gd name="T48" fmla="*/ 31 w 403"/>
                <a:gd name="T49" fmla="*/ 64 h 357"/>
                <a:gd name="T50" fmla="*/ 0 w 403"/>
                <a:gd name="T51" fmla="*/ 12 h 35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3"/>
                <a:gd name="T79" fmla="*/ 0 h 357"/>
                <a:gd name="T80" fmla="*/ 403 w 403"/>
                <a:gd name="T81" fmla="*/ 357 h 35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3" h="357">
                  <a:moveTo>
                    <a:pt x="0" y="12"/>
                  </a:moveTo>
                  <a:lnTo>
                    <a:pt x="176" y="0"/>
                  </a:lnTo>
                  <a:lnTo>
                    <a:pt x="214" y="0"/>
                  </a:lnTo>
                  <a:lnTo>
                    <a:pt x="242" y="11"/>
                  </a:lnTo>
                  <a:lnTo>
                    <a:pt x="227" y="42"/>
                  </a:lnTo>
                  <a:lnTo>
                    <a:pt x="278" y="92"/>
                  </a:lnTo>
                  <a:lnTo>
                    <a:pt x="295" y="135"/>
                  </a:lnTo>
                  <a:lnTo>
                    <a:pt x="325" y="124"/>
                  </a:lnTo>
                  <a:lnTo>
                    <a:pt x="324" y="184"/>
                  </a:lnTo>
                  <a:lnTo>
                    <a:pt x="355" y="202"/>
                  </a:lnTo>
                  <a:lnTo>
                    <a:pt x="369" y="254"/>
                  </a:lnTo>
                  <a:lnTo>
                    <a:pt x="391" y="259"/>
                  </a:lnTo>
                  <a:lnTo>
                    <a:pt x="403" y="281"/>
                  </a:lnTo>
                  <a:lnTo>
                    <a:pt x="376" y="312"/>
                  </a:lnTo>
                  <a:lnTo>
                    <a:pt x="367" y="347"/>
                  </a:lnTo>
                  <a:lnTo>
                    <a:pt x="328" y="357"/>
                  </a:lnTo>
                  <a:lnTo>
                    <a:pt x="338" y="318"/>
                  </a:lnTo>
                  <a:lnTo>
                    <a:pt x="187" y="332"/>
                  </a:lnTo>
                  <a:lnTo>
                    <a:pt x="79" y="346"/>
                  </a:lnTo>
                  <a:lnTo>
                    <a:pt x="72" y="309"/>
                  </a:lnTo>
                  <a:lnTo>
                    <a:pt x="65" y="194"/>
                  </a:lnTo>
                  <a:lnTo>
                    <a:pt x="64" y="132"/>
                  </a:lnTo>
                  <a:lnTo>
                    <a:pt x="28" y="104"/>
                  </a:lnTo>
                  <a:lnTo>
                    <a:pt x="41" y="78"/>
                  </a:lnTo>
                  <a:lnTo>
                    <a:pt x="23" y="64"/>
                  </a:lnTo>
                  <a:lnTo>
                    <a:pt x="0" y="12"/>
                  </a:lnTo>
                  <a:close/>
                </a:path>
              </a:pathLst>
            </a:custGeom>
            <a:grpFill/>
            <a:ln w="6350">
              <a:solidFill>
                <a:schemeClr val="bg1"/>
              </a:solidFill>
              <a:round/>
              <a:headEnd/>
              <a:tailEnd/>
            </a:ln>
          </p:spPr>
          <p:txBody>
            <a:bodyPr/>
            <a:lstStyle/>
            <a:p>
              <a:pPr>
                <a:defRPr/>
              </a:pPr>
              <a:endParaRPr lang="en-GB"/>
            </a:p>
          </p:txBody>
        </p:sp>
        <p:sp>
          <p:nvSpPr>
            <p:cNvPr id="21" name="Freeform 18">
              <a:extLst>
                <a:ext uri="{FF2B5EF4-FFF2-40B4-BE49-F238E27FC236}">
                  <a16:creationId xmlns:a16="http://schemas.microsoft.com/office/drawing/2014/main" id="{2592AE8A-2EAB-47A4-831E-C5585002B6B3}"/>
                </a:ext>
              </a:extLst>
            </p:cNvPr>
            <p:cNvSpPr>
              <a:spLocks/>
            </p:cNvSpPr>
            <p:nvPr/>
          </p:nvSpPr>
          <p:spPr bwMode="auto">
            <a:xfrm>
              <a:off x="6013606" y="3173413"/>
              <a:ext cx="405848" cy="663575"/>
            </a:xfrm>
            <a:custGeom>
              <a:avLst/>
              <a:gdLst>
                <a:gd name="T0" fmla="*/ 0 w 197"/>
                <a:gd name="T1" fmla="*/ 25 h 348"/>
                <a:gd name="T2" fmla="*/ 31 w 197"/>
                <a:gd name="T3" fmla="*/ 38 h 348"/>
                <a:gd name="T4" fmla="*/ 62 w 197"/>
                <a:gd name="T5" fmla="*/ 35 h 348"/>
                <a:gd name="T6" fmla="*/ 72 w 197"/>
                <a:gd name="T7" fmla="*/ 28 h 348"/>
                <a:gd name="T8" fmla="*/ 80 w 197"/>
                <a:gd name="T9" fmla="*/ 7 h 348"/>
                <a:gd name="T10" fmla="*/ 208 w 197"/>
                <a:gd name="T11" fmla="*/ 0 h 348"/>
                <a:gd name="T12" fmla="*/ 269 w 197"/>
                <a:gd name="T13" fmla="*/ 246 h 348"/>
                <a:gd name="T14" fmla="*/ 265 w 197"/>
                <a:gd name="T15" fmla="*/ 243 h 348"/>
                <a:gd name="T16" fmla="*/ 219 w 197"/>
                <a:gd name="T17" fmla="*/ 257 h 348"/>
                <a:gd name="T18" fmla="*/ 188 w 197"/>
                <a:gd name="T19" fmla="*/ 323 h 348"/>
                <a:gd name="T20" fmla="*/ 142 w 197"/>
                <a:gd name="T21" fmla="*/ 314 h 348"/>
                <a:gd name="T22" fmla="*/ 89 w 197"/>
                <a:gd name="T23" fmla="*/ 339 h 348"/>
                <a:gd name="T24" fmla="*/ 17 w 197"/>
                <a:gd name="T25" fmla="*/ 348 h 348"/>
                <a:gd name="T26" fmla="*/ 49 w 197"/>
                <a:gd name="T27" fmla="*/ 283 h 348"/>
                <a:gd name="T28" fmla="*/ 35 w 197"/>
                <a:gd name="T29" fmla="*/ 247 h 348"/>
                <a:gd name="T30" fmla="*/ 0 w 197"/>
                <a:gd name="T31" fmla="*/ 25 h 3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7"/>
                <a:gd name="T49" fmla="*/ 0 h 348"/>
                <a:gd name="T50" fmla="*/ 197 w 197"/>
                <a:gd name="T51" fmla="*/ 348 h 3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7" h="348">
                  <a:moveTo>
                    <a:pt x="0" y="25"/>
                  </a:moveTo>
                  <a:lnTo>
                    <a:pt x="23" y="38"/>
                  </a:lnTo>
                  <a:lnTo>
                    <a:pt x="45" y="35"/>
                  </a:lnTo>
                  <a:lnTo>
                    <a:pt x="53" y="28"/>
                  </a:lnTo>
                  <a:lnTo>
                    <a:pt x="58" y="7"/>
                  </a:lnTo>
                  <a:lnTo>
                    <a:pt x="153" y="0"/>
                  </a:lnTo>
                  <a:lnTo>
                    <a:pt x="197" y="246"/>
                  </a:lnTo>
                  <a:lnTo>
                    <a:pt x="194" y="243"/>
                  </a:lnTo>
                  <a:lnTo>
                    <a:pt x="161" y="257"/>
                  </a:lnTo>
                  <a:lnTo>
                    <a:pt x="138" y="323"/>
                  </a:lnTo>
                  <a:lnTo>
                    <a:pt x="104" y="314"/>
                  </a:lnTo>
                  <a:lnTo>
                    <a:pt x="65" y="339"/>
                  </a:lnTo>
                  <a:lnTo>
                    <a:pt x="13" y="348"/>
                  </a:lnTo>
                  <a:lnTo>
                    <a:pt x="36" y="283"/>
                  </a:lnTo>
                  <a:lnTo>
                    <a:pt x="26" y="247"/>
                  </a:lnTo>
                  <a:lnTo>
                    <a:pt x="0" y="25"/>
                  </a:lnTo>
                  <a:close/>
                </a:path>
              </a:pathLst>
            </a:custGeom>
            <a:grpFill/>
            <a:ln w="6350">
              <a:solidFill>
                <a:schemeClr val="bg1"/>
              </a:solidFill>
              <a:round/>
              <a:headEnd/>
              <a:tailEnd/>
            </a:ln>
          </p:spPr>
          <p:txBody>
            <a:bodyPr/>
            <a:lstStyle/>
            <a:p>
              <a:pPr>
                <a:defRPr/>
              </a:pPr>
              <a:endParaRPr lang="en-GB"/>
            </a:p>
          </p:txBody>
        </p:sp>
        <p:sp>
          <p:nvSpPr>
            <p:cNvPr id="22" name="Freeform 19">
              <a:extLst>
                <a:ext uri="{FF2B5EF4-FFF2-40B4-BE49-F238E27FC236}">
                  <a16:creationId xmlns:a16="http://schemas.microsoft.com/office/drawing/2014/main" id="{31FE521B-E629-4AFE-A9F1-4F78699CB366}"/>
                </a:ext>
              </a:extLst>
            </p:cNvPr>
            <p:cNvSpPr>
              <a:spLocks/>
            </p:cNvSpPr>
            <p:nvPr/>
          </p:nvSpPr>
          <p:spPr bwMode="auto">
            <a:xfrm>
              <a:off x="6328310" y="3038475"/>
              <a:ext cx="522787" cy="598488"/>
            </a:xfrm>
            <a:custGeom>
              <a:avLst/>
              <a:gdLst>
                <a:gd name="T0" fmla="*/ 0 w 253"/>
                <a:gd name="T1" fmla="*/ 71 h 314"/>
                <a:gd name="T2" fmla="*/ 156 w 253"/>
                <a:gd name="T3" fmla="*/ 59 h 314"/>
                <a:gd name="T4" fmla="*/ 188 w 253"/>
                <a:gd name="T5" fmla="*/ 64 h 314"/>
                <a:gd name="T6" fmla="*/ 264 w 253"/>
                <a:gd name="T7" fmla="*/ 37 h 314"/>
                <a:gd name="T8" fmla="*/ 280 w 253"/>
                <a:gd name="T9" fmla="*/ 12 h 314"/>
                <a:gd name="T10" fmla="*/ 325 w 253"/>
                <a:gd name="T11" fmla="*/ 0 h 314"/>
                <a:gd name="T12" fmla="*/ 349 w 253"/>
                <a:gd name="T13" fmla="*/ 119 h 314"/>
                <a:gd name="T14" fmla="*/ 330 w 253"/>
                <a:gd name="T15" fmla="*/ 132 h 314"/>
                <a:gd name="T16" fmla="*/ 335 w 253"/>
                <a:gd name="T17" fmla="*/ 214 h 314"/>
                <a:gd name="T18" fmla="*/ 300 w 253"/>
                <a:gd name="T19" fmla="*/ 221 h 314"/>
                <a:gd name="T20" fmla="*/ 280 w 253"/>
                <a:gd name="T21" fmla="*/ 267 h 314"/>
                <a:gd name="T22" fmla="*/ 253 w 253"/>
                <a:gd name="T23" fmla="*/ 261 h 314"/>
                <a:gd name="T24" fmla="*/ 245 w 253"/>
                <a:gd name="T25" fmla="*/ 314 h 314"/>
                <a:gd name="T26" fmla="*/ 204 w 253"/>
                <a:gd name="T27" fmla="*/ 292 h 314"/>
                <a:gd name="T28" fmla="*/ 128 w 253"/>
                <a:gd name="T29" fmla="*/ 306 h 314"/>
                <a:gd name="T30" fmla="*/ 95 w 253"/>
                <a:gd name="T31" fmla="*/ 286 h 314"/>
                <a:gd name="T32" fmla="*/ 52 w 253"/>
                <a:gd name="T33" fmla="*/ 285 h 314"/>
                <a:gd name="T34" fmla="*/ 29 w 253"/>
                <a:gd name="T35" fmla="*/ 197 h 314"/>
                <a:gd name="T36" fmla="*/ 0 w 253"/>
                <a:gd name="T37" fmla="*/ 71 h 3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3"/>
                <a:gd name="T58" fmla="*/ 0 h 314"/>
                <a:gd name="T59" fmla="*/ 253 w 253"/>
                <a:gd name="T60" fmla="*/ 314 h 31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3" h="314">
                  <a:moveTo>
                    <a:pt x="0" y="71"/>
                  </a:moveTo>
                  <a:lnTo>
                    <a:pt x="114" y="59"/>
                  </a:lnTo>
                  <a:lnTo>
                    <a:pt x="138" y="64"/>
                  </a:lnTo>
                  <a:lnTo>
                    <a:pt x="192" y="37"/>
                  </a:lnTo>
                  <a:lnTo>
                    <a:pt x="204" y="12"/>
                  </a:lnTo>
                  <a:lnTo>
                    <a:pt x="236" y="0"/>
                  </a:lnTo>
                  <a:lnTo>
                    <a:pt x="253" y="119"/>
                  </a:lnTo>
                  <a:lnTo>
                    <a:pt x="240" y="132"/>
                  </a:lnTo>
                  <a:lnTo>
                    <a:pt x="243" y="214"/>
                  </a:lnTo>
                  <a:lnTo>
                    <a:pt x="218" y="221"/>
                  </a:lnTo>
                  <a:lnTo>
                    <a:pt x="204" y="267"/>
                  </a:lnTo>
                  <a:lnTo>
                    <a:pt x="184" y="261"/>
                  </a:lnTo>
                  <a:lnTo>
                    <a:pt x="178" y="314"/>
                  </a:lnTo>
                  <a:lnTo>
                    <a:pt x="149" y="292"/>
                  </a:lnTo>
                  <a:lnTo>
                    <a:pt x="93" y="306"/>
                  </a:lnTo>
                  <a:lnTo>
                    <a:pt x="69" y="286"/>
                  </a:lnTo>
                  <a:lnTo>
                    <a:pt x="38" y="285"/>
                  </a:lnTo>
                  <a:lnTo>
                    <a:pt x="21" y="197"/>
                  </a:lnTo>
                  <a:lnTo>
                    <a:pt x="0" y="71"/>
                  </a:lnTo>
                  <a:close/>
                </a:path>
              </a:pathLst>
            </a:custGeom>
            <a:grpFill/>
            <a:ln w="6350">
              <a:solidFill>
                <a:schemeClr val="bg1"/>
              </a:solidFill>
              <a:round/>
              <a:headEnd/>
              <a:tailEnd/>
            </a:ln>
          </p:spPr>
          <p:txBody>
            <a:bodyPr/>
            <a:lstStyle/>
            <a:p>
              <a:pPr>
                <a:defRPr/>
              </a:pPr>
              <a:endParaRPr lang="en-GB"/>
            </a:p>
          </p:txBody>
        </p:sp>
        <p:sp>
          <p:nvSpPr>
            <p:cNvPr id="23" name="Freeform 20">
              <a:extLst>
                <a:ext uri="{FF2B5EF4-FFF2-40B4-BE49-F238E27FC236}">
                  <a16:creationId xmlns:a16="http://schemas.microsoft.com/office/drawing/2014/main" id="{F8E20DED-C11D-4041-A3D4-11C887021566}"/>
                </a:ext>
              </a:extLst>
            </p:cNvPr>
            <p:cNvSpPr>
              <a:spLocks/>
            </p:cNvSpPr>
            <p:nvPr/>
          </p:nvSpPr>
          <p:spPr bwMode="auto">
            <a:xfrm>
              <a:off x="5865713" y="3579813"/>
              <a:ext cx="918317" cy="506412"/>
            </a:xfrm>
            <a:custGeom>
              <a:avLst/>
              <a:gdLst>
                <a:gd name="T0" fmla="*/ 0 w 445"/>
                <a:gd name="T1" fmla="*/ 266 h 266"/>
                <a:gd name="T2" fmla="*/ 149 w 445"/>
                <a:gd name="T3" fmla="*/ 249 h 266"/>
                <a:gd name="T4" fmla="*/ 149 w 445"/>
                <a:gd name="T5" fmla="*/ 237 h 266"/>
                <a:gd name="T6" fmla="*/ 509 w 445"/>
                <a:gd name="T7" fmla="*/ 199 h 266"/>
                <a:gd name="T8" fmla="*/ 516 w 445"/>
                <a:gd name="T9" fmla="*/ 179 h 266"/>
                <a:gd name="T10" fmla="*/ 566 w 445"/>
                <a:gd name="T11" fmla="*/ 163 h 266"/>
                <a:gd name="T12" fmla="*/ 575 w 445"/>
                <a:gd name="T13" fmla="*/ 142 h 266"/>
                <a:gd name="T14" fmla="*/ 596 w 445"/>
                <a:gd name="T15" fmla="*/ 135 h 266"/>
                <a:gd name="T16" fmla="*/ 612 w 445"/>
                <a:gd name="T17" fmla="*/ 103 h 266"/>
                <a:gd name="T18" fmla="*/ 563 w 445"/>
                <a:gd name="T19" fmla="*/ 72 h 266"/>
                <a:gd name="T20" fmla="*/ 555 w 445"/>
                <a:gd name="T21" fmla="*/ 29 h 266"/>
                <a:gd name="T22" fmla="*/ 516 w 445"/>
                <a:gd name="T23" fmla="*/ 8 h 266"/>
                <a:gd name="T24" fmla="*/ 434 w 445"/>
                <a:gd name="T25" fmla="*/ 20 h 266"/>
                <a:gd name="T26" fmla="*/ 398 w 445"/>
                <a:gd name="T27" fmla="*/ 1 h 266"/>
                <a:gd name="T28" fmla="*/ 363 w 445"/>
                <a:gd name="T29" fmla="*/ 0 h 266"/>
                <a:gd name="T30" fmla="*/ 368 w 445"/>
                <a:gd name="T31" fmla="*/ 29 h 266"/>
                <a:gd name="T32" fmla="*/ 320 w 445"/>
                <a:gd name="T33" fmla="*/ 44 h 266"/>
                <a:gd name="T34" fmla="*/ 286 w 445"/>
                <a:gd name="T35" fmla="*/ 110 h 266"/>
                <a:gd name="T36" fmla="*/ 242 w 445"/>
                <a:gd name="T37" fmla="*/ 100 h 266"/>
                <a:gd name="T38" fmla="*/ 186 w 445"/>
                <a:gd name="T39" fmla="*/ 124 h 266"/>
                <a:gd name="T40" fmla="*/ 117 w 445"/>
                <a:gd name="T41" fmla="*/ 134 h 266"/>
                <a:gd name="T42" fmla="*/ 117 w 445"/>
                <a:gd name="T43" fmla="*/ 171 h 266"/>
                <a:gd name="T44" fmla="*/ 82 w 445"/>
                <a:gd name="T45" fmla="*/ 170 h 266"/>
                <a:gd name="T46" fmla="*/ 83 w 445"/>
                <a:gd name="T47" fmla="*/ 203 h 266"/>
                <a:gd name="T48" fmla="*/ 48 w 445"/>
                <a:gd name="T49" fmla="*/ 190 h 266"/>
                <a:gd name="T50" fmla="*/ 28 w 445"/>
                <a:gd name="T51" fmla="*/ 196 h 266"/>
                <a:gd name="T52" fmla="*/ 45 w 445"/>
                <a:gd name="T53" fmla="*/ 218 h 266"/>
                <a:gd name="T54" fmla="*/ 5 w 445"/>
                <a:gd name="T55" fmla="*/ 248 h 266"/>
                <a:gd name="T56" fmla="*/ 0 w 445"/>
                <a:gd name="T57" fmla="*/ 266 h 26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45"/>
                <a:gd name="T88" fmla="*/ 0 h 266"/>
                <a:gd name="T89" fmla="*/ 445 w 445"/>
                <a:gd name="T90" fmla="*/ 266 h 26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45" h="266">
                  <a:moveTo>
                    <a:pt x="0" y="266"/>
                  </a:moveTo>
                  <a:lnTo>
                    <a:pt x="108" y="249"/>
                  </a:lnTo>
                  <a:lnTo>
                    <a:pt x="108" y="237"/>
                  </a:lnTo>
                  <a:lnTo>
                    <a:pt x="370" y="199"/>
                  </a:lnTo>
                  <a:lnTo>
                    <a:pt x="374" y="179"/>
                  </a:lnTo>
                  <a:lnTo>
                    <a:pt x="412" y="163"/>
                  </a:lnTo>
                  <a:lnTo>
                    <a:pt x="417" y="142"/>
                  </a:lnTo>
                  <a:lnTo>
                    <a:pt x="433" y="135"/>
                  </a:lnTo>
                  <a:lnTo>
                    <a:pt x="445" y="103"/>
                  </a:lnTo>
                  <a:lnTo>
                    <a:pt x="409" y="72"/>
                  </a:lnTo>
                  <a:lnTo>
                    <a:pt x="403" y="29"/>
                  </a:lnTo>
                  <a:lnTo>
                    <a:pt x="374" y="8"/>
                  </a:lnTo>
                  <a:lnTo>
                    <a:pt x="316" y="20"/>
                  </a:lnTo>
                  <a:lnTo>
                    <a:pt x="289" y="1"/>
                  </a:lnTo>
                  <a:lnTo>
                    <a:pt x="263" y="0"/>
                  </a:lnTo>
                  <a:lnTo>
                    <a:pt x="268" y="29"/>
                  </a:lnTo>
                  <a:lnTo>
                    <a:pt x="232" y="44"/>
                  </a:lnTo>
                  <a:lnTo>
                    <a:pt x="208" y="110"/>
                  </a:lnTo>
                  <a:lnTo>
                    <a:pt x="175" y="100"/>
                  </a:lnTo>
                  <a:lnTo>
                    <a:pt x="136" y="124"/>
                  </a:lnTo>
                  <a:lnTo>
                    <a:pt x="85" y="134"/>
                  </a:lnTo>
                  <a:lnTo>
                    <a:pt x="85" y="171"/>
                  </a:lnTo>
                  <a:lnTo>
                    <a:pt x="60" y="170"/>
                  </a:lnTo>
                  <a:lnTo>
                    <a:pt x="61" y="203"/>
                  </a:lnTo>
                  <a:lnTo>
                    <a:pt x="35" y="190"/>
                  </a:lnTo>
                  <a:lnTo>
                    <a:pt x="20" y="196"/>
                  </a:lnTo>
                  <a:lnTo>
                    <a:pt x="33" y="218"/>
                  </a:lnTo>
                  <a:lnTo>
                    <a:pt x="5" y="248"/>
                  </a:lnTo>
                  <a:lnTo>
                    <a:pt x="0" y="266"/>
                  </a:lnTo>
                  <a:close/>
                </a:path>
              </a:pathLst>
            </a:custGeom>
            <a:grpFill/>
            <a:ln w="6350">
              <a:solidFill>
                <a:schemeClr val="bg1"/>
              </a:solidFill>
              <a:round/>
              <a:headEnd/>
              <a:tailEnd/>
            </a:ln>
          </p:spPr>
          <p:txBody>
            <a:bodyPr/>
            <a:lstStyle/>
            <a:p>
              <a:pPr>
                <a:defRPr/>
              </a:pPr>
              <a:endParaRPr lang="en-GB"/>
            </a:p>
          </p:txBody>
        </p:sp>
        <p:sp>
          <p:nvSpPr>
            <p:cNvPr id="24" name="Freeform 21">
              <a:extLst>
                <a:ext uri="{FF2B5EF4-FFF2-40B4-BE49-F238E27FC236}">
                  <a16:creationId xmlns:a16="http://schemas.microsoft.com/office/drawing/2014/main" id="{B1D0E33C-E08E-430D-923C-D48AEBEC6FCC}"/>
                </a:ext>
              </a:extLst>
            </p:cNvPr>
            <p:cNvSpPr>
              <a:spLocks/>
            </p:cNvSpPr>
            <p:nvPr/>
          </p:nvSpPr>
          <p:spPr bwMode="auto">
            <a:xfrm>
              <a:off x="5802084" y="3905250"/>
              <a:ext cx="1059332" cy="384175"/>
            </a:xfrm>
            <a:custGeom>
              <a:avLst/>
              <a:gdLst>
                <a:gd name="T0" fmla="*/ 43 w 513"/>
                <a:gd name="T1" fmla="*/ 92 h 202"/>
                <a:gd name="T2" fmla="*/ 43 w 513"/>
                <a:gd name="T3" fmla="*/ 96 h 202"/>
                <a:gd name="T4" fmla="*/ 30 w 513"/>
                <a:gd name="T5" fmla="*/ 115 h 202"/>
                <a:gd name="T6" fmla="*/ 44 w 513"/>
                <a:gd name="T7" fmla="*/ 140 h 202"/>
                <a:gd name="T8" fmla="*/ 0 w 513"/>
                <a:gd name="T9" fmla="*/ 163 h 202"/>
                <a:gd name="T10" fmla="*/ 11 w 513"/>
                <a:gd name="T11" fmla="*/ 202 h 202"/>
                <a:gd name="T12" fmla="*/ 196 w 513"/>
                <a:gd name="T13" fmla="*/ 190 h 202"/>
                <a:gd name="T14" fmla="*/ 415 w 513"/>
                <a:gd name="T15" fmla="*/ 170 h 202"/>
                <a:gd name="T16" fmla="*/ 527 w 513"/>
                <a:gd name="T17" fmla="*/ 154 h 202"/>
                <a:gd name="T18" fmla="*/ 548 w 513"/>
                <a:gd name="T19" fmla="*/ 103 h 202"/>
                <a:gd name="T20" fmla="*/ 589 w 513"/>
                <a:gd name="T21" fmla="*/ 100 h 202"/>
                <a:gd name="T22" fmla="*/ 709 w 513"/>
                <a:gd name="T23" fmla="*/ 0 h 202"/>
                <a:gd name="T24" fmla="*/ 552 w 513"/>
                <a:gd name="T25" fmla="*/ 25 h 202"/>
                <a:gd name="T26" fmla="*/ 185 w 513"/>
                <a:gd name="T27" fmla="*/ 66 h 202"/>
                <a:gd name="T28" fmla="*/ 188 w 513"/>
                <a:gd name="T29" fmla="*/ 78 h 202"/>
                <a:gd name="T30" fmla="*/ 43 w 513"/>
                <a:gd name="T31" fmla="*/ 92 h 2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13"/>
                <a:gd name="T49" fmla="*/ 0 h 202"/>
                <a:gd name="T50" fmla="*/ 513 w 513"/>
                <a:gd name="T51" fmla="*/ 202 h 20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13" h="202">
                  <a:moveTo>
                    <a:pt x="31" y="92"/>
                  </a:moveTo>
                  <a:lnTo>
                    <a:pt x="31" y="96"/>
                  </a:lnTo>
                  <a:lnTo>
                    <a:pt x="22" y="115"/>
                  </a:lnTo>
                  <a:lnTo>
                    <a:pt x="32" y="140"/>
                  </a:lnTo>
                  <a:lnTo>
                    <a:pt x="0" y="163"/>
                  </a:lnTo>
                  <a:lnTo>
                    <a:pt x="7" y="202"/>
                  </a:lnTo>
                  <a:lnTo>
                    <a:pt x="142" y="190"/>
                  </a:lnTo>
                  <a:lnTo>
                    <a:pt x="301" y="170"/>
                  </a:lnTo>
                  <a:lnTo>
                    <a:pt x="381" y="154"/>
                  </a:lnTo>
                  <a:lnTo>
                    <a:pt x="398" y="103"/>
                  </a:lnTo>
                  <a:lnTo>
                    <a:pt x="426" y="100"/>
                  </a:lnTo>
                  <a:lnTo>
                    <a:pt x="513" y="0"/>
                  </a:lnTo>
                  <a:lnTo>
                    <a:pt x="400" y="25"/>
                  </a:lnTo>
                  <a:lnTo>
                    <a:pt x="135" y="66"/>
                  </a:lnTo>
                  <a:lnTo>
                    <a:pt x="137" y="78"/>
                  </a:lnTo>
                  <a:lnTo>
                    <a:pt x="31" y="92"/>
                  </a:lnTo>
                  <a:close/>
                </a:path>
              </a:pathLst>
            </a:custGeom>
            <a:grpFill/>
            <a:ln w="6350">
              <a:solidFill>
                <a:schemeClr val="bg1"/>
              </a:solidFill>
              <a:round/>
              <a:headEnd/>
              <a:tailEnd/>
            </a:ln>
          </p:spPr>
          <p:txBody>
            <a:bodyPr/>
            <a:lstStyle/>
            <a:p>
              <a:pPr>
                <a:defRPr/>
              </a:pPr>
              <a:endParaRPr lang="en-GB"/>
            </a:p>
          </p:txBody>
        </p:sp>
        <p:sp>
          <p:nvSpPr>
            <p:cNvPr id="25" name="Freeform 22">
              <a:extLst>
                <a:ext uri="{FF2B5EF4-FFF2-40B4-BE49-F238E27FC236}">
                  <a16:creationId xmlns:a16="http://schemas.microsoft.com/office/drawing/2014/main" id="{0598434B-8DC1-4049-8FAA-E6DCA9C23549}"/>
                </a:ext>
              </a:extLst>
            </p:cNvPr>
            <p:cNvSpPr>
              <a:spLocks/>
            </p:cNvSpPr>
            <p:nvPr/>
          </p:nvSpPr>
          <p:spPr bwMode="auto">
            <a:xfrm>
              <a:off x="6269840" y="4787900"/>
              <a:ext cx="1159074" cy="777875"/>
            </a:xfrm>
            <a:custGeom>
              <a:avLst/>
              <a:gdLst>
                <a:gd name="T0" fmla="*/ 0 w 561"/>
                <a:gd name="T1" fmla="*/ 39 h 409"/>
                <a:gd name="T2" fmla="*/ 212 w 561"/>
                <a:gd name="T3" fmla="*/ 23 h 409"/>
                <a:gd name="T4" fmla="*/ 234 w 561"/>
                <a:gd name="T5" fmla="*/ 50 h 409"/>
                <a:gd name="T6" fmla="*/ 463 w 561"/>
                <a:gd name="T7" fmla="*/ 23 h 409"/>
                <a:gd name="T8" fmla="*/ 502 w 561"/>
                <a:gd name="T9" fmla="*/ 45 h 409"/>
                <a:gd name="T10" fmla="*/ 502 w 561"/>
                <a:gd name="T11" fmla="*/ 3 h 409"/>
                <a:gd name="T12" fmla="*/ 500 w 561"/>
                <a:gd name="T13" fmla="*/ 0 h 409"/>
                <a:gd name="T14" fmla="*/ 545 w 561"/>
                <a:gd name="T15" fmla="*/ 2 h 409"/>
                <a:gd name="T16" fmla="*/ 593 w 561"/>
                <a:gd name="T17" fmla="*/ 65 h 409"/>
                <a:gd name="T18" fmla="*/ 670 w 561"/>
                <a:gd name="T19" fmla="*/ 151 h 409"/>
                <a:gd name="T20" fmla="*/ 709 w 561"/>
                <a:gd name="T21" fmla="*/ 225 h 409"/>
                <a:gd name="T22" fmla="*/ 763 w 561"/>
                <a:gd name="T23" fmla="*/ 277 h 409"/>
                <a:gd name="T24" fmla="*/ 774 w 561"/>
                <a:gd name="T25" fmla="*/ 352 h 409"/>
                <a:gd name="T26" fmla="*/ 756 w 561"/>
                <a:gd name="T27" fmla="*/ 397 h 409"/>
                <a:gd name="T28" fmla="*/ 674 w 561"/>
                <a:gd name="T29" fmla="*/ 409 h 409"/>
                <a:gd name="T30" fmla="*/ 660 w 561"/>
                <a:gd name="T31" fmla="*/ 390 h 409"/>
                <a:gd name="T32" fmla="*/ 604 w 561"/>
                <a:gd name="T33" fmla="*/ 363 h 409"/>
                <a:gd name="T34" fmla="*/ 586 w 561"/>
                <a:gd name="T35" fmla="*/ 335 h 409"/>
                <a:gd name="T36" fmla="*/ 571 w 561"/>
                <a:gd name="T37" fmla="*/ 324 h 409"/>
                <a:gd name="T38" fmla="*/ 561 w 561"/>
                <a:gd name="T39" fmla="*/ 298 h 409"/>
                <a:gd name="T40" fmla="*/ 547 w 561"/>
                <a:gd name="T41" fmla="*/ 305 h 409"/>
                <a:gd name="T42" fmla="*/ 502 w 561"/>
                <a:gd name="T43" fmla="*/ 271 h 409"/>
                <a:gd name="T44" fmla="*/ 514 w 561"/>
                <a:gd name="T45" fmla="*/ 239 h 409"/>
                <a:gd name="T46" fmla="*/ 502 w 561"/>
                <a:gd name="T47" fmla="*/ 222 h 409"/>
                <a:gd name="T48" fmla="*/ 489 w 561"/>
                <a:gd name="T49" fmla="*/ 228 h 409"/>
                <a:gd name="T50" fmla="*/ 490 w 561"/>
                <a:gd name="T51" fmla="*/ 246 h 409"/>
                <a:gd name="T52" fmla="*/ 475 w 561"/>
                <a:gd name="T53" fmla="*/ 222 h 409"/>
                <a:gd name="T54" fmla="*/ 476 w 561"/>
                <a:gd name="T55" fmla="*/ 164 h 409"/>
                <a:gd name="T56" fmla="*/ 448 w 561"/>
                <a:gd name="T57" fmla="*/ 130 h 409"/>
                <a:gd name="T58" fmla="*/ 376 w 561"/>
                <a:gd name="T59" fmla="*/ 102 h 409"/>
                <a:gd name="T60" fmla="*/ 339 w 561"/>
                <a:gd name="T61" fmla="*/ 70 h 409"/>
                <a:gd name="T62" fmla="*/ 298 w 561"/>
                <a:gd name="T63" fmla="*/ 67 h 409"/>
                <a:gd name="T64" fmla="*/ 282 w 561"/>
                <a:gd name="T65" fmla="*/ 87 h 409"/>
                <a:gd name="T66" fmla="*/ 222 w 561"/>
                <a:gd name="T67" fmla="*/ 101 h 409"/>
                <a:gd name="T68" fmla="*/ 185 w 561"/>
                <a:gd name="T69" fmla="*/ 87 h 409"/>
                <a:gd name="T70" fmla="*/ 168 w 561"/>
                <a:gd name="T71" fmla="*/ 65 h 409"/>
                <a:gd name="T72" fmla="*/ 55 w 561"/>
                <a:gd name="T73" fmla="*/ 84 h 409"/>
                <a:gd name="T74" fmla="*/ 31 w 561"/>
                <a:gd name="T75" fmla="*/ 69 h 409"/>
                <a:gd name="T76" fmla="*/ 4 w 561"/>
                <a:gd name="T77" fmla="*/ 85 h 409"/>
                <a:gd name="T78" fmla="*/ 0 w 561"/>
                <a:gd name="T79" fmla="*/ 39 h 40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1"/>
                <a:gd name="T121" fmla="*/ 0 h 409"/>
                <a:gd name="T122" fmla="*/ 561 w 561"/>
                <a:gd name="T123" fmla="*/ 409 h 40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1" h="409">
                  <a:moveTo>
                    <a:pt x="0" y="39"/>
                  </a:moveTo>
                  <a:lnTo>
                    <a:pt x="154" y="23"/>
                  </a:lnTo>
                  <a:lnTo>
                    <a:pt x="170" y="50"/>
                  </a:lnTo>
                  <a:lnTo>
                    <a:pt x="336" y="23"/>
                  </a:lnTo>
                  <a:lnTo>
                    <a:pt x="364" y="45"/>
                  </a:lnTo>
                  <a:lnTo>
                    <a:pt x="364" y="3"/>
                  </a:lnTo>
                  <a:lnTo>
                    <a:pt x="362" y="0"/>
                  </a:lnTo>
                  <a:lnTo>
                    <a:pt x="395" y="2"/>
                  </a:lnTo>
                  <a:lnTo>
                    <a:pt x="430" y="65"/>
                  </a:lnTo>
                  <a:lnTo>
                    <a:pt x="485" y="151"/>
                  </a:lnTo>
                  <a:lnTo>
                    <a:pt x="513" y="225"/>
                  </a:lnTo>
                  <a:lnTo>
                    <a:pt x="554" y="277"/>
                  </a:lnTo>
                  <a:lnTo>
                    <a:pt x="561" y="352"/>
                  </a:lnTo>
                  <a:lnTo>
                    <a:pt x="548" y="397"/>
                  </a:lnTo>
                  <a:lnTo>
                    <a:pt x="489" y="409"/>
                  </a:lnTo>
                  <a:lnTo>
                    <a:pt x="479" y="390"/>
                  </a:lnTo>
                  <a:lnTo>
                    <a:pt x="437" y="363"/>
                  </a:lnTo>
                  <a:lnTo>
                    <a:pt x="424" y="335"/>
                  </a:lnTo>
                  <a:lnTo>
                    <a:pt x="413" y="324"/>
                  </a:lnTo>
                  <a:lnTo>
                    <a:pt x="407" y="298"/>
                  </a:lnTo>
                  <a:lnTo>
                    <a:pt x="397" y="305"/>
                  </a:lnTo>
                  <a:lnTo>
                    <a:pt x="364" y="271"/>
                  </a:lnTo>
                  <a:lnTo>
                    <a:pt x="372" y="239"/>
                  </a:lnTo>
                  <a:lnTo>
                    <a:pt x="364" y="222"/>
                  </a:lnTo>
                  <a:lnTo>
                    <a:pt x="354" y="228"/>
                  </a:lnTo>
                  <a:lnTo>
                    <a:pt x="355" y="246"/>
                  </a:lnTo>
                  <a:lnTo>
                    <a:pt x="344" y="222"/>
                  </a:lnTo>
                  <a:lnTo>
                    <a:pt x="345" y="164"/>
                  </a:lnTo>
                  <a:lnTo>
                    <a:pt x="325" y="130"/>
                  </a:lnTo>
                  <a:lnTo>
                    <a:pt x="272" y="102"/>
                  </a:lnTo>
                  <a:lnTo>
                    <a:pt x="246" y="70"/>
                  </a:lnTo>
                  <a:lnTo>
                    <a:pt x="216" y="67"/>
                  </a:lnTo>
                  <a:lnTo>
                    <a:pt x="204" y="87"/>
                  </a:lnTo>
                  <a:lnTo>
                    <a:pt x="161" y="101"/>
                  </a:lnTo>
                  <a:lnTo>
                    <a:pt x="135" y="87"/>
                  </a:lnTo>
                  <a:lnTo>
                    <a:pt x="122" y="65"/>
                  </a:lnTo>
                  <a:lnTo>
                    <a:pt x="40" y="84"/>
                  </a:lnTo>
                  <a:lnTo>
                    <a:pt x="23" y="69"/>
                  </a:lnTo>
                  <a:lnTo>
                    <a:pt x="4" y="85"/>
                  </a:lnTo>
                  <a:lnTo>
                    <a:pt x="0" y="39"/>
                  </a:lnTo>
                  <a:close/>
                </a:path>
              </a:pathLst>
            </a:custGeom>
            <a:grpFill/>
            <a:ln w="6350">
              <a:solidFill>
                <a:schemeClr val="bg1"/>
              </a:solidFill>
              <a:round/>
              <a:headEnd/>
              <a:tailEnd/>
            </a:ln>
          </p:spPr>
          <p:txBody>
            <a:bodyPr/>
            <a:lstStyle/>
            <a:p>
              <a:pPr>
                <a:defRPr/>
              </a:pPr>
              <a:endParaRPr lang="en-GB"/>
            </a:p>
          </p:txBody>
        </p:sp>
        <p:sp>
          <p:nvSpPr>
            <p:cNvPr id="26" name="Freeform 23">
              <a:extLst>
                <a:ext uri="{FF2B5EF4-FFF2-40B4-BE49-F238E27FC236}">
                  <a16:creationId xmlns:a16="http://schemas.microsoft.com/office/drawing/2014/main" id="{72F953FE-3F68-4F3A-B005-4D0BBC04CB84}"/>
                </a:ext>
              </a:extLst>
            </p:cNvPr>
            <p:cNvSpPr>
              <a:spLocks/>
            </p:cNvSpPr>
            <p:nvPr/>
          </p:nvSpPr>
          <p:spPr bwMode="auto">
            <a:xfrm>
              <a:off x="6696324" y="3260725"/>
              <a:ext cx="529666" cy="549275"/>
            </a:xfrm>
            <a:custGeom>
              <a:avLst/>
              <a:gdLst>
                <a:gd name="T0" fmla="*/ 36 w 256"/>
                <a:gd name="T1" fmla="*/ 150 h 288"/>
                <a:gd name="T2" fmla="*/ 10 w 256"/>
                <a:gd name="T3" fmla="*/ 144 h 288"/>
                <a:gd name="T4" fmla="*/ 0 w 256"/>
                <a:gd name="T5" fmla="*/ 190 h 288"/>
                <a:gd name="T6" fmla="*/ 10 w 256"/>
                <a:gd name="T7" fmla="*/ 239 h 288"/>
                <a:gd name="T8" fmla="*/ 60 w 256"/>
                <a:gd name="T9" fmla="*/ 271 h 288"/>
                <a:gd name="T10" fmla="*/ 72 w 256"/>
                <a:gd name="T11" fmla="*/ 288 h 288"/>
                <a:gd name="T12" fmla="*/ 138 w 256"/>
                <a:gd name="T13" fmla="*/ 271 h 288"/>
                <a:gd name="T14" fmla="*/ 215 w 256"/>
                <a:gd name="T15" fmla="*/ 233 h 288"/>
                <a:gd name="T16" fmla="*/ 238 w 256"/>
                <a:gd name="T17" fmla="*/ 148 h 288"/>
                <a:gd name="T18" fmla="*/ 288 w 256"/>
                <a:gd name="T19" fmla="*/ 126 h 288"/>
                <a:gd name="T20" fmla="*/ 316 w 256"/>
                <a:gd name="T21" fmla="*/ 74 h 288"/>
                <a:gd name="T22" fmla="*/ 356 w 256"/>
                <a:gd name="T23" fmla="*/ 60 h 288"/>
                <a:gd name="T24" fmla="*/ 303 w 256"/>
                <a:gd name="T25" fmla="*/ 53 h 288"/>
                <a:gd name="T26" fmla="*/ 214 w 256"/>
                <a:gd name="T27" fmla="*/ 90 h 288"/>
                <a:gd name="T28" fmla="*/ 200 w 256"/>
                <a:gd name="T29" fmla="*/ 54 h 288"/>
                <a:gd name="T30" fmla="*/ 123 w 256"/>
                <a:gd name="T31" fmla="*/ 57 h 288"/>
                <a:gd name="T32" fmla="*/ 104 w 256"/>
                <a:gd name="T33" fmla="*/ 0 h 288"/>
                <a:gd name="T34" fmla="*/ 85 w 256"/>
                <a:gd name="T35" fmla="*/ 15 h 288"/>
                <a:gd name="T36" fmla="*/ 91 w 256"/>
                <a:gd name="T37" fmla="*/ 97 h 288"/>
                <a:gd name="T38" fmla="*/ 55 w 256"/>
                <a:gd name="T39" fmla="*/ 104 h 288"/>
                <a:gd name="T40" fmla="*/ 36 w 256"/>
                <a:gd name="T41" fmla="*/ 150 h 2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6"/>
                <a:gd name="T64" fmla="*/ 0 h 288"/>
                <a:gd name="T65" fmla="*/ 256 w 256"/>
                <a:gd name="T66" fmla="*/ 288 h 2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6" h="288">
                  <a:moveTo>
                    <a:pt x="26" y="150"/>
                  </a:moveTo>
                  <a:lnTo>
                    <a:pt x="6" y="144"/>
                  </a:lnTo>
                  <a:lnTo>
                    <a:pt x="0" y="190"/>
                  </a:lnTo>
                  <a:lnTo>
                    <a:pt x="6" y="239"/>
                  </a:lnTo>
                  <a:lnTo>
                    <a:pt x="43" y="271"/>
                  </a:lnTo>
                  <a:lnTo>
                    <a:pt x="52" y="288"/>
                  </a:lnTo>
                  <a:lnTo>
                    <a:pt x="99" y="271"/>
                  </a:lnTo>
                  <a:lnTo>
                    <a:pt x="155" y="233"/>
                  </a:lnTo>
                  <a:lnTo>
                    <a:pt x="171" y="148"/>
                  </a:lnTo>
                  <a:lnTo>
                    <a:pt x="207" y="126"/>
                  </a:lnTo>
                  <a:lnTo>
                    <a:pt x="227" y="74"/>
                  </a:lnTo>
                  <a:lnTo>
                    <a:pt x="256" y="60"/>
                  </a:lnTo>
                  <a:lnTo>
                    <a:pt x="218" y="53"/>
                  </a:lnTo>
                  <a:lnTo>
                    <a:pt x="154" y="90"/>
                  </a:lnTo>
                  <a:lnTo>
                    <a:pt x="144" y="54"/>
                  </a:lnTo>
                  <a:lnTo>
                    <a:pt x="88" y="57"/>
                  </a:lnTo>
                  <a:lnTo>
                    <a:pt x="75" y="0"/>
                  </a:lnTo>
                  <a:lnTo>
                    <a:pt x="61" y="15"/>
                  </a:lnTo>
                  <a:lnTo>
                    <a:pt x="65" y="97"/>
                  </a:lnTo>
                  <a:lnTo>
                    <a:pt x="40" y="104"/>
                  </a:lnTo>
                  <a:lnTo>
                    <a:pt x="26" y="150"/>
                  </a:lnTo>
                  <a:close/>
                </a:path>
              </a:pathLst>
            </a:custGeom>
            <a:grpFill/>
            <a:ln w="6350">
              <a:solidFill>
                <a:schemeClr val="bg1"/>
              </a:solidFill>
              <a:round/>
              <a:headEnd/>
              <a:tailEnd/>
            </a:ln>
          </p:spPr>
          <p:txBody>
            <a:bodyPr/>
            <a:lstStyle/>
            <a:p>
              <a:pPr>
                <a:defRPr/>
              </a:pPr>
              <a:endParaRPr lang="en-GB"/>
            </a:p>
          </p:txBody>
        </p:sp>
        <p:sp>
          <p:nvSpPr>
            <p:cNvPr id="27" name="Freeform 24">
              <a:extLst>
                <a:ext uri="{FF2B5EF4-FFF2-40B4-BE49-F238E27FC236}">
                  <a16:creationId xmlns:a16="http://schemas.microsoft.com/office/drawing/2014/main" id="{6EF5E097-F6CA-4844-BDD5-32B172EB9610}"/>
                </a:ext>
              </a:extLst>
            </p:cNvPr>
            <p:cNvSpPr>
              <a:spLocks/>
            </p:cNvSpPr>
            <p:nvPr/>
          </p:nvSpPr>
          <p:spPr bwMode="auto">
            <a:xfrm>
              <a:off x="7492543" y="2346325"/>
              <a:ext cx="208082" cy="384175"/>
            </a:xfrm>
            <a:custGeom>
              <a:avLst/>
              <a:gdLst>
                <a:gd name="T0" fmla="*/ 0 w 101"/>
                <a:gd name="T1" fmla="*/ 21 h 202"/>
                <a:gd name="T2" fmla="*/ 100 w 101"/>
                <a:gd name="T3" fmla="*/ 0 h 202"/>
                <a:gd name="T4" fmla="*/ 137 w 101"/>
                <a:gd name="T5" fmla="*/ 55 h 202"/>
                <a:gd name="T6" fmla="*/ 118 w 101"/>
                <a:gd name="T7" fmla="*/ 70 h 202"/>
                <a:gd name="T8" fmla="*/ 126 w 101"/>
                <a:gd name="T9" fmla="*/ 192 h 202"/>
                <a:gd name="T10" fmla="*/ 68 w 101"/>
                <a:gd name="T11" fmla="*/ 202 h 202"/>
                <a:gd name="T12" fmla="*/ 39 w 101"/>
                <a:gd name="T13" fmla="*/ 152 h 202"/>
                <a:gd name="T14" fmla="*/ 38 w 101"/>
                <a:gd name="T15" fmla="*/ 92 h 202"/>
                <a:gd name="T16" fmla="*/ 13 w 101"/>
                <a:gd name="T17" fmla="*/ 74 h 202"/>
                <a:gd name="T18" fmla="*/ 0 w 101"/>
                <a:gd name="T19" fmla="*/ 21 h 2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
                <a:gd name="T31" fmla="*/ 0 h 202"/>
                <a:gd name="T32" fmla="*/ 101 w 101"/>
                <a:gd name="T33" fmla="*/ 202 h 2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 h="202">
                  <a:moveTo>
                    <a:pt x="0" y="21"/>
                  </a:moveTo>
                  <a:lnTo>
                    <a:pt x="74" y="0"/>
                  </a:lnTo>
                  <a:lnTo>
                    <a:pt x="101" y="55"/>
                  </a:lnTo>
                  <a:lnTo>
                    <a:pt x="87" y="70"/>
                  </a:lnTo>
                  <a:lnTo>
                    <a:pt x="93" y="192"/>
                  </a:lnTo>
                  <a:lnTo>
                    <a:pt x="50" y="202"/>
                  </a:lnTo>
                  <a:lnTo>
                    <a:pt x="29" y="152"/>
                  </a:lnTo>
                  <a:lnTo>
                    <a:pt x="28" y="92"/>
                  </a:lnTo>
                  <a:lnTo>
                    <a:pt x="9" y="74"/>
                  </a:lnTo>
                  <a:lnTo>
                    <a:pt x="0" y="21"/>
                  </a:lnTo>
                  <a:close/>
                </a:path>
              </a:pathLst>
            </a:custGeom>
            <a:grpFill/>
            <a:ln w="6350">
              <a:solidFill>
                <a:schemeClr val="bg1"/>
              </a:solidFill>
              <a:round/>
              <a:headEnd/>
              <a:tailEnd/>
            </a:ln>
          </p:spPr>
          <p:txBody>
            <a:bodyPr/>
            <a:lstStyle/>
            <a:p>
              <a:pPr>
                <a:defRPr/>
              </a:pPr>
              <a:endParaRPr lang="en-GB"/>
            </a:p>
          </p:txBody>
        </p:sp>
        <p:sp>
          <p:nvSpPr>
            <p:cNvPr id="28" name="Freeform 25">
              <a:extLst>
                <a:ext uri="{FF2B5EF4-FFF2-40B4-BE49-F238E27FC236}">
                  <a16:creationId xmlns:a16="http://schemas.microsoft.com/office/drawing/2014/main" id="{D2A0A74E-91D7-4D20-86F1-DD0D42739559}"/>
                </a:ext>
              </a:extLst>
            </p:cNvPr>
            <p:cNvSpPr>
              <a:spLocks/>
            </p:cNvSpPr>
            <p:nvPr/>
          </p:nvSpPr>
          <p:spPr bwMode="auto">
            <a:xfrm>
              <a:off x="7592286" y="2647950"/>
              <a:ext cx="445400" cy="201613"/>
            </a:xfrm>
            <a:custGeom>
              <a:avLst/>
              <a:gdLst>
                <a:gd name="T0" fmla="*/ 0 w 216"/>
                <a:gd name="T1" fmla="*/ 42 h 106"/>
                <a:gd name="T2" fmla="*/ 152 w 216"/>
                <a:gd name="T3" fmla="*/ 13 h 106"/>
                <a:gd name="T4" fmla="*/ 169 w 216"/>
                <a:gd name="T5" fmla="*/ 14 h 106"/>
                <a:gd name="T6" fmla="*/ 187 w 216"/>
                <a:gd name="T7" fmla="*/ 0 h 106"/>
                <a:gd name="T8" fmla="*/ 203 w 216"/>
                <a:gd name="T9" fmla="*/ 7 h 106"/>
                <a:gd name="T10" fmla="*/ 184 w 216"/>
                <a:gd name="T11" fmla="*/ 37 h 106"/>
                <a:gd name="T12" fmla="*/ 216 w 216"/>
                <a:gd name="T13" fmla="*/ 35 h 106"/>
                <a:gd name="T14" fmla="*/ 234 w 216"/>
                <a:gd name="T15" fmla="*/ 59 h 106"/>
                <a:gd name="T16" fmla="*/ 257 w 216"/>
                <a:gd name="T17" fmla="*/ 61 h 106"/>
                <a:gd name="T18" fmla="*/ 271 w 216"/>
                <a:gd name="T19" fmla="*/ 57 h 106"/>
                <a:gd name="T20" fmla="*/ 271 w 216"/>
                <a:gd name="T21" fmla="*/ 44 h 106"/>
                <a:gd name="T22" fmla="*/ 245 w 216"/>
                <a:gd name="T23" fmla="*/ 28 h 106"/>
                <a:gd name="T24" fmla="*/ 264 w 216"/>
                <a:gd name="T25" fmla="*/ 27 h 106"/>
                <a:gd name="T26" fmla="*/ 297 w 216"/>
                <a:gd name="T27" fmla="*/ 62 h 106"/>
                <a:gd name="T28" fmla="*/ 265 w 216"/>
                <a:gd name="T29" fmla="*/ 83 h 106"/>
                <a:gd name="T30" fmla="*/ 230 w 216"/>
                <a:gd name="T31" fmla="*/ 73 h 106"/>
                <a:gd name="T32" fmla="*/ 209 w 216"/>
                <a:gd name="T33" fmla="*/ 98 h 106"/>
                <a:gd name="T34" fmla="*/ 164 w 216"/>
                <a:gd name="T35" fmla="*/ 73 h 106"/>
                <a:gd name="T36" fmla="*/ 13 w 216"/>
                <a:gd name="T37" fmla="*/ 106 h 106"/>
                <a:gd name="T38" fmla="*/ 0 w 216"/>
                <a:gd name="T39" fmla="*/ 42 h 10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6"/>
                <a:gd name="T61" fmla="*/ 0 h 106"/>
                <a:gd name="T62" fmla="*/ 216 w 216"/>
                <a:gd name="T63" fmla="*/ 106 h 10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6" h="106">
                  <a:moveTo>
                    <a:pt x="0" y="42"/>
                  </a:moveTo>
                  <a:lnTo>
                    <a:pt x="110" y="13"/>
                  </a:lnTo>
                  <a:lnTo>
                    <a:pt x="123" y="14"/>
                  </a:lnTo>
                  <a:lnTo>
                    <a:pt x="137" y="0"/>
                  </a:lnTo>
                  <a:lnTo>
                    <a:pt x="148" y="7"/>
                  </a:lnTo>
                  <a:lnTo>
                    <a:pt x="134" y="37"/>
                  </a:lnTo>
                  <a:lnTo>
                    <a:pt x="157" y="35"/>
                  </a:lnTo>
                  <a:lnTo>
                    <a:pt x="170" y="59"/>
                  </a:lnTo>
                  <a:lnTo>
                    <a:pt x="186" y="61"/>
                  </a:lnTo>
                  <a:lnTo>
                    <a:pt x="197" y="57"/>
                  </a:lnTo>
                  <a:lnTo>
                    <a:pt x="197" y="44"/>
                  </a:lnTo>
                  <a:lnTo>
                    <a:pt x="178" y="28"/>
                  </a:lnTo>
                  <a:lnTo>
                    <a:pt x="192" y="27"/>
                  </a:lnTo>
                  <a:lnTo>
                    <a:pt x="216" y="62"/>
                  </a:lnTo>
                  <a:lnTo>
                    <a:pt x="193" y="83"/>
                  </a:lnTo>
                  <a:lnTo>
                    <a:pt x="167" y="73"/>
                  </a:lnTo>
                  <a:lnTo>
                    <a:pt x="151" y="98"/>
                  </a:lnTo>
                  <a:lnTo>
                    <a:pt x="118" y="73"/>
                  </a:lnTo>
                  <a:lnTo>
                    <a:pt x="9" y="106"/>
                  </a:lnTo>
                  <a:lnTo>
                    <a:pt x="0" y="42"/>
                  </a:lnTo>
                  <a:close/>
                </a:path>
              </a:pathLst>
            </a:custGeom>
            <a:grpFill/>
            <a:ln w="6350">
              <a:solidFill>
                <a:schemeClr val="bg1"/>
              </a:solidFill>
              <a:round/>
              <a:headEnd/>
              <a:tailEnd/>
            </a:ln>
          </p:spPr>
          <p:txBody>
            <a:bodyPr/>
            <a:lstStyle/>
            <a:p>
              <a:pPr>
                <a:defRPr/>
              </a:pPr>
              <a:endParaRPr lang="en-GB"/>
            </a:p>
          </p:txBody>
        </p:sp>
        <p:sp>
          <p:nvSpPr>
            <p:cNvPr id="29" name="Freeform 26">
              <a:extLst>
                <a:ext uri="{FF2B5EF4-FFF2-40B4-BE49-F238E27FC236}">
                  <a16:creationId xmlns:a16="http://schemas.microsoft.com/office/drawing/2014/main" id="{9E18E62C-FFEE-40EB-ACBE-CD85B312D722}"/>
                </a:ext>
              </a:extLst>
            </p:cNvPr>
            <p:cNvSpPr>
              <a:spLocks/>
            </p:cNvSpPr>
            <p:nvPr/>
          </p:nvSpPr>
          <p:spPr bwMode="auto">
            <a:xfrm>
              <a:off x="7643876" y="2271713"/>
              <a:ext cx="245916" cy="434975"/>
            </a:xfrm>
            <a:custGeom>
              <a:avLst/>
              <a:gdLst>
                <a:gd name="T0" fmla="*/ 34 w 119"/>
                <a:gd name="T1" fmla="*/ 0 h 228"/>
                <a:gd name="T2" fmla="*/ 0 w 119"/>
                <a:gd name="T3" fmla="*/ 40 h 228"/>
                <a:gd name="T4" fmla="*/ 37 w 119"/>
                <a:gd name="T5" fmla="*/ 93 h 228"/>
                <a:gd name="T6" fmla="*/ 15 w 119"/>
                <a:gd name="T7" fmla="*/ 107 h 228"/>
                <a:gd name="T8" fmla="*/ 24 w 119"/>
                <a:gd name="T9" fmla="*/ 228 h 228"/>
                <a:gd name="T10" fmla="*/ 116 w 119"/>
                <a:gd name="T11" fmla="*/ 211 h 228"/>
                <a:gd name="T12" fmla="*/ 141 w 119"/>
                <a:gd name="T13" fmla="*/ 211 h 228"/>
                <a:gd name="T14" fmla="*/ 154 w 119"/>
                <a:gd name="T15" fmla="*/ 198 h 228"/>
                <a:gd name="T16" fmla="*/ 154 w 119"/>
                <a:gd name="T17" fmla="*/ 176 h 228"/>
                <a:gd name="T18" fmla="*/ 165 w 119"/>
                <a:gd name="T19" fmla="*/ 161 h 228"/>
                <a:gd name="T20" fmla="*/ 113 w 119"/>
                <a:gd name="T21" fmla="*/ 144 h 228"/>
                <a:gd name="T22" fmla="*/ 47 w 119"/>
                <a:gd name="T23" fmla="*/ 11 h 228"/>
                <a:gd name="T24" fmla="*/ 34 w 119"/>
                <a:gd name="T25" fmla="*/ 0 h 2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9"/>
                <a:gd name="T40" fmla="*/ 0 h 228"/>
                <a:gd name="T41" fmla="*/ 119 w 119"/>
                <a:gd name="T42" fmla="*/ 228 h 2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9" h="228">
                  <a:moveTo>
                    <a:pt x="25" y="0"/>
                  </a:moveTo>
                  <a:lnTo>
                    <a:pt x="0" y="40"/>
                  </a:lnTo>
                  <a:lnTo>
                    <a:pt x="27" y="93"/>
                  </a:lnTo>
                  <a:lnTo>
                    <a:pt x="11" y="107"/>
                  </a:lnTo>
                  <a:lnTo>
                    <a:pt x="17" y="228"/>
                  </a:lnTo>
                  <a:lnTo>
                    <a:pt x="84" y="211"/>
                  </a:lnTo>
                  <a:lnTo>
                    <a:pt x="102" y="211"/>
                  </a:lnTo>
                  <a:lnTo>
                    <a:pt x="112" y="198"/>
                  </a:lnTo>
                  <a:lnTo>
                    <a:pt x="112" y="176"/>
                  </a:lnTo>
                  <a:lnTo>
                    <a:pt x="119" y="161"/>
                  </a:lnTo>
                  <a:lnTo>
                    <a:pt x="82" y="144"/>
                  </a:lnTo>
                  <a:lnTo>
                    <a:pt x="34" y="11"/>
                  </a:lnTo>
                  <a:lnTo>
                    <a:pt x="25" y="0"/>
                  </a:lnTo>
                  <a:close/>
                </a:path>
              </a:pathLst>
            </a:custGeom>
            <a:grpFill/>
            <a:ln w="6350">
              <a:solidFill>
                <a:schemeClr val="bg1"/>
              </a:solidFill>
              <a:round/>
              <a:headEnd/>
              <a:tailEnd/>
            </a:ln>
          </p:spPr>
          <p:txBody>
            <a:bodyPr/>
            <a:lstStyle/>
            <a:p>
              <a:pPr>
                <a:defRPr/>
              </a:pPr>
              <a:endParaRPr lang="en-GB"/>
            </a:p>
          </p:txBody>
        </p:sp>
        <p:grpSp>
          <p:nvGrpSpPr>
            <p:cNvPr id="30" name="Group 29">
              <a:extLst>
                <a:ext uri="{FF2B5EF4-FFF2-40B4-BE49-F238E27FC236}">
                  <a16:creationId xmlns:a16="http://schemas.microsoft.com/office/drawing/2014/main" id="{1366E7EF-7CDE-4DE0-9260-74B249B9B079}"/>
                </a:ext>
              </a:extLst>
            </p:cNvPr>
            <p:cNvGrpSpPr>
              <a:grpSpLocks/>
            </p:cNvGrpSpPr>
            <p:nvPr/>
          </p:nvGrpSpPr>
          <p:grpSpPr bwMode="auto">
            <a:xfrm>
              <a:off x="2199628" y="2176832"/>
              <a:ext cx="5701793" cy="2675059"/>
              <a:chOff x="1657" y="1277"/>
              <a:chExt cx="2764" cy="1404"/>
            </a:xfrm>
            <a:grpFill/>
          </p:grpSpPr>
          <p:sp>
            <p:nvSpPr>
              <p:cNvPr id="44" name="Freeform 28">
                <a:extLst>
                  <a:ext uri="{FF2B5EF4-FFF2-40B4-BE49-F238E27FC236}">
                    <a16:creationId xmlns:a16="http://schemas.microsoft.com/office/drawing/2014/main" id="{9D75BDA7-5A83-4C19-93E2-4E7BD2AF1023}"/>
                  </a:ext>
                </a:extLst>
              </p:cNvPr>
              <p:cNvSpPr>
                <a:spLocks/>
              </p:cNvSpPr>
              <p:nvPr/>
            </p:nvSpPr>
            <p:spPr bwMode="auto">
              <a:xfrm>
                <a:off x="1657" y="1722"/>
                <a:ext cx="388" cy="629"/>
              </a:xfrm>
              <a:custGeom>
                <a:avLst/>
                <a:gdLst>
                  <a:gd name="T0" fmla="*/ 50 w 388"/>
                  <a:gd name="T1" fmla="*/ 0 h 629"/>
                  <a:gd name="T2" fmla="*/ 0 w 388"/>
                  <a:gd name="T3" fmla="*/ 250 h 629"/>
                  <a:gd name="T4" fmla="*/ 264 w 388"/>
                  <a:gd name="T5" fmla="*/ 629 h 629"/>
                  <a:gd name="T6" fmla="*/ 281 w 388"/>
                  <a:gd name="T7" fmla="*/ 613 h 629"/>
                  <a:gd name="T8" fmla="*/ 279 w 388"/>
                  <a:gd name="T9" fmla="*/ 538 h 629"/>
                  <a:gd name="T10" fmla="*/ 312 w 388"/>
                  <a:gd name="T11" fmla="*/ 544 h 629"/>
                  <a:gd name="T12" fmla="*/ 346 w 388"/>
                  <a:gd name="T13" fmla="*/ 313 h 629"/>
                  <a:gd name="T14" fmla="*/ 369 w 388"/>
                  <a:gd name="T15" fmla="*/ 157 h 629"/>
                  <a:gd name="T16" fmla="*/ 376 w 388"/>
                  <a:gd name="T17" fmla="*/ 110 h 629"/>
                  <a:gd name="T18" fmla="*/ 388 w 388"/>
                  <a:gd name="T19" fmla="*/ 67 h 629"/>
                  <a:gd name="T20" fmla="*/ 214 w 388"/>
                  <a:gd name="T21" fmla="*/ 38 h 629"/>
                  <a:gd name="T22" fmla="*/ 50 w 388"/>
                  <a:gd name="T23" fmla="*/ 0 h 6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8"/>
                  <a:gd name="T37" fmla="*/ 0 h 629"/>
                  <a:gd name="T38" fmla="*/ 388 w 388"/>
                  <a:gd name="T39" fmla="*/ 629 h 6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8" h="629">
                    <a:moveTo>
                      <a:pt x="50" y="0"/>
                    </a:moveTo>
                    <a:lnTo>
                      <a:pt x="0" y="250"/>
                    </a:lnTo>
                    <a:lnTo>
                      <a:pt x="264" y="629"/>
                    </a:lnTo>
                    <a:lnTo>
                      <a:pt x="281" y="613"/>
                    </a:lnTo>
                    <a:lnTo>
                      <a:pt x="279" y="538"/>
                    </a:lnTo>
                    <a:lnTo>
                      <a:pt x="312" y="544"/>
                    </a:lnTo>
                    <a:lnTo>
                      <a:pt x="346" y="313"/>
                    </a:lnTo>
                    <a:lnTo>
                      <a:pt x="369" y="157"/>
                    </a:lnTo>
                    <a:lnTo>
                      <a:pt x="376" y="110"/>
                    </a:lnTo>
                    <a:lnTo>
                      <a:pt x="388" y="67"/>
                    </a:lnTo>
                    <a:lnTo>
                      <a:pt x="214" y="38"/>
                    </a:lnTo>
                    <a:lnTo>
                      <a:pt x="50" y="0"/>
                    </a:lnTo>
                    <a:close/>
                  </a:path>
                </a:pathLst>
              </a:custGeom>
              <a:grpFill/>
              <a:ln w="6350">
                <a:solidFill>
                  <a:schemeClr val="bg1"/>
                </a:solidFill>
                <a:round/>
                <a:headEnd/>
                <a:tailEnd/>
              </a:ln>
            </p:spPr>
            <p:txBody>
              <a:bodyPr/>
              <a:lstStyle/>
              <a:p>
                <a:pPr>
                  <a:defRPr/>
                </a:pPr>
                <a:endParaRPr lang="en-GB"/>
              </a:p>
            </p:txBody>
          </p:sp>
          <p:sp>
            <p:nvSpPr>
              <p:cNvPr id="45" name="Freeform 29">
                <a:extLst>
                  <a:ext uri="{FF2B5EF4-FFF2-40B4-BE49-F238E27FC236}">
                    <a16:creationId xmlns:a16="http://schemas.microsoft.com/office/drawing/2014/main" id="{053F844D-2F18-408E-8245-95FB5369ABB5}"/>
                  </a:ext>
                </a:extLst>
              </p:cNvPr>
              <p:cNvSpPr>
                <a:spLocks/>
              </p:cNvSpPr>
              <p:nvPr/>
            </p:nvSpPr>
            <p:spPr bwMode="auto">
              <a:xfrm>
                <a:off x="1978" y="1791"/>
                <a:ext cx="324" cy="449"/>
              </a:xfrm>
              <a:custGeom>
                <a:avLst/>
                <a:gdLst>
                  <a:gd name="T0" fmla="*/ 60 w 324"/>
                  <a:gd name="T1" fmla="*/ 0 h 449"/>
                  <a:gd name="T2" fmla="*/ 219 w 324"/>
                  <a:gd name="T3" fmla="*/ 23 h 449"/>
                  <a:gd name="T4" fmla="*/ 208 w 324"/>
                  <a:gd name="T5" fmla="*/ 109 h 449"/>
                  <a:gd name="T6" fmla="*/ 324 w 324"/>
                  <a:gd name="T7" fmla="*/ 121 h 449"/>
                  <a:gd name="T8" fmla="*/ 292 w 324"/>
                  <a:gd name="T9" fmla="*/ 449 h 449"/>
                  <a:gd name="T10" fmla="*/ 0 w 324"/>
                  <a:gd name="T11" fmla="*/ 415 h 449"/>
                  <a:gd name="T12" fmla="*/ 30 w 324"/>
                  <a:gd name="T13" fmla="*/ 205 h 449"/>
                  <a:gd name="T14" fmla="*/ 60 w 324"/>
                  <a:gd name="T15" fmla="*/ 0 h 449"/>
                  <a:gd name="T16" fmla="*/ 0 60000 65536"/>
                  <a:gd name="T17" fmla="*/ 0 60000 65536"/>
                  <a:gd name="T18" fmla="*/ 0 60000 65536"/>
                  <a:gd name="T19" fmla="*/ 0 60000 65536"/>
                  <a:gd name="T20" fmla="*/ 0 60000 65536"/>
                  <a:gd name="T21" fmla="*/ 0 60000 65536"/>
                  <a:gd name="T22" fmla="*/ 0 60000 65536"/>
                  <a:gd name="T23" fmla="*/ 0 60000 65536"/>
                  <a:gd name="T24" fmla="*/ 0 w 324"/>
                  <a:gd name="T25" fmla="*/ 0 h 449"/>
                  <a:gd name="T26" fmla="*/ 324 w 324"/>
                  <a:gd name="T27" fmla="*/ 449 h 4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4" h="449">
                    <a:moveTo>
                      <a:pt x="60" y="0"/>
                    </a:moveTo>
                    <a:lnTo>
                      <a:pt x="219" y="23"/>
                    </a:lnTo>
                    <a:lnTo>
                      <a:pt x="208" y="109"/>
                    </a:lnTo>
                    <a:lnTo>
                      <a:pt x="324" y="121"/>
                    </a:lnTo>
                    <a:lnTo>
                      <a:pt x="292" y="449"/>
                    </a:lnTo>
                    <a:lnTo>
                      <a:pt x="0" y="415"/>
                    </a:lnTo>
                    <a:lnTo>
                      <a:pt x="30" y="205"/>
                    </a:lnTo>
                    <a:lnTo>
                      <a:pt x="60" y="0"/>
                    </a:lnTo>
                    <a:close/>
                  </a:path>
                </a:pathLst>
              </a:custGeom>
              <a:grpFill/>
              <a:ln w="6350">
                <a:solidFill>
                  <a:schemeClr val="bg1"/>
                </a:solidFill>
                <a:round/>
                <a:headEnd/>
                <a:tailEnd/>
              </a:ln>
            </p:spPr>
            <p:txBody>
              <a:bodyPr/>
              <a:lstStyle/>
              <a:p>
                <a:pPr>
                  <a:defRPr/>
                </a:pPr>
                <a:endParaRPr lang="en-GB"/>
              </a:p>
            </p:txBody>
          </p:sp>
          <p:sp>
            <p:nvSpPr>
              <p:cNvPr id="46" name="Freeform 30">
                <a:extLst>
                  <a:ext uri="{FF2B5EF4-FFF2-40B4-BE49-F238E27FC236}">
                    <a16:creationId xmlns:a16="http://schemas.microsoft.com/office/drawing/2014/main" id="{52FC6EAD-0A95-4201-B288-8BB043319274}"/>
                  </a:ext>
                </a:extLst>
              </p:cNvPr>
              <p:cNvSpPr>
                <a:spLocks/>
              </p:cNvSpPr>
              <p:nvPr/>
            </p:nvSpPr>
            <p:spPr bwMode="auto">
              <a:xfrm>
                <a:off x="2183" y="1571"/>
                <a:ext cx="415" cy="365"/>
              </a:xfrm>
              <a:custGeom>
                <a:avLst/>
                <a:gdLst>
                  <a:gd name="T0" fmla="*/ 40 w 415"/>
                  <a:gd name="T1" fmla="*/ 0 h 365"/>
                  <a:gd name="T2" fmla="*/ 25 w 415"/>
                  <a:gd name="T3" fmla="*/ 136 h 365"/>
                  <a:gd name="T4" fmla="*/ 0 w 415"/>
                  <a:gd name="T5" fmla="*/ 331 h 365"/>
                  <a:gd name="T6" fmla="*/ 120 w 415"/>
                  <a:gd name="T7" fmla="*/ 342 h 365"/>
                  <a:gd name="T8" fmla="*/ 401 w 415"/>
                  <a:gd name="T9" fmla="*/ 365 h 365"/>
                  <a:gd name="T10" fmla="*/ 415 w 415"/>
                  <a:gd name="T11" fmla="*/ 37 h 365"/>
                  <a:gd name="T12" fmla="*/ 40 w 415"/>
                  <a:gd name="T13" fmla="*/ 0 h 365"/>
                  <a:gd name="T14" fmla="*/ 0 60000 65536"/>
                  <a:gd name="T15" fmla="*/ 0 60000 65536"/>
                  <a:gd name="T16" fmla="*/ 0 60000 65536"/>
                  <a:gd name="T17" fmla="*/ 0 60000 65536"/>
                  <a:gd name="T18" fmla="*/ 0 60000 65536"/>
                  <a:gd name="T19" fmla="*/ 0 60000 65536"/>
                  <a:gd name="T20" fmla="*/ 0 60000 65536"/>
                  <a:gd name="T21" fmla="*/ 0 w 415"/>
                  <a:gd name="T22" fmla="*/ 0 h 365"/>
                  <a:gd name="T23" fmla="*/ 415 w 415"/>
                  <a:gd name="T24" fmla="*/ 365 h 3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5" h="365">
                    <a:moveTo>
                      <a:pt x="40" y="0"/>
                    </a:moveTo>
                    <a:lnTo>
                      <a:pt x="25" y="136"/>
                    </a:lnTo>
                    <a:lnTo>
                      <a:pt x="0" y="331"/>
                    </a:lnTo>
                    <a:lnTo>
                      <a:pt x="120" y="342"/>
                    </a:lnTo>
                    <a:lnTo>
                      <a:pt x="401" y="365"/>
                    </a:lnTo>
                    <a:lnTo>
                      <a:pt x="415" y="37"/>
                    </a:lnTo>
                    <a:lnTo>
                      <a:pt x="40" y="0"/>
                    </a:lnTo>
                    <a:close/>
                  </a:path>
                </a:pathLst>
              </a:custGeom>
              <a:grpFill/>
              <a:ln w="6350">
                <a:solidFill>
                  <a:schemeClr val="bg1"/>
                </a:solidFill>
                <a:round/>
                <a:headEnd/>
                <a:tailEnd/>
              </a:ln>
            </p:spPr>
            <p:txBody>
              <a:bodyPr/>
              <a:lstStyle/>
              <a:p>
                <a:pPr>
                  <a:defRPr/>
                </a:pPr>
                <a:endParaRPr lang="en-GB"/>
              </a:p>
            </p:txBody>
          </p:sp>
          <p:sp>
            <p:nvSpPr>
              <p:cNvPr id="47" name="Freeform 31">
                <a:extLst>
                  <a:ext uri="{FF2B5EF4-FFF2-40B4-BE49-F238E27FC236}">
                    <a16:creationId xmlns:a16="http://schemas.microsoft.com/office/drawing/2014/main" id="{2C11F221-F283-4865-9170-ACEA1505BCEA}"/>
                  </a:ext>
                </a:extLst>
              </p:cNvPr>
              <p:cNvSpPr>
                <a:spLocks/>
              </p:cNvSpPr>
              <p:nvPr/>
            </p:nvSpPr>
            <p:spPr bwMode="auto">
              <a:xfrm>
                <a:off x="2267" y="1912"/>
                <a:ext cx="433" cy="347"/>
              </a:xfrm>
              <a:custGeom>
                <a:avLst/>
                <a:gdLst>
                  <a:gd name="T0" fmla="*/ 36 w 433"/>
                  <a:gd name="T1" fmla="*/ 0 h 347"/>
                  <a:gd name="T2" fmla="*/ 14 w 433"/>
                  <a:gd name="T3" fmla="*/ 208 h 347"/>
                  <a:gd name="T4" fmla="*/ 0 w 433"/>
                  <a:gd name="T5" fmla="*/ 328 h 347"/>
                  <a:gd name="T6" fmla="*/ 216 w 433"/>
                  <a:gd name="T7" fmla="*/ 339 h 347"/>
                  <a:gd name="T8" fmla="*/ 423 w 433"/>
                  <a:gd name="T9" fmla="*/ 347 h 347"/>
                  <a:gd name="T10" fmla="*/ 430 w 433"/>
                  <a:gd name="T11" fmla="*/ 184 h 347"/>
                  <a:gd name="T12" fmla="*/ 433 w 433"/>
                  <a:gd name="T13" fmla="*/ 26 h 347"/>
                  <a:gd name="T14" fmla="*/ 315 w 433"/>
                  <a:gd name="T15" fmla="*/ 23 h 347"/>
                  <a:gd name="T16" fmla="*/ 36 w 433"/>
                  <a:gd name="T17" fmla="*/ 0 h 3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3"/>
                  <a:gd name="T28" fmla="*/ 0 h 347"/>
                  <a:gd name="T29" fmla="*/ 433 w 433"/>
                  <a:gd name="T30" fmla="*/ 347 h 3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3" h="347">
                    <a:moveTo>
                      <a:pt x="36" y="0"/>
                    </a:moveTo>
                    <a:lnTo>
                      <a:pt x="14" y="208"/>
                    </a:lnTo>
                    <a:lnTo>
                      <a:pt x="0" y="328"/>
                    </a:lnTo>
                    <a:lnTo>
                      <a:pt x="216" y="339"/>
                    </a:lnTo>
                    <a:lnTo>
                      <a:pt x="423" y="347"/>
                    </a:lnTo>
                    <a:lnTo>
                      <a:pt x="430" y="184"/>
                    </a:lnTo>
                    <a:lnTo>
                      <a:pt x="433" y="26"/>
                    </a:lnTo>
                    <a:lnTo>
                      <a:pt x="315" y="23"/>
                    </a:lnTo>
                    <a:lnTo>
                      <a:pt x="36" y="0"/>
                    </a:lnTo>
                    <a:close/>
                  </a:path>
                </a:pathLst>
              </a:custGeom>
              <a:grpFill/>
              <a:ln w="6350">
                <a:solidFill>
                  <a:schemeClr val="bg1"/>
                </a:solidFill>
                <a:round/>
                <a:headEnd/>
                <a:tailEnd/>
              </a:ln>
            </p:spPr>
            <p:txBody>
              <a:bodyPr/>
              <a:lstStyle/>
              <a:p>
                <a:pPr>
                  <a:defRPr/>
                </a:pPr>
                <a:endParaRPr lang="en-GB"/>
              </a:p>
            </p:txBody>
          </p:sp>
          <p:sp>
            <p:nvSpPr>
              <p:cNvPr id="48" name="Freeform 32">
                <a:extLst>
                  <a:ext uri="{FF2B5EF4-FFF2-40B4-BE49-F238E27FC236}">
                    <a16:creationId xmlns:a16="http://schemas.microsoft.com/office/drawing/2014/main" id="{42B27A1A-562B-46BC-8772-A95246863C5E}"/>
                  </a:ext>
                </a:extLst>
              </p:cNvPr>
              <p:cNvSpPr>
                <a:spLocks/>
              </p:cNvSpPr>
              <p:nvPr/>
            </p:nvSpPr>
            <p:spPr bwMode="auto">
              <a:xfrm>
                <a:off x="1877" y="2203"/>
                <a:ext cx="393" cy="469"/>
              </a:xfrm>
              <a:custGeom>
                <a:avLst/>
                <a:gdLst>
                  <a:gd name="T0" fmla="*/ 100 w 393"/>
                  <a:gd name="T1" fmla="*/ 0 h 469"/>
                  <a:gd name="T2" fmla="*/ 92 w 393"/>
                  <a:gd name="T3" fmla="*/ 61 h 469"/>
                  <a:gd name="T4" fmla="*/ 58 w 393"/>
                  <a:gd name="T5" fmla="*/ 54 h 469"/>
                  <a:gd name="T6" fmla="*/ 61 w 393"/>
                  <a:gd name="T7" fmla="*/ 133 h 469"/>
                  <a:gd name="T8" fmla="*/ 44 w 393"/>
                  <a:gd name="T9" fmla="*/ 148 h 469"/>
                  <a:gd name="T10" fmla="*/ 68 w 393"/>
                  <a:gd name="T11" fmla="*/ 197 h 469"/>
                  <a:gd name="T12" fmla="*/ 44 w 393"/>
                  <a:gd name="T13" fmla="*/ 218 h 469"/>
                  <a:gd name="T14" fmla="*/ 31 w 393"/>
                  <a:gd name="T15" fmla="*/ 253 h 469"/>
                  <a:gd name="T16" fmla="*/ 12 w 393"/>
                  <a:gd name="T17" fmla="*/ 287 h 469"/>
                  <a:gd name="T18" fmla="*/ 26 w 393"/>
                  <a:gd name="T19" fmla="*/ 307 h 469"/>
                  <a:gd name="T20" fmla="*/ 3 w 393"/>
                  <a:gd name="T21" fmla="*/ 315 h 469"/>
                  <a:gd name="T22" fmla="*/ 0 w 393"/>
                  <a:gd name="T23" fmla="*/ 347 h 469"/>
                  <a:gd name="T24" fmla="*/ 221 w 393"/>
                  <a:gd name="T25" fmla="*/ 467 h 469"/>
                  <a:gd name="T26" fmla="*/ 346 w 393"/>
                  <a:gd name="T27" fmla="*/ 469 h 469"/>
                  <a:gd name="T28" fmla="*/ 393 w 393"/>
                  <a:gd name="T29" fmla="*/ 37 h 469"/>
                  <a:gd name="T30" fmla="*/ 100 w 393"/>
                  <a:gd name="T31" fmla="*/ 0 h 4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469"/>
                  <a:gd name="T50" fmla="*/ 393 w 393"/>
                  <a:gd name="T51" fmla="*/ 469 h 46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469">
                    <a:moveTo>
                      <a:pt x="100" y="0"/>
                    </a:moveTo>
                    <a:lnTo>
                      <a:pt x="92" y="61"/>
                    </a:lnTo>
                    <a:lnTo>
                      <a:pt x="58" y="54"/>
                    </a:lnTo>
                    <a:lnTo>
                      <a:pt x="61" y="133"/>
                    </a:lnTo>
                    <a:lnTo>
                      <a:pt x="44" y="148"/>
                    </a:lnTo>
                    <a:lnTo>
                      <a:pt x="68" y="197"/>
                    </a:lnTo>
                    <a:lnTo>
                      <a:pt x="44" y="218"/>
                    </a:lnTo>
                    <a:lnTo>
                      <a:pt x="31" y="253"/>
                    </a:lnTo>
                    <a:lnTo>
                      <a:pt x="12" y="287"/>
                    </a:lnTo>
                    <a:lnTo>
                      <a:pt x="26" y="307"/>
                    </a:lnTo>
                    <a:lnTo>
                      <a:pt x="3" y="315"/>
                    </a:lnTo>
                    <a:lnTo>
                      <a:pt x="0" y="347"/>
                    </a:lnTo>
                    <a:lnTo>
                      <a:pt x="221" y="467"/>
                    </a:lnTo>
                    <a:lnTo>
                      <a:pt x="346" y="469"/>
                    </a:lnTo>
                    <a:lnTo>
                      <a:pt x="393" y="37"/>
                    </a:lnTo>
                    <a:lnTo>
                      <a:pt x="100" y="0"/>
                    </a:lnTo>
                    <a:close/>
                  </a:path>
                </a:pathLst>
              </a:custGeom>
              <a:grpFill/>
              <a:ln w="6350">
                <a:solidFill>
                  <a:schemeClr val="bg1"/>
                </a:solidFill>
                <a:round/>
                <a:headEnd/>
                <a:tailEnd/>
              </a:ln>
            </p:spPr>
            <p:txBody>
              <a:bodyPr/>
              <a:lstStyle/>
              <a:p>
                <a:pPr>
                  <a:defRPr/>
                </a:pPr>
                <a:endParaRPr lang="en-GB"/>
              </a:p>
            </p:txBody>
          </p:sp>
          <p:sp>
            <p:nvSpPr>
              <p:cNvPr id="49" name="Freeform 33">
                <a:extLst>
                  <a:ext uri="{FF2B5EF4-FFF2-40B4-BE49-F238E27FC236}">
                    <a16:creationId xmlns:a16="http://schemas.microsoft.com/office/drawing/2014/main" id="{EDDA9195-68DF-4649-8B41-661F3C03A672}"/>
                  </a:ext>
                </a:extLst>
              </p:cNvPr>
              <p:cNvSpPr>
                <a:spLocks/>
              </p:cNvSpPr>
              <p:nvPr/>
            </p:nvSpPr>
            <p:spPr bwMode="auto">
              <a:xfrm>
                <a:off x="2220" y="2236"/>
                <a:ext cx="417" cy="445"/>
              </a:xfrm>
              <a:custGeom>
                <a:avLst/>
                <a:gdLst>
                  <a:gd name="T0" fmla="*/ 50 w 417"/>
                  <a:gd name="T1" fmla="*/ 0 h 445"/>
                  <a:gd name="T2" fmla="*/ 417 w 417"/>
                  <a:gd name="T3" fmla="*/ 18 h 445"/>
                  <a:gd name="T4" fmla="*/ 399 w 417"/>
                  <a:gd name="T5" fmla="*/ 411 h 445"/>
                  <a:gd name="T6" fmla="*/ 280 w 417"/>
                  <a:gd name="T7" fmla="*/ 403 h 445"/>
                  <a:gd name="T8" fmla="*/ 168 w 417"/>
                  <a:gd name="T9" fmla="*/ 400 h 445"/>
                  <a:gd name="T10" fmla="*/ 168 w 417"/>
                  <a:gd name="T11" fmla="*/ 415 h 445"/>
                  <a:gd name="T12" fmla="*/ 75 w 417"/>
                  <a:gd name="T13" fmla="*/ 415 h 445"/>
                  <a:gd name="T14" fmla="*/ 70 w 417"/>
                  <a:gd name="T15" fmla="*/ 445 h 445"/>
                  <a:gd name="T16" fmla="*/ 0 w 417"/>
                  <a:gd name="T17" fmla="*/ 435 h 445"/>
                  <a:gd name="T18" fmla="*/ 39 w 417"/>
                  <a:gd name="T19" fmla="*/ 102 h 445"/>
                  <a:gd name="T20" fmla="*/ 50 w 417"/>
                  <a:gd name="T21" fmla="*/ 0 h 4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7"/>
                  <a:gd name="T34" fmla="*/ 0 h 445"/>
                  <a:gd name="T35" fmla="*/ 417 w 417"/>
                  <a:gd name="T36" fmla="*/ 445 h 4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7" h="445">
                    <a:moveTo>
                      <a:pt x="50" y="0"/>
                    </a:moveTo>
                    <a:lnTo>
                      <a:pt x="417" y="18"/>
                    </a:lnTo>
                    <a:lnTo>
                      <a:pt x="399" y="411"/>
                    </a:lnTo>
                    <a:lnTo>
                      <a:pt x="280" y="403"/>
                    </a:lnTo>
                    <a:lnTo>
                      <a:pt x="168" y="400"/>
                    </a:lnTo>
                    <a:lnTo>
                      <a:pt x="168" y="415"/>
                    </a:lnTo>
                    <a:lnTo>
                      <a:pt x="75" y="415"/>
                    </a:lnTo>
                    <a:lnTo>
                      <a:pt x="70" y="445"/>
                    </a:lnTo>
                    <a:lnTo>
                      <a:pt x="0" y="435"/>
                    </a:lnTo>
                    <a:lnTo>
                      <a:pt x="39" y="102"/>
                    </a:lnTo>
                    <a:lnTo>
                      <a:pt x="50" y="0"/>
                    </a:lnTo>
                    <a:close/>
                  </a:path>
                </a:pathLst>
              </a:custGeom>
              <a:grpFill/>
              <a:ln w="6350">
                <a:solidFill>
                  <a:schemeClr val="bg1"/>
                </a:solidFill>
                <a:round/>
                <a:headEnd/>
                <a:tailEnd/>
              </a:ln>
            </p:spPr>
            <p:txBody>
              <a:bodyPr/>
              <a:lstStyle/>
              <a:p>
                <a:pPr>
                  <a:defRPr/>
                </a:pPr>
                <a:endParaRPr lang="en-GB"/>
              </a:p>
            </p:txBody>
          </p:sp>
          <p:sp>
            <p:nvSpPr>
              <p:cNvPr id="50" name="Freeform 34">
                <a:extLst>
                  <a:ext uri="{FF2B5EF4-FFF2-40B4-BE49-F238E27FC236}">
                    <a16:creationId xmlns:a16="http://schemas.microsoft.com/office/drawing/2014/main" id="{EE701A10-269A-4EE5-B5FB-51BCE44CF520}"/>
                  </a:ext>
                </a:extLst>
              </p:cNvPr>
              <p:cNvSpPr>
                <a:spLocks/>
              </p:cNvSpPr>
              <p:nvPr/>
            </p:nvSpPr>
            <p:spPr bwMode="auto">
              <a:xfrm>
                <a:off x="2599" y="1277"/>
                <a:ext cx="407" cy="256"/>
              </a:xfrm>
              <a:custGeom>
                <a:avLst/>
                <a:gdLst>
                  <a:gd name="T0" fmla="*/ 1 w 407"/>
                  <a:gd name="T1" fmla="*/ 0 h 256"/>
                  <a:gd name="T2" fmla="*/ 342 w 407"/>
                  <a:gd name="T3" fmla="*/ 8 h 256"/>
                  <a:gd name="T4" fmla="*/ 367 w 407"/>
                  <a:gd name="T5" fmla="*/ 83 h 256"/>
                  <a:gd name="T6" fmla="*/ 391 w 407"/>
                  <a:gd name="T7" fmla="*/ 141 h 256"/>
                  <a:gd name="T8" fmla="*/ 407 w 407"/>
                  <a:gd name="T9" fmla="*/ 235 h 256"/>
                  <a:gd name="T10" fmla="*/ 397 w 407"/>
                  <a:gd name="T11" fmla="*/ 256 h 256"/>
                  <a:gd name="T12" fmla="*/ 272 w 407"/>
                  <a:gd name="T13" fmla="*/ 253 h 256"/>
                  <a:gd name="T14" fmla="*/ 0 w 407"/>
                  <a:gd name="T15" fmla="*/ 248 h 256"/>
                  <a:gd name="T16" fmla="*/ 1 w 407"/>
                  <a:gd name="T17" fmla="*/ 0 h 2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7"/>
                  <a:gd name="T28" fmla="*/ 0 h 256"/>
                  <a:gd name="T29" fmla="*/ 407 w 407"/>
                  <a:gd name="T30" fmla="*/ 256 h 2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7" h="256">
                    <a:moveTo>
                      <a:pt x="1" y="0"/>
                    </a:moveTo>
                    <a:lnTo>
                      <a:pt x="342" y="8"/>
                    </a:lnTo>
                    <a:lnTo>
                      <a:pt x="367" y="83"/>
                    </a:lnTo>
                    <a:lnTo>
                      <a:pt x="391" y="141"/>
                    </a:lnTo>
                    <a:lnTo>
                      <a:pt x="407" y="235"/>
                    </a:lnTo>
                    <a:lnTo>
                      <a:pt x="397" y="256"/>
                    </a:lnTo>
                    <a:lnTo>
                      <a:pt x="272" y="253"/>
                    </a:lnTo>
                    <a:lnTo>
                      <a:pt x="0" y="248"/>
                    </a:lnTo>
                    <a:lnTo>
                      <a:pt x="1" y="0"/>
                    </a:lnTo>
                    <a:close/>
                  </a:path>
                </a:pathLst>
              </a:custGeom>
              <a:grpFill/>
              <a:ln w="6350">
                <a:solidFill>
                  <a:schemeClr val="bg1"/>
                </a:solidFill>
                <a:round/>
                <a:headEnd/>
                <a:tailEnd/>
              </a:ln>
            </p:spPr>
            <p:txBody>
              <a:bodyPr/>
              <a:lstStyle/>
              <a:p>
                <a:pPr>
                  <a:defRPr/>
                </a:pPr>
                <a:endParaRPr lang="en-GB"/>
              </a:p>
            </p:txBody>
          </p:sp>
          <p:sp>
            <p:nvSpPr>
              <p:cNvPr id="51" name="Freeform 35">
                <a:extLst>
                  <a:ext uri="{FF2B5EF4-FFF2-40B4-BE49-F238E27FC236}">
                    <a16:creationId xmlns:a16="http://schemas.microsoft.com/office/drawing/2014/main" id="{9D4FDF83-505A-49E9-A3FD-5A71ED857110}"/>
                  </a:ext>
                </a:extLst>
              </p:cNvPr>
              <p:cNvSpPr>
                <a:spLocks/>
              </p:cNvSpPr>
              <p:nvPr/>
            </p:nvSpPr>
            <p:spPr bwMode="auto">
              <a:xfrm>
                <a:off x="2588" y="1524"/>
                <a:ext cx="428" cy="300"/>
              </a:xfrm>
              <a:custGeom>
                <a:avLst/>
                <a:gdLst>
                  <a:gd name="T0" fmla="*/ 8 w 428"/>
                  <a:gd name="T1" fmla="*/ 0 h 300"/>
                  <a:gd name="T2" fmla="*/ 7 w 428"/>
                  <a:gd name="T3" fmla="*/ 116 h 300"/>
                  <a:gd name="T4" fmla="*/ 0 w 428"/>
                  <a:gd name="T5" fmla="*/ 252 h 300"/>
                  <a:gd name="T6" fmla="*/ 311 w 428"/>
                  <a:gd name="T7" fmla="*/ 257 h 300"/>
                  <a:gd name="T8" fmla="*/ 344 w 428"/>
                  <a:gd name="T9" fmla="*/ 276 h 300"/>
                  <a:gd name="T10" fmla="*/ 367 w 428"/>
                  <a:gd name="T11" fmla="*/ 250 h 300"/>
                  <a:gd name="T12" fmla="*/ 428 w 428"/>
                  <a:gd name="T13" fmla="*/ 300 h 300"/>
                  <a:gd name="T14" fmla="*/ 419 w 428"/>
                  <a:gd name="T15" fmla="*/ 248 h 300"/>
                  <a:gd name="T16" fmla="*/ 425 w 428"/>
                  <a:gd name="T17" fmla="*/ 208 h 300"/>
                  <a:gd name="T18" fmla="*/ 428 w 428"/>
                  <a:gd name="T19" fmla="*/ 71 h 300"/>
                  <a:gd name="T20" fmla="*/ 401 w 428"/>
                  <a:gd name="T21" fmla="*/ 42 h 300"/>
                  <a:gd name="T22" fmla="*/ 412 w 428"/>
                  <a:gd name="T23" fmla="*/ 4 h 300"/>
                  <a:gd name="T24" fmla="*/ 208 w 428"/>
                  <a:gd name="T25" fmla="*/ 3 h 300"/>
                  <a:gd name="T26" fmla="*/ 8 w 428"/>
                  <a:gd name="T27" fmla="*/ 0 h 3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8"/>
                  <a:gd name="T43" fmla="*/ 0 h 300"/>
                  <a:gd name="T44" fmla="*/ 428 w 428"/>
                  <a:gd name="T45" fmla="*/ 300 h 3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8" h="300">
                    <a:moveTo>
                      <a:pt x="8" y="0"/>
                    </a:moveTo>
                    <a:lnTo>
                      <a:pt x="7" y="116"/>
                    </a:lnTo>
                    <a:lnTo>
                      <a:pt x="0" y="252"/>
                    </a:lnTo>
                    <a:lnTo>
                      <a:pt x="311" y="257"/>
                    </a:lnTo>
                    <a:lnTo>
                      <a:pt x="344" y="276"/>
                    </a:lnTo>
                    <a:lnTo>
                      <a:pt x="367" y="250"/>
                    </a:lnTo>
                    <a:lnTo>
                      <a:pt x="428" y="300"/>
                    </a:lnTo>
                    <a:lnTo>
                      <a:pt x="419" y="248"/>
                    </a:lnTo>
                    <a:lnTo>
                      <a:pt x="425" y="208"/>
                    </a:lnTo>
                    <a:lnTo>
                      <a:pt x="428" y="71"/>
                    </a:lnTo>
                    <a:lnTo>
                      <a:pt x="401" y="42"/>
                    </a:lnTo>
                    <a:lnTo>
                      <a:pt x="412" y="4"/>
                    </a:lnTo>
                    <a:lnTo>
                      <a:pt x="208" y="3"/>
                    </a:lnTo>
                    <a:lnTo>
                      <a:pt x="8" y="0"/>
                    </a:lnTo>
                    <a:close/>
                  </a:path>
                </a:pathLst>
              </a:custGeom>
              <a:grpFill/>
              <a:ln w="6350">
                <a:solidFill>
                  <a:schemeClr val="bg1"/>
                </a:solidFill>
                <a:round/>
                <a:headEnd/>
                <a:tailEnd/>
              </a:ln>
            </p:spPr>
            <p:txBody>
              <a:bodyPr/>
              <a:lstStyle/>
              <a:p>
                <a:pPr>
                  <a:defRPr/>
                </a:pPr>
                <a:endParaRPr lang="en-GB"/>
              </a:p>
            </p:txBody>
          </p:sp>
          <p:sp>
            <p:nvSpPr>
              <p:cNvPr id="52" name="Freeform 36">
                <a:extLst>
                  <a:ext uri="{FF2B5EF4-FFF2-40B4-BE49-F238E27FC236}">
                    <a16:creationId xmlns:a16="http://schemas.microsoft.com/office/drawing/2014/main" id="{2070092D-D5C0-4F31-8F0E-F3FE8B45E1B2}"/>
                  </a:ext>
                </a:extLst>
              </p:cNvPr>
              <p:cNvSpPr>
                <a:spLocks/>
              </p:cNvSpPr>
              <p:nvPr/>
            </p:nvSpPr>
            <p:spPr bwMode="auto">
              <a:xfrm>
                <a:off x="2582" y="1773"/>
                <a:ext cx="510" cy="247"/>
              </a:xfrm>
              <a:custGeom>
                <a:avLst/>
                <a:gdLst>
                  <a:gd name="T0" fmla="*/ 5 w 510"/>
                  <a:gd name="T1" fmla="*/ 0 h 247"/>
                  <a:gd name="T2" fmla="*/ 0 w 510"/>
                  <a:gd name="T3" fmla="*/ 163 h 247"/>
                  <a:gd name="T4" fmla="*/ 115 w 510"/>
                  <a:gd name="T5" fmla="*/ 167 h 247"/>
                  <a:gd name="T6" fmla="*/ 114 w 510"/>
                  <a:gd name="T7" fmla="*/ 247 h 247"/>
                  <a:gd name="T8" fmla="*/ 269 w 510"/>
                  <a:gd name="T9" fmla="*/ 245 h 247"/>
                  <a:gd name="T10" fmla="*/ 408 w 510"/>
                  <a:gd name="T11" fmla="*/ 242 h 247"/>
                  <a:gd name="T12" fmla="*/ 510 w 510"/>
                  <a:gd name="T13" fmla="*/ 245 h 247"/>
                  <a:gd name="T14" fmla="*/ 478 w 510"/>
                  <a:gd name="T15" fmla="*/ 175 h 247"/>
                  <a:gd name="T16" fmla="*/ 456 w 510"/>
                  <a:gd name="T17" fmla="*/ 110 h 247"/>
                  <a:gd name="T18" fmla="*/ 432 w 510"/>
                  <a:gd name="T19" fmla="*/ 43 h 247"/>
                  <a:gd name="T20" fmla="*/ 374 w 510"/>
                  <a:gd name="T21" fmla="*/ 1 h 247"/>
                  <a:gd name="T22" fmla="*/ 348 w 510"/>
                  <a:gd name="T23" fmla="*/ 26 h 247"/>
                  <a:gd name="T24" fmla="*/ 316 w 510"/>
                  <a:gd name="T25" fmla="*/ 8 h 247"/>
                  <a:gd name="T26" fmla="*/ 177 w 510"/>
                  <a:gd name="T27" fmla="*/ 3 h 247"/>
                  <a:gd name="T28" fmla="*/ 5 w 510"/>
                  <a:gd name="T29" fmla="*/ 0 h 2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0"/>
                  <a:gd name="T46" fmla="*/ 0 h 247"/>
                  <a:gd name="T47" fmla="*/ 510 w 510"/>
                  <a:gd name="T48" fmla="*/ 247 h 2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0" h="247">
                    <a:moveTo>
                      <a:pt x="5" y="0"/>
                    </a:moveTo>
                    <a:lnTo>
                      <a:pt x="0" y="163"/>
                    </a:lnTo>
                    <a:lnTo>
                      <a:pt x="115" y="167"/>
                    </a:lnTo>
                    <a:lnTo>
                      <a:pt x="114" y="247"/>
                    </a:lnTo>
                    <a:lnTo>
                      <a:pt x="269" y="245"/>
                    </a:lnTo>
                    <a:lnTo>
                      <a:pt x="408" y="242"/>
                    </a:lnTo>
                    <a:lnTo>
                      <a:pt x="510" y="245"/>
                    </a:lnTo>
                    <a:lnTo>
                      <a:pt x="478" y="175"/>
                    </a:lnTo>
                    <a:lnTo>
                      <a:pt x="456" y="110"/>
                    </a:lnTo>
                    <a:lnTo>
                      <a:pt x="432" y="43"/>
                    </a:lnTo>
                    <a:lnTo>
                      <a:pt x="374" y="1"/>
                    </a:lnTo>
                    <a:lnTo>
                      <a:pt x="348" y="26"/>
                    </a:lnTo>
                    <a:lnTo>
                      <a:pt x="316" y="8"/>
                    </a:lnTo>
                    <a:lnTo>
                      <a:pt x="177" y="3"/>
                    </a:lnTo>
                    <a:lnTo>
                      <a:pt x="5" y="0"/>
                    </a:lnTo>
                    <a:close/>
                  </a:path>
                </a:pathLst>
              </a:custGeom>
              <a:grpFill/>
              <a:ln w="6350">
                <a:solidFill>
                  <a:schemeClr val="bg1"/>
                </a:solidFill>
                <a:round/>
                <a:headEnd/>
                <a:tailEnd/>
              </a:ln>
            </p:spPr>
            <p:txBody>
              <a:bodyPr/>
              <a:lstStyle/>
              <a:p>
                <a:pPr>
                  <a:defRPr/>
                </a:pPr>
                <a:endParaRPr lang="en-GB"/>
              </a:p>
            </p:txBody>
          </p:sp>
          <p:sp>
            <p:nvSpPr>
              <p:cNvPr id="53" name="Freeform 37">
                <a:extLst>
                  <a:ext uri="{FF2B5EF4-FFF2-40B4-BE49-F238E27FC236}">
                    <a16:creationId xmlns:a16="http://schemas.microsoft.com/office/drawing/2014/main" id="{E1EB0082-2BF0-4D9B-A0F0-8DB65D08CA45}"/>
                  </a:ext>
                </a:extLst>
              </p:cNvPr>
              <p:cNvSpPr>
                <a:spLocks/>
              </p:cNvSpPr>
              <p:nvPr/>
            </p:nvSpPr>
            <p:spPr bwMode="auto">
              <a:xfrm>
                <a:off x="2690" y="2014"/>
                <a:ext cx="449" cy="246"/>
              </a:xfrm>
              <a:custGeom>
                <a:avLst/>
                <a:gdLst>
                  <a:gd name="T0" fmla="*/ 5 w 449"/>
                  <a:gd name="T1" fmla="*/ 2 h 246"/>
                  <a:gd name="T2" fmla="*/ 3 w 449"/>
                  <a:gd name="T3" fmla="*/ 143 h 246"/>
                  <a:gd name="T4" fmla="*/ 0 w 449"/>
                  <a:gd name="T5" fmla="*/ 243 h 246"/>
                  <a:gd name="T6" fmla="*/ 449 w 449"/>
                  <a:gd name="T7" fmla="*/ 246 h 246"/>
                  <a:gd name="T8" fmla="*/ 440 w 449"/>
                  <a:gd name="T9" fmla="*/ 118 h 246"/>
                  <a:gd name="T10" fmla="*/ 440 w 449"/>
                  <a:gd name="T11" fmla="*/ 69 h 246"/>
                  <a:gd name="T12" fmla="*/ 404 w 449"/>
                  <a:gd name="T13" fmla="*/ 40 h 246"/>
                  <a:gd name="T14" fmla="*/ 415 w 449"/>
                  <a:gd name="T15" fmla="*/ 14 h 246"/>
                  <a:gd name="T16" fmla="*/ 399 w 449"/>
                  <a:gd name="T17" fmla="*/ 0 h 246"/>
                  <a:gd name="T18" fmla="*/ 196 w 449"/>
                  <a:gd name="T19" fmla="*/ 2 h 246"/>
                  <a:gd name="T20" fmla="*/ 5 w 449"/>
                  <a:gd name="T21" fmla="*/ 2 h 2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9"/>
                  <a:gd name="T34" fmla="*/ 0 h 246"/>
                  <a:gd name="T35" fmla="*/ 449 w 449"/>
                  <a:gd name="T36" fmla="*/ 246 h 2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9" h="246">
                    <a:moveTo>
                      <a:pt x="5" y="2"/>
                    </a:moveTo>
                    <a:lnTo>
                      <a:pt x="3" y="143"/>
                    </a:lnTo>
                    <a:lnTo>
                      <a:pt x="0" y="243"/>
                    </a:lnTo>
                    <a:lnTo>
                      <a:pt x="449" y="246"/>
                    </a:lnTo>
                    <a:lnTo>
                      <a:pt x="440" y="118"/>
                    </a:lnTo>
                    <a:lnTo>
                      <a:pt x="440" y="69"/>
                    </a:lnTo>
                    <a:lnTo>
                      <a:pt x="404" y="40"/>
                    </a:lnTo>
                    <a:lnTo>
                      <a:pt x="415" y="14"/>
                    </a:lnTo>
                    <a:lnTo>
                      <a:pt x="399" y="0"/>
                    </a:lnTo>
                    <a:lnTo>
                      <a:pt x="196" y="2"/>
                    </a:lnTo>
                    <a:lnTo>
                      <a:pt x="5" y="2"/>
                    </a:lnTo>
                    <a:close/>
                  </a:path>
                </a:pathLst>
              </a:custGeom>
              <a:grpFill/>
              <a:ln w="6350">
                <a:solidFill>
                  <a:schemeClr val="bg1"/>
                </a:solidFill>
                <a:round/>
                <a:headEnd/>
                <a:tailEnd/>
              </a:ln>
            </p:spPr>
            <p:txBody>
              <a:bodyPr/>
              <a:lstStyle/>
              <a:p>
                <a:pPr>
                  <a:defRPr/>
                </a:pPr>
                <a:endParaRPr lang="en-GB"/>
              </a:p>
            </p:txBody>
          </p:sp>
          <p:sp>
            <p:nvSpPr>
              <p:cNvPr id="54" name="Freeform 38">
                <a:extLst>
                  <a:ext uri="{FF2B5EF4-FFF2-40B4-BE49-F238E27FC236}">
                    <a16:creationId xmlns:a16="http://schemas.microsoft.com/office/drawing/2014/main" id="{26934ECF-B65A-4F99-98F9-9362158C2EDC}"/>
                  </a:ext>
                </a:extLst>
              </p:cNvPr>
              <p:cNvSpPr>
                <a:spLocks/>
              </p:cNvSpPr>
              <p:nvPr/>
            </p:nvSpPr>
            <p:spPr bwMode="auto">
              <a:xfrm>
                <a:off x="2630" y="2254"/>
                <a:ext cx="523" cy="270"/>
              </a:xfrm>
              <a:custGeom>
                <a:avLst/>
                <a:gdLst>
                  <a:gd name="T0" fmla="*/ 3 w 523"/>
                  <a:gd name="T1" fmla="*/ 0 h 270"/>
                  <a:gd name="T2" fmla="*/ 0 w 523"/>
                  <a:gd name="T3" fmla="*/ 48 h 270"/>
                  <a:gd name="T4" fmla="*/ 186 w 523"/>
                  <a:gd name="T5" fmla="*/ 55 h 270"/>
                  <a:gd name="T6" fmla="*/ 187 w 523"/>
                  <a:gd name="T7" fmla="*/ 209 h 270"/>
                  <a:gd name="T8" fmla="*/ 282 w 523"/>
                  <a:gd name="T9" fmla="*/ 251 h 270"/>
                  <a:gd name="T10" fmla="*/ 308 w 523"/>
                  <a:gd name="T11" fmla="*/ 236 h 270"/>
                  <a:gd name="T12" fmla="*/ 369 w 523"/>
                  <a:gd name="T13" fmla="*/ 270 h 270"/>
                  <a:gd name="T14" fmla="*/ 408 w 523"/>
                  <a:gd name="T15" fmla="*/ 269 h 270"/>
                  <a:gd name="T16" fmla="*/ 480 w 523"/>
                  <a:gd name="T17" fmla="*/ 236 h 270"/>
                  <a:gd name="T18" fmla="*/ 523 w 523"/>
                  <a:gd name="T19" fmla="*/ 268 h 270"/>
                  <a:gd name="T20" fmla="*/ 523 w 523"/>
                  <a:gd name="T21" fmla="*/ 101 h 270"/>
                  <a:gd name="T22" fmla="*/ 510 w 523"/>
                  <a:gd name="T23" fmla="*/ 3 h 270"/>
                  <a:gd name="T24" fmla="*/ 3 w 523"/>
                  <a:gd name="T25" fmla="*/ 0 h 2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3"/>
                  <a:gd name="T40" fmla="*/ 0 h 270"/>
                  <a:gd name="T41" fmla="*/ 523 w 523"/>
                  <a:gd name="T42" fmla="*/ 270 h 2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3" h="270">
                    <a:moveTo>
                      <a:pt x="3" y="0"/>
                    </a:moveTo>
                    <a:lnTo>
                      <a:pt x="0" y="48"/>
                    </a:lnTo>
                    <a:lnTo>
                      <a:pt x="186" y="55"/>
                    </a:lnTo>
                    <a:lnTo>
                      <a:pt x="187" y="209"/>
                    </a:lnTo>
                    <a:lnTo>
                      <a:pt x="282" y="251"/>
                    </a:lnTo>
                    <a:lnTo>
                      <a:pt x="308" y="236"/>
                    </a:lnTo>
                    <a:lnTo>
                      <a:pt x="369" y="270"/>
                    </a:lnTo>
                    <a:lnTo>
                      <a:pt x="408" y="269"/>
                    </a:lnTo>
                    <a:lnTo>
                      <a:pt x="480" y="236"/>
                    </a:lnTo>
                    <a:lnTo>
                      <a:pt x="523" y="268"/>
                    </a:lnTo>
                    <a:lnTo>
                      <a:pt x="523" y="101"/>
                    </a:lnTo>
                    <a:lnTo>
                      <a:pt x="510" y="3"/>
                    </a:lnTo>
                    <a:lnTo>
                      <a:pt x="3" y="0"/>
                    </a:lnTo>
                    <a:close/>
                  </a:path>
                </a:pathLst>
              </a:custGeom>
              <a:grpFill/>
              <a:ln w="6350">
                <a:solidFill>
                  <a:schemeClr val="bg1"/>
                </a:solidFill>
                <a:round/>
                <a:headEnd/>
                <a:tailEnd/>
              </a:ln>
            </p:spPr>
            <p:txBody>
              <a:bodyPr/>
              <a:lstStyle/>
              <a:p>
                <a:pPr>
                  <a:defRPr/>
                </a:pPr>
                <a:endParaRPr lang="en-GB"/>
              </a:p>
            </p:txBody>
          </p:sp>
          <p:sp>
            <p:nvSpPr>
              <p:cNvPr id="55" name="Freeform 39">
                <a:extLst>
                  <a:ext uri="{FF2B5EF4-FFF2-40B4-BE49-F238E27FC236}">
                    <a16:creationId xmlns:a16="http://schemas.microsoft.com/office/drawing/2014/main" id="{D737A285-5E46-4B78-B77A-B5A782B901F7}"/>
                  </a:ext>
                </a:extLst>
              </p:cNvPr>
              <p:cNvSpPr>
                <a:spLocks/>
              </p:cNvSpPr>
              <p:nvPr/>
            </p:nvSpPr>
            <p:spPr bwMode="auto">
              <a:xfrm>
                <a:off x="3006" y="1715"/>
                <a:ext cx="354" cy="247"/>
              </a:xfrm>
              <a:custGeom>
                <a:avLst/>
                <a:gdLst>
                  <a:gd name="T0" fmla="*/ 6 w 354"/>
                  <a:gd name="T1" fmla="*/ 13 h 247"/>
                  <a:gd name="T2" fmla="*/ 0 w 354"/>
                  <a:gd name="T3" fmla="*/ 57 h 247"/>
                  <a:gd name="T4" fmla="*/ 8 w 354"/>
                  <a:gd name="T5" fmla="*/ 103 h 247"/>
                  <a:gd name="T6" fmla="*/ 41 w 354"/>
                  <a:gd name="T7" fmla="*/ 197 h 247"/>
                  <a:gd name="T8" fmla="*/ 59 w 354"/>
                  <a:gd name="T9" fmla="*/ 247 h 247"/>
                  <a:gd name="T10" fmla="*/ 267 w 354"/>
                  <a:gd name="T11" fmla="*/ 235 h 247"/>
                  <a:gd name="T12" fmla="*/ 301 w 354"/>
                  <a:gd name="T13" fmla="*/ 247 h 247"/>
                  <a:gd name="T14" fmla="*/ 322 w 354"/>
                  <a:gd name="T15" fmla="*/ 199 h 247"/>
                  <a:gd name="T16" fmla="*/ 314 w 354"/>
                  <a:gd name="T17" fmla="*/ 165 h 247"/>
                  <a:gd name="T18" fmla="*/ 349 w 354"/>
                  <a:gd name="T19" fmla="*/ 158 h 247"/>
                  <a:gd name="T20" fmla="*/ 354 w 354"/>
                  <a:gd name="T21" fmla="*/ 104 h 247"/>
                  <a:gd name="T22" fmla="*/ 333 w 354"/>
                  <a:gd name="T23" fmla="*/ 80 h 247"/>
                  <a:gd name="T24" fmla="*/ 297 w 354"/>
                  <a:gd name="T25" fmla="*/ 57 h 247"/>
                  <a:gd name="T26" fmla="*/ 304 w 354"/>
                  <a:gd name="T27" fmla="*/ 24 h 247"/>
                  <a:gd name="T28" fmla="*/ 289 w 354"/>
                  <a:gd name="T29" fmla="*/ 0 h 247"/>
                  <a:gd name="T30" fmla="*/ 211 w 354"/>
                  <a:gd name="T31" fmla="*/ 4 h 247"/>
                  <a:gd name="T32" fmla="*/ 133 w 354"/>
                  <a:gd name="T33" fmla="*/ 7 h 247"/>
                  <a:gd name="T34" fmla="*/ 6 w 354"/>
                  <a:gd name="T35" fmla="*/ 13 h 2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54"/>
                  <a:gd name="T55" fmla="*/ 0 h 247"/>
                  <a:gd name="T56" fmla="*/ 354 w 354"/>
                  <a:gd name="T57" fmla="*/ 247 h 2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54" h="247">
                    <a:moveTo>
                      <a:pt x="6" y="13"/>
                    </a:moveTo>
                    <a:lnTo>
                      <a:pt x="0" y="57"/>
                    </a:lnTo>
                    <a:lnTo>
                      <a:pt x="8" y="103"/>
                    </a:lnTo>
                    <a:lnTo>
                      <a:pt x="41" y="197"/>
                    </a:lnTo>
                    <a:lnTo>
                      <a:pt x="59" y="247"/>
                    </a:lnTo>
                    <a:lnTo>
                      <a:pt x="267" y="235"/>
                    </a:lnTo>
                    <a:lnTo>
                      <a:pt x="301" y="247"/>
                    </a:lnTo>
                    <a:lnTo>
                      <a:pt x="322" y="199"/>
                    </a:lnTo>
                    <a:lnTo>
                      <a:pt x="314" y="165"/>
                    </a:lnTo>
                    <a:lnTo>
                      <a:pt x="349" y="158"/>
                    </a:lnTo>
                    <a:lnTo>
                      <a:pt x="354" y="104"/>
                    </a:lnTo>
                    <a:lnTo>
                      <a:pt x="333" y="80"/>
                    </a:lnTo>
                    <a:lnTo>
                      <a:pt x="297" y="57"/>
                    </a:lnTo>
                    <a:lnTo>
                      <a:pt x="304" y="24"/>
                    </a:lnTo>
                    <a:lnTo>
                      <a:pt x="289" y="0"/>
                    </a:lnTo>
                    <a:lnTo>
                      <a:pt x="211" y="4"/>
                    </a:lnTo>
                    <a:lnTo>
                      <a:pt x="133" y="7"/>
                    </a:lnTo>
                    <a:lnTo>
                      <a:pt x="6" y="13"/>
                    </a:lnTo>
                    <a:close/>
                  </a:path>
                </a:pathLst>
              </a:custGeom>
              <a:grpFill/>
              <a:ln w="6350">
                <a:solidFill>
                  <a:schemeClr val="bg1"/>
                </a:solidFill>
                <a:round/>
                <a:headEnd/>
                <a:tailEnd/>
              </a:ln>
            </p:spPr>
            <p:txBody>
              <a:bodyPr/>
              <a:lstStyle/>
              <a:p>
                <a:pPr>
                  <a:defRPr/>
                </a:pPr>
                <a:endParaRPr lang="en-GB"/>
              </a:p>
            </p:txBody>
          </p:sp>
          <p:sp>
            <p:nvSpPr>
              <p:cNvPr id="56" name="Freeform 40">
                <a:extLst>
                  <a:ext uri="{FF2B5EF4-FFF2-40B4-BE49-F238E27FC236}">
                    <a16:creationId xmlns:a16="http://schemas.microsoft.com/office/drawing/2014/main" id="{E1A3CFA2-E893-438C-8CE1-A3037AE6A030}"/>
                  </a:ext>
                </a:extLst>
              </p:cNvPr>
              <p:cNvSpPr>
                <a:spLocks/>
              </p:cNvSpPr>
              <p:nvPr/>
            </p:nvSpPr>
            <p:spPr bwMode="auto">
              <a:xfrm>
                <a:off x="3290" y="1768"/>
                <a:ext cx="253" cy="451"/>
              </a:xfrm>
              <a:custGeom>
                <a:avLst/>
                <a:gdLst>
                  <a:gd name="T0" fmla="*/ 47 w 253"/>
                  <a:gd name="T1" fmla="*/ 26 h 451"/>
                  <a:gd name="T2" fmla="*/ 192 w 253"/>
                  <a:gd name="T3" fmla="*/ 0 h 451"/>
                  <a:gd name="T4" fmla="*/ 215 w 253"/>
                  <a:gd name="T5" fmla="*/ 56 h 451"/>
                  <a:gd name="T6" fmla="*/ 245 w 253"/>
                  <a:gd name="T7" fmla="*/ 286 h 451"/>
                  <a:gd name="T8" fmla="*/ 253 w 253"/>
                  <a:gd name="T9" fmla="*/ 317 h 451"/>
                  <a:gd name="T10" fmla="*/ 230 w 253"/>
                  <a:gd name="T11" fmla="*/ 378 h 451"/>
                  <a:gd name="T12" fmla="*/ 230 w 253"/>
                  <a:gd name="T13" fmla="*/ 420 h 451"/>
                  <a:gd name="T14" fmla="*/ 204 w 253"/>
                  <a:gd name="T15" fmla="*/ 415 h 451"/>
                  <a:gd name="T16" fmla="*/ 205 w 253"/>
                  <a:gd name="T17" fmla="*/ 451 h 451"/>
                  <a:gd name="T18" fmla="*/ 178 w 253"/>
                  <a:gd name="T19" fmla="*/ 436 h 451"/>
                  <a:gd name="T20" fmla="*/ 164 w 253"/>
                  <a:gd name="T21" fmla="*/ 441 h 451"/>
                  <a:gd name="T22" fmla="*/ 143 w 253"/>
                  <a:gd name="T23" fmla="*/ 438 h 451"/>
                  <a:gd name="T24" fmla="*/ 128 w 253"/>
                  <a:gd name="T25" fmla="*/ 384 h 451"/>
                  <a:gd name="T26" fmla="*/ 98 w 253"/>
                  <a:gd name="T27" fmla="*/ 367 h 451"/>
                  <a:gd name="T28" fmla="*/ 98 w 253"/>
                  <a:gd name="T29" fmla="*/ 309 h 451"/>
                  <a:gd name="T30" fmla="*/ 69 w 253"/>
                  <a:gd name="T31" fmla="*/ 317 h 451"/>
                  <a:gd name="T32" fmla="*/ 52 w 253"/>
                  <a:gd name="T33" fmla="*/ 274 h 451"/>
                  <a:gd name="T34" fmla="*/ 0 w 253"/>
                  <a:gd name="T35" fmla="*/ 225 h 451"/>
                  <a:gd name="T36" fmla="*/ 38 w 253"/>
                  <a:gd name="T37" fmla="*/ 147 h 451"/>
                  <a:gd name="T38" fmla="*/ 27 w 253"/>
                  <a:gd name="T39" fmla="*/ 111 h 451"/>
                  <a:gd name="T40" fmla="*/ 65 w 253"/>
                  <a:gd name="T41" fmla="*/ 104 h 451"/>
                  <a:gd name="T42" fmla="*/ 69 w 253"/>
                  <a:gd name="T43" fmla="*/ 53 h 451"/>
                  <a:gd name="T44" fmla="*/ 47 w 253"/>
                  <a:gd name="T45" fmla="*/ 26 h 4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53"/>
                  <a:gd name="T70" fmla="*/ 0 h 451"/>
                  <a:gd name="T71" fmla="*/ 253 w 253"/>
                  <a:gd name="T72" fmla="*/ 451 h 4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53" h="451">
                    <a:moveTo>
                      <a:pt x="47" y="26"/>
                    </a:moveTo>
                    <a:lnTo>
                      <a:pt x="192" y="0"/>
                    </a:lnTo>
                    <a:lnTo>
                      <a:pt x="215" y="56"/>
                    </a:lnTo>
                    <a:lnTo>
                      <a:pt x="245" y="286"/>
                    </a:lnTo>
                    <a:lnTo>
                      <a:pt x="253" y="317"/>
                    </a:lnTo>
                    <a:lnTo>
                      <a:pt x="230" y="378"/>
                    </a:lnTo>
                    <a:lnTo>
                      <a:pt x="230" y="420"/>
                    </a:lnTo>
                    <a:lnTo>
                      <a:pt x="204" y="415"/>
                    </a:lnTo>
                    <a:lnTo>
                      <a:pt x="205" y="451"/>
                    </a:lnTo>
                    <a:lnTo>
                      <a:pt x="178" y="436"/>
                    </a:lnTo>
                    <a:lnTo>
                      <a:pt x="164" y="441"/>
                    </a:lnTo>
                    <a:lnTo>
                      <a:pt x="143" y="438"/>
                    </a:lnTo>
                    <a:lnTo>
                      <a:pt x="128" y="384"/>
                    </a:lnTo>
                    <a:lnTo>
                      <a:pt x="98" y="367"/>
                    </a:lnTo>
                    <a:lnTo>
                      <a:pt x="98" y="309"/>
                    </a:lnTo>
                    <a:lnTo>
                      <a:pt x="69" y="317"/>
                    </a:lnTo>
                    <a:lnTo>
                      <a:pt x="52" y="274"/>
                    </a:lnTo>
                    <a:lnTo>
                      <a:pt x="0" y="225"/>
                    </a:lnTo>
                    <a:lnTo>
                      <a:pt x="38" y="147"/>
                    </a:lnTo>
                    <a:lnTo>
                      <a:pt x="27" y="111"/>
                    </a:lnTo>
                    <a:lnTo>
                      <a:pt x="65" y="104"/>
                    </a:lnTo>
                    <a:lnTo>
                      <a:pt x="69" y="53"/>
                    </a:lnTo>
                    <a:lnTo>
                      <a:pt x="47" y="26"/>
                    </a:lnTo>
                    <a:close/>
                  </a:path>
                </a:pathLst>
              </a:custGeom>
              <a:grpFill/>
              <a:ln w="6350">
                <a:solidFill>
                  <a:schemeClr val="bg1"/>
                </a:solidFill>
                <a:round/>
                <a:headEnd/>
                <a:tailEnd/>
              </a:ln>
            </p:spPr>
            <p:txBody>
              <a:bodyPr/>
              <a:lstStyle/>
              <a:p>
                <a:pPr>
                  <a:defRPr/>
                </a:pPr>
                <a:endParaRPr lang="en-GB"/>
              </a:p>
            </p:txBody>
          </p:sp>
          <p:sp>
            <p:nvSpPr>
              <p:cNvPr id="57" name="Freeform 41">
                <a:extLst>
                  <a:ext uri="{FF2B5EF4-FFF2-40B4-BE49-F238E27FC236}">
                    <a16:creationId xmlns:a16="http://schemas.microsoft.com/office/drawing/2014/main" id="{E31AE2D7-C441-465F-A6E6-2B61AE6477BA}"/>
                  </a:ext>
                </a:extLst>
              </p:cNvPr>
              <p:cNvSpPr>
                <a:spLocks/>
              </p:cNvSpPr>
              <p:nvPr/>
            </p:nvSpPr>
            <p:spPr bwMode="auto">
              <a:xfrm>
                <a:off x="4206" y="1689"/>
                <a:ext cx="92" cy="196"/>
              </a:xfrm>
              <a:custGeom>
                <a:avLst/>
                <a:gdLst>
                  <a:gd name="T0" fmla="*/ 17 w 92"/>
                  <a:gd name="T1" fmla="*/ 2 h 196"/>
                  <a:gd name="T2" fmla="*/ 39 w 92"/>
                  <a:gd name="T3" fmla="*/ 0 h 196"/>
                  <a:gd name="T4" fmla="*/ 82 w 92"/>
                  <a:gd name="T5" fmla="*/ 30 h 196"/>
                  <a:gd name="T6" fmla="*/ 76 w 92"/>
                  <a:gd name="T7" fmla="*/ 53 h 196"/>
                  <a:gd name="T8" fmla="*/ 91 w 92"/>
                  <a:gd name="T9" fmla="*/ 69 h 196"/>
                  <a:gd name="T10" fmla="*/ 92 w 92"/>
                  <a:gd name="T11" fmla="*/ 160 h 196"/>
                  <a:gd name="T12" fmla="*/ 77 w 92"/>
                  <a:gd name="T13" fmla="*/ 196 h 196"/>
                  <a:gd name="T14" fmla="*/ 59 w 92"/>
                  <a:gd name="T15" fmla="*/ 183 h 196"/>
                  <a:gd name="T16" fmla="*/ 41 w 92"/>
                  <a:gd name="T17" fmla="*/ 182 h 196"/>
                  <a:gd name="T18" fmla="*/ 9 w 92"/>
                  <a:gd name="T19" fmla="*/ 163 h 196"/>
                  <a:gd name="T20" fmla="*/ 33 w 92"/>
                  <a:gd name="T21" fmla="*/ 105 h 196"/>
                  <a:gd name="T22" fmla="*/ 0 w 92"/>
                  <a:gd name="T23" fmla="*/ 75 h 196"/>
                  <a:gd name="T24" fmla="*/ 17 w 92"/>
                  <a:gd name="T25" fmla="*/ 2 h 1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196"/>
                  <a:gd name="T41" fmla="*/ 92 w 92"/>
                  <a:gd name="T42" fmla="*/ 196 h 1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196">
                    <a:moveTo>
                      <a:pt x="17" y="2"/>
                    </a:moveTo>
                    <a:lnTo>
                      <a:pt x="39" y="0"/>
                    </a:lnTo>
                    <a:lnTo>
                      <a:pt x="82" y="30"/>
                    </a:lnTo>
                    <a:lnTo>
                      <a:pt x="76" y="53"/>
                    </a:lnTo>
                    <a:lnTo>
                      <a:pt x="91" y="69"/>
                    </a:lnTo>
                    <a:lnTo>
                      <a:pt x="92" y="160"/>
                    </a:lnTo>
                    <a:lnTo>
                      <a:pt x="77" y="196"/>
                    </a:lnTo>
                    <a:lnTo>
                      <a:pt x="59" y="183"/>
                    </a:lnTo>
                    <a:lnTo>
                      <a:pt x="41" y="182"/>
                    </a:lnTo>
                    <a:lnTo>
                      <a:pt x="9" y="163"/>
                    </a:lnTo>
                    <a:lnTo>
                      <a:pt x="33" y="105"/>
                    </a:lnTo>
                    <a:lnTo>
                      <a:pt x="0" y="75"/>
                    </a:lnTo>
                    <a:lnTo>
                      <a:pt x="17" y="2"/>
                    </a:lnTo>
                    <a:close/>
                  </a:path>
                </a:pathLst>
              </a:custGeom>
              <a:grpFill/>
              <a:ln w="6350">
                <a:solidFill>
                  <a:schemeClr val="bg1"/>
                </a:solidFill>
                <a:round/>
                <a:headEnd/>
                <a:tailEnd/>
              </a:ln>
            </p:spPr>
            <p:txBody>
              <a:bodyPr/>
              <a:lstStyle/>
              <a:p>
                <a:pPr>
                  <a:defRPr/>
                </a:pPr>
                <a:endParaRPr lang="en-GB"/>
              </a:p>
            </p:txBody>
          </p:sp>
          <p:sp>
            <p:nvSpPr>
              <p:cNvPr id="58" name="Freeform 42">
                <a:extLst>
                  <a:ext uri="{FF2B5EF4-FFF2-40B4-BE49-F238E27FC236}">
                    <a16:creationId xmlns:a16="http://schemas.microsoft.com/office/drawing/2014/main" id="{00000453-7A9F-4A08-8FC2-45EE87F8674C}"/>
                  </a:ext>
                </a:extLst>
              </p:cNvPr>
              <p:cNvSpPr>
                <a:spLocks/>
              </p:cNvSpPr>
              <p:nvPr/>
            </p:nvSpPr>
            <p:spPr bwMode="auto">
              <a:xfrm>
                <a:off x="4277" y="1604"/>
                <a:ext cx="113" cy="93"/>
              </a:xfrm>
              <a:custGeom>
                <a:avLst/>
                <a:gdLst>
                  <a:gd name="T0" fmla="*/ 0 w 113"/>
                  <a:gd name="T1" fmla="*/ 23 h 93"/>
                  <a:gd name="T2" fmla="*/ 87 w 113"/>
                  <a:gd name="T3" fmla="*/ 0 h 93"/>
                  <a:gd name="T4" fmla="*/ 113 w 113"/>
                  <a:gd name="T5" fmla="*/ 42 h 93"/>
                  <a:gd name="T6" fmla="*/ 98 w 113"/>
                  <a:gd name="T7" fmla="*/ 61 h 93"/>
                  <a:gd name="T8" fmla="*/ 70 w 113"/>
                  <a:gd name="T9" fmla="*/ 54 h 93"/>
                  <a:gd name="T10" fmla="*/ 28 w 113"/>
                  <a:gd name="T11" fmla="*/ 93 h 93"/>
                  <a:gd name="T12" fmla="*/ 5 w 113"/>
                  <a:gd name="T13" fmla="*/ 73 h 93"/>
                  <a:gd name="T14" fmla="*/ 0 w 113"/>
                  <a:gd name="T15" fmla="*/ 23 h 93"/>
                  <a:gd name="T16" fmla="*/ 0 60000 65536"/>
                  <a:gd name="T17" fmla="*/ 0 60000 65536"/>
                  <a:gd name="T18" fmla="*/ 0 60000 65536"/>
                  <a:gd name="T19" fmla="*/ 0 60000 65536"/>
                  <a:gd name="T20" fmla="*/ 0 60000 65536"/>
                  <a:gd name="T21" fmla="*/ 0 60000 65536"/>
                  <a:gd name="T22" fmla="*/ 0 60000 65536"/>
                  <a:gd name="T23" fmla="*/ 0 60000 65536"/>
                  <a:gd name="T24" fmla="*/ 0 w 113"/>
                  <a:gd name="T25" fmla="*/ 0 h 93"/>
                  <a:gd name="T26" fmla="*/ 113 w 113"/>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3" h="93">
                    <a:moveTo>
                      <a:pt x="0" y="23"/>
                    </a:moveTo>
                    <a:lnTo>
                      <a:pt x="87" y="0"/>
                    </a:lnTo>
                    <a:lnTo>
                      <a:pt x="113" y="42"/>
                    </a:lnTo>
                    <a:lnTo>
                      <a:pt x="98" y="61"/>
                    </a:lnTo>
                    <a:lnTo>
                      <a:pt x="70" y="54"/>
                    </a:lnTo>
                    <a:lnTo>
                      <a:pt x="28" y="93"/>
                    </a:lnTo>
                    <a:lnTo>
                      <a:pt x="5" y="73"/>
                    </a:lnTo>
                    <a:lnTo>
                      <a:pt x="0" y="23"/>
                    </a:lnTo>
                    <a:close/>
                  </a:path>
                </a:pathLst>
              </a:custGeom>
              <a:grpFill/>
              <a:ln w="6350">
                <a:solidFill>
                  <a:schemeClr val="bg1"/>
                </a:solidFill>
                <a:round/>
                <a:headEnd/>
                <a:tailEnd/>
              </a:ln>
            </p:spPr>
            <p:txBody>
              <a:bodyPr/>
              <a:lstStyle/>
              <a:p>
                <a:pPr>
                  <a:defRPr/>
                </a:pPr>
                <a:endParaRPr lang="en-GB"/>
              </a:p>
            </p:txBody>
          </p:sp>
          <p:sp>
            <p:nvSpPr>
              <p:cNvPr id="59" name="Freeform 43">
                <a:extLst>
                  <a:ext uri="{FF2B5EF4-FFF2-40B4-BE49-F238E27FC236}">
                    <a16:creationId xmlns:a16="http://schemas.microsoft.com/office/drawing/2014/main" id="{7FF2E43F-92ED-4A99-BECB-35FA8F5659FD}"/>
                  </a:ext>
                </a:extLst>
              </p:cNvPr>
              <p:cNvSpPr>
                <a:spLocks/>
              </p:cNvSpPr>
              <p:nvPr/>
            </p:nvSpPr>
            <p:spPr bwMode="auto">
              <a:xfrm>
                <a:off x="4364" y="1595"/>
                <a:ext cx="57" cy="51"/>
              </a:xfrm>
              <a:custGeom>
                <a:avLst/>
                <a:gdLst>
                  <a:gd name="T0" fmla="*/ 0 w 57"/>
                  <a:gd name="T1" fmla="*/ 9 h 51"/>
                  <a:gd name="T2" fmla="*/ 24 w 57"/>
                  <a:gd name="T3" fmla="*/ 0 h 51"/>
                  <a:gd name="T4" fmla="*/ 57 w 57"/>
                  <a:gd name="T5" fmla="*/ 26 h 51"/>
                  <a:gd name="T6" fmla="*/ 50 w 57"/>
                  <a:gd name="T7" fmla="*/ 33 h 51"/>
                  <a:gd name="T8" fmla="*/ 34 w 57"/>
                  <a:gd name="T9" fmla="*/ 33 h 51"/>
                  <a:gd name="T10" fmla="*/ 26 w 57"/>
                  <a:gd name="T11" fmla="*/ 51 h 51"/>
                  <a:gd name="T12" fmla="*/ 0 w 57"/>
                  <a:gd name="T13" fmla="*/ 9 h 51"/>
                  <a:gd name="T14" fmla="*/ 0 60000 65536"/>
                  <a:gd name="T15" fmla="*/ 0 60000 65536"/>
                  <a:gd name="T16" fmla="*/ 0 60000 65536"/>
                  <a:gd name="T17" fmla="*/ 0 60000 65536"/>
                  <a:gd name="T18" fmla="*/ 0 60000 65536"/>
                  <a:gd name="T19" fmla="*/ 0 60000 65536"/>
                  <a:gd name="T20" fmla="*/ 0 60000 65536"/>
                  <a:gd name="T21" fmla="*/ 0 w 57"/>
                  <a:gd name="T22" fmla="*/ 0 h 51"/>
                  <a:gd name="T23" fmla="*/ 57 w 57"/>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1">
                    <a:moveTo>
                      <a:pt x="0" y="9"/>
                    </a:moveTo>
                    <a:lnTo>
                      <a:pt x="24" y="0"/>
                    </a:lnTo>
                    <a:lnTo>
                      <a:pt x="57" y="26"/>
                    </a:lnTo>
                    <a:lnTo>
                      <a:pt x="50" y="33"/>
                    </a:lnTo>
                    <a:lnTo>
                      <a:pt x="34" y="33"/>
                    </a:lnTo>
                    <a:lnTo>
                      <a:pt x="26" y="51"/>
                    </a:lnTo>
                    <a:lnTo>
                      <a:pt x="0" y="9"/>
                    </a:lnTo>
                    <a:close/>
                  </a:path>
                </a:pathLst>
              </a:custGeom>
              <a:grpFill/>
              <a:ln w="6350">
                <a:solidFill>
                  <a:schemeClr val="bg1"/>
                </a:solidFill>
                <a:round/>
                <a:headEnd/>
                <a:tailEnd/>
              </a:ln>
            </p:spPr>
            <p:txBody>
              <a:bodyPr/>
              <a:lstStyle/>
              <a:p>
                <a:pPr>
                  <a:defRPr/>
                </a:pPr>
                <a:endParaRPr lang="en-GB"/>
              </a:p>
            </p:txBody>
          </p:sp>
        </p:grpSp>
        <p:sp>
          <p:nvSpPr>
            <p:cNvPr id="31" name="Freeform 44">
              <a:extLst>
                <a:ext uri="{FF2B5EF4-FFF2-40B4-BE49-F238E27FC236}">
                  <a16:creationId xmlns:a16="http://schemas.microsoft.com/office/drawing/2014/main" id="{442B8ABC-B6E9-495F-94BC-225F7C2E55BE}"/>
                </a:ext>
              </a:extLst>
            </p:cNvPr>
            <p:cNvSpPr>
              <a:spLocks/>
            </p:cNvSpPr>
            <p:nvPr/>
          </p:nvSpPr>
          <p:spPr bwMode="auto">
            <a:xfrm>
              <a:off x="2030795" y="1914525"/>
              <a:ext cx="801377" cy="584200"/>
            </a:xfrm>
            <a:custGeom>
              <a:avLst/>
              <a:gdLst>
                <a:gd name="T0" fmla="*/ 134 w 389"/>
                <a:gd name="T1" fmla="*/ 0 h 307"/>
                <a:gd name="T2" fmla="*/ 245 w 389"/>
                <a:gd name="T3" fmla="*/ 24 h 307"/>
                <a:gd name="T4" fmla="*/ 328 w 389"/>
                <a:gd name="T5" fmla="*/ 39 h 307"/>
                <a:gd name="T6" fmla="*/ 369 w 389"/>
                <a:gd name="T7" fmla="*/ 46 h 307"/>
                <a:gd name="T8" fmla="*/ 411 w 389"/>
                <a:gd name="T9" fmla="*/ 51 h 307"/>
                <a:gd name="T10" fmla="*/ 466 w 389"/>
                <a:gd name="T11" fmla="*/ 59 h 307"/>
                <a:gd name="T12" fmla="*/ 535 w 389"/>
                <a:gd name="T13" fmla="*/ 68 h 307"/>
                <a:gd name="T14" fmla="*/ 489 w 389"/>
                <a:gd name="T15" fmla="*/ 307 h 307"/>
                <a:gd name="T16" fmla="*/ 282 w 389"/>
                <a:gd name="T17" fmla="*/ 273 h 307"/>
                <a:gd name="T18" fmla="*/ 255 w 389"/>
                <a:gd name="T19" fmla="*/ 288 h 307"/>
                <a:gd name="T20" fmla="*/ 216 w 389"/>
                <a:gd name="T21" fmla="*/ 265 h 307"/>
                <a:gd name="T22" fmla="*/ 184 w 389"/>
                <a:gd name="T23" fmla="*/ 288 h 307"/>
                <a:gd name="T24" fmla="*/ 154 w 389"/>
                <a:gd name="T25" fmla="*/ 268 h 307"/>
                <a:gd name="T26" fmla="*/ 68 w 389"/>
                <a:gd name="T27" fmla="*/ 265 h 307"/>
                <a:gd name="T28" fmla="*/ 81 w 389"/>
                <a:gd name="T29" fmla="*/ 226 h 307"/>
                <a:gd name="T30" fmla="*/ 18 w 389"/>
                <a:gd name="T31" fmla="*/ 222 h 307"/>
                <a:gd name="T32" fmla="*/ 13 w 389"/>
                <a:gd name="T33" fmla="*/ 200 h 307"/>
                <a:gd name="T34" fmla="*/ 25 w 389"/>
                <a:gd name="T35" fmla="*/ 177 h 307"/>
                <a:gd name="T36" fmla="*/ 11 w 389"/>
                <a:gd name="T37" fmla="*/ 155 h 307"/>
                <a:gd name="T38" fmla="*/ 12 w 389"/>
                <a:gd name="T39" fmla="*/ 96 h 307"/>
                <a:gd name="T40" fmla="*/ 0 w 389"/>
                <a:gd name="T41" fmla="*/ 50 h 307"/>
                <a:gd name="T42" fmla="*/ 5 w 389"/>
                <a:gd name="T43" fmla="*/ 32 h 307"/>
                <a:gd name="T44" fmla="*/ 34 w 389"/>
                <a:gd name="T45" fmla="*/ 39 h 307"/>
                <a:gd name="T46" fmla="*/ 63 w 389"/>
                <a:gd name="T47" fmla="*/ 66 h 307"/>
                <a:gd name="T48" fmla="*/ 115 w 389"/>
                <a:gd name="T49" fmla="*/ 72 h 307"/>
                <a:gd name="T50" fmla="*/ 129 w 389"/>
                <a:gd name="T51" fmla="*/ 94 h 307"/>
                <a:gd name="T52" fmla="*/ 103 w 389"/>
                <a:gd name="T53" fmla="*/ 94 h 307"/>
                <a:gd name="T54" fmla="*/ 100 w 389"/>
                <a:gd name="T55" fmla="*/ 113 h 307"/>
                <a:gd name="T56" fmla="*/ 115 w 389"/>
                <a:gd name="T57" fmla="*/ 115 h 307"/>
                <a:gd name="T58" fmla="*/ 120 w 389"/>
                <a:gd name="T59" fmla="*/ 134 h 307"/>
                <a:gd name="T60" fmla="*/ 89 w 389"/>
                <a:gd name="T61" fmla="*/ 148 h 307"/>
                <a:gd name="T62" fmla="*/ 89 w 389"/>
                <a:gd name="T63" fmla="*/ 161 h 307"/>
                <a:gd name="T64" fmla="*/ 124 w 389"/>
                <a:gd name="T65" fmla="*/ 161 h 307"/>
                <a:gd name="T66" fmla="*/ 134 w 389"/>
                <a:gd name="T67" fmla="*/ 128 h 307"/>
                <a:gd name="T68" fmla="*/ 162 w 389"/>
                <a:gd name="T69" fmla="*/ 108 h 307"/>
                <a:gd name="T70" fmla="*/ 129 w 389"/>
                <a:gd name="T71" fmla="*/ 57 h 307"/>
                <a:gd name="T72" fmla="*/ 150 w 389"/>
                <a:gd name="T73" fmla="*/ 40 h 307"/>
                <a:gd name="T74" fmla="*/ 134 w 389"/>
                <a:gd name="T75" fmla="*/ 0 h 3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89"/>
                <a:gd name="T115" fmla="*/ 0 h 307"/>
                <a:gd name="T116" fmla="*/ 389 w 389"/>
                <a:gd name="T117" fmla="*/ 307 h 30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89" h="307">
                  <a:moveTo>
                    <a:pt x="98" y="0"/>
                  </a:moveTo>
                  <a:lnTo>
                    <a:pt x="178" y="24"/>
                  </a:lnTo>
                  <a:lnTo>
                    <a:pt x="239" y="39"/>
                  </a:lnTo>
                  <a:lnTo>
                    <a:pt x="269" y="46"/>
                  </a:lnTo>
                  <a:lnTo>
                    <a:pt x="299" y="51"/>
                  </a:lnTo>
                  <a:lnTo>
                    <a:pt x="340" y="59"/>
                  </a:lnTo>
                  <a:lnTo>
                    <a:pt x="389" y="68"/>
                  </a:lnTo>
                  <a:lnTo>
                    <a:pt x="357" y="307"/>
                  </a:lnTo>
                  <a:lnTo>
                    <a:pt x="206" y="273"/>
                  </a:lnTo>
                  <a:lnTo>
                    <a:pt x="186" y="288"/>
                  </a:lnTo>
                  <a:lnTo>
                    <a:pt x="158" y="265"/>
                  </a:lnTo>
                  <a:lnTo>
                    <a:pt x="134" y="288"/>
                  </a:lnTo>
                  <a:lnTo>
                    <a:pt x="112" y="268"/>
                  </a:lnTo>
                  <a:lnTo>
                    <a:pt x="50" y="265"/>
                  </a:lnTo>
                  <a:lnTo>
                    <a:pt x="59" y="226"/>
                  </a:lnTo>
                  <a:lnTo>
                    <a:pt x="14" y="222"/>
                  </a:lnTo>
                  <a:lnTo>
                    <a:pt x="9" y="200"/>
                  </a:lnTo>
                  <a:lnTo>
                    <a:pt x="18" y="177"/>
                  </a:lnTo>
                  <a:lnTo>
                    <a:pt x="7" y="155"/>
                  </a:lnTo>
                  <a:lnTo>
                    <a:pt x="8" y="96"/>
                  </a:lnTo>
                  <a:lnTo>
                    <a:pt x="0" y="50"/>
                  </a:lnTo>
                  <a:lnTo>
                    <a:pt x="5" y="32"/>
                  </a:lnTo>
                  <a:lnTo>
                    <a:pt x="25" y="39"/>
                  </a:lnTo>
                  <a:lnTo>
                    <a:pt x="46" y="66"/>
                  </a:lnTo>
                  <a:lnTo>
                    <a:pt x="84" y="72"/>
                  </a:lnTo>
                  <a:lnTo>
                    <a:pt x="94" y="94"/>
                  </a:lnTo>
                  <a:lnTo>
                    <a:pt x="75" y="94"/>
                  </a:lnTo>
                  <a:lnTo>
                    <a:pt x="73" y="113"/>
                  </a:lnTo>
                  <a:lnTo>
                    <a:pt x="84" y="115"/>
                  </a:lnTo>
                  <a:lnTo>
                    <a:pt x="88" y="134"/>
                  </a:lnTo>
                  <a:lnTo>
                    <a:pt x="65" y="148"/>
                  </a:lnTo>
                  <a:lnTo>
                    <a:pt x="65" y="161"/>
                  </a:lnTo>
                  <a:lnTo>
                    <a:pt x="91" y="161"/>
                  </a:lnTo>
                  <a:lnTo>
                    <a:pt x="98" y="128"/>
                  </a:lnTo>
                  <a:lnTo>
                    <a:pt x="118" y="108"/>
                  </a:lnTo>
                  <a:lnTo>
                    <a:pt x="94" y="57"/>
                  </a:lnTo>
                  <a:lnTo>
                    <a:pt x="109" y="40"/>
                  </a:lnTo>
                  <a:lnTo>
                    <a:pt x="98" y="0"/>
                  </a:lnTo>
                  <a:close/>
                </a:path>
              </a:pathLst>
            </a:custGeom>
            <a:grpFill/>
            <a:ln w="6350">
              <a:solidFill>
                <a:schemeClr val="bg1"/>
              </a:solidFill>
              <a:round/>
              <a:headEnd/>
              <a:tailEnd/>
            </a:ln>
          </p:spPr>
          <p:txBody>
            <a:bodyPr/>
            <a:lstStyle/>
            <a:p>
              <a:pPr>
                <a:defRPr/>
              </a:pPr>
              <a:endParaRPr lang="en-GB"/>
            </a:p>
          </p:txBody>
        </p:sp>
        <p:sp>
          <p:nvSpPr>
            <p:cNvPr id="32" name="Freeform 45">
              <a:extLst>
                <a:ext uri="{FF2B5EF4-FFF2-40B4-BE49-F238E27FC236}">
                  <a16:creationId xmlns:a16="http://schemas.microsoft.com/office/drawing/2014/main" id="{120EE865-432D-43B1-B243-8A95B5920700}"/>
                </a:ext>
              </a:extLst>
            </p:cNvPr>
            <p:cNvSpPr>
              <a:spLocks/>
            </p:cNvSpPr>
            <p:nvPr/>
          </p:nvSpPr>
          <p:spPr bwMode="auto">
            <a:xfrm>
              <a:off x="1839908" y="2336800"/>
              <a:ext cx="1002582" cy="760413"/>
            </a:xfrm>
            <a:custGeom>
              <a:avLst/>
              <a:gdLst>
                <a:gd name="T0" fmla="*/ 147 w 485"/>
                <a:gd name="T1" fmla="*/ 0 h 399"/>
                <a:gd name="T2" fmla="*/ 127 w 485"/>
                <a:gd name="T3" fmla="*/ 9 h 399"/>
                <a:gd name="T4" fmla="*/ 115 w 485"/>
                <a:gd name="T5" fmla="*/ 44 h 399"/>
                <a:gd name="T6" fmla="*/ 102 w 485"/>
                <a:gd name="T7" fmla="*/ 73 h 399"/>
                <a:gd name="T8" fmla="*/ 94 w 485"/>
                <a:gd name="T9" fmla="*/ 97 h 399"/>
                <a:gd name="T10" fmla="*/ 81 w 485"/>
                <a:gd name="T11" fmla="*/ 123 h 399"/>
                <a:gd name="T12" fmla="*/ 67 w 485"/>
                <a:gd name="T13" fmla="*/ 149 h 399"/>
                <a:gd name="T14" fmla="*/ 50 w 485"/>
                <a:gd name="T15" fmla="*/ 177 h 399"/>
                <a:gd name="T16" fmla="*/ 26 w 485"/>
                <a:gd name="T17" fmla="*/ 210 h 399"/>
                <a:gd name="T18" fmla="*/ 0 w 485"/>
                <a:gd name="T19" fmla="*/ 241 h 399"/>
                <a:gd name="T20" fmla="*/ 0 w 485"/>
                <a:gd name="T21" fmla="*/ 311 h 399"/>
                <a:gd name="T22" fmla="*/ 376 w 485"/>
                <a:gd name="T23" fmla="*/ 371 h 399"/>
                <a:gd name="T24" fmla="*/ 552 w 485"/>
                <a:gd name="T25" fmla="*/ 399 h 399"/>
                <a:gd name="T26" fmla="*/ 587 w 485"/>
                <a:gd name="T27" fmla="*/ 260 h 399"/>
                <a:gd name="T28" fmla="*/ 610 w 485"/>
                <a:gd name="T29" fmla="*/ 249 h 399"/>
                <a:gd name="T30" fmla="*/ 588 w 485"/>
                <a:gd name="T31" fmla="*/ 218 h 399"/>
                <a:gd name="T32" fmla="*/ 600 w 485"/>
                <a:gd name="T33" fmla="*/ 186 h 399"/>
                <a:gd name="T34" fmla="*/ 670 w 485"/>
                <a:gd name="T35" fmla="*/ 133 h 399"/>
                <a:gd name="T36" fmla="*/ 621 w 485"/>
                <a:gd name="T37" fmla="*/ 85 h 399"/>
                <a:gd name="T38" fmla="*/ 412 w 485"/>
                <a:gd name="T39" fmla="*/ 51 h 399"/>
                <a:gd name="T40" fmla="*/ 386 w 485"/>
                <a:gd name="T41" fmla="*/ 65 h 399"/>
                <a:gd name="T42" fmla="*/ 346 w 485"/>
                <a:gd name="T43" fmla="*/ 42 h 399"/>
                <a:gd name="T44" fmla="*/ 312 w 485"/>
                <a:gd name="T45" fmla="*/ 66 h 399"/>
                <a:gd name="T46" fmla="*/ 281 w 485"/>
                <a:gd name="T47" fmla="*/ 42 h 399"/>
                <a:gd name="T48" fmla="*/ 197 w 485"/>
                <a:gd name="T49" fmla="*/ 43 h 399"/>
                <a:gd name="T50" fmla="*/ 209 w 485"/>
                <a:gd name="T51" fmla="*/ 4 h 399"/>
                <a:gd name="T52" fmla="*/ 147 w 485"/>
                <a:gd name="T53" fmla="*/ 0 h 39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5"/>
                <a:gd name="T82" fmla="*/ 0 h 399"/>
                <a:gd name="T83" fmla="*/ 485 w 485"/>
                <a:gd name="T84" fmla="*/ 399 h 39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5" h="399">
                  <a:moveTo>
                    <a:pt x="106" y="0"/>
                  </a:moveTo>
                  <a:lnTo>
                    <a:pt x="92" y="9"/>
                  </a:lnTo>
                  <a:lnTo>
                    <a:pt x="83" y="44"/>
                  </a:lnTo>
                  <a:lnTo>
                    <a:pt x="74" y="73"/>
                  </a:lnTo>
                  <a:lnTo>
                    <a:pt x="68" y="97"/>
                  </a:lnTo>
                  <a:lnTo>
                    <a:pt x="59" y="123"/>
                  </a:lnTo>
                  <a:lnTo>
                    <a:pt x="49" y="149"/>
                  </a:lnTo>
                  <a:lnTo>
                    <a:pt x="36" y="177"/>
                  </a:lnTo>
                  <a:lnTo>
                    <a:pt x="18" y="210"/>
                  </a:lnTo>
                  <a:lnTo>
                    <a:pt x="0" y="241"/>
                  </a:lnTo>
                  <a:lnTo>
                    <a:pt x="0" y="311"/>
                  </a:lnTo>
                  <a:lnTo>
                    <a:pt x="272" y="371"/>
                  </a:lnTo>
                  <a:lnTo>
                    <a:pt x="398" y="399"/>
                  </a:lnTo>
                  <a:lnTo>
                    <a:pt x="424" y="260"/>
                  </a:lnTo>
                  <a:lnTo>
                    <a:pt x="441" y="249"/>
                  </a:lnTo>
                  <a:lnTo>
                    <a:pt x="425" y="218"/>
                  </a:lnTo>
                  <a:lnTo>
                    <a:pt x="433" y="186"/>
                  </a:lnTo>
                  <a:lnTo>
                    <a:pt x="485" y="133"/>
                  </a:lnTo>
                  <a:lnTo>
                    <a:pt x="449" y="85"/>
                  </a:lnTo>
                  <a:lnTo>
                    <a:pt x="298" y="51"/>
                  </a:lnTo>
                  <a:lnTo>
                    <a:pt x="278" y="65"/>
                  </a:lnTo>
                  <a:lnTo>
                    <a:pt x="250" y="42"/>
                  </a:lnTo>
                  <a:lnTo>
                    <a:pt x="226" y="66"/>
                  </a:lnTo>
                  <a:lnTo>
                    <a:pt x="203" y="42"/>
                  </a:lnTo>
                  <a:lnTo>
                    <a:pt x="143" y="43"/>
                  </a:lnTo>
                  <a:lnTo>
                    <a:pt x="151" y="4"/>
                  </a:lnTo>
                  <a:lnTo>
                    <a:pt x="106" y="0"/>
                  </a:lnTo>
                  <a:close/>
                </a:path>
              </a:pathLst>
            </a:custGeom>
            <a:grpFill/>
            <a:ln w="6350">
              <a:solidFill>
                <a:schemeClr val="bg1"/>
              </a:solidFill>
              <a:round/>
              <a:headEnd/>
              <a:tailEnd/>
            </a:ln>
          </p:spPr>
          <p:txBody>
            <a:bodyPr/>
            <a:lstStyle/>
            <a:p>
              <a:pPr>
                <a:defRPr/>
              </a:pPr>
              <a:endParaRPr lang="en-GB"/>
            </a:p>
          </p:txBody>
        </p:sp>
        <p:sp>
          <p:nvSpPr>
            <p:cNvPr id="33" name="Freeform 46">
              <a:extLst>
                <a:ext uri="{FF2B5EF4-FFF2-40B4-BE49-F238E27FC236}">
                  <a16:creationId xmlns:a16="http://schemas.microsoft.com/office/drawing/2014/main" id="{D8772527-92BC-4CEC-BE0D-CE17009D2CF1}"/>
                </a:ext>
              </a:extLst>
            </p:cNvPr>
            <p:cNvSpPr>
              <a:spLocks/>
            </p:cNvSpPr>
            <p:nvPr/>
          </p:nvSpPr>
          <p:spPr bwMode="auto">
            <a:xfrm>
              <a:off x="1757363" y="2925763"/>
              <a:ext cx="1057612" cy="1619250"/>
            </a:xfrm>
            <a:custGeom>
              <a:avLst/>
              <a:gdLst>
                <a:gd name="T0" fmla="*/ 55 w 512"/>
                <a:gd name="T1" fmla="*/ 0 h 850"/>
                <a:gd name="T2" fmla="*/ 379 w 512"/>
                <a:gd name="T3" fmla="*/ 50 h 850"/>
                <a:gd name="T4" fmla="*/ 308 w 512"/>
                <a:gd name="T5" fmla="*/ 300 h 850"/>
                <a:gd name="T6" fmla="*/ 673 w 512"/>
                <a:gd name="T7" fmla="*/ 681 h 850"/>
                <a:gd name="T8" fmla="*/ 708 w 512"/>
                <a:gd name="T9" fmla="*/ 730 h 850"/>
                <a:gd name="T10" fmla="*/ 672 w 512"/>
                <a:gd name="T11" fmla="*/ 753 h 850"/>
                <a:gd name="T12" fmla="*/ 651 w 512"/>
                <a:gd name="T13" fmla="*/ 795 h 850"/>
                <a:gd name="T14" fmla="*/ 628 w 512"/>
                <a:gd name="T15" fmla="*/ 820 h 850"/>
                <a:gd name="T16" fmla="*/ 653 w 512"/>
                <a:gd name="T17" fmla="*/ 842 h 850"/>
                <a:gd name="T18" fmla="*/ 612 w 512"/>
                <a:gd name="T19" fmla="*/ 850 h 850"/>
                <a:gd name="T20" fmla="*/ 398 w 512"/>
                <a:gd name="T21" fmla="*/ 844 h 850"/>
                <a:gd name="T22" fmla="*/ 384 w 512"/>
                <a:gd name="T23" fmla="*/ 794 h 850"/>
                <a:gd name="T24" fmla="*/ 348 w 512"/>
                <a:gd name="T25" fmla="*/ 758 h 850"/>
                <a:gd name="T26" fmla="*/ 320 w 512"/>
                <a:gd name="T27" fmla="*/ 745 h 850"/>
                <a:gd name="T28" fmla="*/ 313 w 512"/>
                <a:gd name="T29" fmla="*/ 719 h 850"/>
                <a:gd name="T30" fmla="*/ 291 w 512"/>
                <a:gd name="T31" fmla="*/ 705 h 850"/>
                <a:gd name="T32" fmla="*/ 268 w 512"/>
                <a:gd name="T33" fmla="*/ 687 h 850"/>
                <a:gd name="T34" fmla="*/ 260 w 512"/>
                <a:gd name="T35" fmla="*/ 667 h 850"/>
                <a:gd name="T36" fmla="*/ 240 w 512"/>
                <a:gd name="T37" fmla="*/ 654 h 850"/>
                <a:gd name="T38" fmla="*/ 207 w 512"/>
                <a:gd name="T39" fmla="*/ 661 h 850"/>
                <a:gd name="T40" fmla="*/ 168 w 512"/>
                <a:gd name="T41" fmla="*/ 651 h 850"/>
                <a:gd name="T42" fmla="*/ 168 w 512"/>
                <a:gd name="T43" fmla="*/ 640 h 850"/>
                <a:gd name="T44" fmla="*/ 167 w 512"/>
                <a:gd name="T45" fmla="*/ 617 h 850"/>
                <a:gd name="T46" fmla="*/ 152 w 512"/>
                <a:gd name="T47" fmla="*/ 591 h 850"/>
                <a:gd name="T48" fmla="*/ 151 w 512"/>
                <a:gd name="T49" fmla="*/ 570 h 850"/>
                <a:gd name="T50" fmla="*/ 134 w 512"/>
                <a:gd name="T51" fmla="*/ 551 h 850"/>
                <a:gd name="T52" fmla="*/ 138 w 512"/>
                <a:gd name="T53" fmla="*/ 533 h 850"/>
                <a:gd name="T54" fmla="*/ 92 w 512"/>
                <a:gd name="T55" fmla="*/ 490 h 850"/>
                <a:gd name="T56" fmla="*/ 92 w 512"/>
                <a:gd name="T57" fmla="*/ 465 h 850"/>
                <a:gd name="T58" fmla="*/ 115 w 512"/>
                <a:gd name="T59" fmla="*/ 456 h 850"/>
                <a:gd name="T60" fmla="*/ 115 w 512"/>
                <a:gd name="T61" fmla="*/ 440 h 850"/>
                <a:gd name="T62" fmla="*/ 92 w 512"/>
                <a:gd name="T63" fmla="*/ 436 h 850"/>
                <a:gd name="T64" fmla="*/ 80 w 512"/>
                <a:gd name="T65" fmla="*/ 412 h 850"/>
                <a:gd name="T66" fmla="*/ 69 w 512"/>
                <a:gd name="T67" fmla="*/ 371 h 850"/>
                <a:gd name="T68" fmla="*/ 103 w 512"/>
                <a:gd name="T69" fmla="*/ 393 h 850"/>
                <a:gd name="T70" fmla="*/ 89 w 512"/>
                <a:gd name="T71" fmla="*/ 364 h 850"/>
                <a:gd name="T72" fmla="*/ 115 w 512"/>
                <a:gd name="T73" fmla="*/ 364 h 850"/>
                <a:gd name="T74" fmla="*/ 115 w 512"/>
                <a:gd name="T75" fmla="*/ 343 h 850"/>
                <a:gd name="T76" fmla="*/ 89 w 512"/>
                <a:gd name="T77" fmla="*/ 329 h 850"/>
                <a:gd name="T78" fmla="*/ 78 w 512"/>
                <a:gd name="T79" fmla="*/ 349 h 850"/>
                <a:gd name="T80" fmla="*/ 55 w 512"/>
                <a:gd name="T81" fmla="*/ 342 h 850"/>
                <a:gd name="T82" fmla="*/ 11 w 512"/>
                <a:gd name="T83" fmla="*/ 246 h 850"/>
                <a:gd name="T84" fmla="*/ 22 w 512"/>
                <a:gd name="T85" fmla="*/ 178 h 850"/>
                <a:gd name="T86" fmla="*/ 0 w 512"/>
                <a:gd name="T87" fmla="*/ 139 h 850"/>
                <a:gd name="T88" fmla="*/ 12 w 512"/>
                <a:gd name="T89" fmla="*/ 110 h 850"/>
                <a:gd name="T90" fmla="*/ 33 w 512"/>
                <a:gd name="T91" fmla="*/ 104 h 850"/>
                <a:gd name="T92" fmla="*/ 55 w 512"/>
                <a:gd name="T93" fmla="*/ 57 h 850"/>
                <a:gd name="T94" fmla="*/ 55 w 512"/>
                <a:gd name="T95" fmla="*/ 0 h 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12"/>
                <a:gd name="T145" fmla="*/ 0 h 850"/>
                <a:gd name="T146" fmla="*/ 512 w 512"/>
                <a:gd name="T147" fmla="*/ 850 h 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12" h="850">
                  <a:moveTo>
                    <a:pt x="40" y="0"/>
                  </a:moveTo>
                  <a:lnTo>
                    <a:pt x="275" y="50"/>
                  </a:lnTo>
                  <a:lnTo>
                    <a:pt x="223" y="300"/>
                  </a:lnTo>
                  <a:lnTo>
                    <a:pt x="488" y="681"/>
                  </a:lnTo>
                  <a:lnTo>
                    <a:pt x="512" y="730"/>
                  </a:lnTo>
                  <a:lnTo>
                    <a:pt x="487" y="753"/>
                  </a:lnTo>
                  <a:lnTo>
                    <a:pt x="471" y="795"/>
                  </a:lnTo>
                  <a:lnTo>
                    <a:pt x="455" y="820"/>
                  </a:lnTo>
                  <a:lnTo>
                    <a:pt x="472" y="842"/>
                  </a:lnTo>
                  <a:lnTo>
                    <a:pt x="444" y="850"/>
                  </a:lnTo>
                  <a:lnTo>
                    <a:pt x="289" y="844"/>
                  </a:lnTo>
                  <a:lnTo>
                    <a:pt x="279" y="794"/>
                  </a:lnTo>
                  <a:lnTo>
                    <a:pt x="252" y="758"/>
                  </a:lnTo>
                  <a:lnTo>
                    <a:pt x="232" y="745"/>
                  </a:lnTo>
                  <a:lnTo>
                    <a:pt x="227" y="719"/>
                  </a:lnTo>
                  <a:lnTo>
                    <a:pt x="210" y="705"/>
                  </a:lnTo>
                  <a:lnTo>
                    <a:pt x="194" y="687"/>
                  </a:lnTo>
                  <a:lnTo>
                    <a:pt x="188" y="667"/>
                  </a:lnTo>
                  <a:lnTo>
                    <a:pt x="173" y="654"/>
                  </a:lnTo>
                  <a:lnTo>
                    <a:pt x="149" y="661"/>
                  </a:lnTo>
                  <a:lnTo>
                    <a:pt x="122" y="651"/>
                  </a:lnTo>
                  <a:lnTo>
                    <a:pt x="122" y="640"/>
                  </a:lnTo>
                  <a:lnTo>
                    <a:pt x="121" y="617"/>
                  </a:lnTo>
                  <a:lnTo>
                    <a:pt x="110" y="591"/>
                  </a:lnTo>
                  <a:lnTo>
                    <a:pt x="109" y="570"/>
                  </a:lnTo>
                  <a:lnTo>
                    <a:pt x="97" y="551"/>
                  </a:lnTo>
                  <a:lnTo>
                    <a:pt x="100" y="533"/>
                  </a:lnTo>
                  <a:lnTo>
                    <a:pt x="66" y="490"/>
                  </a:lnTo>
                  <a:lnTo>
                    <a:pt x="66" y="465"/>
                  </a:lnTo>
                  <a:lnTo>
                    <a:pt x="83" y="456"/>
                  </a:lnTo>
                  <a:lnTo>
                    <a:pt x="83" y="440"/>
                  </a:lnTo>
                  <a:lnTo>
                    <a:pt x="66" y="436"/>
                  </a:lnTo>
                  <a:lnTo>
                    <a:pt x="58" y="412"/>
                  </a:lnTo>
                  <a:lnTo>
                    <a:pt x="50" y="371"/>
                  </a:lnTo>
                  <a:lnTo>
                    <a:pt x="75" y="393"/>
                  </a:lnTo>
                  <a:lnTo>
                    <a:pt x="65" y="364"/>
                  </a:lnTo>
                  <a:lnTo>
                    <a:pt x="83" y="364"/>
                  </a:lnTo>
                  <a:lnTo>
                    <a:pt x="83" y="343"/>
                  </a:lnTo>
                  <a:lnTo>
                    <a:pt x="65" y="329"/>
                  </a:lnTo>
                  <a:lnTo>
                    <a:pt x="56" y="349"/>
                  </a:lnTo>
                  <a:lnTo>
                    <a:pt x="40" y="342"/>
                  </a:lnTo>
                  <a:lnTo>
                    <a:pt x="7" y="246"/>
                  </a:lnTo>
                  <a:lnTo>
                    <a:pt x="16" y="178"/>
                  </a:lnTo>
                  <a:lnTo>
                    <a:pt x="0" y="139"/>
                  </a:lnTo>
                  <a:lnTo>
                    <a:pt x="8" y="110"/>
                  </a:lnTo>
                  <a:lnTo>
                    <a:pt x="24" y="104"/>
                  </a:lnTo>
                  <a:lnTo>
                    <a:pt x="40" y="57"/>
                  </a:lnTo>
                  <a:lnTo>
                    <a:pt x="40" y="0"/>
                  </a:lnTo>
                  <a:close/>
                </a:path>
              </a:pathLst>
            </a:custGeom>
            <a:grpFill/>
            <a:ln w="6350">
              <a:solidFill>
                <a:schemeClr val="bg1"/>
              </a:solidFill>
              <a:round/>
              <a:headEnd/>
              <a:tailEnd/>
            </a:ln>
          </p:spPr>
          <p:txBody>
            <a:bodyPr/>
            <a:lstStyle/>
            <a:p>
              <a:pPr>
                <a:defRPr/>
              </a:pPr>
              <a:endParaRPr lang="en-GB"/>
            </a:p>
          </p:txBody>
        </p:sp>
        <p:sp>
          <p:nvSpPr>
            <p:cNvPr id="34" name="Freeform 47">
              <a:extLst>
                <a:ext uri="{FF2B5EF4-FFF2-40B4-BE49-F238E27FC236}">
                  <a16:creationId xmlns:a16="http://schemas.microsoft.com/office/drawing/2014/main" id="{C2BE81C8-9672-45DA-87F4-C088CACB5C85}"/>
                </a:ext>
              </a:extLst>
            </p:cNvPr>
            <p:cNvSpPr>
              <a:spLocks/>
            </p:cNvSpPr>
            <p:nvPr/>
          </p:nvSpPr>
          <p:spPr bwMode="auto">
            <a:xfrm>
              <a:off x="2658483" y="2041525"/>
              <a:ext cx="722272" cy="1158875"/>
            </a:xfrm>
            <a:custGeom>
              <a:avLst/>
              <a:gdLst>
                <a:gd name="T0" fmla="*/ 117 w 349"/>
                <a:gd name="T1" fmla="*/ 0 h 608"/>
                <a:gd name="T2" fmla="*/ 72 w 349"/>
                <a:gd name="T3" fmla="*/ 238 h 608"/>
                <a:gd name="T4" fmla="*/ 118 w 349"/>
                <a:gd name="T5" fmla="*/ 288 h 608"/>
                <a:gd name="T6" fmla="*/ 47 w 349"/>
                <a:gd name="T7" fmla="*/ 341 h 608"/>
                <a:gd name="T8" fmla="*/ 37 w 349"/>
                <a:gd name="T9" fmla="*/ 378 h 608"/>
                <a:gd name="T10" fmla="*/ 58 w 349"/>
                <a:gd name="T11" fmla="*/ 404 h 608"/>
                <a:gd name="T12" fmla="*/ 37 w 349"/>
                <a:gd name="T13" fmla="*/ 416 h 608"/>
                <a:gd name="T14" fmla="*/ 0 w 349"/>
                <a:gd name="T15" fmla="*/ 554 h 608"/>
                <a:gd name="T16" fmla="*/ 230 w 349"/>
                <a:gd name="T17" fmla="*/ 586 h 608"/>
                <a:gd name="T18" fmla="*/ 451 w 349"/>
                <a:gd name="T19" fmla="*/ 608 h 608"/>
                <a:gd name="T20" fmla="*/ 472 w 349"/>
                <a:gd name="T21" fmla="*/ 482 h 608"/>
                <a:gd name="T22" fmla="*/ 485 w 349"/>
                <a:gd name="T23" fmla="*/ 413 h 608"/>
                <a:gd name="T24" fmla="*/ 464 w 349"/>
                <a:gd name="T25" fmla="*/ 388 h 608"/>
                <a:gd name="T26" fmla="*/ 414 w 349"/>
                <a:gd name="T27" fmla="*/ 395 h 608"/>
                <a:gd name="T28" fmla="*/ 346 w 349"/>
                <a:gd name="T29" fmla="*/ 401 h 608"/>
                <a:gd name="T30" fmla="*/ 338 w 349"/>
                <a:gd name="T31" fmla="*/ 345 h 608"/>
                <a:gd name="T32" fmla="*/ 257 w 349"/>
                <a:gd name="T33" fmla="*/ 299 h 608"/>
                <a:gd name="T34" fmla="*/ 268 w 349"/>
                <a:gd name="T35" fmla="*/ 270 h 608"/>
                <a:gd name="T36" fmla="*/ 275 w 349"/>
                <a:gd name="T37" fmla="*/ 218 h 608"/>
                <a:gd name="T38" fmla="*/ 175 w 349"/>
                <a:gd name="T39" fmla="*/ 106 h 608"/>
                <a:gd name="T40" fmla="*/ 188 w 349"/>
                <a:gd name="T41" fmla="*/ 7 h 608"/>
                <a:gd name="T42" fmla="*/ 117 w 349"/>
                <a:gd name="T43" fmla="*/ 0 h 6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49"/>
                <a:gd name="T67" fmla="*/ 0 h 608"/>
                <a:gd name="T68" fmla="*/ 349 w 349"/>
                <a:gd name="T69" fmla="*/ 608 h 6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49" h="608">
                  <a:moveTo>
                    <a:pt x="84" y="0"/>
                  </a:moveTo>
                  <a:lnTo>
                    <a:pt x="52" y="238"/>
                  </a:lnTo>
                  <a:lnTo>
                    <a:pt x="85" y="288"/>
                  </a:lnTo>
                  <a:lnTo>
                    <a:pt x="34" y="341"/>
                  </a:lnTo>
                  <a:lnTo>
                    <a:pt x="27" y="378"/>
                  </a:lnTo>
                  <a:lnTo>
                    <a:pt x="41" y="404"/>
                  </a:lnTo>
                  <a:lnTo>
                    <a:pt x="27" y="416"/>
                  </a:lnTo>
                  <a:lnTo>
                    <a:pt x="0" y="554"/>
                  </a:lnTo>
                  <a:lnTo>
                    <a:pt x="166" y="586"/>
                  </a:lnTo>
                  <a:lnTo>
                    <a:pt x="324" y="608"/>
                  </a:lnTo>
                  <a:lnTo>
                    <a:pt x="340" y="482"/>
                  </a:lnTo>
                  <a:lnTo>
                    <a:pt x="349" y="413"/>
                  </a:lnTo>
                  <a:lnTo>
                    <a:pt x="333" y="388"/>
                  </a:lnTo>
                  <a:lnTo>
                    <a:pt x="297" y="395"/>
                  </a:lnTo>
                  <a:lnTo>
                    <a:pt x="250" y="401"/>
                  </a:lnTo>
                  <a:lnTo>
                    <a:pt x="242" y="345"/>
                  </a:lnTo>
                  <a:lnTo>
                    <a:pt x="185" y="299"/>
                  </a:lnTo>
                  <a:lnTo>
                    <a:pt x="192" y="270"/>
                  </a:lnTo>
                  <a:lnTo>
                    <a:pt x="198" y="218"/>
                  </a:lnTo>
                  <a:lnTo>
                    <a:pt x="125" y="106"/>
                  </a:lnTo>
                  <a:lnTo>
                    <a:pt x="134" y="7"/>
                  </a:lnTo>
                  <a:lnTo>
                    <a:pt x="84" y="0"/>
                  </a:lnTo>
                  <a:close/>
                </a:path>
              </a:pathLst>
            </a:custGeom>
            <a:grpFill/>
            <a:ln w="6350">
              <a:solidFill>
                <a:schemeClr val="bg1"/>
              </a:solidFill>
              <a:round/>
              <a:headEnd/>
              <a:tailEnd/>
            </a:ln>
          </p:spPr>
          <p:txBody>
            <a:bodyPr/>
            <a:lstStyle/>
            <a:p>
              <a:pPr>
                <a:defRPr/>
              </a:pPr>
              <a:endParaRPr lang="en-GB"/>
            </a:p>
          </p:txBody>
        </p:sp>
        <p:sp>
          <p:nvSpPr>
            <p:cNvPr id="35" name="Freeform 48">
              <a:extLst>
                <a:ext uri="{FF2B5EF4-FFF2-40B4-BE49-F238E27FC236}">
                  <a16:creationId xmlns:a16="http://schemas.microsoft.com/office/drawing/2014/main" id="{5DE191FF-194F-4363-BFE9-A1559DFA5420}"/>
                </a:ext>
              </a:extLst>
            </p:cNvPr>
            <p:cNvSpPr>
              <a:spLocks/>
            </p:cNvSpPr>
            <p:nvPr/>
          </p:nvSpPr>
          <p:spPr bwMode="auto">
            <a:xfrm>
              <a:off x="5698902" y="4259263"/>
              <a:ext cx="433363" cy="750887"/>
            </a:xfrm>
            <a:custGeom>
              <a:avLst/>
              <a:gdLst>
                <a:gd name="T0" fmla="*/ 81 w 210"/>
                <a:gd name="T1" fmla="*/ 13 h 394"/>
                <a:gd name="T2" fmla="*/ 37 w 210"/>
                <a:gd name="T3" fmla="*/ 80 h 394"/>
                <a:gd name="T4" fmla="*/ 0 w 210"/>
                <a:gd name="T5" fmla="*/ 124 h 394"/>
                <a:gd name="T6" fmla="*/ 13 w 210"/>
                <a:gd name="T7" fmla="*/ 175 h 394"/>
                <a:gd name="T8" fmla="*/ 57 w 210"/>
                <a:gd name="T9" fmla="*/ 246 h 394"/>
                <a:gd name="T10" fmla="*/ 23 w 210"/>
                <a:gd name="T11" fmla="*/ 318 h 394"/>
                <a:gd name="T12" fmla="*/ 6 w 210"/>
                <a:gd name="T13" fmla="*/ 355 h 394"/>
                <a:gd name="T14" fmla="*/ 174 w 210"/>
                <a:gd name="T15" fmla="*/ 340 h 394"/>
                <a:gd name="T16" fmla="*/ 184 w 210"/>
                <a:gd name="T17" fmla="*/ 388 h 394"/>
                <a:gd name="T18" fmla="*/ 217 w 210"/>
                <a:gd name="T19" fmla="*/ 394 h 394"/>
                <a:gd name="T20" fmla="*/ 225 w 210"/>
                <a:gd name="T21" fmla="*/ 369 h 394"/>
                <a:gd name="T22" fmla="*/ 286 w 210"/>
                <a:gd name="T23" fmla="*/ 362 h 394"/>
                <a:gd name="T24" fmla="*/ 272 w 210"/>
                <a:gd name="T25" fmla="*/ 282 h 394"/>
                <a:gd name="T26" fmla="*/ 270 w 210"/>
                <a:gd name="T27" fmla="*/ 0 h 394"/>
                <a:gd name="T28" fmla="*/ 81 w 210"/>
                <a:gd name="T29" fmla="*/ 13 h 39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0"/>
                <a:gd name="T46" fmla="*/ 0 h 394"/>
                <a:gd name="T47" fmla="*/ 210 w 210"/>
                <a:gd name="T48" fmla="*/ 394 h 39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0" h="394">
                  <a:moveTo>
                    <a:pt x="59" y="13"/>
                  </a:moveTo>
                  <a:lnTo>
                    <a:pt x="27" y="80"/>
                  </a:lnTo>
                  <a:lnTo>
                    <a:pt x="0" y="124"/>
                  </a:lnTo>
                  <a:lnTo>
                    <a:pt x="9" y="175"/>
                  </a:lnTo>
                  <a:lnTo>
                    <a:pt x="42" y="246"/>
                  </a:lnTo>
                  <a:lnTo>
                    <a:pt x="17" y="318"/>
                  </a:lnTo>
                  <a:lnTo>
                    <a:pt x="6" y="355"/>
                  </a:lnTo>
                  <a:lnTo>
                    <a:pt x="128" y="340"/>
                  </a:lnTo>
                  <a:lnTo>
                    <a:pt x="134" y="388"/>
                  </a:lnTo>
                  <a:lnTo>
                    <a:pt x="159" y="394"/>
                  </a:lnTo>
                  <a:lnTo>
                    <a:pt x="165" y="369"/>
                  </a:lnTo>
                  <a:lnTo>
                    <a:pt x="210" y="362"/>
                  </a:lnTo>
                  <a:lnTo>
                    <a:pt x="200" y="282"/>
                  </a:lnTo>
                  <a:lnTo>
                    <a:pt x="198" y="0"/>
                  </a:lnTo>
                  <a:lnTo>
                    <a:pt x="59" y="13"/>
                  </a:lnTo>
                  <a:close/>
                </a:path>
              </a:pathLst>
            </a:custGeom>
            <a:grpFill/>
            <a:ln w="6350">
              <a:solidFill>
                <a:schemeClr val="bg1"/>
              </a:solidFill>
              <a:round/>
              <a:headEnd/>
              <a:tailEnd/>
            </a:ln>
          </p:spPr>
          <p:txBody>
            <a:bodyPr/>
            <a:lstStyle/>
            <a:p>
              <a:pPr>
                <a:defRPr/>
              </a:pPr>
              <a:endParaRPr lang="en-GB"/>
            </a:p>
          </p:txBody>
        </p:sp>
        <p:sp>
          <p:nvSpPr>
            <p:cNvPr id="36" name="Freeform 49">
              <a:extLst>
                <a:ext uri="{FF2B5EF4-FFF2-40B4-BE49-F238E27FC236}">
                  <a16:creationId xmlns:a16="http://schemas.microsoft.com/office/drawing/2014/main" id="{80B6F277-45F4-4D57-847D-8756FE015EFD}"/>
                </a:ext>
              </a:extLst>
            </p:cNvPr>
            <p:cNvSpPr>
              <a:spLocks/>
            </p:cNvSpPr>
            <p:nvPr/>
          </p:nvSpPr>
          <p:spPr bwMode="auto">
            <a:xfrm>
              <a:off x="6104750" y="4222750"/>
              <a:ext cx="490113" cy="758825"/>
            </a:xfrm>
            <a:custGeom>
              <a:avLst/>
              <a:gdLst>
                <a:gd name="T0" fmla="*/ 0 w 237"/>
                <a:gd name="T1" fmla="*/ 20 h 398"/>
                <a:gd name="T2" fmla="*/ 213 w 237"/>
                <a:gd name="T3" fmla="*/ 0 h 398"/>
                <a:gd name="T4" fmla="*/ 281 w 237"/>
                <a:gd name="T5" fmla="*/ 184 h 398"/>
                <a:gd name="T6" fmla="*/ 329 w 237"/>
                <a:gd name="T7" fmla="*/ 213 h 398"/>
                <a:gd name="T8" fmla="*/ 291 w 237"/>
                <a:gd name="T9" fmla="*/ 267 h 398"/>
                <a:gd name="T10" fmla="*/ 326 w 237"/>
                <a:gd name="T11" fmla="*/ 319 h 398"/>
                <a:gd name="T12" fmla="*/ 110 w 237"/>
                <a:gd name="T13" fmla="*/ 338 h 398"/>
                <a:gd name="T14" fmla="*/ 117 w 237"/>
                <a:gd name="T15" fmla="*/ 383 h 398"/>
                <a:gd name="T16" fmla="*/ 86 w 237"/>
                <a:gd name="T17" fmla="*/ 398 h 398"/>
                <a:gd name="T18" fmla="*/ 61 w 237"/>
                <a:gd name="T19" fmla="*/ 341 h 398"/>
                <a:gd name="T20" fmla="*/ 46 w 237"/>
                <a:gd name="T21" fmla="*/ 387 h 398"/>
                <a:gd name="T22" fmla="*/ 17 w 237"/>
                <a:gd name="T23" fmla="*/ 383 h 398"/>
                <a:gd name="T24" fmla="*/ 11 w 237"/>
                <a:gd name="T25" fmla="*/ 337 h 398"/>
                <a:gd name="T26" fmla="*/ 1 w 237"/>
                <a:gd name="T27" fmla="*/ 297 h 398"/>
                <a:gd name="T28" fmla="*/ 0 w 237"/>
                <a:gd name="T29" fmla="*/ 20 h 3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7"/>
                <a:gd name="T46" fmla="*/ 0 h 398"/>
                <a:gd name="T47" fmla="*/ 237 w 237"/>
                <a:gd name="T48" fmla="*/ 398 h 3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7" h="398">
                  <a:moveTo>
                    <a:pt x="0" y="20"/>
                  </a:moveTo>
                  <a:lnTo>
                    <a:pt x="154" y="0"/>
                  </a:lnTo>
                  <a:lnTo>
                    <a:pt x="203" y="184"/>
                  </a:lnTo>
                  <a:lnTo>
                    <a:pt x="237" y="213"/>
                  </a:lnTo>
                  <a:lnTo>
                    <a:pt x="210" y="267"/>
                  </a:lnTo>
                  <a:lnTo>
                    <a:pt x="236" y="319"/>
                  </a:lnTo>
                  <a:lnTo>
                    <a:pt x="79" y="338"/>
                  </a:lnTo>
                  <a:lnTo>
                    <a:pt x="85" y="383"/>
                  </a:lnTo>
                  <a:lnTo>
                    <a:pt x="62" y="398"/>
                  </a:lnTo>
                  <a:lnTo>
                    <a:pt x="44" y="341"/>
                  </a:lnTo>
                  <a:lnTo>
                    <a:pt x="33" y="387"/>
                  </a:lnTo>
                  <a:lnTo>
                    <a:pt x="13" y="383"/>
                  </a:lnTo>
                  <a:lnTo>
                    <a:pt x="7" y="337"/>
                  </a:lnTo>
                  <a:lnTo>
                    <a:pt x="1" y="297"/>
                  </a:lnTo>
                  <a:lnTo>
                    <a:pt x="0" y="20"/>
                  </a:lnTo>
                  <a:close/>
                </a:path>
              </a:pathLst>
            </a:custGeom>
            <a:grpFill/>
            <a:ln w="6350">
              <a:solidFill>
                <a:schemeClr val="bg1"/>
              </a:solidFill>
              <a:round/>
              <a:headEnd/>
              <a:tailEnd/>
            </a:ln>
          </p:spPr>
          <p:txBody>
            <a:bodyPr/>
            <a:lstStyle/>
            <a:p>
              <a:pPr>
                <a:defRPr/>
              </a:pPr>
              <a:endParaRPr lang="en-GB"/>
            </a:p>
          </p:txBody>
        </p:sp>
        <p:sp>
          <p:nvSpPr>
            <p:cNvPr id="37" name="Freeform 50">
              <a:extLst>
                <a:ext uri="{FF2B5EF4-FFF2-40B4-BE49-F238E27FC236}">
                  <a16:creationId xmlns:a16="http://schemas.microsoft.com/office/drawing/2014/main" id="{73220F68-016F-49B5-B97D-4EB04D899674}"/>
                </a:ext>
              </a:extLst>
            </p:cNvPr>
            <p:cNvSpPr>
              <a:spLocks/>
            </p:cNvSpPr>
            <p:nvPr/>
          </p:nvSpPr>
          <p:spPr bwMode="auto">
            <a:xfrm>
              <a:off x="6422894" y="4184650"/>
              <a:ext cx="679279" cy="698500"/>
            </a:xfrm>
            <a:custGeom>
              <a:avLst/>
              <a:gdLst>
                <a:gd name="T0" fmla="*/ 0 w 328"/>
                <a:gd name="T1" fmla="*/ 23 h 366"/>
                <a:gd name="T2" fmla="*/ 4 w 328"/>
                <a:gd name="T3" fmla="*/ 23 h 366"/>
                <a:gd name="T4" fmla="*/ 111 w 328"/>
                <a:gd name="T5" fmla="*/ 7 h 366"/>
                <a:gd name="T6" fmla="*/ 206 w 328"/>
                <a:gd name="T7" fmla="*/ 0 h 366"/>
                <a:gd name="T8" fmla="*/ 192 w 328"/>
                <a:gd name="T9" fmla="*/ 19 h 366"/>
                <a:gd name="T10" fmla="*/ 221 w 328"/>
                <a:gd name="T11" fmla="*/ 19 h 366"/>
                <a:gd name="T12" fmla="*/ 384 w 328"/>
                <a:gd name="T13" fmla="*/ 132 h 366"/>
                <a:gd name="T14" fmla="*/ 446 w 328"/>
                <a:gd name="T15" fmla="*/ 205 h 366"/>
                <a:gd name="T16" fmla="*/ 455 w 328"/>
                <a:gd name="T17" fmla="*/ 254 h 366"/>
                <a:gd name="T18" fmla="*/ 434 w 328"/>
                <a:gd name="T19" fmla="*/ 266 h 366"/>
                <a:gd name="T20" fmla="*/ 446 w 328"/>
                <a:gd name="T21" fmla="*/ 316 h 366"/>
                <a:gd name="T22" fmla="*/ 402 w 328"/>
                <a:gd name="T23" fmla="*/ 318 h 366"/>
                <a:gd name="T24" fmla="*/ 402 w 328"/>
                <a:gd name="T25" fmla="*/ 360 h 366"/>
                <a:gd name="T26" fmla="*/ 364 w 328"/>
                <a:gd name="T27" fmla="*/ 339 h 366"/>
                <a:gd name="T28" fmla="*/ 130 w 328"/>
                <a:gd name="T29" fmla="*/ 366 h 366"/>
                <a:gd name="T30" fmla="*/ 78 w 328"/>
                <a:gd name="T31" fmla="*/ 287 h 366"/>
                <a:gd name="T32" fmla="*/ 115 w 328"/>
                <a:gd name="T33" fmla="*/ 233 h 366"/>
                <a:gd name="T34" fmla="*/ 65 w 328"/>
                <a:gd name="T35" fmla="*/ 206 h 366"/>
                <a:gd name="T36" fmla="*/ 0 w 328"/>
                <a:gd name="T37" fmla="*/ 23 h 3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8"/>
                <a:gd name="T58" fmla="*/ 0 h 366"/>
                <a:gd name="T59" fmla="*/ 328 w 328"/>
                <a:gd name="T60" fmla="*/ 366 h 3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8" h="366">
                  <a:moveTo>
                    <a:pt x="0" y="23"/>
                  </a:moveTo>
                  <a:lnTo>
                    <a:pt x="4" y="23"/>
                  </a:lnTo>
                  <a:lnTo>
                    <a:pt x="80" y="7"/>
                  </a:lnTo>
                  <a:lnTo>
                    <a:pt x="148" y="0"/>
                  </a:lnTo>
                  <a:lnTo>
                    <a:pt x="138" y="19"/>
                  </a:lnTo>
                  <a:lnTo>
                    <a:pt x="159" y="19"/>
                  </a:lnTo>
                  <a:lnTo>
                    <a:pt x="276" y="132"/>
                  </a:lnTo>
                  <a:lnTo>
                    <a:pt x="322" y="205"/>
                  </a:lnTo>
                  <a:lnTo>
                    <a:pt x="328" y="254"/>
                  </a:lnTo>
                  <a:lnTo>
                    <a:pt x="313" y="266"/>
                  </a:lnTo>
                  <a:lnTo>
                    <a:pt x="322" y="316"/>
                  </a:lnTo>
                  <a:lnTo>
                    <a:pt x="289" y="318"/>
                  </a:lnTo>
                  <a:lnTo>
                    <a:pt x="289" y="360"/>
                  </a:lnTo>
                  <a:lnTo>
                    <a:pt x="263" y="339"/>
                  </a:lnTo>
                  <a:lnTo>
                    <a:pt x="94" y="366"/>
                  </a:lnTo>
                  <a:lnTo>
                    <a:pt x="56" y="287"/>
                  </a:lnTo>
                  <a:lnTo>
                    <a:pt x="83" y="233"/>
                  </a:lnTo>
                  <a:lnTo>
                    <a:pt x="47" y="206"/>
                  </a:lnTo>
                  <a:lnTo>
                    <a:pt x="0" y="23"/>
                  </a:lnTo>
                  <a:close/>
                </a:path>
              </a:pathLst>
            </a:custGeom>
            <a:grpFill/>
            <a:ln w="6350">
              <a:solidFill>
                <a:schemeClr val="bg1"/>
              </a:solidFill>
              <a:round/>
              <a:headEnd/>
              <a:tailEnd/>
            </a:ln>
          </p:spPr>
          <p:txBody>
            <a:bodyPr/>
            <a:lstStyle/>
            <a:p>
              <a:pPr>
                <a:defRPr/>
              </a:pPr>
              <a:endParaRPr lang="en-GB"/>
            </a:p>
          </p:txBody>
        </p:sp>
        <p:sp>
          <p:nvSpPr>
            <p:cNvPr id="38" name="Freeform 51">
              <a:extLst>
                <a:ext uri="{FF2B5EF4-FFF2-40B4-BE49-F238E27FC236}">
                  <a16:creationId xmlns:a16="http://schemas.microsoft.com/office/drawing/2014/main" id="{2F6C4EA2-2E1D-4EB3-BC03-0B86EC5BCFA3}"/>
                </a:ext>
              </a:extLst>
            </p:cNvPr>
            <p:cNvSpPr>
              <a:spLocks/>
            </p:cNvSpPr>
            <p:nvPr/>
          </p:nvSpPr>
          <p:spPr bwMode="auto">
            <a:xfrm>
              <a:off x="6587984" y="3757613"/>
              <a:ext cx="1064490" cy="463550"/>
            </a:xfrm>
            <a:custGeom>
              <a:avLst/>
              <a:gdLst>
                <a:gd name="T0" fmla="*/ 25 w 516"/>
                <a:gd name="T1" fmla="*/ 180 h 243"/>
                <a:gd name="T2" fmla="*/ 0 w 516"/>
                <a:gd name="T3" fmla="*/ 231 h 243"/>
                <a:gd name="T4" fmla="*/ 93 w 516"/>
                <a:gd name="T5" fmla="*/ 224 h 243"/>
                <a:gd name="T6" fmla="*/ 128 w 516"/>
                <a:gd name="T7" fmla="*/ 201 h 243"/>
                <a:gd name="T8" fmla="*/ 253 w 516"/>
                <a:gd name="T9" fmla="*/ 175 h 243"/>
                <a:gd name="T10" fmla="*/ 287 w 516"/>
                <a:gd name="T11" fmla="*/ 189 h 243"/>
                <a:gd name="T12" fmla="*/ 369 w 516"/>
                <a:gd name="T13" fmla="*/ 180 h 243"/>
                <a:gd name="T14" fmla="*/ 369 w 516"/>
                <a:gd name="T15" fmla="*/ 183 h 243"/>
                <a:gd name="T16" fmla="*/ 494 w 516"/>
                <a:gd name="T17" fmla="*/ 243 h 243"/>
                <a:gd name="T18" fmla="*/ 565 w 516"/>
                <a:gd name="T19" fmla="*/ 226 h 243"/>
                <a:gd name="T20" fmla="*/ 608 w 516"/>
                <a:gd name="T21" fmla="*/ 159 h 243"/>
                <a:gd name="T22" fmla="*/ 677 w 516"/>
                <a:gd name="T23" fmla="*/ 140 h 243"/>
                <a:gd name="T24" fmla="*/ 711 w 516"/>
                <a:gd name="T25" fmla="*/ 90 h 243"/>
                <a:gd name="T26" fmla="*/ 708 w 516"/>
                <a:gd name="T27" fmla="*/ 30 h 243"/>
                <a:gd name="T28" fmla="*/ 701 w 516"/>
                <a:gd name="T29" fmla="*/ 80 h 243"/>
                <a:gd name="T30" fmla="*/ 661 w 516"/>
                <a:gd name="T31" fmla="*/ 122 h 243"/>
                <a:gd name="T32" fmla="*/ 646 w 516"/>
                <a:gd name="T33" fmla="*/ 119 h 243"/>
                <a:gd name="T34" fmla="*/ 594 w 516"/>
                <a:gd name="T35" fmla="*/ 130 h 243"/>
                <a:gd name="T36" fmla="*/ 594 w 516"/>
                <a:gd name="T37" fmla="*/ 116 h 243"/>
                <a:gd name="T38" fmla="*/ 646 w 516"/>
                <a:gd name="T39" fmla="*/ 102 h 243"/>
                <a:gd name="T40" fmla="*/ 597 w 516"/>
                <a:gd name="T41" fmla="*/ 97 h 243"/>
                <a:gd name="T42" fmla="*/ 652 w 516"/>
                <a:gd name="T43" fmla="*/ 85 h 243"/>
                <a:gd name="T44" fmla="*/ 674 w 516"/>
                <a:gd name="T45" fmla="*/ 92 h 243"/>
                <a:gd name="T46" fmla="*/ 685 w 516"/>
                <a:gd name="T47" fmla="*/ 45 h 243"/>
                <a:gd name="T48" fmla="*/ 672 w 516"/>
                <a:gd name="T49" fmla="*/ 34 h 243"/>
                <a:gd name="T50" fmla="*/ 607 w 516"/>
                <a:gd name="T51" fmla="*/ 53 h 243"/>
                <a:gd name="T52" fmla="*/ 608 w 516"/>
                <a:gd name="T53" fmla="*/ 25 h 243"/>
                <a:gd name="T54" fmla="*/ 635 w 516"/>
                <a:gd name="T55" fmla="*/ 32 h 243"/>
                <a:gd name="T56" fmla="*/ 672 w 516"/>
                <a:gd name="T57" fmla="*/ 10 h 243"/>
                <a:gd name="T58" fmla="*/ 651 w 516"/>
                <a:gd name="T59" fmla="*/ 0 h 243"/>
                <a:gd name="T60" fmla="*/ 438 w 516"/>
                <a:gd name="T61" fmla="*/ 37 h 243"/>
                <a:gd name="T62" fmla="*/ 179 w 516"/>
                <a:gd name="T63" fmla="*/ 79 h 243"/>
                <a:gd name="T64" fmla="*/ 60 w 516"/>
                <a:gd name="T65" fmla="*/ 179 h 243"/>
                <a:gd name="T66" fmla="*/ 25 w 516"/>
                <a:gd name="T67" fmla="*/ 180 h 2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6"/>
                <a:gd name="T103" fmla="*/ 0 h 243"/>
                <a:gd name="T104" fmla="*/ 516 w 516"/>
                <a:gd name="T105" fmla="*/ 243 h 24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6" h="243">
                  <a:moveTo>
                    <a:pt x="18" y="180"/>
                  </a:moveTo>
                  <a:lnTo>
                    <a:pt x="0" y="231"/>
                  </a:lnTo>
                  <a:lnTo>
                    <a:pt x="67" y="224"/>
                  </a:lnTo>
                  <a:lnTo>
                    <a:pt x="93" y="201"/>
                  </a:lnTo>
                  <a:lnTo>
                    <a:pt x="184" y="175"/>
                  </a:lnTo>
                  <a:lnTo>
                    <a:pt x="209" y="189"/>
                  </a:lnTo>
                  <a:lnTo>
                    <a:pt x="269" y="180"/>
                  </a:lnTo>
                  <a:lnTo>
                    <a:pt x="269" y="183"/>
                  </a:lnTo>
                  <a:lnTo>
                    <a:pt x="359" y="243"/>
                  </a:lnTo>
                  <a:lnTo>
                    <a:pt x="411" y="226"/>
                  </a:lnTo>
                  <a:lnTo>
                    <a:pt x="441" y="159"/>
                  </a:lnTo>
                  <a:lnTo>
                    <a:pt x="492" y="140"/>
                  </a:lnTo>
                  <a:lnTo>
                    <a:pt x="516" y="90"/>
                  </a:lnTo>
                  <a:lnTo>
                    <a:pt x="515" y="30"/>
                  </a:lnTo>
                  <a:lnTo>
                    <a:pt x="509" y="80"/>
                  </a:lnTo>
                  <a:lnTo>
                    <a:pt x="480" y="122"/>
                  </a:lnTo>
                  <a:lnTo>
                    <a:pt x="469" y="119"/>
                  </a:lnTo>
                  <a:lnTo>
                    <a:pt x="431" y="130"/>
                  </a:lnTo>
                  <a:lnTo>
                    <a:pt x="431" y="116"/>
                  </a:lnTo>
                  <a:lnTo>
                    <a:pt x="469" y="102"/>
                  </a:lnTo>
                  <a:lnTo>
                    <a:pt x="434" y="97"/>
                  </a:lnTo>
                  <a:lnTo>
                    <a:pt x="474" y="85"/>
                  </a:lnTo>
                  <a:lnTo>
                    <a:pt x="489" y="92"/>
                  </a:lnTo>
                  <a:lnTo>
                    <a:pt x="497" y="45"/>
                  </a:lnTo>
                  <a:lnTo>
                    <a:pt x="487" y="34"/>
                  </a:lnTo>
                  <a:lnTo>
                    <a:pt x="440" y="53"/>
                  </a:lnTo>
                  <a:lnTo>
                    <a:pt x="441" y="25"/>
                  </a:lnTo>
                  <a:lnTo>
                    <a:pt x="461" y="32"/>
                  </a:lnTo>
                  <a:lnTo>
                    <a:pt x="487" y="10"/>
                  </a:lnTo>
                  <a:lnTo>
                    <a:pt x="473" y="0"/>
                  </a:lnTo>
                  <a:lnTo>
                    <a:pt x="318" y="37"/>
                  </a:lnTo>
                  <a:lnTo>
                    <a:pt x="129" y="79"/>
                  </a:lnTo>
                  <a:lnTo>
                    <a:pt x="43" y="179"/>
                  </a:lnTo>
                  <a:lnTo>
                    <a:pt x="18" y="180"/>
                  </a:lnTo>
                  <a:close/>
                </a:path>
              </a:pathLst>
            </a:custGeom>
            <a:grpFill/>
            <a:ln w="6350">
              <a:solidFill>
                <a:schemeClr val="bg1"/>
              </a:solidFill>
              <a:round/>
              <a:headEnd/>
              <a:tailEnd/>
            </a:ln>
          </p:spPr>
          <p:txBody>
            <a:bodyPr/>
            <a:lstStyle/>
            <a:p>
              <a:pPr>
                <a:defRPr/>
              </a:pPr>
              <a:endParaRPr lang="en-GB"/>
            </a:p>
          </p:txBody>
        </p:sp>
        <p:sp>
          <p:nvSpPr>
            <p:cNvPr id="39" name="Freeform 52">
              <a:extLst>
                <a:ext uri="{FF2B5EF4-FFF2-40B4-BE49-F238E27FC236}">
                  <a16:creationId xmlns:a16="http://schemas.microsoft.com/office/drawing/2014/main" id="{2AFF1AE2-F51D-416E-8146-D5FB1E0206BD}"/>
                </a:ext>
              </a:extLst>
            </p:cNvPr>
            <p:cNvSpPr>
              <a:spLocks/>
            </p:cNvSpPr>
            <p:nvPr/>
          </p:nvSpPr>
          <p:spPr bwMode="auto">
            <a:xfrm>
              <a:off x="7449550" y="3270250"/>
              <a:ext cx="147894" cy="182563"/>
            </a:xfrm>
            <a:custGeom>
              <a:avLst/>
              <a:gdLst>
                <a:gd name="T0" fmla="*/ 0 w 72"/>
                <a:gd name="T1" fmla="*/ 5 h 96"/>
                <a:gd name="T2" fmla="*/ 20 w 72"/>
                <a:gd name="T3" fmla="*/ 0 h 96"/>
                <a:gd name="T4" fmla="*/ 66 w 72"/>
                <a:gd name="T5" fmla="*/ 21 h 96"/>
                <a:gd name="T6" fmla="*/ 66 w 72"/>
                <a:gd name="T7" fmla="*/ 42 h 96"/>
                <a:gd name="T8" fmla="*/ 97 w 72"/>
                <a:gd name="T9" fmla="*/ 57 h 96"/>
                <a:gd name="T10" fmla="*/ 99 w 72"/>
                <a:gd name="T11" fmla="*/ 85 h 96"/>
                <a:gd name="T12" fmla="*/ 48 w 72"/>
                <a:gd name="T13" fmla="*/ 96 h 96"/>
                <a:gd name="T14" fmla="*/ 0 w 72"/>
                <a:gd name="T15" fmla="*/ 5 h 96"/>
                <a:gd name="T16" fmla="*/ 0 60000 65536"/>
                <a:gd name="T17" fmla="*/ 0 60000 65536"/>
                <a:gd name="T18" fmla="*/ 0 60000 65536"/>
                <a:gd name="T19" fmla="*/ 0 60000 65536"/>
                <a:gd name="T20" fmla="*/ 0 60000 65536"/>
                <a:gd name="T21" fmla="*/ 0 60000 65536"/>
                <a:gd name="T22" fmla="*/ 0 60000 65536"/>
                <a:gd name="T23" fmla="*/ 0 60000 65536"/>
                <a:gd name="T24" fmla="*/ 0 w 72"/>
                <a:gd name="T25" fmla="*/ 0 h 96"/>
                <a:gd name="T26" fmla="*/ 72 w 72"/>
                <a:gd name="T27" fmla="*/ 96 h 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 h="96">
                  <a:moveTo>
                    <a:pt x="0" y="5"/>
                  </a:moveTo>
                  <a:lnTo>
                    <a:pt x="15" y="0"/>
                  </a:lnTo>
                  <a:lnTo>
                    <a:pt x="48" y="21"/>
                  </a:lnTo>
                  <a:lnTo>
                    <a:pt x="48" y="42"/>
                  </a:lnTo>
                  <a:lnTo>
                    <a:pt x="71" y="57"/>
                  </a:lnTo>
                  <a:lnTo>
                    <a:pt x="72" y="85"/>
                  </a:lnTo>
                  <a:lnTo>
                    <a:pt x="35" y="96"/>
                  </a:lnTo>
                  <a:lnTo>
                    <a:pt x="0" y="5"/>
                  </a:lnTo>
                  <a:close/>
                </a:path>
              </a:pathLst>
            </a:custGeom>
            <a:grpFill/>
            <a:ln w="6350">
              <a:solidFill>
                <a:schemeClr val="bg1"/>
              </a:solidFill>
              <a:round/>
              <a:headEnd/>
              <a:tailEnd/>
            </a:ln>
          </p:spPr>
          <p:txBody>
            <a:bodyPr/>
            <a:lstStyle/>
            <a:p>
              <a:pPr>
                <a:defRPr/>
              </a:pPr>
              <a:endParaRPr lang="en-GB"/>
            </a:p>
          </p:txBody>
        </p:sp>
        <p:sp>
          <p:nvSpPr>
            <p:cNvPr id="40" name="Freeform 53">
              <a:extLst>
                <a:ext uri="{FF2B5EF4-FFF2-40B4-BE49-F238E27FC236}">
                  <a16:creationId xmlns:a16="http://schemas.microsoft.com/office/drawing/2014/main" id="{F49C6F81-C55F-48BE-BDF3-DB293B7006F6}"/>
                </a:ext>
              </a:extLst>
            </p:cNvPr>
            <p:cNvSpPr>
              <a:spLocks/>
            </p:cNvSpPr>
            <p:nvPr/>
          </p:nvSpPr>
          <p:spPr bwMode="auto">
            <a:xfrm>
              <a:off x="6873453" y="2382838"/>
              <a:ext cx="792778" cy="639762"/>
            </a:xfrm>
            <a:custGeom>
              <a:avLst/>
              <a:gdLst>
                <a:gd name="T0" fmla="*/ 40 w 384"/>
                <a:gd name="T1" fmla="*/ 226 h 336"/>
                <a:gd name="T2" fmla="*/ 92 w 384"/>
                <a:gd name="T3" fmla="*/ 206 h 336"/>
                <a:gd name="T4" fmla="*/ 158 w 384"/>
                <a:gd name="T5" fmla="*/ 201 h 336"/>
                <a:gd name="T6" fmla="*/ 177 w 384"/>
                <a:gd name="T7" fmla="*/ 183 h 336"/>
                <a:gd name="T8" fmla="*/ 198 w 384"/>
                <a:gd name="T9" fmla="*/ 181 h 336"/>
                <a:gd name="T10" fmla="*/ 212 w 384"/>
                <a:gd name="T11" fmla="*/ 162 h 336"/>
                <a:gd name="T12" fmla="*/ 235 w 384"/>
                <a:gd name="T13" fmla="*/ 155 h 336"/>
                <a:gd name="T14" fmla="*/ 225 w 384"/>
                <a:gd name="T15" fmla="*/ 120 h 336"/>
                <a:gd name="T16" fmla="*/ 211 w 384"/>
                <a:gd name="T17" fmla="*/ 111 h 336"/>
                <a:gd name="T18" fmla="*/ 240 w 384"/>
                <a:gd name="T19" fmla="*/ 82 h 336"/>
                <a:gd name="T20" fmla="*/ 258 w 384"/>
                <a:gd name="T21" fmla="*/ 82 h 336"/>
                <a:gd name="T22" fmla="*/ 320 w 384"/>
                <a:gd name="T23" fmla="*/ 22 h 336"/>
                <a:gd name="T24" fmla="*/ 414 w 384"/>
                <a:gd name="T25" fmla="*/ 0 h 336"/>
                <a:gd name="T26" fmla="*/ 425 w 384"/>
                <a:gd name="T27" fmla="*/ 56 h 336"/>
                <a:gd name="T28" fmla="*/ 430 w 384"/>
                <a:gd name="T29" fmla="*/ 54 h 336"/>
                <a:gd name="T30" fmla="*/ 452 w 384"/>
                <a:gd name="T31" fmla="*/ 74 h 336"/>
                <a:gd name="T32" fmla="*/ 453 w 384"/>
                <a:gd name="T33" fmla="*/ 132 h 336"/>
                <a:gd name="T34" fmla="*/ 482 w 384"/>
                <a:gd name="T35" fmla="*/ 179 h 336"/>
                <a:gd name="T36" fmla="*/ 493 w 384"/>
                <a:gd name="T37" fmla="*/ 240 h 336"/>
                <a:gd name="T38" fmla="*/ 495 w 384"/>
                <a:gd name="T39" fmla="*/ 293 h 336"/>
                <a:gd name="T40" fmla="*/ 530 w 384"/>
                <a:gd name="T41" fmla="*/ 310 h 336"/>
                <a:gd name="T42" fmla="*/ 505 w 384"/>
                <a:gd name="T43" fmla="*/ 336 h 336"/>
                <a:gd name="T44" fmla="*/ 444 w 384"/>
                <a:gd name="T45" fmla="*/ 306 h 336"/>
                <a:gd name="T46" fmla="*/ 412 w 384"/>
                <a:gd name="T47" fmla="*/ 308 h 336"/>
                <a:gd name="T48" fmla="*/ 380 w 384"/>
                <a:gd name="T49" fmla="*/ 301 h 336"/>
                <a:gd name="T50" fmla="*/ 381 w 384"/>
                <a:gd name="T51" fmla="*/ 283 h 336"/>
                <a:gd name="T52" fmla="*/ 362 w 384"/>
                <a:gd name="T53" fmla="*/ 277 h 336"/>
                <a:gd name="T54" fmla="*/ 15 w 384"/>
                <a:gd name="T55" fmla="*/ 329 h 336"/>
                <a:gd name="T56" fmla="*/ 0 w 384"/>
                <a:gd name="T57" fmla="*/ 314 h 336"/>
                <a:gd name="T58" fmla="*/ 52 w 384"/>
                <a:gd name="T59" fmla="*/ 254 h 336"/>
                <a:gd name="T60" fmla="*/ 40 w 384"/>
                <a:gd name="T61" fmla="*/ 226 h 3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84"/>
                <a:gd name="T94" fmla="*/ 0 h 336"/>
                <a:gd name="T95" fmla="*/ 384 w 384"/>
                <a:gd name="T96" fmla="*/ 336 h 3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84" h="336">
                  <a:moveTo>
                    <a:pt x="29" y="226"/>
                  </a:moveTo>
                  <a:lnTo>
                    <a:pt x="66" y="206"/>
                  </a:lnTo>
                  <a:lnTo>
                    <a:pt x="115" y="201"/>
                  </a:lnTo>
                  <a:lnTo>
                    <a:pt x="127" y="183"/>
                  </a:lnTo>
                  <a:lnTo>
                    <a:pt x="144" y="181"/>
                  </a:lnTo>
                  <a:lnTo>
                    <a:pt x="154" y="162"/>
                  </a:lnTo>
                  <a:lnTo>
                    <a:pt x="171" y="155"/>
                  </a:lnTo>
                  <a:lnTo>
                    <a:pt x="163" y="120"/>
                  </a:lnTo>
                  <a:lnTo>
                    <a:pt x="153" y="111"/>
                  </a:lnTo>
                  <a:lnTo>
                    <a:pt x="174" y="82"/>
                  </a:lnTo>
                  <a:lnTo>
                    <a:pt x="187" y="82"/>
                  </a:lnTo>
                  <a:lnTo>
                    <a:pt x="232" y="22"/>
                  </a:lnTo>
                  <a:lnTo>
                    <a:pt x="301" y="0"/>
                  </a:lnTo>
                  <a:lnTo>
                    <a:pt x="308" y="56"/>
                  </a:lnTo>
                  <a:lnTo>
                    <a:pt x="312" y="54"/>
                  </a:lnTo>
                  <a:lnTo>
                    <a:pt x="328" y="74"/>
                  </a:lnTo>
                  <a:lnTo>
                    <a:pt x="329" y="132"/>
                  </a:lnTo>
                  <a:lnTo>
                    <a:pt x="350" y="179"/>
                  </a:lnTo>
                  <a:lnTo>
                    <a:pt x="358" y="240"/>
                  </a:lnTo>
                  <a:lnTo>
                    <a:pt x="360" y="293"/>
                  </a:lnTo>
                  <a:lnTo>
                    <a:pt x="384" y="310"/>
                  </a:lnTo>
                  <a:lnTo>
                    <a:pt x="366" y="336"/>
                  </a:lnTo>
                  <a:lnTo>
                    <a:pt x="322" y="306"/>
                  </a:lnTo>
                  <a:lnTo>
                    <a:pt x="299" y="308"/>
                  </a:lnTo>
                  <a:lnTo>
                    <a:pt x="276" y="301"/>
                  </a:lnTo>
                  <a:lnTo>
                    <a:pt x="277" y="283"/>
                  </a:lnTo>
                  <a:lnTo>
                    <a:pt x="262" y="277"/>
                  </a:lnTo>
                  <a:lnTo>
                    <a:pt x="11" y="329"/>
                  </a:lnTo>
                  <a:lnTo>
                    <a:pt x="0" y="314"/>
                  </a:lnTo>
                  <a:lnTo>
                    <a:pt x="38" y="254"/>
                  </a:lnTo>
                  <a:lnTo>
                    <a:pt x="29" y="226"/>
                  </a:lnTo>
                  <a:close/>
                </a:path>
              </a:pathLst>
            </a:custGeom>
            <a:grpFill/>
            <a:ln w="6350">
              <a:solidFill>
                <a:schemeClr val="bg1"/>
              </a:solidFill>
              <a:round/>
              <a:headEnd/>
              <a:tailEnd/>
            </a:ln>
          </p:spPr>
          <p:txBody>
            <a:bodyPr/>
            <a:lstStyle/>
            <a:p>
              <a:pPr>
                <a:defRPr/>
              </a:pPr>
              <a:endParaRPr lang="en-GB"/>
            </a:p>
          </p:txBody>
        </p:sp>
        <p:sp>
          <p:nvSpPr>
            <p:cNvPr id="41" name="Freeform 54">
              <a:extLst>
                <a:ext uri="{FF2B5EF4-FFF2-40B4-BE49-F238E27FC236}">
                  <a16:creationId xmlns:a16="http://schemas.microsoft.com/office/drawing/2014/main" id="{36BBFDC9-F535-4D1B-BBDB-5236FC3A8C38}"/>
                </a:ext>
              </a:extLst>
            </p:cNvPr>
            <p:cNvSpPr>
              <a:spLocks/>
            </p:cNvSpPr>
            <p:nvPr/>
          </p:nvSpPr>
          <p:spPr bwMode="auto">
            <a:xfrm>
              <a:off x="7647316" y="2919413"/>
              <a:ext cx="230439" cy="138112"/>
            </a:xfrm>
            <a:custGeom>
              <a:avLst/>
              <a:gdLst>
                <a:gd name="T0" fmla="*/ 0 w 112"/>
                <a:gd name="T1" fmla="*/ 53 h 72"/>
                <a:gd name="T2" fmla="*/ 63 w 112"/>
                <a:gd name="T3" fmla="*/ 30 h 72"/>
                <a:gd name="T4" fmla="*/ 124 w 112"/>
                <a:gd name="T5" fmla="*/ 0 h 72"/>
                <a:gd name="T6" fmla="*/ 135 w 112"/>
                <a:gd name="T7" fmla="*/ 1 h 72"/>
                <a:gd name="T8" fmla="*/ 153 w 112"/>
                <a:gd name="T9" fmla="*/ 3 h 72"/>
                <a:gd name="T10" fmla="*/ 92 w 112"/>
                <a:gd name="T11" fmla="*/ 40 h 72"/>
                <a:gd name="T12" fmla="*/ 17 w 112"/>
                <a:gd name="T13" fmla="*/ 72 h 72"/>
                <a:gd name="T14" fmla="*/ 0 w 112"/>
                <a:gd name="T15" fmla="*/ 53 h 72"/>
                <a:gd name="T16" fmla="*/ 0 60000 65536"/>
                <a:gd name="T17" fmla="*/ 0 60000 65536"/>
                <a:gd name="T18" fmla="*/ 0 60000 65536"/>
                <a:gd name="T19" fmla="*/ 0 60000 65536"/>
                <a:gd name="T20" fmla="*/ 0 60000 65536"/>
                <a:gd name="T21" fmla="*/ 0 60000 65536"/>
                <a:gd name="T22" fmla="*/ 0 60000 65536"/>
                <a:gd name="T23" fmla="*/ 0 60000 65536"/>
                <a:gd name="T24" fmla="*/ 0 w 112"/>
                <a:gd name="T25" fmla="*/ 0 h 72"/>
                <a:gd name="T26" fmla="*/ 112 w 112"/>
                <a:gd name="T27" fmla="*/ 72 h 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 h="72">
                  <a:moveTo>
                    <a:pt x="0" y="53"/>
                  </a:moveTo>
                  <a:lnTo>
                    <a:pt x="46" y="30"/>
                  </a:lnTo>
                  <a:lnTo>
                    <a:pt x="91" y="0"/>
                  </a:lnTo>
                  <a:lnTo>
                    <a:pt x="99" y="1"/>
                  </a:lnTo>
                  <a:lnTo>
                    <a:pt x="112" y="3"/>
                  </a:lnTo>
                  <a:lnTo>
                    <a:pt x="68" y="40"/>
                  </a:lnTo>
                  <a:lnTo>
                    <a:pt x="13" y="72"/>
                  </a:lnTo>
                  <a:lnTo>
                    <a:pt x="0" y="53"/>
                  </a:lnTo>
                  <a:close/>
                </a:path>
              </a:pathLst>
            </a:custGeom>
            <a:grpFill/>
            <a:ln w="6350">
              <a:solidFill>
                <a:schemeClr val="bg1"/>
              </a:solidFill>
              <a:round/>
              <a:headEnd/>
              <a:tailEnd/>
            </a:ln>
          </p:spPr>
          <p:txBody>
            <a:bodyPr/>
            <a:lstStyle/>
            <a:p>
              <a:pPr>
                <a:defRPr/>
              </a:pPr>
              <a:endParaRPr lang="en-GB"/>
            </a:p>
          </p:txBody>
        </p:sp>
        <p:sp>
          <p:nvSpPr>
            <p:cNvPr id="42" name="Freeform 55">
              <a:extLst>
                <a:ext uri="{FF2B5EF4-FFF2-40B4-BE49-F238E27FC236}">
                  <a16:creationId xmlns:a16="http://schemas.microsoft.com/office/drawing/2014/main" id="{BD841423-1244-4055-9F44-D74FC02AE1E9}"/>
                </a:ext>
              </a:extLst>
            </p:cNvPr>
            <p:cNvSpPr>
              <a:spLocks/>
            </p:cNvSpPr>
            <p:nvPr/>
          </p:nvSpPr>
          <p:spPr bwMode="auto">
            <a:xfrm>
              <a:off x="7535535" y="3517900"/>
              <a:ext cx="63629" cy="109538"/>
            </a:xfrm>
            <a:custGeom>
              <a:avLst/>
              <a:gdLst>
                <a:gd name="T0" fmla="*/ 0 w 31"/>
                <a:gd name="T1" fmla="*/ 5 h 57"/>
                <a:gd name="T2" fmla="*/ 45 w 31"/>
                <a:gd name="T3" fmla="*/ 0 h 57"/>
                <a:gd name="T4" fmla="*/ 20 w 31"/>
                <a:gd name="T5" fmla="*/ 57 h 57"/>
                <a:gd name="T6" fmla="*/ 2 w 31"/>
                <a:gd name="T7" fmla="*/ 55 h 57"/>
                <a:gd name="T8" fmla="*/ 0 w 31"/>
                <a:gd name="T9" fmla="*/ 5 h 57"/>
                <a:gd name="T10" fmla="*/ 0 60000 65536"/>
                <a:gd name="T11" fmla="*/ 0 60000 65536"/>
                <a:gd name="T12" fmla="*/ 0 60000 65536"/>
                <a:gd name="T13" fmla="*/ 0 60000 65536"/>
                <a:gd name="T14" fmla="*/ 0 60000 65536"/>
                <a:gd name="T15" fmla="*/ 0 w 31"/>
                <a:gd name="T16" fmla="*/ 0 h 57"/>
                <a:gd name="T17" fmla="*/ 31 w 31"/>
                <a:gd name="T18" fmla="*/ 57 h 57"/>
              </a:gdLst>
              <a:ahLst/>
              <a:cxnLst>
                <a:cxn ang="T10">
                  <a:pos x="T0" y="T1"/>
                </a:cxn>
                <a:cxn ang="T11">
                  <a:pos x="T2" y="T3"/>
                </a:cxn>
                <a:cxn ang="T12">
                  <a:pos x="T4" y="T5"/>
                </a:cxn>
                <a:cxn ang="T13">
                  <a:pos x="T6" y="T7"/>
                </a:cxn>
                <a:cxn ang="T14">
                  <a:pos x="T8" y="T9"/>
                </a:cxn>
              </a:cxnLst>
              <a:rect l="T15" t="T16" r="T17" b="T18"/>
              <a:pathLst>
                <a:path w="31" h="57">
                  <a:moveTo>
                    <a:pt x="0" y="5"/>
                  </a:moveTo>
                  <a:lnTo>
                    <a:pt x="31" y="0"/>
                  </a:lnTo>
                  <a:lnTo>
                    <a:pt x="14" y="57"/>
                  </a:lnTo>
                  <a:lnTo>
                    <a:pt x="2" y="55"/>
                  </a:lnTo>
                  <a:lnTo>
                    <a:pt x="0" y="5"/>
                  </a:lnTo>
                  <a:close/>
                </a:path>
              </a:pathLst>
            </a:custGeom>
            <a:grpFill/>
            <a:ln w="6350">
              <a:solidFill>
                <a:schemeClr val="bg1"/>
              </a:solidFill>
              <a:round/>
              <a:headEnd/>
              <a:tailEnd/>
            </a:ln>
          </p:spPr>
          <p:txBody>
            <a:bodyPr/>
            <a:lstStyle/>
            <a:p>
              <a:pPr>
                <a:defRPr/>
              </a:pPr>
              <a:endParaRPr lang="en-GB"/>
            </a:p>
          </p:txBody>
        </p:sp>
        <p:sp>
          <p:nvSpPr>
            <p:cNvPr id="43" name="Freeform 5">
              <a:extLst>
                <a:ext uri="{FF2B5EF4-FFF2-40B4-BE49-F238E27FC236}">
                  <a16:creationId xmlns:a16="http://schemas.microsoft.com/office/drawing/2014/main" id="{51E08425-1167-4E8F-BD25-59F4B19A9110}"/>
                </a:ext>
              </a:extLst>
            </p:cNvPr>
            <p:cNvSpPr>
              <a:spLocks/>
            </p:cNvSpPr>
            <p:nvPr/>
          </p:nvSpPr>
          <p:spPr bwMode="auto">
            <a:xfrm>
              <a:off x="3699626" y="4129088"/>
              <a:ext cx="1745489" cy="1604962"/>
            </a:xfrm>
            <a:custGeom>
              <a:avLst/>
              <a:gdLst>
                <a:gd name="T0" fmla="*/ 337 w 846"/>
                <a:gd name="T1" fmla="*/ 0 h 842"/>
                <a:gd name="T2" fmla="*/ 594 w 846"/>
                <a:gd name="T3" fmla="*/ 7 h 842"/>
                <a:gd name="T4" fmla="*/ 594 w 846"/>
                <a:gd name="T5" fmla="*/ 160 h 842"/>
                <a:gd name="T6" fmla="*/ 724 w 846"/>
                <a:gd name="T7" fmla="*/ 202 h 842"/>
                <a:gd name="T8" fmla="*/ 761 w 846"/>
                <a:gd name="T9" fmla="*/ 188 h 842"/>
                <a:gd name="T10" fmla="*/ 847 w 846"/>
                <a:gd name="T11" fmla="*/ 221 h 842"/>
                <a:gd name="T12" fmla="*/ 897 w 846"/>
                <a:gd name="T13" fmla="*/ 219 h 842"/>
                <a:gd name="T14" fmla="*/ 996 w 846"/>
                <a:gd name="T15" fmla="*/ 186 h 842"/>
                <a:gd name="T16" fmla="*/ 1054 w 846"/>
                <a:gd name="T17" fmla="*/ 218 h 842"/>
                <a:gd name="T18" fmla="*/ 1103 w 846"/>
                <a:gd name="T19" fmla="*/ 226 h 842"/>
                <a:gd name="T20" fmla="*/ 1103 w 846"/>
                <a:gd name="T21" fmla="*/ 350 h 842"/>
                <a:gd name="T22" fmla="*/ 1163 w 846"/>
                <a:gd name="T23" fmla="*/ 428 h 842"/>
                <a:gd name="T24" fmla="*/ 1149 w 846"/>
                <a:gd name="T25" fmla="*/ 534 h 842"/>
                <a:gd name="T26" fmla="*/ 1086 w 846"/>
                <a:gd name="T27" fmla="*/ 576 h 842"/>
                <a:gd name="T28" fmla="*/ 1073 w 846"/>
                <a:gd name="T29" fmla="*/ 537 h 842"/>
                <a:gd name="T30" fmla="*/ 1054 w 846"/>
                <a:gd name="T31" fmla="*/ 555 h 842"/>
                <a:gd name="T32" fmla="*/ 1068 w 846"/>
                <a:gd name="T33" fmla="*/ 580 h 842"/>
                <a:gd name="T34" fmla="*/ 955 w 846"/>
                <a:gd name="T35" fmla="*/ 643 h 842"/>
                <a:gd name="T36" fmla="*/ 927 w 846"/>
                <a:gd name="T37" fmla="*/ 647 h 842"/>
                <a:gd name="T38" fmla="*/ 868 w 846"/>
                <a:gd name="T39" fmla="*/ 678 h 842"/>
                <a:gd name="T40" fmla="*/ 868 w 846"/>
                <a:gd name="T41" fmla="*/ 696 h 842"/>
                <a:gd name="T42" fmla="*/ 850 w 846"/>
                <a:gd name="T43" fmla="*/ 700 h 842"/>
                <a:gd name="T44" fmla="*/ 864 w 846"/>
                <a:gd name="T45" fmla="*/ 721 h 842"/>
                <a:gd name="T46" fmla="*/ 833 w 846"/>
                <a:gd name="T47" fmla="*/ 752 h 842"/>
                <a:gd name="T48" fmla="*/ 850 w 846"/>
                <a:gd name="T49" fmla="*/ 798 h 842"/>
                <a:gd name="T50" fmla="*/ 868 w 846"/>
                <a:gd name="T51" fmla="*/ 814 h 842"/>
                <a:gd name="T52" fmla="*/ 864 w 846"/>
                <a:gd name="T53" fmla="*/ 842 h 842"/>
                <a:gd name="T54" fmla="*/ 819 w 846"/>
                <a:gd name="T55" fmla="*/ 842 h 842"/>
                <a:gd name="T56" fmla="*/ 780 w 846"/>
                <a:gd name="T57" fmla="*/ 828 h 842"/>
                <a:gd name="T58" fmla="*/ 751 w 846"/>
                <a:gd name="T59" fmla="*/ 831 h 842"/>
                <a:gd name="T60" fmla="*/ 662 w 846"/>
                <a:gd name="T61" fmla="*/ 807 h 842"/>
                <a:gd name="T62" fmla="*/ 620 w 846"/>
                <a:gd name="T63" fmla="*/ 710 h 842"/>
                <a:gd name="T64" fmla="*/ 558 w 846"/>
                <a:gd name="T65" fmla="*/ 664 h 842"/>
                <a:gd name="T66" fmla="*/ 501 w 846"/>
                <a:gd name="T67" fmla="*/ 580 h 842"/>
                <a:gd name="T68" fmla="*/ 477 w 846"/>
                <a:gd name="T69" fmla="*/ 571 h 842"/>
                <a:gd name="T70" fmla="*/ 447 w 846"/>
                <a:gd name="T71" fmla="*/ 550 h 842"/>
                <a:gd name="T72" fmla="*/ 417 w 846"/>
                <a:gd name="T73" fmla="*/ 550 h 842"/>
                <a:gd name="T74" fmla="*/ 374 w 846"/>
                <a:gd name="T75" fmla="*/ 543 h 842"/>
                <a:gd name="T76" fmla="*/ 341 w 846"/>
                <a:gd name="T77" fmla="*/ 550 h 842"/>
                <a:gd name="T78" fmla="*/ 319 w 846"/>
                <a:gd name="T79" fmla="*/ 593 h 842"/>
                <a:gd name="T80" fmla="*/ 285 w 846"/>
                <a:gd name="T81" fmla="*/ 600 h 842"/>
                <a:gd name="T82" fmla="*/ 211 w 846"/>
                <a:gd name="T83" fmla="*/ 567 h 842"/>
                <a:gd name="T84" fmla="*/ 167 w 846"/>
                <a:gd name="T85" fmla="*/ 527 h 842"/>
                <a:gd name="T86" fmla="*/ 159 w 846"/>
                <a:gd name="T87" fmla="*/ 479 h 842"/>
                <a:gd name="T88" fmla="*/ 128 w 846"/>
                <a:gd name="T89" fmla="*/ 446 h 842"/>
                <a:gd name="T90" fmla="*/ 53 w 846"/>
                <a:gd name="T91" fmla="*/ 400 h 842"/>
                <a:gd name="T92" fmla="*/ 0 w 846"/>
                <a:gd name="T93" fmla="*/ 352 h 842"/>
                <a:gd name="T94" fmla="*/ 0 w 846"/>
                <a:gd name="T95" fmla="*/ 332 h 842"/>
                <a:gd name="T96" fmla="*/ 176 w 846"/>
                <a:gd name="T97" fmla="*/ 333 h 842"/>
                <a:gd name="T98" fmla="*/ 319 w 846"/>
                <a:gd name="T99" fmla="*/ 342 h 842"/>
                <a:gd name="T100" fmla="*/ 337 w 846"/>
                <a:gd name="T101" fmla="*/ 0 h 8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46"/>
                <a:gd name="T154" fmla="*/ 0 h 842"/>
                <a:gd name="T155" fmla="*/ 846 w 846"/>
                <a:gd name="T156" fmla="*/ 842 h 8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46" h="842">
                  <a:moveTo>
                    <a:pt x="245" y="0"/>
                  </a:moveTo>
                  <a:lnTo>
                    <a:pt x="432" y="7"/>
                  </a:lnTo>
                  <a:lnTo>
                    <a:pt x="432" y="160"/>
                  </a:lnTo>
                  <a:lnTo>
                    <a:pt x="527" y="202"/>
                  </a:lnTo>
                  <a:lnTo>
                    <a:pt x="553" y="188"/>
                  </a:lnTo>
                  <a:lnTo>
                    <a:pt x="616" y="221"/>
                  </a:lnTo>
                  <a:lnTo>
                    <a:pt x="653" y="219"/>
                  </a:lnTo>
                  <a:lnTo>
                    <a:pt x="725" y="186"/>
                  </a:lnTo>
                  <a:lnTo>
                    <a:pt x="767" y="218"/>
                  </a:lnTo>
                  <a:lnTo>
                    <a:pt x="803" y="226"/>
                  </a:lnTo>
                  <a:lnTo>
                    <a:pt x="803" y="350"/>
                  </a:lnTo>
                  <a:lnTo>
                    <a:pt x="846" y="428"/>
                  </a:lnTo>
                  <a:lnTo>
                    <a:pt x="836" y="534"/>
                  </a:lnTo>
                  <a:lnTo>
                    <a:pt x="790" y="576"/>
                  </a:lnTo>
                  <a:lnTo>
                    <a:pt x="780" y="537"/>
                  </a:lnTo>
                  <a:lnTo>
                    <a:pt x="767" y="555"/>
                  </a:lnTo>
                  <a:lnTo>
                    <a:pt x="777" y="580"/>
                  </a:lnTo>
                  <a:lnTo>
                    <a:pt x="695" y="643"/>
                  </a:lnTo>
                  <a:lnTo>
                    <a:pt x="675" y="647"/>
                  </a:lnTo>
                  <a:lnTo>
                    <a:pt x="632" y="678"/>
                  </a:lnTo>
                  <a:lnTo>
                    <a:pt x="632" y="696"/>
                  </a:lnTo>
                  <a:lnTo>
                    <a:pt x="619" y="700"/>
                  </a:lnTo>
                  <a:lnTo>
                    <a:pt x="629" y="721"/>
                  </a:lnTo>
                  <a:lnTo>
                    <a:pt x="606" y="752"/>
                  </a:lnTo>
                  <a:lnTo>
                    <a:pt x="619" y="798"/>
                  </a:lnTo>
                  <a:lnTo>
                    <a:pt x="632" y="814"/>
                  </a:lnTo>
                  <a:lnTo>
                    <a:pt x="629" y="842"/>
                  </a:lnTo>
                  <a:lnTo>
                    <a:pt x="596" y="842"/>
                  </a:lnTo>
                  <a:lnTo>
                    <a:pt x="567" y="828"/>
                  </a:lnTo>
                  <a:lnTo>
                    <a:pt x="547" y="831"/>
                  </a:lnTo>
                  <a:lnTo>
                    <a:pt x="481" y="807"/>
                  </a:lnTo>
                  <a:lnTo>
                    <a:pt x="452" y="710"/>
                  </a:lnTo>
                  <a:lnTo>
                    <a:pt x="406" y="664"/>
                  </a:lnTo>
                  <a:lnTo>
                    <a:pt x="365" y="580"/>
                  </a:lnTo>
                  <a:lnTo>
                    <a:pt x="347" y="571"/>
                  </a:lnTo>
                  <a:lnTo>
                    <a:pt x="325" y="550"/>
                  </a:lnTo>
                  <a:lnTo>
                    <a:pt x="304" y="550"/>
                  </a:lnTo>
                  <a:lnTo>
                    <a:pt x="272" y="543"/>
                  </a:lnTo>
                  <a:lnTo>
                    <a:pt x="248" y="550"/>
                  </a:lnTo>
                  <a:lnTo>
                    <a:pt x="232" y="593"/>
                  </a:lnTo>
                  <a:lnTo>
                    <a:pt x="207" y="600"/>
                  </a:lnTo>
                  <a:lnTo>
                    <a:pt x="153" y="567"/>
                  </a:lnTo>
                  <a:lnTo>
                    <a:pt x="121" y="527"/>
                  </a:lnTo>
                  <a:lnTo>
                    <a:pt x="116" y="479"/>
                  </a:lnTo>
                  <a:lnTo>
                    <a:pt x="93" y="446"/>
                  </a:lnTo>
                  <a:lnTo>
                    <a:pt x="39" y="400"/>
                  </a:lnTo>
                  <a:lnTo>
                    <a:pt x="0" y="352"/>
                  </a:lnTo>
                  <a:lnTo>
                    <a:pt x="0" y="332"/>
                  </a:lnTo>
                  <a:lnTo>
                    <a:pt x="128" y="333"/>
                  </a:lnTo>
                  <a:lnTo>
                    <a:pt x="232" y="342"/>
                  </a:lnTo>
                  <a:lnTo>
                    <a:pt x="245" y="0"/>
                  </a:lnTo>
                  <a:close/>
                </a:path>
              </a:pathLst>
            </a:custGeom>
            <a:grpFill/>
            <a:ln w="6350">
              <a:solidFill>
                <a:schemeClr val="bg1"/>
              </a:solidFill>
              <a:round/>
              <a:headEnd/>
              <a:tailEnd/>
            </a:ln>
          </p:spPr>
          <p:txBody>
            <a:bodyPr/>
            <a:lstStyle/>
            <a:p>
              <a:pPr>
                <a:defRPr/>
              </a:pPr>
              <a:endParaRPr lang="en-GB"/>
            </a:p>
          </p:txBody>
        </p:sp>
      </p:grpSp>
      <p:sp>
        <p:nvSpPr>
          <p:cNvPr id="64" name="Text Placeholder 63">
            <a:extLst>
              <a:ext uri="{FF2B5EF4-FFF2-40B4-BE49-F238E27FC236}">
                <a16:creationId xmlns:a16="http://schemas.microsoft.com/office/drawing/2014/main" id="{6A78AED2-D80F-486D-9A5F-7BE35FD8D646}"/>
              </a:ext>
            </a:extLst>
          </p:cNvPr>
          <p:cNvSpPr>
            <a:spLocks noGrp="1"/>
          </p:cNvSpPr>
          <p:nvPr>
            <p:ph type="body" sz="quarter" idx="14" hasCustomPrompt="1"/>
          </p:nvPr>
        </p:nvSpPr>
        <p:spPr>
          <a:xfrm>
            <a:off x="8387759" y="2363006"/>
            <a:ext cx="407089" cy="491402"/>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0" rIns="731520" anchor="ctr" anchorCtr="0">
            <a:noAutofit/>
          </a:bodyPr>
          <a:lstStyle>
            <a:lvl1pPr algn="r">
              <a:defRPr sz="2400" b="1"/>
            </a:lvl1pPr>
          </a:lstStyle>
          <a:p>
            <a:pPr lvl="0"/>
            <a:r>
              <a:rPr lang="en-US"/>
              <a:t>New York HQ</a:t>
            </a:r>
          </a:p>
        </p:txBody>
      </p:sp>
      <p:sp>
        <p:nvSpPr>
          <p:cNvPr id="3" name="Title 2">
            <a:extLst>
              <a:ext uri="{FF2B5EF4-FFF2-40B4-BE49-F238E27FC236}">
                <a16:creationId xmlns:a16="http://schemas.microsoft.com/office/drawing/2014/main" id="{0120C356-CC85-4EB7-916E-AEFBD416DC5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0400098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orld Map">
    <p:bg>
      <p:bgPr>
        <a:solidFill>
          <a:schemeClr val="bg1"/>
        </a:solidFill>
        <a:effectLst/>
      </p:bgPr>
    </p:bg>
    <p:spTree>
      <p:nvGrpSpPr>
        <p:cNvPr id="1" name=""/>
        <p:cNvGrpSpPr/>
        <p:nvPr/>
      </p:nvGrpSpPr>
      <p:grpSpPr>
        <a:xfrm>
          <a:off x="0" y="0"/>
          <a:ext cx="0" cy="0"/>
          <a:chOff x="0" y="0"/>
          <a:chExt cx="0" cy="0"/>
        </a:xfrm>
      </p:grpSpPr>
      <p:grpSp>
        <p:nvGrpSpPr>
          <p:cNvPr id="202" name="Group 201">
            <a:extLst>
              <a:ext uri="{FF2B5EF4-FFF2-40B4-BE49-F238E27FC236}">
                <a16:creationId xmlns:a16="http://schemas.microsoft.com/office/drawing/2014/main" id="{2DDE1C8B-2964-4902-841B-E8E86E5D5DFB}"/>
              </a:ext>
            </a:extLst>
          </p:cNvPr>
          <p:cNvGrpSpPr>
            <a:grpSpLocks noChangeAspect="1"/>
          </p:cNvGrpSpPr>
          <p:nvPr/>
        </p:nvGrpSpPr>
        <p:grpSpPr>
          <a:xfrm>
            <a:off x="751231" y="1258518"/>
            <a:ext cx="10363229" cy="5111535"/>
            <a:chOff x="2235200" y="1676289"/>
            <a:chExt cx="8248805" cy="4068623"/>
          </a:xfrm>
          <a:solidFill>
            <a:schemeClr val="bg2"/>
          </a:solidFill>
        </p:grpSpPr>
        <p:sp>
          <p:nvSpPr>
            <p:cNvPr id="203" name="Freeform 107">
              <a:extLst>
                <a:ext uri="{FF2B5EF4-FFF2-40B4-BE49-F238E27FC236}">
                  <a16:creationId xmlns:a16="http://schemas.microsoft.com/office/drawing/2014/main" id="{8BE6A7DE-2B2A-4DE3-859A-595256080918}"/>
                </a:ext>
              </a:extLst>
            </p:cNvPr>
            <p:cNvSpPr>
              <a:spLocks/>
            </p:cNvSpPr>
            <p:nvPr/>
          </p:nvSpPr>
          <p:spPr bwMode="auto">
            <a:xfrm>
              <a:off x="4398108" y="4184703"/>
              <a:ext cx="914123" cy="931166"/>
            </a:xfrm>
            <a:custGeom>
              <a:avLst/>
              <a:gdLst>
                <a:gd name="T0" fmla="*/ 181 w 321"/>
                <a:gd name="T1" fmla="*/ 304 h 327"/>
                <a:gd name="T2" fmla="*/ 186 w 321"/>
                <a:gd name="T3" fmla="*/ 305 h 327"/>
                <a:gd name="T4" fmla="*/ 206 w 321"/>
                <a:gd name="T5" fmla="*/ 269 h 327"/>
                <a:gd name="T6" fmla="*/ 219 w 321"/>
                <a:gd name="T7" fmla="*/ 244 h 327"/>
                <a:gd name="T8" fmla="*/ 240 w 321"/>
                <a:gd name="T9" fmla="*/ 232 h 327"/>
                <a:gd name="T10" fmla="*/ 265 w 321"/>
                <a:gd name="T11" fmla="*/ 225 h 327"/>
                <a:gd name="T12" fmla="*/ 275 w 321"/>
                <a:gd name="T13" fmla="*/ 206 h 327"/>
                <a:gd name="T14" fmla="*/ 284 w 321"/>
                <a:gd name="T15" fmla="*/ 187 h 327"/>
                <a:gd name="T16" fmla="*/ 286 w 321"/>
                <a:gd name="T17" fmla="*/ 150 h 327"/>
                <a:gd name="T18" fmla="*/ 292 w 321"/>
                <a:gd name="T19" fmla="*/ 146 h 327"/>
                <a:gd name="T20" fmla="*/ 318 w 321"/>
                <a:gd name="T21" fmla="*/ 112 h 327"/>
                <a:gd name="T22" fmla="*/ 290 w 321"/>
                <a:gd name="T23" fmla="*/ 73 h 327"/>
                <a:gd name="T24" fmla="*/ 240 w 321"/>
                <a:gd name="T25" fmla="*/ 68 h 327"/>
                <a:gd name="T26" fmla="*/ 211 w 321"/>
                <a:gd name="T27" fmla="*/ 52 h 327"/>
                <a:gd name="T28" fmla="*/ 208 w 321"/>
                <a:gd name="T29" fmla="*/ 47 h 327"/>
                <a:gd name="T30" fmla="*/ 189 w 321"/>
                <a:gd name="T31" fmla="*/ 42 h 327"/>
                <a:gd name="T32" fmla="*/ 184 w 321"/>
                <a:gd name="T33" fmla="*/ 8 h 327"/>
                <a:gd name="T34" fmla="*/ 158 w 321"/>
                <a:gd name="T35" fmla="*/ 22 h 327"/>
                <a:gd name="T36" fmla="*/ 136 w 321"/>
                <a:gd name="T37" fmla="*/ 27 h 327"/>
                <a:gd name="T38" fmla="*/ 118 w 321"/>
                <a:gd name="T39" fmla="*/ 28 h 327"/>
                <a:gd name="T40" fmla="*/ 112 w 321"/>
                <a:gd name="T41" fmla="*/ 0 h 327"/>
                <a:gd name="T42" fmla="*/ 92 w 321"/>
                <a:gd name="T43" fmla="*/ 12 h 327"/>
                <a:gd name="T44" fmla="*/ 76 w 321"/>
                <a:gd name="T45" fmla="*/ 10 h 327"/>
                <a:gd name="T46" fmla="*/ 86 w 321"/>
                <a:gd name="T47" fmla="*/ 22 h 327"/>
                <a:gd name="T48" fmla="*/ 75 w 321"/>
                <a:gd name="T49" fmla="*/ 32 h 327"/>
                <a:gd name="T50" fmla="*/ 60 w 321"/>
                <a:gd name="T51" fmla="*/ 34 h 327"/>
                <a:gd name="T52" fmla="*/ 34 w 321"/>
                <a:gd name="T53" fmla="*/ 29 h 327"/>
                <a:gd name="T54" fmla="*/ 32 w 321"/>
                <a:gd name="T55" fmla="*/ 41 h 327"/>
                <a:gd name="T56" fmla="*/ 33 w 321"/>
                <a:gd name="T57" fmla="*/ 76 h 327"/>
                <a:gd name="T58" fmla="*/ 9 w 321"/>
                <a:gd name="T59" fmla="*/ 85 h 327"/>
                <a:gd name="T60" fmla="*/ 2 w 321"/>
                <a:gd name="T61" fmla="*/ 102 h 327"/>
                <a:gd name="T62" fmla="*/ 11 w 321"/>
                <a:gd name="T63" fmla="*/ 119 h 327"/>
                <a:gd name="T64" fmla="*/ 28 w 321"/>
                <a:gd name="T65" fmla="*/ 122 h 327"/>
                <a:gd name="T66" fmla="*/ 47 w 321"/>
                <a:gd name="T67" fmla="*/ 131 h 327"/>
                <a:gd name="T68" fmla="*/ 71 w 321"/>
                <a:gd name="T69" fmla="*/ 123 h 327"/>
                <a:gd name="T70" fmla="*/ 89 w 321"/>
                <a:gd name="T71" fmla="*/ 146 h 327"/>
                <a:gd name="T72" fmla="*/ 107 w 321"/>
                <a:gd name="T73" fmla="*/ 154 h 327"/>
                <a:gd name="T74" fmla="*/ 113 w 321"/>
                <a:gd name="T75" fmla="*/ 172 h 327"/>
                <a:gd name="T76" fmla="*/ 133 w 321"/>
                <a:gd name="T77" fmla="*/ 188 h 327"/>
                <a:gd name="T78" fmla="*/ 130 w 321"/>
                <a:gd name="T79" fmla="*/ 208 h 327"/>
                <a:gd name="T80" fmla="*/ 142 w 321"/>
                <a:gd name="T81" fmla="*/ 225 h 327"/>
                <a:gd name="T82" fmla="*/ 159 w 321"/>
                <a:gd name="T83" fmla="*/ 240 h 327"/>
                <a:gd name="T84" fmla="*/ 165 w 321"/>
                <a:gd name="T85" fmla="*/ 267 h 327"/>
                <a:gd name="T86" fmla="*/ 134 w 321"/>
                <a:gd name="T87" fmla="*/ 295 h 327"/>
                <a:gd name="T88" fmla="*/ 147 w 321"/>
                <a:gd name="T89" fmla="*/ 303 h 327"/>
                <a:gd name="T90" fmla="*/ 166 w 321"/>
                <a:gd name="T91" fmla="*/ 315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1" h="327">
                  <a:moveTo>
                    <a:pt x="170" y="324"/>
                  </a:moveTo>
                  <a:cubicBezTo>
                    <a:pt x="175" y="320"/>
                    <a:pt x="174" y="318"/>
                    <a:pt x="176" y="314"/>
                  </a:cubicBezTo>
                  <a:cubicBezTo>
                    <a:pt x="179" y="309"/>
                    <a:pt x="177" y="307"/>
                    <a:pt x="181" y="304"/>
                  </a:cubicBezTo>
                  <a:cubicBezTo>
                    <a:pt x="185" y="300"/>
                    <a:pt x="180" y="297"/>
                    <a:pt x="185" y="295"/>
                  </a:cubicBezTo>
                  <a:cubicBezTo>
                    <a:pt x="190" y="293"/>
                    <a:pt x="189" y="297"/>
                    <a:pt x="185" y="302"/>
                  </a:cubicBezTo>
                  <a:cubicBezTo>
                    <a:pt x="181" y="308"/>
                    <a:pt x="180" y="309"/>
                    <a:pt x="186" y="305"/>
                  </a:cubicBezTo>
                  <a:cubicBezTo>
                    <a:pt x="191" y="301"/>
                    <a:pt x="193" y="296"/>
                    <a:pt x="196" y="289"/>
                  </a:cubicBezTo>
                  <a:cubicBezTo>
                    <a:pt x="199" y="283"/>
                    <a:pt x="201" y="281"/>
                    <a:pt x="204" y="281"/>
                  </a:cubicBezTo>
                  <a:cubicBezTo>
                    <a:pt x="207" y="281"/>
                    <a:pt x="207" y="274"/>
                    <a:pt x="206" y="269"/>
                  </a:cubicBezTo>
                  <a:cubicBezTo>
                    <a:pt x="206" y="265"/>
                    <a:pt x="204" y="260"/>
                    <a:pt x="206" y="257"/>
                  </a:cubicBezTo>
                  <a:cubicBezTo>
                    <a:pt x="208" y="254"/>
                    <a:pt x="206" y="251"/>
                    <a:pt x="209" y="251"/>
                  </a:cubicBezTo>
                  <a:cubicBezTo>
                    <a:pt x="211" y="251"/>
                    <a:pt x="215" y="248"/>
                    <a:pt x="219" y="244"/>
                  </a:cubicBezTo>
                  <a:cubicBezTo>
                    <a:pt x="223" y="240"/>
                    <a:pt x="226" y="240"/>
                    <a:pt x="230" y="239"/>
                  </a:cubicBezTo>
                  <a:cubicBezTo>
                    <a:pt x="234" y="239"/>
                    <a:pt x="231" y="237"/>
                    <a:pt x="234" y="237"/>
                  </a:cubicBezTo>
                  <a:cubicBezTo>
                    <a:pt x="237" y="236"/>
                    <a:pt x="239" y="233"/>
                    <a:pt x="240" y="232"/>
                  </a:cubicBezTo>
                  <a:cubicBezTo>
                    <a:pt x="242" y="230"/>
                    <a:pt x="249" y="232"/>
                    <a:pt x="254" y="232"/>
                  </a:cubicBezTo>
                  <a:cubicBezTo>
                    <a:pt x="258" y="232"/>
                    <a:pt x="261" y="232"/>
                    <a:pt x="261" y="230"/>
                  </a:cubicBezTo>
                  <a:cubicBezTo>
                    <a:pt x="261" y="227"/>
                    <a:pt x="263" y="225"/>
                    <a:pt x="265" y="225"/>
                  </a:cubicBezTo>
                  <a:cubicBezTo>
                    <a:pt x="268" y="225"/>
                    <a:pt x="269" y="224"/>
                    <a:pt x="269" y="221"/>
                  </a:cubicBezTo>
                  <a:cubicBezTo>
                    <a:pt x="269" y="217"/>
                    <a:pt x="270" y="215"/>
                    <a:pt x="272" y="213"/>
                  </a:cubicBezTo>
                  <a:cubicBezTo>
                    <a:pt x="274" y="212"/>
                    <a:pt x="275" y="208"/>
                    <a:pt x="275" y="206"/>
                  </a:cubicBezTo>
                  <a:cubicBezTo>
                    <a:pt x="276" y="203"/>
                    <a:pt x="278" y="205"/>
                    <a:pt x="278" y="202"/>
                  </a:cubicBezTo>
                  <a:cubicBezTo>
                    <a:pt x="278" y="198"/>
                    <a:pt x="280" y="194"/>
                    <a:pt x="280" y="192"/>
                  </a:cubicBezTo>
                  <a:cubicBezTo>
                    <a:pt x="280" y="189"/>
                    <a:pt x="282" y="189"/>
                    <a:pt x="284" y="187"/>
                  </a:cubicBezTo>
                  <a:cubicBezTo>
                    <a:pt x="285" y="185"/>
                    <a:pt x="283" y="183"/>
                    <a:pt x="285" y="177"/>
                  </a:cubicBezTo>
                  <a:cubicBezTo>
                    <a:pt x="287" y="172"/>
                    <a:pt x="285" y="167"/>
                    <a:pt x="285" y="162"/>
                  </a:cubicBezTo>
                  <a:cubicBezTo>
                    <a:pt x="285" y="157"/>
                    <a:pt x="285" y="152"/>
                    <a:pt x="286" y="150"/>
                  </a:cubicBezTo>
                  <a:cubicBezTo>
                    <a:pt x="288" y="148"/>
                    <a:pt x="287" y="147"/>
                    <a:pt x="286" y="147"/>
                  </a:cubicBezTo>
                  <a:cubicBezTo>
                    <a:pt x="284" y="146"/>
                    <a:pt x="286" y="144"/>
                    <a:pt x="287" y="144"/>
                  </a:cubicBezTo>
                  <a:cubicBezTo>
                    <a:pt x="288" y="145"/>
                    <a:pt x="290" y="147"/>
                    <a:pt x="292" y="146"/>
                  </a:cubicBezTo>
                  <a:cubicBezTo>
                    <a:pt x="295" y="145"/>
                    <a:pt x="297" y="139"/>
                    <a:pt x="299" y="134"/>
                  </a:cubicBezTo>
                  <a:cubicBezTo>
                    <a:pt x="301" y="129"/>
                    <a:pt x="304" y="129"/>
                    <a:pt x="306" y="128"/>
                  </a:cubicBezTo>
                  <a:cubicBezTo>
                    <a:pt x="309" y="127"/>
                    <a:pt x="314" y="121"/>
                    <a:pt x="318" y="112"/>
                  </a:cubicBezTo>
                  <a:cubicBezTo>
                    <a:pt x="321" y="103"/>
                    <a:pt x="317" y="95"/>
                    <a:pt x="316" y="88"/>
                  </a:cubicBezTo>
                  <a:cubicBezTo>
                    <a:pt x="315" y="82"/>
                    <a:pt x="313" y="84"/>
                    <a:pt x="309" y="84"/>
                  </a:cubicBezTo>
                  <a:cubicBezTo>
                    <a:pt x="305" y="84"/>
                    <a:pt x="299" y="83"/>
                    <a:pt x="290" y="73"/>
                  </a:cubicBezTo>
                  <a:cubicBezTo>
                    <a:pt x="281" y="64"/>
                    <a:pt x="272" y="65"/>
                    <a:pt x="266" y="66"/>
                  </a:cubicBezTo>
                  <a:cubicBezTo>
                    <a:pt x="260" y="68"/>
                    <a:pt x="254" y="63"/>
                    <a:pt x="250" y="62"/>
                  </a:cubicBezTo>
                  <a:cubicBezTo>
                    <a:pt x="246" y="62"/>
                    <a:pt x="243" y="67"/>
                    <a:pt x="240" y="68"/>
                  </a:cubicBezTo>
                  <a:cubicBezTo>
                    <a:pt x="237" y="69"/>
                    <a:pt x="241" y="63"/>
                    <a:pt x="241" y="60"/>
                  </a:cubicBezTo>
                  <a:cubicBezTo>
                    <a:pt x="242" y="57"/>
                    <a:pt x="231" y="52"/>
                    <a:pt x="222" y="48"/>
                  </a:cubicBezTo>
                  <a:cubicBezTo>
                    <a:pt x="214" y="45"/>
                    <a:pt x="211" y="47"/>
                    <a:pt x="211" y="52"/>
                  </a:cubicBezTo>
                  <a:cubicBezTo>
                    <a:pt x="211" y="57"/>
                    <a:pt x="208" y="50"/>
                    <a:pt x="205" y="56"/>
                  </a:cubicBezTo>
                  <a:cubicBezTo>
                    <a:pt x="203" y="62"/>
                    <a:pt x="198" y="58"/>
                    <a:pt x="201" y="56"/>
                  </a:cubicBezTo>
                  <a:cubicBezTo>
                    <a:pt x="204" y="54"/>
                    <a:pt x="207" y="50"/>
                    <a:pt x="208" y="47"/>
                  </a:cubicBezTo>
                  <a:cubicBezTo>
                    <a:pt x="209" y="43"/>
                    <a:pt x="196" y="41"/>
                    <a:pt x="192" y="43"/>
                  </a:cubicBezTo>
                  <a:cubicBezTo>
                    <a:pt x="187" y="44"/>
                    <a:pt x="190" y="51"/>
                    <a:pt x="186" y="49"/>
                  </a:cubicBezTo>
                  <a:cubicBezTo>
                    <a:pt x="183" y="47"/>
                    <a:pt x="186" y="42"/>
                    <a:pt x="189" y="42"/>
                  </a:cubicBezTo>
                  <a:cubicBezTo>
                    <a:pt x="191" y="42"/>
                    <a:pt x="195" y="37"/>
                    <a:pt x="197" y="32"/>
                  </a:cubicBezTo>
                  <a:cubicBezTo>
                    <a:pt x="199" y="28"/>
                    <a:pt x="193" y="27"/>
                    <a:pt x="190" y="24"/>
                  </a:cubicBezTo>
                  <a:cubicBezTo>
                    <a:pt x="187" y="20"/>
                    <a:pt x="188" y="10"/>
                    <a:pt x="184" y="8"/>
                  </a:cubicBezTo>
                  <a:cubicBezTo>
                    <a:pt x="181" y="12"/>
                    <a:pt x="176" y="17"/>
                    <a:pt x="175" y="21"/>
                  </a:cubicBezTo>
                  <a:cubicBezTo>
                    <a:pt x="173" y="26"/>
                    <a:pt x="171" y="23"/>
                    <a:pt x="166" y="25"/>
                  </a:cubicBezTo>
                  <a:cubicBezTo>
                    <a:pt x="162" y="26"/>
                    <a:pt x="160" y="24"/>
                    <a:pt x="158" y="22"/>
                  </a:cubicBezTo>
                  <a:cubicBezTo>
                    <a:pt x="157" y="20"/>
                    <a:pt x="153" y="22"/>
                    <a:pt x="149" y="22"/>
                  </a:cubicBezTo>
                  <a:cubicBezTo>
                    <a:pt x="146" y="22"/>
                    <a:pt x="148" y="26"/>
                    <a:pt x="146" y="27"/>
                  </a:cubicBezTo>
                  <a:cubicBezTo>
                    <a:pt x="144" y="28"/>
                    <a:pt x="138" y="25"/>
                    <a:pt x="136" y="27"/>
                  </a:cubicBezTo>
                  <a:cubicBezTo>
                    <a:pt x="134" y="29"/>
                    <a:pt x="133" y="27"/>
                    <a:pt x="132" y="29"/>
                  </a:cubicBezTo>
                  <a:cubicBezTo>
                    <a:pt x="131" y="31"/>
                    <a:pt x="128" y="30"/>
                    <a:pt x="127" y="31"/>
                  </a:cubicBezTo>
                  <a:cubicBezTo>
                    <a:pt x="126" y="32"/>
                    <a:pt x="123" y="33"/>
                    <a:pt x="118" y="28"/>
                  </a:cubicBezTo>
                  <a:cubicBezTo>
                    <a:pt x="114" y="23"/>
                    <a:pt x="115" y="15"/>
                    <a:pt x="117" y="14"/>
                  </a:cubicBezTo>
                  <a:cubicBezTo>
                    <a:pt x="119" y="12"/>
                    <a:pt x="119" y="8"/>
                    <a:pt x="116" y="7"/>
                  </a:cubicBezTo>
                  <a:cubicBezTo>
                    <a:pt x="113" y="6"/>
                    <a:pt x="116" y="1"/>
                    <a:pt x="112" y="0"/>
                  </a:cubicBezTo>
                  <a:cubicBezTo>
                    <a:pt x="109" y="0"/>
                    <a:pt x="110" y="4"/>
                    <a:pt x="107" y="5"/>
                  </a:cubicBezTo>
                  <a:cubicBezTo>
                    <a:pt x="105" y="5"/>
                    <a:pt x="100" y="9"/>
                    <a:pt x="97" y="9"/>
                  </a:cubicBezTo>
                  <a:cubicBezTo>
                    <a:pt x="95" y="8"/>
                    <a:pt x="92" y="9"/>
                    <a:pt x="92" y="12"/>
                  </a:cubicBezTo>
                  <a:cubicBezTo>
                    <a:pt x="92" y="14"/>
                    <a:pt x="89" y="14"/>
                    <a:pt x="89" y="11"/>
                  </a:cubicBezTo>
                  <a:cubicBezTo>
                    <a:pt x="88" y="9"/>
                    <a:pt x="83" y="10"/>
                    <a:pt x="82" y="9"/>
                  </a:cubicBezTo>
                  <a:cubicBezTo>
                    <a:pt x="80" y="8"/>
                    <a:pt x="74" y="8"/>
                    <a:pt x="76" y="10"/>
                  </a:cubicBezTo>
                  <a:cubicBezTo>
                    <a:pt x="79" y="12"/>
                    <a:pt x="80" y="13"/>
                    <a:pt x="80" y="16"/>
                  </a:cubicBezTo>
                  <a:cubicBezTo>
                    <a:pt x="80" y="19"/>
                    <a:pt x="82" y="18"/>
                    <a:pt x="82" y="21"/>
                  </a:cubicBezTo>
                  <a:cubicBezTo>
                    <a:pt x="82" y="24"/>
                    <a:pt x="84" y="22"/>
                    <a:pt x="86" y="22"/>
                  </a:cubicBezTo>
                  <a:cubicBezTo>
                    <a:pt x="88" y="22"/>
                    <a:pt x="88" y="25"/>
                    <a:pt x="85" y="25"/>
                  </a:cubicBezTo>
                  <a:cubicBezTo>
                    <a:pt x="82" y="26"/>
                    <a:pt x="81" y="27"/>
                    <a:pt x="80" y="30"/>
                  </a:cubicBezTo>
                  <a:cubicBezTo>
                    <a:pt x="80" y="32"/>
                    <a:pt x="77" y="30"/>
                    <a:pt x="75" y="32"/>
                  </a:cubicBezTo>
                  <a:cubicBezTo>
                    <a:pt x="73" y="34"/>
                    <a:pt x="71" y="36"/>
                    <a:pt x="69" y="35"/>
                  </a:cubicBezTo>
                  <a:cubicBezTo>
                    <a:pt x="68" y="34"/>
                    <a:pt x="67" y="35"/>
                    <a:pt x="65" y="36"/>
                  </a:cubicBezTo>
                  <a:cubicBezTo>
                    <a:pt x="63" y="37"/>
                    <a:pt x="63" y="36"/>
                    <a:pt x="60" y="34"/>
                  </a:cubicBezTo>
                  <a:cubicBezTo>
                    <a:pt x="59" y="33"/>
                    <a:pt x="57" y="29"/>
                    <a:pt x="54" y="26"/>
                  </a:cubicBezTo>
                  <a:cubicBezTo>
                    <a:pt x="52" y="27"/>
                    <a:pt x="48" y="28"/>
                    <a:pt x="46" y="28"/>
                  </a:cubicBezTo>
                  <a:cubicBezTo>
                    <a:pt x="43" y="28"/>
                    <a:pt x="35" y="28"/>
                    <a:pt x="34" y="29"/>
                  </a:cubicBezTo>
                  <a:cubicBezTo>
                    <a:pt x="34" y="31"/>
                    <a:pt x="35" y="33"/>
                    <a:pt x="36" y="34"/>
                  </a:cubicBezTo>
                  <a:cubicBezTo>
                    <a:pt x="38" y="34"/>
                    <a:pt x="41" y="35"/>
                    <a:pt x="38" y="37"/>
                  </a:cubicBezTo>
                  <a:cubicBezTo>
                    <a:pt x="35" y="39"/>
                    <a:pt x="32" y="36"/>
                    <a:pt x="32" y="41"/>
                  </a:cubicBezTo>
                  <a:cubicBezTo>
                    <a:pt x="32" y="46"/>
                    <a:pt x="39" y="50"/>
                    <a:pt x="38" y="54"/>
                  </a:cubicBezTo>
                  <a:cubicBezTo>
                    <a:pt x="37" y="57"/>
                    <a:pt x="36" y="63"/>
                    <a:pt x="36" y="65"/>
                  </a:cubicBezTo>
                  <a:cubicBezTo>
                    <a:pt x="36" y="68"/>
                    <a:pt x="35" y="76"/>
                    <a:pt x="33" y="76"/>
                  </a:cubicBezTo>
                  <a:cubicBezTo>
                    <a:pt x="31" y="77"/>
                    <a:pt x="29" y="74"/>
                    <a:pt x="26" y="77"/>
                  </a:cubicBezTo>
                  <a:cubicBezTo>
                    <a:pt x="23" y="79"/>
                    <a:pt x="19" y="78"/>
                    <a:pt x="16" y="80"/>
                  </a:cubicBezTo>
                  <a:cubicBezTo>
                    <a:pt x="13" y="83"/>
                    <a:pt x="9" y="82"/>
                    <a:pt x="9" y="85"/>
                  </a:cubicBezTo>
                  <a:cubicBezTo>
                    <a:pt x="9" y="88"/>
                    <a:pt x="6" y="90"/>
                    <a:pt x="6" y="93"/>
                  </a:cubicBezTo>
                  <a:cubicBezTo>
                    <a:pt x="7" y="95"/>
                    <a:pt x="5" y="95"/>
                    <a:pt x="3" y="97"/>
                  </a:cubicBezTo>
                  <a:cubicBezTo>
                    <a:pt x="1" y="99"/>
                    <a:pt x="3" y="100"/>
                    <a:pt x="2" y="102"/>
                  </a:cubicBezTo>
                  <a:cubicBezTo>
                    <a:pt x="0" y="104"/>
                    <a:pt x="2" y="106"/>
                    <a:pt x="4" y="109"/>
                  </a:cubicBezTo>
                  <a:cubicBezTo>
                    <a:pt x="5" y="112"/>
                    <a:pt x="7" y="114"/>
                    <a:pt x="7" y="116"/>
                  </a:cubicBezTo>
                  <a:cubicBezTo>
                    <a:pt x="7" y="118"/>
                    <a:pt x="9" y="119"/>
                    <a:pt x="11" y="119"/>
                  </a:cubicBezTo>
                  <a:cubicBezTo>
                    <a:pt x="14" y="119"/>
                    <a:pt x="12" y="124"/>
                    <a:pt x="15" y="124"/>
                  </a:cubicBezTo>
                  <a:cubicBezTo>
                    <a:pt x="19" y="124"/>
                    <a:pt x="23" y="124"/>
                    <a:pt x="24" y="122"/>
                  </a:cubicBezTo>
                  <a:cubicBezTo>
                    <a:pt x="25" y="120"/>
                    <a:pt x="28" y="119"/>
                    <a:pt x="28" y="122"/>
                  </a:cubicBezTo>
                  <a:cubicBezTo>
                    <a:pt x="28" y="125"/>
                    <a:pt x="27" y="133"/>
                    <a:pt x="29" y="132"/>
                  </a:cubicBezTo>
                  <a:cubicBezTo>
                    <a:pt x="32" y="131"/>
                    <a:pt x="37" y="131"/>
                    <a:pt x="40" y="132"/>
                  </a:cubicBezTo>
                  <a:cubicBezTo>
                    <a:pt x="43" y="133"/>
                    <a:pt x="45" y="132"/>
                    <a:pt x="47" y="131"/>
                  </a:cubicBezTo>
                  <a:cubicBezTo>
                    <a:pt x="48" y="129"/>
                    <a:pt x="50" y="129"/>
                    <a:pt x="54" y="127"/>
                  </a:cubicBezTo>
                  <a:cubicBezTo>
                    <a:pt x="57" y="125"/>
                    <a:pt x="60" y="123"/>
                    <a:pt x="63" y="123"/>
                  </a:cubicBezTo>
                  <a:cubicBezTo>
                    <a:pt x="66" y="123"/>
                    <a:pt x="72" y="121"/>
                    <a:pt x="71" y="123"/>
                  </a:cubicBezTo>
                  <a:cubicBezTo>
                    <a:pt x="70" y="126"/>
                    <a:pt x="70" y="134"/>
                    <a:pt x="73" y="139"/>
                  </a:cubicBezTo>
                  <a:cubicBezTo>
                    <a:pt x="77" y="143"/>
                    <a:pt x="79" y="145"/>
                    <a:pt x="83" y="145"/>
                  </a:cubicBezTo>
                  <a:cubicBezTo>
                    <a:pt x="87" y="144"/>
                    <a:pt x="86" y="146"/>
                    <a:pt x="89" y="146"/>
                  </a:cubicBezTo>
                  <a:cubicBezTo>
                    <a:pt x="91" y="146"/>
                    <a:pt x="90" y="149"/>
                    <a:pt x="92" y="149"/>
                  </a:cubicBezTo>
                  <a:cubicBezTo>
                    <a:pt x="94" y="149"/>
                    <a:pt x="99" y="149"/>
                    <a:pt x="99" y="152"/>
                  </a:cubicBezTo>
                  <a:cubicBezTo>
                    <a:pt x="99" y="154"/>
                    <a:pt x="106" y="152"/>
                    <a:pt x="107" y="154"/>
                  </a:cubicBezTo>
                  <a:cubicBezTo>
                    <a:pt x="109" y="155"/>
                    <a:pt x="111" y="156"/>
                    <a:pt x="111" y="159"/>
                  </a:cubicBezTo>
                  <a:cubicBezTo>
                    <a:pt x="110" y="162"/>
                    <a:pt x="114" y="164"/>
                    <a:pt x="112" y="165"/>
                  </a:cubicBezTo>
                  <a:cubicBezTo>
                    <a:pt x="109" y="167"/>
                    <a:pt x="112" y="169"/>
                    <a:pt x="113" y="172"/>
                  </a:cubicBezTo>
                  <a:cubicBezTo>
                    <a:pt x="113" y="175"/>
                    <a:pt x="116" y="176"/>
                    <a:pt x="121" y="176"/>
                  </a:cubicBezTo>
                  <a:cubicBezTo>
                    <a:pt x="127" y="176"/>
                    <a:pt x="128" y="176"/>
                    <a:pt x="128" y="180"/>
                  </a:cubicBezTo>
                  <a:cubicBezTo>
                    <a:pt x="128" y="184"/>
                    <a:pt x="132" y="184"/>
                    <a:pt x="133" y="188"/>
                  </a:cubicBezTo>
                  <a:cubicBezTo>
                    <a:pt x="134" y="192"/>
                    <a:pt x="131" y="196"/>
                    <a:pt x="132" y="198"/>
                  </a:cubicBezTo>
                  <a:cubicBezTo>
                    <a:pt x="132" y="201"/>
                    <a:pt x="131" y="203"/>
                    <a:pt x="130" y="204"/>
                  </a:cubicBezTo>
                  <a:cubicBezTo>
                    <a:pt x="131" y="206"/>
                    <a:pt x="131" y="207"/>
                    <a:pt x="130" y="208"/>
                  </a:cubicBezTo>
                  <a:cubicBezTo>
                    <a:pt x="128" y="209"/>
                    <a:pt x="133" y="213"/>
                    <a:pt x="131" y="218"/>
                  </a:cubicBezTo>
                  <a:cubicBezTo>
                    <a:pt x="130" y="223"/>
                    <a:pt x="130" y="224"/>
                    <a:pt x="135" y="225"/>
                  </a:cubicBezTo>
                  <a:cubicBezTo>
                    <a:pt x="141" y="225"/>
                    <a:pt x="140" y="227"/>
                    <a:pt x="142" y="225"/>
                  </a:cubicBezTo>
                  <a:cubicBezTo>
                    <a:pt x="144" y="224"/>
                    <a:pt x="147" y="229"/>
                    <a:pt x="148" y="232"/>
                  </a:cubicBezTo>
                  <a:cubicBezTo>
                    <a:pt x="149" y="235"/>
                    <a:pt x="151" y="241"/>
                    <a:pt x="152" y="241"/>
                  </a:cubicBezTo>
                  <a:cubicBezTo>
                    <a:pt x="153" y="241"/>
                    <a:pt x="156" y="238"/>
                    <a:pt x="159" y="240"/>
                  </a:cubicBezTo>
                  <a:cubicBezTo>
                    <a:pt x="161" y="241"/>
                    <a:pt x="158" y="250"/>
                    <a:pt x="158" y="254"/>
                  </a:cubicBezTo>
                  <a:cubicBezTo>
                    <a:pt x="160" y="254"/>
                    <a:pt x="162" y="254"/>
                    <a:pt x="163" y="254"/>
                  </a:cubicBezTo>
                  <a:cubicBezTo>
                    <a:pt x="165" y="255"/>
                    <a:pt x="165" y="265"/>
                    <a:pt x="165" y="267"/>
                  </a:cubicBezTo>
                  <a:cubicBezTo>
                    <a:pt x="164" y="268"/>
                    <a:pt x="158" y="270"/>
                    <a:pt x="155" y="272"/>
                  </a:cubicBezTo>
                  <a:cubicBezTo>
                    <a:pt x="152" y="274"/>
                    <a:pt x="144" y="281"/>
                    <a:pt x="141" y="287"/>
                  </a:cubicBezTo>
                  <a:cubicBezTo>
                    <a:pt x="139" y="290"/>
                    <a:pt x="136" y="293"/>
                    <a:pt x="134" y="295"/>
                  </a:cubicBezTo>
                  <a:cubicBezTo>
                    <a:pt x="135" y="295"/>
                    <a:pt x="136" y="295"/>
                    <a:pt x="136" y="295"/>
                  </a:cubicBezTo>
                  <a:cubicBezTo>
                    <a:pt x="138" y="294"/>
                    <a:pt x="140" y="294"/>
                    <a:pt x="143" y="297"/>
                  </a:cubicBezTo>
                  <a:cubicBezTo>
                    <a:pt x="146" y="301"/>
                    <a:pt x="146" y="303"/>
                    <a:pt x="147" y="303"/>
                  </a:cubicBezTo>
                  <a:cubicBezTo>
                    <a:pt x="148" y="303"/>
                    <a:pt x="149" y="299"/>
                    <a:pt x="151" y="302"/>
                  </a:cubicBezTo>
                  <a:cubicBezTo>
                    <a:pt x="153" y="305"/>
                    <a:pt x="159" y="307"/>
                    <a:pt x="160" y="309"/>
                  </a:cubicBezTo>
                  <a:cubicBezTo>
                    <a:pt x="161" y="310"/>
                    <a:pt x="166" y="311"/>
                    <a:pt x="166" y="315"/>
                  </a:cubicBezTo>
                  <a:cubicBezTo>
                    <a:pt x="166" y="318"/>
                    <a:pt x="164" y="323"/>
                    <a:pt x="166" y="327"/>
                  </a:cubicBezTo>
                  <a:cubicBezTo>
                    <a:pt x="168" y="326"/>
                    <a:pt x="169" y="325"/>
                    <a:pt x="170" y="32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126">
              <a:extLst>
                <a:ext uri="{FF2B5EF4-FFF2-40B4-BE49-F238E27FC236}">
                  <a16:creationId xmlns:a16="http://schemas.microsoft.com/office/drawing/2014/main" id="{848972A3-EB5C-4BEF-B7CA-8E392D2607A4}"/>
                </a:ext>
              </a:extLst>
            </p:cNvPr>
            <p:cNvSpPr>
              <a:spLocks noEditPoints="1"/>
            </p:cNvSpPr>
            <p:nvPr/>
          </p:nvSpPr>
          <p:spPr bwMode="auto">
            <a:xfrm>
              <a:off x="2856495" y="1693331"/>
              <a:ext cx="2040510" cy="1572602"/>
            </a:xfrm>
            <a:custGeom>
              <a:avLst/>
              <a:gdLst>
                <a:gd name="T0" fmla="*/ 147 w 717"/>
                <a:gd name="T1" fmla="*/ 487 h 552"/>
                <a:gd name="T2" fmla="*/ 135 w 717"/>
                <a:gd name="T3" fmla="*/ 162 h 552"/>
                <a:gd name="T4" fmla="*/ 276 w 717"/>
                <a:gd name="T5" fmla="*/ 179 h 552"/>
                <a:gd name="T6" fmla="*/ 183 w 717"/>
                <a:gd name="T7" fmla="*/ 192 h 552"/>
                <a:gd name="T8" fmla="*/ 276 w 717"/>
                <a:gd name="T9" fmla="*/ 239 h 552"/>
                <a:gd name="T10" fmla="*/ 169 w 717"/>
                <a:gd name="T11" fmla="*/ 138 h 552"/>
                <a:gd name="T12" fmla="*/ 149 w 717"/>
                <a:gd name="T13" fmla="*/ 132 h 552"/>
                <a:gd name="T14" fmla="*/ 264 w 717"/>
                <a:gd name="T15" fmla="*/ 152 h 552"/>
                <a:gd name="T16" fmla="*/ 212 w 717"/>
                <a:gd name="T17" fmla="*/ 103 h 552"/>
                <a:gd name="T18" fmla="*/ 295 w 717"/>
                <a:gd name="T19" fmla="*/ 85 h 552"/>
                <a:gd name="T20" fmla="*/ 297 w 717"/>
                <a:gd name="T21" fmla="*/ 115 h 552"/>
                <a:gd name="T22" fmla="*/ 300 w 717"/>
                <a:gd name="T23" fmla="*/ 132 h 552"/>
                <a:gd name="T24" fmla="*/ 387 w 717"/>
                <a:gd name="T25" fmla="*/ 105 h 552"/>
                <a:gd name="T26" fmla="*/ 351 w 717"/>
                <a:gd name="T27" fmla="*/ 166 h 552"/>
                <a:gd name="T28" fmla="*/ 490 w 717"/>
                <a:gd name="T29" fmla="*/ 157 h 552"/>
                <a:gd name="T30" fmla="*/ 414 w 717"/>
                <a:gd name="T31" fmla="*/ 108 h 552"/>
                <a:gd name="T32" fmla="*/ 427 w 717"/>
                <a:gd name="T33" fmla="*/ 60 h 552"/>
                <a:gd name="T34" fmla="*/ 419 w 717"/>
                <a:gd name="T35" fmla="*/ 47 h 552"/>
                <a:gd name="T36" fmla="*/ 453 w 717"/>
                <a:gd name="T37" fmla="*/ 86 h 552"/>
                <a:gd name="T38" fmla="*/ 498 w 717"/>
                <a:gd name="T39" fmla="*/ 129 h 552"/>
                <a:gd name="T40" fmla="*/ 567 w 717"/>
                <a:gd name="T41" fmla="*/ 62 h 552"/>
                <a:gd name="T42" fmla="*/ 542 w 717"/>
                <a:gd name="T43" fmla="*/ 7 h 552"/>
                <a:gd name="T44" fmla="*/ 406 w 717"/>
                <a:gd name="T45" fmla="*/ 33 h 552"/>
                <a:gd name="T46" fmla="*/ 445 w 717"/>
                <a:gd name="T47" fmla="*/ 314 h 552"/>
                <a:gd name="T48" fmla="*/ 590 w 717"/>
                <a:gd name="T49" fmla="*/ 243 h 552"/>
                <a:gd name="T50" fmla="*/ 532 w 717"/>
                <a:gd name="T51" fmla="*/ 194 h 552"/>
                <a:gd name="T52" fmla="*/ 445 w 717"/>
                <a:gd name="T53" fmla="*/ 179 h 552"/>
                <a:gd name="T54" fmla="*/ 503 w 717"/>
                <a:gd name="T55" fmla="*/ 220 h 552"/>
                <a:gd name="T56" fmla="*/ 525 w 717"/>
                <a:gd name="T57" fmla="*/ 292 h 552"/>
                <a:gd name="T58" fmla="*/ 606 w 717"/>
                <a:gd name="T59" fmla="*/ 299 h 552"/>
                <a:gd name="T60" fmla="*/ 487 w 717"/>
                <a:gd name="T61" fmla="*/ 172 h 552"/>
                <a:gd name="T62" fmla="*/ 687 w 717"/>
                <a:gd name="T63" fmla="*/ 458 h 552"/>
                <a:gd name="T64" fmla="*/ 79 w 717"/>
                <a:gd name="T65" fmla="*/ 449 h 552"/>
                <a:gd name="T66" fmla="*/ 586 w 717"/>
                <a:gd name="T67" fmla="*/ 490 h 552"/>
                <a:gd name="T68" fmla="*/ 687 w 717"/>
                <a:gd name="T69" fmla="*/ 434 h 552"/>
                <a:gd name="T70" fmla="*/ 639 w 717"/>
                <a:gd name="T71" fmla="*/ 400 h 552"/>
                <a:gd name="T72" fmla="*/ 602 w 717"/>
                <a:gd name="T73" fmla="*/ 377 h 552"/>
                <a:gd name="T74" fmla="*/ 544 w 717"/>
                <a:gd name="T75" fmla="*/ 330 h 552"/>
                <a:gd name="T76" fmla="*/ 519 w 717"/>
                <a:gd name="T77" fmla="*/ 387 h 552"/>
                <a:gd name="T78" fmla="*/ 475 w 717"/>
                <a:gd name="T79" fmla="*/ 441 h 552"/>
                <a:gd name="T80" fmla="*/ 384 w 717"/>
                <a:gd name="T81" fmla="*/ 375 h 552"/>
                <a:gd name="T82" fmla="*/ 413 w 717"/>
                <a:gd name="T83" fmla="*/ 307 h 552"/>
                <a:gd name="T84" fmla="*/ 463 w 717"/>
                <a:gd name="T85" fmla="*/ 276 h 552"/>
                <a:gd name="T86" fmla="*/ 454 w 717"/>
                <a:gd name="T87" fmla="*/ 242 h 552"/>
                <a:gd name="T88" fmla="*/ 414 w 717"/>
                <a:gd name="T89" fmla="*/ 245 h 552"/>
                <a:gd name="T90" fmla="*/ 383 w 717"/>
                <a:gd name="T91" fmla="*/ 194 h 552"/>
                <a:gd name="T92" fmla="*/ 369 w 717"/>
                <a:gd name="T93" fmla="*/ 208 h 552"/>
                <a:gd name="T94" fmla="*/ 362 w 717"/>
                <a:gd name="T95" fmla="*/ 260 h 552"/>
                <a:gd name="T96" fmla="*/ 351 w 717"/>
                <a:gd name="T97" fmla="*/ 249 h 552"/>
                <a:gd name="T98" fmla="*/ 285 w 717"/>
                <a:gd name="T99" fmla="*/ 249 h 552"/>
                <a:gd name="T100" fmla="*/ 191 w 717"/>
                <a:gd name="T101" fmla="*/ 242 h 552"/>
                <a:gd name="T102" fmla="*/ 69 w 717"/>
                <a:gd name="T103" fmla="*/ 243 h 552"/>
                <a:gd name="T104" fmla="*/ 34 w 717"/>
                <a:gd name="T105" fmla="*/ 243 h 552"/>
                <a:gd name="T106" fmla="*/ 91 w 717"/>
                <a:gd name="T107" fmla="*/ 420 h 552"/>
                <a:gd name="T108" fmla="*/ 130 w 717"/>
                <a:gd name="T109" fmla="*/ 470 h 552"/>
                <a:gd name="T110" fmla="*/ 444 w 717"/>
                <a:gd name="T111" fmla="*/ 492 h 552"/>
                <a:gd name="T112" fmla="*/ 500 w 717"/>
                <a:gd name="T113" fmla="*/ 546 h 552"/>
                <a:gd name="T114" fmla="*/ 618 w 717"/>
                <a:gd name="T115" fmla="*/ 515 h 552"/>
                <a:gd name="T116" fmla="*/ 173 w 717"/>
                <a:gd name="T117" fmla="*/ 290 h 552"/>
                <a:gd name="T118" fmla="*/ 172 w 717"/>
                <a:gd name="T119" fmla="*/ 280 h 552"/>
                <a:gd name="T120" fmla="*/ 359 w 717"/>
                <a:gd name="T121" fmla="*/ 468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17" h="552">
                  <a:moveTo>
                    <a:pt x="142" y="484"/>
                  </a:moveTo>
                  <a:cubicBezTo>
                    <a:pt x="139" y="482"/>
                    <a:pt x="133" y="482"/>
                    <a:pt x="132" y="480"/>
                  </a:cubicBezTo>
                  <a:cubicBezTo>
                    <a:pt x="131" y="478"/>
                    <a:pt x="126" y="469"/>
                    <a:pt x="123" y="469"/>
                  </a:cubicBezTo>
                  <a:cubicBezTo>
                    <a:pt x="120" y="470"/>
                    <a:pt x="116" y="470"/>
                    <a:pt x="112" y="467"/>
                  </a:cubicBezTo>
                  <a:cubicBezTo>
                    <a:pt x="109" y="464"/>
                    <a:pt x="106" y="464"/>
                    <a:pt x="104" y="466"/>
                  </a:cubicBezTo>
                  <a:cubicBezTo>
                    <a:pt x="101" y="467"/>
                    <a:pt x="107" y="468"/>
                    <a:pt x="106" y="470"/>
                  </a:cubicBezTo>
                  <a:cubicBezTo>
                    <a:pt x="106" y="471"/>
                    <a:pt x="108" y="472"/>
                    <a:pt x="110" y="472"/>
                  </a:cubicBezTo>
                  <a:cubicBezTo>
                    <a:pt x="112" y="472"/>
                    <a:pt x="114" y="476"/>
                    <a:pt x="116" y="476"/>
                  </a:cubicBezTo>
                  <a:cubicBezTo>
                    <a:pt x="118" y="477"/>
                    <a:pt x="119" y="480"/>
                    <a:pt x="121" y="480"/>
                  </a:cubicBezTo>
                  <a:cubicBezTo>
                    <a:pt x="124" y="480"/>
                    <a:pt x="124" y="483"/>
                    <a:pt x="125" y="484"/>
                  </a:cubicBezTo>
                  <a:cubicBezTo>
                    <a:pt x="127" y="486"/>
                    <a:pt x="129" y="485"/>
                    <a:pt x="129" y="486"/>
                  </a:cubicBezTo>
                  <a:cubicBezTo>
                    <a:pt x="129" y="488"/>
                    <a:pt x="132" y="489"/>
                    <a:pt x="133" y="491"/>
                  </a:cubicBezTo>
                  <a:cubicBezTo>
                    <a:pt x="138" y="491"/>
                    <a:pt x="142" y="492"/>
                    <a:pt x="146" y="491"/>
                  </a:cubicBezTo>
                  <a:cubicBezTo>
                    <a:pt x="146" y="490"/>
                    <a:pt x="146" y="488"/>
                    <a:pt x="147" y="487"/>
                  </a:cubicBezTo>
                  <a:cubicBezTo>
                    <a:pt x="148" y="485"/>
                    <a:pt x="144" y="487"/>
                    <a:pt x="142" y="484"/>
                  </a:cubicBezTo>
                  <a:close/>
                  <a:moveTo>
                    <a:pt x="135" y="201"/>
                  </a:moveTo>
                  <a:cubicBezTo>
                    <a:pt x="142" y="202"/>
                    <a:pt x="143" y="214"/>
                    <a:pt x="147" y="214"/>
                  </a:cubicBezTo>
                  <a:cubicBezTo>
                    <a:pt x="150" y="214"/>
                    <a:pt x="148" y="210"/>
                    <a:pt x="152" y="210"/>
                  </a:cubicBezTo>
                  <a:cubicBezTo>
                    <a:pt x="157" y="210"/>
                    <a:pt x="156" y="208"/>
                    <a:pt x="160" y="208"/>
                  </a:cubicBezTo>
                  <a:cubicBezTo>
                    <a:pt x="164" y="208"/>
                    <a:pt x="168" y="207"/>
                    <a:pt x="168" y="202"/>
                  </a:cubicBezTo>
                  <a:cubicBezTo>
                    <a:pt x="168" y="197"/>
                    <a:pt x="171" y="195"/>
                    <a:pt x="175" y="194"/>
                  </a:cubicBezTo>
                  <a:cubicBezTo>
                    <a:pt x="180" y="193"/>
                    <a:pt x="176" y="188"/>
                    <a:pt x="182" y="186"/>
                  </a:cubicBezTo>
                  <a:cubicBezTo>
                    <a:pt x="188" y="185"/>
                    <a:pt x="205" y="178"/>
                    <a:pt x="208" y="176"/>
                  </a:cubicBezTo>
                  <a:cubicBezTo>
                    <a:pt x="210" y="173"/>
                    <a:pt x="204" y="171"/>
                    <a:pt x="198" y="167"/>
                  </a:cubicBezTo>
                  <a:cubicBezTo>
                    <a:pt x="191" y="163"/>
                    <a:pt x="186" y="162"/>
                    <a:pt x="181" y="165"/>
                  </a:cubicBezTo>
                  <a:cubicBezTo>
                    <a:pt x="176" y="168"/>
                    <a:pt x="180" y="161"/>
                    <a:pt x="176" y="163"/>
                  </a:cubicBezTo>
                  <a:cubicBezTo>
                    <a:pt x="172" y="165"/>
                    <a:pt x="162" y="160"/>
                    <a:pt x="160" y="158"/>
                  </a:cubicBezTo>
                  <a:cubicBezTo>
                    <a:pt x="159" y="157"/>
                    <a:pt x="139" y="162"/>
                    <a:pt x="135" y="162"/>
                  </a:cubicBezTo>
                  <a:cubicBezTo>
                    <a:pt x="130" y="162"/>
                    <a:pt x="135" y="167"/>
                    <a:pt x="138" y="170"/>
                  </a:cubicBezTo>
                  <a:cubicBezTo>
                    <a:pt x="142" y="172"/>
                    <a:pt x="130" y="180"/>
                    <a:pt x="133" y="182"/>
                  </a:cubicBezTo>
                  <a:cubicBezTo>
                    <a:pt x="135" y="184"/>
                    <a:pt x="130" y="188"/>
                    <a:pt x="125" y="194"/>
                  </a:cubicBezTo>
                  <a:cubicBezTo>
                    <a:pt x="120" y="200"/>
                    <a:pt x="129" y="199"/>
                    <a:pt x="135" y="201"/>
                  </a:cubicBezTo>
                  <a:close/>
                  <a:moveTo>
                    <a:pt x="314" y="230"/>
                  </a:moveTo>
                  <a:cubicBezTo>
                    <a:pt x="316" y="228"/>
                    <a:pt x="325" y="235"/>
                    <a:pt x="325" y="230"/>
                  </a:cubicBezTo>
                  <a:cubicBezTo>
                    <a:pt x="326" y="224"/>
                    <a:pt x="315" y="222"/>
                    <a:pt x="311" y="219"/>
                  </a:cubicBezTo>
                  <a:cubicBezTo>
                    <a:pt x="307" y="216"/>
                    <a:pt x="305" y="218"/>
                    <a:pt x="298" y="213"/>
                  </a:cubicBezTo>
                  <a:cubicBezTo>
                    <a:pt x="291" y="208"/>
                    <a:pt x="300" y="205"/>
                    <a:pt x="295" y="201"/>
                  </a:cubicBezTo>
                  <a:cubicBezTo>
                    <a:pt x="290" y="197"/>
                    <a:pt x="288" y="187"/>
                    <a:pt x="292" y="183"/>
                  </a:cubicBezTo>
                  <a:cubicBezTo>
                    <a:pt x="295" y="179"/>
                    <a:pt x="299" y="174"/>
                    <a:pt x="293" y="172"/>
                  </a:cubicBezTo>
                  <a:cubicBezTo>
                    <a:pt x="286" y="169"/>
                    <a:pt x="276" y="174"/>
                    <a:pt x="277" y="175"/>
                  </a:cubicBezTo>
                  <a:cubicBezTo>
                    <a:pt x="278" y="177"/>
                    <a:pt x="287" y="182"/>
                    <a:pt x="287" y="184"/>
                  </a:cubicBezTo>
                  <a:cubicBezTo>
                    <a:pt x="287" y="186"/>
                    <a:pt x="279" y="178"/>
                    <a:pt x="276" y="179"/>
                  </a:cubicBezTo>
                  <a:cubicBezTo>
                    <a:pt x="273" y="181"/>
                    <a:pt x="270" y="176"/>
                    <a:pt x="267" y="179"/>
                  </a:cubicBezTo>
                  <a:cubicBezTo>
                    <a:pt x="265" y="183"/>
                    <a:pt x="271" y="195"/>
                    <a:pt x="273" y="199"/>
                  </a:cubicBezTo>
                  <a:cubicBezTo>
                    <a:pt x="275" y="203"/>
                    <a:pt x="271" y="203"/>
                    <a:pt x="268" y="203"/>
                  </a:cubicBezTo>
                  <a:cubicBezTo>
                    <a:pt x="265" y="204"/>
                    <a:pt x="265" y="193"/>
                    <a:pt x="262" y="189"/>
                  </a:cubicBezTo>
                  <a:cubicBezTo>
                    <a:pt x="259" y="185"/>
                    <a:pt x="247" y="181"/>
                    <a:pt x="247" y="184"/>
                  </a:cubicBezTo>
                  <a:cubicBezTo>
                    <a:pt x="246" y="187"/>
                    <a:pt x="254" y="187"/>
                    <a:pt x="253" y="190"/>
                  </a:cubicBezTo>
                  <a:cubicBezTo>
                    <a:pt x="252" y="194"/>
                    <a:pt x="247" y="188"/>
                    <a:pt x="244" y="191"/>
                  </a:cubicBezTo>
                  <a:cubicBezTo>
                    <a:pt x="240" y="194"/>
                    <a:pt x="240" y="192"/>
                    <a:pt x="241" y="189"/>
                  </a:cubicBezTo>
                  <a:cubicBezTo>
                    <a:pt x="242" y="186"/>
                    <a:pt x="235" y="182"/>
                    <a:pt x="228" y="183"/>
                  </a:cubicBezTo>
                  <a:cubicBezTo>
                    <a:pt x="221" y="184"/>
                    <a:pt x="225" y="189"/>
                    <a:pt x="223" y="190"/>
                  </a:cubicBezTo>
                  <a:cubicBezTo>
                    <a:pt x="221" y="192"/>
                    <a:pt x="210" y="189"/>
                    <a:pt x="217" y="188"/>
                  </a:cubicBezTo>
                  <a:cubicBezTo>
                    <a:pt x="224" y="187"/>
                    <a:pt x="221" y="183"/>
                    <a:pt x="218" y="179"/>
                  </a:cubicBezTo>
                  <a:cubicBezTo>
                    <a:pt x="216" y="175"/>
                    <a:pt x="209" y="179"/>
                    <a:pt x="198" y="183"/>
                  </a:cubicBezTo>
                  <a:cubicBezTo>
                    <a:pt x="187" y="187"/>
                    <a:pt x="182" y="192"/>
                    <a:pt x="183" y="192"/>
                  </a:cubicBezTo>
                  <a:cubicBezTo>
                    <a:pt x="185" y="192"/>
                    <a:pt x="185" y="194"/>
                    <a:pt x="181" y="198"/>
                  </a:cubicBezTo>
                  <a:cubicBezTo>
                    <a:pt x="176" y="201"/>
                    <a:pt x="181" y="204"/>
                    <a:pt x="185" y="204"/>
                  </a:cubicBezTo>
                  <a:cubicBezTo>
                    <a:pt x="189" y="204"/>
                    <a:pt x="185" y="208"/>
                    <a:pt x="188" y="208"/>
                  </a:cubicBezTo>
                  <a:cubicBezTo>
                    <a:pt x="190" y="209"/>
                    <a:pt x="203" y="203"/>
                    <a:pt x="207" y="206"/>
                  </a:cubicBezTo>
                  <a:cubicBezTo>
                    <a:pt x="210" y="208"/>
                    <a:pt x="186" y="210"/>
                    <a:pt x="186" y="214"/>
                  </a:cubicBezTo>
                  <a:cubicBezTo>
                    <a:pt x="186" y="218"/>
                    <a:pt x="199" y="221"/>
                    <a:pt x="209" y="219"/>
                  </a:cubicBezTo>
                  <a:cubicBezTo>
                    <a:pt x="219" y="217"/>
                    <a:pt x="237" y="220"/>
                    <a:pt x="237" y="223"/>
                  </a:cubicBezTo>
                  <a:cubicBezTo>
                    <a:pt x="237" y="225"/>
                    <a:pt x="225" y="225"/>
                    <a:pt x="216" y="224"/>
                  </a:cubicBezTo>
                  <a:cubicBezTo>
                    <a:pt x="207" y="224"/>
                    <a:pt x="192" y="227"/>
                    <a:pt x="193" y="230"/>
                  </a:cubicBezTo>
                  <a:cubicBezTo>
                    <a:pt x="193" y="233"/>
                    <a:pt x="194" y="233"/>
                    <a:pt x="204" y="237"/>
                  </a:cubicBezTo>
                  <a:cubicBezTo>
                    <a:pt x="213" y="241"/>
                    <a:pt x="222" y="235"/>
                    <a:pt x="222" y="241"/>
                  </a:cubicBezTo>
                  <a:cubicBezTo>
                    <a:pt x="222" y="247"/>
                    <a:pt x="227" y="249"/>
                    <a:pt x="240" y="249"/>
                  </a:cubicBezTo>
                  <a:cubicBezTo>
                    <a:pt x="252" y="249"/>
                    <a:pt x="258" y="243"/>
                    <a:pt x="264" y="244"/>
                  </a:cubicBezTo>
                  <a:cubicBezTo>
                    <a:pt x="270" y="244"/>
                    <a:pt x="273" y="243"/>
                    <a:pt x="276" y="239"/>
                  </a:cubicBezTo>
                  <a:cubicBezTo>
                    <a:pt x="278" y="234"/>
                    <a:pt x="281" y="237"/>
                    <a:pt x="282" y="239"/>
                  </a:cubicBezTo>
                  <a:cubicBezTo>
                    <a:pt x="282" y="241"/>
                    <a:pt x="290" y="241"/>
                    <a:pt x="292" y="243"/>
                  </a:cubicBezTo>
                  <a:cubicBezTo>
                    <a:pt x="297" y="247"/>
                    <a:pt x="312" y="246"/>
                    <a:pt x="317" y="243"/>
                  </a:cubicBezTo>
                  <a:cubicBezTo>
                    <a:pt x="323" y="240"/>
                    <a:pt x="315" y="232"/>
                    <a:pt x="312" y="236"/>
                  </a:cubicBezTo>
                  <a:cubicBezTo>
                    <a:pt x="309" y="239"/>
                    <a:pt x="307" y="237"/>
                    <a:pt x="306" y="235"/>
                  </a:cubicBezTo>
                  <a:cubicBezTo>
                    <a:pt x="305" y="234"/>
                    <a:pt x="312" y="233"/>
                    <a:pt x="314" y="230"/>
                  </a:cubicBezTo>
                  <a:close/>
                  <a:moveTo>
                    <a:pt x="178" y="142"/>
                  </a:moveTo>
                  <a:cubicBezTo>
                    <a:pt x="185" y="143"/>
                    <a:pt x="191" y="137"/>
                    <a:pt x="191" y="134"/>
                  </a:cubicBezTo>
                  <a:cubicBezTo>
                    <a:pt x="190" y="131"/>
                    <a:pt x="175" y="142"/>
                    <a:pt x="178" y="142"/>
                  </a:cubicBezTo>
                  <a:close/>
                  <a:moveTo>
                    <a:pt x="149" y="132"/>
                  </a:moveTo>
                  <a:cubicBezTo>
                    <a:pt x="151" y="133"/>
                    <a:pt x="149" y="138"/>
                    <a:pt x="152" y="137"/>
                  </a:cubicBezTo>
                  <a:cubicBezTo>
                    <a:pt x="154" y="136"/>
                    <a:pt x="155" y="135"/>
                    <a:pt x="157" y="136"/>
                  </a:cubicBezTo>
                  <a:cubicBezTo>
                    <a:pt x="161" y="137"/>
                    <a:pt x="162" y="134"/>
                    <a:pt x="164" y="132"/>
                  </a:cubicBezTo>
                  <a:cubicBezTo>
                    <a:pt x="165" y="130"/>
                    <a:pt x="165" y="138"/>
                    <a:pt x="169" y="138"/>
                  </a:cubicBezTo>
                  <a:cubicBezTo>
                    <a:pt x="173" y="138"/>
                    <a:pt x="173" y="130"/>
                    <a:pt x="176" y="132"/>
                  </a:cubicBezTo>
                  <a:cubicBezTo>
                    <a:pt x="180" y="135"/>
                    <a:pt x="181" y="131"/>
                    <a:pt x="181" y="129"/>
                  </a:cubicBezTo>
                  <a:cubicBezTo>
                    <a:pt x="182" y="126"/>
                    <a:pt x="182" y="122"/>
                    <a:pt x="186" y="121"/>
                  </a:cubicBezTo>
                  <a:cubicBezTo>
                    <a:pt x="190" y="121"/>
                    <a:pt x="187" y="125"/>
                    <a:pt x="189" y="128"/>
                  </a:cubicBezTo>
                  <a:cubicBezTo>
                    <a:pt x="191" y="133"/>
                    <a:pt x="196" y="129"/>
                    <a:pt x="196" y="127"/>
                  </a:cubicBezTo>
                  <a:cubicBezTo>
                    <a:pt x="196" y="124"/>
                    <a:pt x="203" y="126"/>
                    <a:pt x="203" y="123"/>
                  </a:cubicBezTo>
                  <a:cubicBezTo>
                    <a:pt x="202" y="121"/>
                    <a:pt x="204" y="120"/>
                    <a:pt x="203" y="117"/>
                  </a:cubicBezTo>
                  <a:cubicBezTo>
                    <a:pt x="201" y="115"/>
                    <a:pt x="205" y="115"/>
                    <a:pt x="208" y="113"/>
                  </a:cubicBezTo>
                  <a:cubicBezTo>
                    <a:pt x="210" y="111"/>
                    <a:pt x="205" y="113"/>
                    <a:pt x="201" y="110"/>
                  </a:cubicBezTo>
                  <a:cubicBezTo>
                    <a:pt x="198" y="106"/>
                    <a:pt x="196" y="111"/>
                    <a:pt x="196" y="113"/>
                  </a:cubicBezTo>
                  <a:cubicBezTo>
                    <a:pt x="196" y="115"/>
                    <a:pt x="189" y="113"/>
                    <a:pt x="185" y="112"/>
                  </a:cubicBezTo>
                  <a:cubicBezTo>
                    <a:pt x="181" y="110"/>
                    <a:pt x="176" y="116"/>
                    <a:pt x="171" y="119"/>
                  </a:cubicBezTo>
                  <a:cubicBezTo>
                    <a:pt x="165" y="122"/>
                    <a:pt x="165" y="127"/>
                    <a:pt x="159" y="127"/>
                  </a:cubicBezTo>
                  <a:cubicBezTo>
                    <a:pt x="154" y="126"/>
                    <a:pt x="146" y="131"/>
                    <a:pt x="149" y="132"/>
                  </a:cubicBezTo>
                  <a:close/>
                  <a:moveTo>
                    <a:pt x="204" y="131"/>
                  </a:moveTo>
                  <a:cubicBezTo>
                    <a:pt x="199" y="131"/>
                    <a:pt x="200" y="136"/>
                    <a:pt x="205" y="136"/>
                  </a:cubicBezTo>
                  <a:cubicBezTo>
                    <a:pt x="211" y="136"/>
                    <a:pt x="213" y="138"/>
                    <a:pt x="205" y="137"/>
                  </a:cubicBezTo>
                  <a:cubicBezTo>
                    <a:pt x="196" y="137"/>
                    <a:pt x="193" y="144"/>
                    <a:pt x="199" y="143"/>
                  </a:cubicBezTo>
                  <a:cubicBezTo>
                    <a:pt x="204" y="141"/>
                    <a:pt x="211" y="141"/>
                    <a:pt x="207" y="143"/>
                  </a:cubicBezTo>
                  <a:cubicBezTo>
                    <a:pt x="203" y="144"/>
                    <a:pt x="191" y="145"/>
                    <a:pt x="193" y="147"/>
                  </a:cubicBezTo>
                  <a:cubicBezTo>
                    <a:pt x="194" y="149"/>
                    <a:pt x="198" y="148"/>
                    <a:pt x="203" y="150"/>
                  </a:cubicBezTo>
                  <a:cubicBezTo>
                    <a:pt x="208" y="152"/>
                    <a:pt x="210" y="153"/>
                    <a:pt x="214" y="149"/>
                  </a:cubicBezTo>
                  <a:cubicBezTo>
                    <a:pt x="218" y="145"/>
                    <a:pt x="222" y="141"/>
                    <a:pt x="220" y="147"/>
                  </a:cubicBezTo>
                  <a:cubicBezTo>
                    <a:pt x="219" y="152"/>
                    <a:pt x="226" y="148"/>
                    <a:pt x="236" y="148"/>
                  </a:cubicBezTo>
                  <a:cubicBezTo>
                    <a:pt x="245" y="147"/>
                    <a:pt x="234" y="153"/>
                    <a:pt x="224" y="154"/>
                  </a:cubicBezTo>
                  <a:cubicBezTo>
                    <a:pt x="214" y="155"/>
                    <a:pt x="216" y="160"/>
                    <a:pt x="224" y="162"/>
                  </a:cubicBezTo>
                  <a:cubicBezTo>
                    <a:pt x="231" y="163"/>
                    <a:pt x="248" y="157"/>
                    <a:pt x="252" y="153"/>
                  </a:cubicBezTo>
                  <a:cubicBezTo>
                    <a:pt x="256" y="149"/>
                    <a:pt x="260" y="155"/>
                    <a:pt x="264" y="152"/>
                  </a:cubicBezTo>
                  <a:cubicBezTo>
                    <a:pt x="267" y="149"/>
                    <a:pt x="275" y="152"/>
                    <a:pt x="282" y="151"/>
                  </a:cubicBezTo>
                  <a:cubicBezTo>
                    <a:pt x="288" y="149"/>
                    <a:pt x="290" y="137"/>
                    <a:pt x="285" y="134"/>
                  </a:cubicBezTo>
                  <a:cubicBezTo>
                    <a:pt x="280" y="132"/>
                    <a:pt x="280" y="137"/>
                    <a:pt x="276" y="138"/>
                  </a:cubicBezTo>
                  <a:cubicBezTo>
                    <a:pt x="272" y="138"/>
                    <a:pt x="270" y="133"/>
                    <a:pt x="266" y="130"/>
                  </a:cubicBezTo>
                  <a:cubicBezTo>
                    <a:pt x="263" y="127"/>
                    <a:pt x="265" y="121"/>
                    <a:pt x="261" y="122"/>
                  </a:cubicBezTo>
                  <a:cubicBezTo>
                    <a:pt x="256" y="122"/>
                    <a:pt x="246" y="130"/>
                    <a:pt x="252" y="131"/>
                  </a:cubicBezTo>
                  <a:cubicBezTo>
                    <a:pt x="258" y="131"/>
                    <a:pt x="256" y="134"/>
                    <a:pt x="253" y="136"/>
                  </a:cubicBezTo>
                  <a:cubicBezTo>
                    <a:pt x="250" y="137"/>
                    <a:pt x="260" y="140"/>
                    <a:pt x="259" y="142"/>
                  </a:cubicBezTo>
                  <a:cubicBezTo>
                    <a:pt x="257" y="144"/>
                    <a:pt x="241" y="142"/>
                    <a:pt x="240" y="139"/>
                  </a:cubicBezTo>
                  <a:cubicBezTo>
                    <a:pt x="240" y="135"/>
                    <a:pt x="227" y="129"/>
                    <a:pt x="221" y="130"/>
                  </a:cubicBezTo>
                  <a:cubicBezTo>
                    <a:pt x="216" y="132"/>
                    <a:pt x="218" y="126"/>
                    <a:pt x="213" y="126"/>
                  </a:cubicBezTo>
                  <a:cubicBezTo>
                    <a:pt x="208" y="125"/>
                    <a:pt x="209" y="130"/>
                    <a:pt x="204" y="131"/>
                  </a:cubicBezTo>
                  <a:close/>
                  <a:moveTo>
                    <a:pt x="223" y="105"/>
                  </a:moveTo>
                  <a:cubicBezTo>
                    <a:pt x="225" y="101"/>
                    <a:pt x="211" y="101"/>
                    <a:pt x="212" y="103"/>
                  </a:cubicBezTo>
                  <a:cubicBezTo>
                    <a:pt x="215" y="106"/>
                    <a:pt x="221" y="109"/>
                    <a:pt x="223" y="105"/>
                  </a:cubicBezTo>
                  <a:close/>
                  <a:moveTo>
                    <a:pt x="252" y="103"/>
                  </a:moveTo>
                  <a:cubicBezTo>
                    <a:pt x="257" y="102"/>
                    <a:pt x="255" y="99"/>
                    <a:pt x="247" y="100"/>
                  </a:cubicBezTo>
                  <a:cubicBezTo>
                    <a:pt x="240" y="101"/>
                    <a:pt x="227" y="101"/>
                    <a:pt x="227" y="106"/>
                  </a:cubicBezTo>
                  <a:cubicBezTo>
                    <a:pt x="227" y="111"/>
                    <a:pt x="230" y="113"/>
                    <a:pt x="238" y="113"/>
                  </a:cubicBezTo>
                  <a:cubicBezTo>
                    <a:pt x="246" y="114"/>
                    <a:pt x="253" y="106"/>
                    <a:pt x="249" y="106"/>
                  </a:cubicBezTo>
                  <a:cubicBezTo>
                    <a:pt x="245" y="106"/>
                    <a:pt x="248" y="104"/>
                    <a:pt x="252" y="103"/>
                  </a:cubicBezTo>
                  <a:close/>
                  <a:moveTo>
                    <a:pt x="235" y="96"/>
                  </a:moveTo>
                  <a:cubicBezTo>
                    <a:pt x="239" y="98"/>
                    <a:pt x="242" y="93"/>
                    <a:pt x="245" y="95"/>
                  </a:cubicBezTo>
                  <a:cubicBezTo>
                    <a:pt x="247" y="97"/>
                    <a:pt x="258" y="99"/>
                    <a:pt x="258" y="93"/>
                  </a:cubicBezTo>
                  <a:cubicBezTo>
                    <a:pt x="258" y="88"/>
                    <a:pt x="244" y="87"/>
                    <a:pt x="241" y="89"/>
                  </a:cubicBezTo>
                  <a:cubicBezTo>
                    <a:pt x="237" y="91"/>
                    <a:pt x="221" y="92"/>
                    <a:pt x="225" y="96"/>
                  </a:cubicBezTo>
                  <a:cubicBezTo>
                    <a:pt x="228" y="98"/>
                    <a:pt x="231" y="95"/>
                    <a:pt x="235" y="96"/>
                  </a:cubicBezTo>
                  <a:close/>
                  <a:moveTo>
                    <a:pt x="295" y="85"/>
                  </a:moveTo>
                  <a:cubicBezTo>
                    <a:pt x="299" y="82"/>
                    <a:pt x="307" y="87"/>
                    <a:pt x="305" y="90"/>
                  </a:cubicBezTo>
                  <a:cubicBezTo>
                    <a:pt x="304" y="93"/>
                    <a:pt x="291" y="90"/>
                    <a:pt x="292" y="92"/>
                  </a:cubicBezTo>
                  <a:cubicBezTo>
                    <a:pt x="293" y="93"/>
                    <a:pt x="294" y="98"/>
                    <a:pt x="303" y="95"/>
                  </a:cubicBezTo>
                  <a:cubicBezTo>
                    <a:pt x="311" y="93"/>
                    <a:pt x="318" y="95"/>
                    <a:pt x="324" y="99"/>
                  </a:cubicBezTo>
                  <a:cubicBezTo>
                    <a:pt x="330" y="104"/>
                    <a:pt x="335" y="106"/>
                    <a:pt x="339" y="101"/>
                  </a:cubicBezTo>
                  <a:cubicBezTo>
                    <a:pt x="343" y="96"/>
                    <a:pt x="334" y="96"/>
                    <a:pt x="336" y="92"/>
                  </a:cubicBezTo>
                  <a:cubicBezTo>
                    <a:pt x="338" y="88"/>
                    <a:pt x="330" y="86"/>
                    <a:pt x="326" y="86"/>
                  </a:cubicBezTo>
                  <a:cubicBezTo>
                    <a:pt x="322" y="86"/>
                    <a:pt x="321" y="79"/>
                    <a:pt x="318" y="81"/>
                  </a:cubicBezTo>
                  <a:cubicBezTo>
                    <a:pt x="315" y="82"/>
                    <a:pt x="312" y="85"/>
                    <a:pt x="312" y="80"/>
                  </a:cubicBezTo>
                  <a:cubicBezTo>
                    <a:pt x="312" y="75"/>
                    <a:pt x="294" y="75"/>
                    <a:pt x="289" y="77"/>
                  </a:cubicBezTo>
                  <a:cubicBezTo>
                    <a:pt x="285" y="78"/>
                    <a:pt x="290" y="88"/>
                    <a:pt x="295" y="85"/>
                  </a:cubicBezTo>
                  <a:close/>
                  <a:moveTo>
                    <a:pt x="297" y="115"/>
                  </a:moveTo>
                  <a:cubicBezTo>
                    <a:pt x="300" y="112"/>
                    <a:pt x="286" y="100"/>
                    <a:pt x="285" y="106"/>
                  </a:cubicBezTo>
                  <a:cubicBezTo>
                    <a:pt x="284" y="111"/>
                    <a:pt x="294" y="119"/>
                    <a:pt x="297" y="115"/>
                  </a:cubicBezTo>
                  <a:close/>
                  <a:moveTo>
                    <a:pt x="343" y="68"/>
                  </a:moveTo>
                  <a:cubicBezTo>
                    <a:pt x="346" y="64"/>
                    <a:pt x="328" y="61"/>
                    <a:pt x="333" y="65"/>
                  </a:cubicBezTo>
                  <a:cubicBezTo>
                    <a:pt x="335" y="67"/>
                    <a:pt x="341" y="73"/>
                    <a:pt x="343" y="68"/>
                  </a:cubicBezTo>
                  <a:close/>
                  <a:moveTo>
                    <a:pt x="303" y="149"/>
                  </a:moveTo>
                  <a:cubicBezTo>
                    <a:pt x="306" y="147"/>
                    <a:pt x="298" y="141"/>
                    <a:pt x="296" y="146"/>
                  </a:cubicBezTo>
                  <a:cubicBezTo>
                    <a:pt x="293" y="151"/>
                    <a:pt x="301" y="152"/>
                    <a:pt x="303" y="149"/>
                  </a:cubicBezTo>
                  <a:close/>
                  <a:moveTo>
                    <a:pt x="343" y="124"/>
                  </a:moveTo>
                  <a:cubicBezTo>
                    <a:pt x="343" y="128"/>
                    <a:pt x="335" y="124"/>
                    <a:pt x="328" y="121"/>
                  </a:cubicBezTo>
                  <a:cubicBezTo>
                    <a:pt x="322" y="119"/>
                    <a:pt x="326" y="126"/>
                    <a:pt x="331" y="131"/>
                  </a:cubicBezTo>
                  <a:cubicBezTo>
                    <a:pt x="336" y="135"/>
                    <a:pt x="328" y="133"/>
                    <a:pt x="322" y="128"/>
                  </a:cubicBezTo>
                  <a:cubicBezTo>
                    <a:pt x="315" y="123"/>
                    <a:pt x="316" y="131"/>
                    <a:pt x="319" y="134"/>
                  </a:cubicBezTo>
                  <a:cubicBezTo>
                    <a:pt x="322" y="136"/>
                    <a:pt x="318" y="140"/>
                    <a:pt x="314" y="134"/>
                  </a:cubicBezTo>
                  <a:cubicBezTo>
                    <a:pt x="310" y="128"/>
                    <a:pt x="307" y="122"/>
                    <a:pt x="301" y="122"/>
                  </a:cubicBezTo>
                  <a:cubicBezTo>
                    <a:pt x="294" y="122"/>
                    <a:pt x="297" y="129"/>
                    <a:pt x="300" y="132"/>
                  </a:cubicBezTo>
                  <a:cubicBezTo>
                    <a:pt x="303" y="137"/>
                    <a:pt x="307" y="138"/>
                    <a:pt x="312" y="141"/>
                  </a:cubicBezTo>
                  <a:cubicBezTo>
                    <a:pt x="318" y="144"/>
                    <a:pt x="327" y="139"/>
                    <a:pt x="332" y="141"/>
                  </a:cubicBezTo>
                  <a:cubicBezTo>
                    <a:pt x="336" y="142"/>
                    <a:pt x="327" y="147"/>
                    <a:pt x="330" y="151"/>
                  </a:cubicBezTo>
                  <a:cubicBezTo>
                    <a:pt x="333" y="154"/>
                    <a:pt x="341" y="152"/>
                    <a:pt x="347" y="151"/>
                  </a:cubicBezTo>
                  <a:cubicBezTo>
                    <a:pt x="353" y="151"/>
                    <a:pt x="350" y="147"/>
                    <a:pt x="353" y="145"/>
                  </a:cubicBezTo>
                  <a:cubicBezTo>
                    <a:pt x="357" y="142"/>
                    <a:pt x="350" y="143"/>
                    <a:pt x="353" y="137"/>
                  </a:cubicBezTo>
                  <a:cubicBezTo>
                    <a:pt x="356" y="131"/>
                    <a:pt x="344" y="121"/>
                    <a:pt x="343" y="124"/>
                  </a:cubicBezTo>
                  <a:close/>
                  <a:moveTo>
                    <a:pt x="358" y="103"/>
                  </a:moveTo>
                  <a:cubicBezTo>
                    <a:pt x="364" y="103"/>
                    <a:pt x="368" y="103"/>
                    <a:pt x="373" y="101"/>
                  </a:cubicBezTo>
                  <a:cubicBezTo>
                    <a:pt x="377" y="99"/>
                    <a:pt x="370" y="99"/>
                    <a:pt x="373" y="95"/>
                  </a:cubicBezTo>
                  <a:cubicBezTo>
                    <a:pt x="377" y="91"/>
                    <a:pt x="366" y="90"/>
                    <a:pt x="365" y="92"/>
                  </a:cubicBezTo>
                  <a:cubicBezTo>
                    <a:pt x="364" y="93"/>
                    <a:pt x="350" y="83"/>
                    <a:pt x="348" y="86"/>
                  </a:cubicBezTo>
                  <a:cubicBezTo>
                    <a:pt x="346" y="90"/>
                    <a:pt x="353" y="103"/>
                    <a:pt x="358" y="103"/>
                  </a:cubicBezTo>
                  <a:close/>
                  <a:moveTo>
                    <a:pt x="387" y="105"/>
                  </a:moveTo>
                  <a:cubicBezTo>
                    <a:pt x="387" y="103"/>
                    <a:pt x="360" y="106"/>
                    <a:pt x="364" y="110"/>
                  </a:cubicBezTo>
                  <a:cubicBezTo>
                    <a:pt x="371" y="115"/>
                    <a:pt x="388" y="107"/>
                    <a:pt x="387" y="105"/>
                  </a:cubicBezTo>
                  <a:close/>
                  <a:moveTo>
                    <a:pt x="383" y="157"/>
                  </a:moveTo>
                  <a:cubicBezTo>
                    <a:pt x="390" y="157"/>
                    <a:pt x="387" y="149"/>
                    <a:pt x="379" y="144"/>
                  </a:cubicBezTo>
                  <a:cubicBezTo>
                    <a:pt x="372" y="138"/>
                    <a:pt x="356" y="149"/>
                    <a:pt x="359" y="152"/>
                  </a:cubicBezTo>
                  <a:cubicBezTo>
                    <a:pt x="362" y="154"/>
                    <a:pt x="377" y="158"/>
                    <a:pt x="383" y="157"/>
                  </a:cubicBezTo>
                  <a:close/>
                  <a:moveTo>
                    <a:pt x="338" y="207"/>
                  </a:moveTo>
                  <a:cubicBezTo>
                    <a:pt x="346" y="213"/>
                    <a:pt x="343" y="203"/>
                    <a:pt x="352" y="203"/>
                  </a:cubicBezTo>
                  <a:cubicBezTo>
                    <a:pt x="361" y="204"/>
                    <a:pt x="361" y="189"/>
                    <a:pt x="363" y="184"/>
                  </a:cubicBezTo>
                  <a:cubicBezTo>
                    <a:pt x="364" y="178"/>
                    <a:pt x="356" y="179"/>
                    <a:pt x="358" y="183"/>
                  </a:cubicBezTo>
                  <a:cubicBezTo>
                    <a:pt x="360" y="187"/>
                    <a:pt x="357" y="190"/>
                    <a:pt x="357" y="186"/>
                  </a:cubicBezTo>
                  <a:cubicBezTo>
                    <a:pt x="356" y="181"/>
                    <a:pt x="349" y="185"/>
                    <a:pt x="347" y="182"/>
                  </a:cubicBezTo>
                  <a:cubicBezTo>
                    <a:pt x="344" y="178"/>
                    <a:pt x="354" y="178"/>
                    <a:pt x="357" y="173"/>
                  </a:cubicBezTo>
                  <a:cubicBezTo>
                    <a:pt x="359" y="169"/>
                    <a:pt x="349" y="169"/>
                    <a:pt x="351" y="166"/>
                  </a:cubicBezTo>
                  <a:cubicBezTo>
                    <a:pt x="354" y="162"/>
                    <a:pt x="336" y="166"/>
                    <a:pt x="341" y="168"/>
                  </a:cubicBezTo>
                  <a:cubicBezTo>
                    <a:pt x="346" y="171"/>
                    <a:pt x="341" y="173"/>
                    <a:pt x="336" y="170"/>
                  </a:cubicBezTo>
                  <a:cubicBezTo>
                    <a:pt x="331" y="166"/>
                    <a:pt x="317" y="172"/>
                    <a:pt x="322" y="176"/>
                  </a:cubicBezTo>
                  <a:cubicBezTo>
                    <a:pt x="326" y="179"/>
                    <a:pt x="338" y="174"/>
                    <a:pt x="331" y="183"/>
                  </a:cubicBezTo>
                  <a:cubicBezTo>
                    <a:pt x="325" y="193"/>
                    <a:pt x="322" y="181"/>
                    <a:pt x="315" y="182"/>
                  </a:cubicBezTo>
                  <a:cubicBezTo>
                    <a:pt x="309" y="183"/>
                    <a:pt x="312" y="191"/>
                    <a:pt x="321" y="194"/>
                  </a:cubicBezTo>
                  <a:cubicBezTo>
                    <a:pt x="331" y="197"/>
                    <a:pt x="330" y="202"/>
                    <a:pt x="338" y="207"/>
                  </a:cubicBezTo>
                  <a:close/>
                  <a:moveTo>
                    <a:pt x="396" y="150"/>
                  </a:moveTo>
                  <a:cubicBezTo>
                    <a:pt x="398" y="157"/>
                    <a:pt x="401" y="152"/>
                    <a:pt x="405" y="155"/>
                  </a:cubicBezTo>
                  <a:cubicBezTo>
                    <a:pt x="409" y="158"/>
                    <a:pt x="415" y="160"/>
                    <a:pt x="418" y="157"/>
                  </a:cubicBezTo>
                  <a:cubicBezTo>
                    <a:pt x="422" y="154"/>
                    <a:pt x="423" y="152"/>
                    <a:pt x="424" y="154"/>
                  </a:cubicBezTo>
                  <a:cubicBezTo>
                    <a:pt x="426" y="159"/>
                    <a:pt x="434" y="159"/>
                    <a:pt x="451" y="159"/>
                  </a:cubicBezTo>
                  <a:cubicBezTo>
                    <a:pt x="468" y="160"/>
                    <a:pt x="464" y="152"/>
                    <a:pt x="469" y="155"/>
                  </a:cubicBezTo>
                  <a:cubicBezTo>
                    <a:pt x="474" y="158"/>
                    <a:pt x="485" y="158"/>
                    <a:pt x="490" y="157"/>
                  </a:cubicBezTo>
                  <a:cubicBezTo>
                    <a:pt x="495" y="156"/>
                    <a:pt x="498" y="148"/>
                    <a:pt x="497" y="144"/>
                  </a:cubicBezTo>
                  <a:cubicBezTo>
                    <a:pt x="497" y="140"/>
                    <a:pt x="459" y="137"/>
                    <a:pt x="452" y="141"/>
                  </a:cubicBezTo>
                  <a:cubicBezTo>
                    <a:pt x="445" y="145"/>
                    <a:pt x="434" y="139"/>
                    <a:pt x="429" y="142"/>
                  </a:cubicBezTo>
                  <a:cubicBezTo>
                    <a:pt x="424" y="145"/>
                    <a:pt x="425" y="138"/>
                    <a:pt x="416" y="138"/>
                  </a:cubicBezTo>
                  <a:cubicBezTo>
                    <a:pt x="406" y="138"/>
                    <a:pt x="417" y="133"/>
                    <a:pt x="418" y="131"/>
                  </a:cubicBezTo>
                  <a:cubicBezTo>
                    <a:pt x="420" y="128"/>
                    <a:pt x="404" y="123"/>
                    <a:pt x="397" y="124"/>
                  </a:cubicBezTo>
                  <a:cubicBezTo>
                    <a:pt x="390" y="126"/>
                    <a:pt x="386" y="122"/>
                    <a:pt x="380" y="119"/>
                  </a:cubicBezTo>
                  <a:cubicBezTo>
                    <a:pt x="373" y="116"/>
                    <a:pt x="356" y="117"/>
                    <a:pt x="359" y="122"/>
                  </a:cubicBezTo>
                  <a:cubicBezTo>
                    <a:pt x="362" y="126"/>
                    <a:pt x="383" y="133"/>
                    <a:pt x="385" y="129"/>
                  </a:cubicBezTo>
                  <a:cubicBezTo>
                    <a:pt x="387" y="126"/>
                    <a:pt x="392" y="134"/>
                    <a:pt x="395" y="138"/>
                  </a:cubicBezTo>
                  <a:cubicBezTo>
                    <a:pt x="399" y="142"/>
                    <a:pt x="393" y="143"/>
                    <a:pt x="396" y="150"/>
                  </a:cubicBezTo>
                  <a:close/>
                  <a:moveTo>
                    <a:pt x="414" y="108"/>
                  </a:moveTo>
                  <a:cubicBezTo>
                    <a:pt x="408" y="105"/>
                    <a:pt x="400" y="112"/>
                    <a:pt x="406" y="114"/>
                  </a:cubicBezTo>
                  <a:cubicBezTo>
                    <a:pt x="412" y="116"/>
                    <a:pt x="420" y="111"/>
                    <a:pt x="414" y="108"/>
                  </a:cubicBezTo>
                  <a:close/>
                  <a:moveTo>
                    <a:pt x="363" y="68"/>
                  </a:moveTo>
                  <a:cubicBezTo>
                    <a:pt x="368" y="71"/>
                    <a:pt x="365" y="74"/>
                    <a:pt x="371" y="77"/>
                  </a:cubicBezTo>
                  <a:cubicBezTo>
                    <a:pt x="376" y="79"/>
                    <a:pt x="393" y="73"/>
                    <a:pt x="394" y="77"/>
                  </a:cubicBezTo>
                  <a:cubicBezTo>
                    <a:pt x="395" y="81"/>
                    <a:pt x="377" y="82"/>
                    <a:pt x="380" y="84"/>
                  </a:cubicBezTo>
                  <a:cubicBezTo>
                    <a:pt x="382" y="87"/>
                    <a:pt x="393" y="91"/>
                    <a:pt x="391" y="93"/>
                  </a:cubicBezTo>
                  <a:cubicBezTo>
                    <a:pt x="390" y="95"/>
                    <a:pt x="408" y="101"/>
                    <a:pt x="410" y="98"/>
                  </a:cubicBezTo>
                  <a:cubicBezTo>
                    <a:pt x="412" y="95"/>
                    <a:pt x="417" y="96"/>
                    <a:pt x="422" y="98"/>
                  </a:cubicBezTo>
                  <a:cubicBezTo>
                    <a:pt x="426" y="100"/>
                    <a:pt x="427" y="87"/>
                    <a:pt x="430" y="89"/>
                  </a:cubicBezTo>
                  <a:cubicBezTo>
                    <a:pt x="433" y="91"/>
                    <a:pt x="433" y="84"/>
                    <a:pt x="438" y="82"/>
                  </a:cubicBezTo>
                  <a:cubicBezTo>
                    <a:pt x="443" y="80"/>
                    <a:pt x="451" y="80"/>
                    <a:pt x="451" y="77"/>
                  </a:cubicBezTo>
                  <a:cubicBezTo>
                    <a:pt x="452" y="76"/>
                    <a:pt x="450" y="73"/>
                    <a:pt x="444" y="74"/>
                  </a:cubicBezTo>
                  <a:cubicBezTo>
                    <a:pt x="437" y="75"/>
                    <a:pt x="433" y="72"/>
                    <a:pt x="436" y="68"/>
                  </a:cubicBezTo>
                  <a:cubicBezTo>
                    <a:pt x="439" y="65"/>
                    <a:pt x="429" y="64"/>
                    <a:pt x="432" y="61"/>
                  </a:cubicBezTo>
                  <a:cubicBezTo>
                    <a:pt x="436" y="58"/>
                    <a:pt x="425" y="55"/>
                    <a:pt x="427" y="60"/>
                  </a:cubicBezTo>
                  <a:cubicBezTo>
                    <a:pt x="428" y="64"/>
                    <a:pt x="420" y="60"/>
                    <a:pt x="419" y="56"/>
                  </a:cubicBezTo>
                  <a:cubicBezTo>
                    <a:pt x="418" y="52"/>
                    <a:pt x="403" y="51"/>
                    <a:pt x="394" y="42"/>
                  </a:cubicBezTo>
                  <a:cubicBezTo>
                    <a:pt x="384" y="34"/>
                    <a:pt x="374" y="39"/>
                    <a:pt x="380" y="40"/>
                  </a:cubicBezTo>
                  <a:cubicBezTo>
                    <a:pt x="386" y="41"/>
                    <a:pt x="385" y="44"/>
                    <a:pt x="381" y="44"/>
                  </a:cubicBezTo>
                  <a:cubicBezTo>
                    <a:pt x="376" y="44"/>
                    <a:pt x="368" y="44"/>
                    <a:pt x="375" y="47"/>
                  </a:cubicBezTo>
                  <a:cubicBezTo>
                    <a:pt x="383" y="50"/>
                    <a:pt x="374" y="51"/>
                    <a:pt x="368" y="51"/>
                  </a:cubicBezTo>
                  <a:cubicBezTo>
                    <a:pt x="362" y="51"/>
                    <a:pt x="362" y="59"/>
                    <a:pt x="370" y="60"/>
                  </a:cubicBezTo>
                  <a:cubicBezTo>
                    <a:pt x="378" y="61"/>
                    <a:pt x="372" y="66"/>
                    <a:pt x="366" y="64"/>
                  </a:cubicBezTo>
                  <a:cubicBezTo>
                    <a:pt x="359" y="62"/>
                    <a:pt x="357" y="65"/>
                    <a:pt x="363" y="68"/>
                  </a:cubicBezTo>
                  <a:close/>
                  <a:moveTo>
                    <a:pt x="406" y="33"/>
                  </a:moveTo>
                  <a:cubicBezTo>
                    <a:pt x="411" y="30"/>
                    <a:pt x="415" y="32"/>
                    <a:pt x="410" y="34"/>
                  </a:cubicBezTo>
                  <a:cubicBezTo>
                    <a:pt x="406" y="36"/>
                    <a:pt x="408" y="37"/>
                    <a:pt x="414" y="37"/>
                  </a:cubicBezTo>
                  <a:cubicBezTo>
                    <a:pt x="420" y="37"/>
                    <a:pt x="411" y="39"/>
                    <a:pt x="411" y="42"/>
                  </a:cubicBezTo>
                  <a:cubicBezTo>
                    <a:pt x="411" y="46"/>
                    <a:pt x="418" y="44"/>
                    <a:pt x="419" y="47"/>
                  </a:cubicBezTo>
                  <a:cubicBezTo>
                    <a:pt x="419" y="51"/>
                    <a:pt x="434" y="52"/>
                    <a:pt x="439" y="48"/>
                  </a:cubicBezTo>
                  <a:cubicBezTo>
                    <a:pt x="444" y="44"/>
                    <a:pt x="442" y="49"/>
                    <a:pt x="442" y="52"/>
                  </a:cubicBezTo>
                  <a:cubicBezTo>
                    <a:pt x="441" y="55"/>
                    <a:pt x="463" y="57"/>
                    <a:pt x="464" y="54"/>
                  </a:cubicBezTo>
                  <a:cubicBezTo>
                    <a:pt x="465" y="50"/>
                    <a:pt x="469" y="52"/>
                    <a:pt x="473" y="53"/>
                  </a:cubicBezTo>
                  <a:cubicBezTo>
                    <a:pt x="477" y="54"/>
                    <a:pt x="498" y="49"/>
                    <a:pt x="499" y="45"/>
                  </a:cubicBezTo>
                  <a:cubicBezTo>
                    <a:pt x="499" y="40"/>
                    <a:pt x="505" y="47"/>
                    <a:pt x="499" y="51"/>
                  </a:cubicBezTo>
                  <a:cubicBezTo>
                    <a:pt x="492" y="56"/>
                    <a:pt x="478" y="55"/>
                    <a:pt x="472" y="57"/>
                  </a:cubicBezTo>
                  <a:cubicBezTo>
                    <a:pt x="466" y="59"/>
                    <a:pt x="476" y="63"/>
                    <a:pt x="482" y="68"/>
                  </a:cubicBezTo>
                  <a:cubicBezTo>
                    <a:pt x="488" y="72"/>
                    <a:pt x="474" y="70"/>
                    <a:pt x="469" y="64"/>
                  </a:cubicBezTo>
                  <a:cubicBezTo>
                    <a:pt x="463" y="58"/>
                    <a:pt x="450" y="58"/>
                    <a:pt x="443" y="58"/>
                  </a:cubicBezTo>
                  <a:cubicBezTo>
                    <a:pt x="437" y="59"/>
                    <a:pt x="439" y="71"/>
                    <a:pt x="444" y="71"/>
                  </a:cubicBezTo>
                  <a:cubicBezTo>
                    <a:pt x="449" y="71"/>
                    <a:pt x="454" y="73"/>
                    <a:pt x="459" y="81"/>
                  </a:cubicBezTo>
                  <a:cubicBezTo>
                    <a:pt x="464" y="88"/>
                    <a:pt x="474" y="87"/>
                    <a:pt x="474" y="90"/>
                  </a:cubicBezTo>
                  <a:cubicBezTo>
                    <a:pt x="474" y="94"/>
                    <a:pt x="460" y="87"/>
                    <a:pt x="453" y="86"/>
                  </a:cubicBezTo>
                  <a:cubicBezTo>
                    <a:pt x="445" y="85"/>
                    <a:pt x="432" y="90"/>
                    <a:pt x="432" y="95"/>
                  </a:cubicBezTo>
                  <a:cubicBezTo>
                    <a:pt x="432" y="101"/>
                    <a:pt x="443" y="100"/>
                    <a:pt x="451" y="96"/>
                  </a:cubicBezTo>
                  <a:cubicBezTo>
                    <a:pt x="459" y="91"/>
                    <a:pt x="453" y="97"/>
                    <a:pt x="449" y="101"/>
                  </a:cubicBezTo>
                  <a:cubicBezTo>
                    <a:pt x="445" y="104"/>
                    <a:pt x="459" y="107"/>
                    <a:pt x="459" y="111"/>
                  </a:cubicBezTo>
                  <a:cubicBezTo>
                    <a:pt x="459" y="116"/>
                    <a:pt x="449" y="114"/>
                    <a:pt x="448" y="110"/>
                  </a:cubicBezTo>
                  <a:cubicBezTo>
                    <a:pt x="447" y="106"/>
                    <a:pt x="443" y="102"/>
                    <a:pt x="434" y="103"/>
                  </a:cubicBezTo>
                  <a:cubicBezTo>
                    <a:pt x="425" y="104"/>
                    <a:pt x="427" y="110"/>
                    <a:pt x="433" y="111"/>
                  </a:cubicBezTo>
                  <a:cubicBezTo>
                    <a:pt x="439" y="112"/>
                    <a:pt x="439" y="116"/>
                    <a:pt x="433" y="116"/>
                  </a:cubicBezTo>
                  <a:cubicBezTo>
                    <a:pt x="426" y="116"/>
                    <a:pt x="412" y="120"/>
                    <a:pt x="416" y="124"/>
                  </a:cubicBezTo>
                  <a:cubicBezTo>
                    <a:pt x="421" y="129"/>
                    <a:pt x="439" y="124"/>
                    <a:pt x="443" y="127"/>
                  </a:cubicBezTo>
                  <a:cubicBezTo>
                    <a:pt x="446" y="130"/>
                    <a:pt x="455" y="131"/>
                    <a:pt x="457" y="128"/>
                  </a:cubicBezTo>
                  <a:cubicBezTo>
                    <a:pt x="459" y="124"/>
                    <a:pt x="466" y="126"/>
                    <a:pt x="473" y="126"/>
                  </a:cubicBezTo>
                  <a:cubicBezTo>
                    <a:pt x="480" y="126"/>
                    <a:pt x="482" y="127"/>
                    <a:pt x="485" y="130"/>
                  </a:cubicBezTo>
                  <a:cubicBezTo>
                    <a:pt x="489" y="133"/>
                    <a:pt x="494" y="132"/>
                    <a:pt x="498" y="129"/>
                  </a:cubicBezTo>
                  <a:cubicBezTo>
                    <a:pt x="502" y="126"/>
                    <a:pt x="502" y="126"/>
                    <a:pt x="507" y="126"/>
                  </a:cubicBezTo>
                  <a:cubicBezTo>
                    <a:pt x="512" y="126"/>
                    <a:pt x="513" y="123"/>
                    <a:pt x="511" y="119"/>
                  </a:cubicBezTo>
                  <a:cubicBezTo>
                    <a:pt x="508" y="115"/>
                    <a:pt x="502" y="122"/>
                    <a:pt x="501" y="119"/>
                  </a:cubicBezTo>
                  <a:cubicBezTo>
                    <a:pt x="500" y="115"/>
                    <a:pt x="494" y="114"/>
                    <a:pt x="484" y="116"/>
                  </a:cubicBezTo>
                  <a:cubicBezTo>
                    <a:pt x="474" y="117"/>
                    <a:pt x="479" y="109"/>
                    <a:pt x="485" y="111"/>
                  </a:cubicBezTo>
                  <a:cubicBezTo>
                    <a:pt x="491" y="113"/>
                    <a:pt x="499" y="112"/>
                    <a:pt x="506" y="110"/>
                  </a:cubicBezTo>
                  <a:cubicBezTo>
                    <a:pt x="512" y="108"/>
                    <a:pt x="507" y="105"/>
                    <a:pt x="507" y="102"/>
                  </a:cubicBezTo>
                  <a:cubicBezTo>
                    <a:pt x="507" y="100"/>
                    <a:pt x="516" y="101"/>
                    <a:pt x="522" y="101"/>
                  </a:cubicBezTo>
                  <a:cubicBezTo>
                    <a:pt x="529" y="101"/>
                    <a:pt x="538" y="91"/>
                    <a:pt x="538" y="85"/>
                  </a:cubicBezTo>
                  <a:cubicBezTo>
                    <a:pt x="539" y="79"/>
                    <a:pt x="524" y="80"/>
                    <a:pt x="517" y="80"/>
                  </a:cubicBezTo>
                  <a:cubicBezTo>
                    <a:pt x="510" y="80"/>
                    <a:pt x="521" y="75"/>
                    <a:pt x="535" y="76"/>
                  </a:cubicBezTo>
                  <a:cubicBezTo>
                    <a:pt x="549" y="76"/>
                    <a:pt x="542" y="70"/>
                    <a:pt x="545" y="68"/>
                  </a:cubicBezTo>
                  <a:cubicBezTo>
                    <a:pt x="547" y="66"/>
                    <a:pt x="554" y="71"/>
                    <a:pt x="561" y="69"/>
                  </a:cubicBezTo>
                  <a:cubicBezTo>
                    <a:pt x="567" y="68"/>
                    <a:pt x="563" y="62"/>
                    <a:pt x="567" y="62"/>
                  </a:cubicBezTo>
                  <a:cubicBezTo>
                    <a:pt x="571" y="62"/>
                    <a:pt x="578" y="57"/>
                    <a:pt x="593" y="49"/>
                  </a:cubicBezTo>
                  <a:cubicBezTo>
                    <a:pt x="607" y="41"/>
                    <a:pt x="619" y="42"/>
                    <a:pt x="619" y="37"/>
                  </a:cubicBezTo>
                  <a:cubicBezTo>
                    <a:pt x="620" y="33"/>
                    <a:pt x="599" y="37"/>
                    <a:pt x="596" y="36"/>
                  </a:cubicBezTo>
                  <a:cubicBezTo>
                    <a:pt x="592" y="35"/>
                    <a:pt x="610" y="31"/>
                    <a:pt x="615" y="32"/>
                  </a:cubicBezTo>
                  <a:cubicBezTo>
                    <a:pt x="619" y="33"/>
                    <a:pt x="624" y="32"/>
                    <a:pt x="639" y="25"/>
                  </a:cubicBezTo>
                  <a:cubicBezTo>
                    <a:pt x="654" y="17"/>
                    <a:pt x="647" y="16"/>
                    <a:pt x="641" y="17"/>
                  </a:cubicBezTo>
                  <a:cubicBezTo>
                    <a:pt x="635" y="18"/>
                    <a:pt x="628" y="16"/>
                    <a:pt x="629" y="12"/>
                  </a:cubicBezTo>
                  <a:cubicBezTo>
                    <a:pt x="629" y="8"/>
                    <a:pt x="620" y="11"/>
                    <a:pt x="619" y="9"/>
                  </a:cubicBezTo>
                  <a:cubicBezTo>
                    <a:pt x="619" y="7"/>
                    <a:pt x="611" y="8"/>
                    <a:pt x="601" y="12"/>
                  </a:cubicBezTo>
                  <a:cubicBezTo>
                    <a:pt x="592" y="15"/>
                    <a:pt x="601" y="8"/>
                    <a:pt x="605" y="7"/>
                  </a:cubicBezTo>
                  <a:cubicBezTo>
                    <a:pt x="608" y="5"/>
                    <a:pt x="581" y="7"/>
                    <a:pt x="576" y="4"/>
                  </a:cubicBezTo>
                  <a:cubicBezTo>
                    <a:pt x="572" y="0"/>
                    <a:pt x="566" y="9"/>
                    <a:pt x="562" y="5"/>
                  </a:cubicBezTo>
                  <a:cubicBezTo>
                    <a:pt x="558" y="0"/>
                    <a:pt x="547" y="4"/>
                    <a:pt x="548" y="7"/>
                  </a:cubicBezTo>
                  <a:cubicBezTo>
                    <a:pt x="550" y="10"/>
                    <a:pt x="546" y="10"/>
                    <a:pt x="542" y="7"/>
                  </a:cubicBezTo>
                  <a:cubicBezTo>
                    <a:pt x="538" y="3"/>
                    <a:pt x="530" y="7"/>
                    <a:pt x="522" y="6"/>
                  </a:cubicBezTo>
                  <a:cubicBezTo>
                    <a:pt x="515" y="5"/>
                    <a:pt x="518" y="12"/>
                    <a:pt x="510" y="9"/>
                  </a:cubicBezTo>
                  <a:cubicBezTo>
                    <a:pt x="501" y="5"/>
                    <a:pt x="493" y="7"/>
                    <a:pt x="495" y="8"/>
                  </a:cubicBezTo>
                  <a:cubicBezTo>
                    <a:pt x="498" y="9"/>
                    <a:pt x="494" y="11"/>
                    <a:pt x="491" y="10"/>
                  </a:cubicBezTo>
                  <a:cubicBezTo>
                    <a:pt x="487" y="9"/>
                    <a:pt x="484" y="10"/>
                    <a:pt x="486" y="14"/>
                  </a:cubicBezTo>
                  <a:cubicBezTo>
                    <a:pt x="488" y="17"/>
                    <a:pt x="473" y="13"/>
                    <a:pt x="473" y="17"/>
                  </a:cubicBezTo>
                  <a:cubicBezTo>
                    <a:pt x="473" y="21"/>
                    <a:pt x="467" y="23"/>
                    <a:pt x="463" y="19"/>
                  </a:cubicBezTo>
                  <a:cubicBezTo>
                    <a:pt x="459" y="16"/>
                    <a:pt x="445" y="15"/>
                    <a:pt x="449" y="18"/>
                  </a:cubicBezTo>
                  <a:cubicBezTo>
                    <a:pt x="453" y="21"/>
                    <a:pt x="437" y="19"/>
                    <a:pt x="441" y="22"/>
                  </a:cubicBezTo>
                  <a:cubicBezTo>
                    <a:pt x="445" y="26"/>
                    <a:pt x="436" y="28"/>
                    <a:pt x="436" y="26"/>
                  </a:cubicBezTo>
                  <a:cubicBezTo>
                    <a:pt x="436" y="25"/>
                    <a:pt x="427" y="21"/>
                    <a:pt x="423" y="25"/>
                  </a:cubicBezTo>
                  <a:cubicBezTo>
                    <a:pt x="420" y="28"/>
                    <a:pt x="419" y="32"/>
                    <a:pt x="417" y="30"/>
                  </a:cubicBezTo>
                  <a:cubicBezTo>
                    <a:pt x="415" y="27"/>
                    <a:pt x="407" y="28"/>
                    <a:pt x="400" y="31"/>
                  </a:cubicBezTo>
                  <a:cubicBezTo>
                    <a:pt x="392" y="34"/>
                    <a:pt x="401" y="36"/>
                    <a:pt x="406" y="33"/>
                  </a:cubicBezTo>
                  <a:close/>
                  <a:moveTo>
                    <a:pt x="496" y="341"/>
                  </a:moveTo>
                  <a:cubicBezTo>
                    <a:pt x="498" y="340"/>
                    <a:pt x="503" y="331"/>
                    <a:pt x="497" y="332"/>
                  </a:cubicBezTo>
                  <a:cubicBezTo>
                    <a:pt x="490" y="332"/>
                    <a:pt x="492" y="341"/>
                    <a:pt x="496" y="341"/>
                  </a:cubicBezTo>
                  <a:close/>
                  <a:moveTo>
                    <a:pt x="464" y="333"/>
                  </a:moveTo>
                  <a:cubicBezTo>
                    <a:pt x="470" y="336"/>
                    <a:pt x="479" y="327"/>
                    <a:pt x="478" y="324"/>
                  </a:cubicBezTo>
                  <a:cubicBezTo>
                    <a:pt x="477" y="321"/>
                    <a:pt x="457" y="329"/>
                    <a:pt x="464" y="333"/>
                  </a:cubicBezTo>
                  <a:close/>
                  <a:moveTo>
                    <a:pt x="490" y="313"/>
                  </a:moveTo>
                  <a:cubicBezTo>
                    <a:pt x="491" y="310"/>
                    <a:pt x="478" y="308"/>
                    <a:pt x="479" y="304"/>
                  </a:cubicBezTo>
                  <a:cubicBezTo>
                    <a:pt x="480" y="300"/>
                    <a:pt x="467" y="297"/>
                    <a:pt x="463" y="295"/>
                  </a:cubicBezTo>
                  <a:cubicBezTo>
                    <a:pt x="459" y="293"/>
                    <a:pt x="453" y="292"/>
                    <a:pt x="453" y="288"/>
                  </a:cubicBezTo>
                  <a:cubicBezTo>
                    <a:pt x="453" y="283"/>
                    <a:pt x="445" y="286"/>
                    <a:pt x="444" y="293"/>
                  </a:cubicBezTo>
                  <a:cubicBezTo>
                    <a:pt x="444" y="299"/>
                    <a:pt x="440" y="298"/>
                    <a:pt x="442" y="304"/>
                  </a:cubicBezTo>
                  <a:cubicBezTo>
                    <a:pt x="444" y="310"/>
                    <a:pt x="434" y="311"/>
                    <a:pt x="435" y="315"/>
                  </a:cubicBezTo>
                  <a:cubicBezTo>
                    <a:pt x="437" y="318"/>
                    <a:pt x="441" y="314"/>
                    <a:pt x="445" y="314"/>
                  </a:cubicBezTo>
                  <a:cubicBezTo>
                    <a:pt x="450" y="314"/>
                    <a:pt x="444" y="320"/>
                    <a:pt x="450" y="321"/>
                  </a:cubicBezTo>
                  <a:cubicBezTo>
                    <a:pt x="454" y="321"/>
                    <a:pt x="461" y="316"/>
                    <a:pt x="463" y="313"/>
                  </a:cubicBezTo>
                  <a:cubicBezTo>
                    <a:pt x="465" y="310"/>
                    <a:pt x="469" y="309"/>
                    <a:pt x="474" y="313"/>
                  </a:cubicBezTo>
                  <a:cubicBezTo>
                    <a:pt x="479" y="316"/>
                    <a:pt x="489" y="317"/>
                    <a:pt x="490" y="313"/>
                  </a:cubicBezTo>
                  <a:close/>
                  <a:moveTo>
                    <a:pt x="607" y="282"/>
                  </a:moveTo>
                  <a:cubicBezTo>
                    <a:pt x="611" y="282"/>
                    <a:pt x="612" y="288"/>
                    <a:pt x="618" y="293"/>
                  </a:cubicBezTo>
                  <a:cubicBezTo>
                    <a:pt x="625" y="299"/>
                    <a:pt x="626" y="295"/>
                    <a:pt x="627" y="291"/>
                  </a:cubicBezTo>
                  <a:cubicBezTo>
                    <a:pt x="628" y="287"/>
                    <a:pt x="636" y="290"/>
                    <a:pt x="635" y="286"/>
                  </a:cubicBezTo>
                  <a:cubicBezTo>
                    <a:pt x="635" y="283"/>
                    <a:pt x="641" y="278"/>
                    <a:pt x="646" y="276"/>
                  </a:cubicBezTo>
                  <a:cubicBezTo>
                    <a:pt x="650" y="274"/>
                    <a:pt x="642" y="270"/>
                    <a:pt x="636" y="270"/>
                  </a:cubicBezTo>
                  <a:cubicBezTo>
                    <a:pt x="631" y="271"/>
                    <a:pt x="629" y="267"/>
                    <a:pt x="629" y="264"/>
                  </a:cubicBezTo>
                  <a:cubicBezTo>
                    <a:pt x="629" y="262"/>
                    <a:pt x="619" y="256"/>
                    <a:pt x="615" y="257"/>
                  </a:cubicBezTo>
                  <a:cubicBezTo>
                    <a:pt x="612" y="258"/>
                    <a:pt x="606" y="252"/>
                    <a:pt x="601" y="252"/>
                  </a:cubicBezTo>
                  <a:cubicBezTo>
                    <a:pt x="596" y="251"/>
                    <a:pt x="590" y="248"/>
                    <a:pt x="590" y="243"/>
                  </a:cubicBezTo>
                  <a:cubicBezTo>
                    <a:pt x="591" y="238"/>
                    <a:pt x="600" y="244"/>
                    <a:pt x="601" y="240"/>
                  </a:cubicBezTo>
                  <a:cubicBezTo>
                    <a:pt x="603" y="237"/>
                    <a:pt x="592" y="239"/>
                    <a:pt x="592" y="236"/>
                  </a:cubicBezTo>
                  <a:cubicBezTo>
                    <a:pt x="592" y="233"/>
                    <a:pt x="595" y="234"/>
                    <a:pt x="597" y="232"/>
                  </a:cubicBezTo>
                  <a:cubicBezTo>
                    <a:pt x="599" y="230"/>
                    <a:pt x="595" y="227"/>
                    <a:pt x="592" y="225"/>
                  </a:cubicBezTo>
                  <a:cubicBezTo>
                    <a:pt x="590" y="224"/>
                    <a:pt x="589" y="228"/>
                    <a:pt x="587" y="228"/>
                  </a:cubicBezTo>
                  <a:cubicBezTo>
                    <a:pt x="584" y="228"/>
                    <a:pt x="586" y="224"/>
                    <a:pt x="588" y="222"/>
                  </a:cubicBezTo>
                  <a:cubicBezTo>
                    <a:pt x="590" y="219"/>
                    <a:pt x="580" y="217"/>
                    <a:pt x="576" y="218"/>
                  </a:cubicBezTo>
                  <a:cubicBezTo>
                    <a:pt x="571" y="219"/>
                    <a:pt x="570" y="217"/>
                    <a:pt x="570" y="214"/>
                  </a:cubicBezTo>
                  <a:cubicBezTo>
                    <a:pt x="570" y="211"/>
                    <a:pt x="562" y="214"/>
                    <a:pt x="560" y="216"/>
                  </a:cubicBezTo>
                  <a:cubicBezTo>
                    <a:pt x="557" y="218"/>
                    <a:pt x="553" y="214"/>
                    <a:pt x="557" y="214"/>
                  </a:cubicBezTo>
                  <a:cubicBezTo>
                    <a:pt x="560" y="213"/>
                    <a:pt x="565" y="210"/>
                    <a:pt x="563" y="207"/>
                  </a:cubicBezTo>
                  <a:cubicBezTo>
                    <a:pt x="562" y="204"/>
                    <a:pt x="553" y="204"/>
                    <a:pt x="551" y="208"/>
                  </a:cubicBezTo>
                  <a:cubicBezTo>
                    <a:pt x="550" y="212"/>
                    <a:pt x="542" y="203"/>
                    <a:pt x="542" y="200"/>
                  </a:cubicBezTo>
                  <a:cubicBezTo>
                    <a:pt x="542" y="197"/>
                    <a:pt x="531" y="200"/>
                    <a:pt x="532" y="194"/>
                  </a:cubicBezTo>
                  <a:cubicBezTo>
                    <a:pt x="534" y="189"/>
                    <a:pt x="519" y="188"/>
                    <a:pt x="515" y="188"/>
                  </a:cubicBezTo>
                  <a:cubicBezTo>
                    <a:pt x="511" y="188"/>
                    <a:pt x="505" y="191"/>
                    <a:pt x="506" y="194"/>
                  </a:cubicBezTo>
                  <a:cubicBezTo>
                    <a:pt x="507" y="198"/>
                    <a:pt x="502" y="197"/>
                    <a:pt x="501" y="193"/>
                  </a:cubicBezTo>
                  <a:cubicBezTo>
                    <a:pt x="500" y="189"/>
                    <a:pt x="491" y="197"/>
                    <a:pt x="488" y="197"/>
                  </a:cubicBezTo>
                  <a:cubicBezTo>
                    <a:pt x="485" y="197"/>
                    <a:pt x="490" y="187"/>
                    <a:pt x="488" y="183"/>
                  </a:cubicBezTo>
                  <a:cubicBezTo>
                    <a:pt x="487" y="180"/>
                    <a:pt x="485" y="179"/>
                    <a:pt x="483" y="174"/>
                  </a:cubicBezTo>
                  <a:cubicBezTo>
                    <a:pt x="480" y="168"/>
                    <a:pt x="470" y="171"/>
                    <a:pt x="467" y="174"/>
                  </a:cubicBezTo>
                  <a:cubicBezTo>
                    <a:pt x="464" y="177"/>
                    <a:pt x="455" y="176"/>
                    <a:pt x="450" y="180"/>
                  </a:cubicBezTo>
                  <a:cubicBezTo>
                    <a:pt x="445" y="185"/>
                    <a:pt x="450" y="190"/>
                    <a:pt x="452" y="192"/>
                  </a:cubicBezTo>
                  <a:cubicBezTo>
                    <a:pt x="454" y="194"/>
                    <a:pt x="445" y="197"/>
                    <a:pt x="448" y="200"/>
                  </a:cubicBezTo>
                  <a:cubicBezTo>
                    <a:pt x="451" y="203"/>
                    <a:pt x="456" y="201"/>
                    <a:pt x="456" y="206"/>
                  </a:cubicBezTo>
                  <a:cubicBezTo>
                    <a:pt x="457" y="210"/>
                    <a:pt x="445" y="204"/>
                    <a:pt x="443" y="200"/>
                  </a:cubicBezTo>
                  <a:cubicBezTo>
                    <a:pt x="441" y="197"/>
                    <a:pt x="444" y="193"/>
                    <a:pt x="441" y="190"/>
                  </a:cubicBezTo>
                  <a:cubicBezTo>
                    <a:pt x="439" y="187"/>
                    <a:pt x="441" y="184"/>
                    <a:pt x="445" y="179"/>
                  </a:cubicBezTo>
                  <a:cubicBezTo>
                    <a:pt x="450" y="174"/>
                    <a:pt x="454" y="174"/>
                    <a:pt x="454" y="172"/>
                  </a:cubicBezTo>
                  <a:cubicBezTo>
                    <a:pt x="454" y="169"/>
                    <a:pt x="434" y="169"/>
                    <a:pt x="422" y="179"/>
                  </a:cubicBezTo>
                  <a:cubicBezTo>
                    <a:pt x="410" y="190"/>
                    <a:pt x="414" y="204"/>
                    <a:pt x="414" y="207"/>
                  </a:cubicBezTo>
                  <a:cubicBezTo>
                    <a:pt x="415" y="210"/>
                    <a:pt x="425" y="209"/>
                    <a:pt x="432" y="210"/>
                  </a:cubicBezTo>
                  <a:cubicBezTo>
                    <a:pt x="438" y="212"/>
                    <a:pt x="434" y="215"/>
                    <a:pt x="430" y="214"/>
                  </a:cubicBezTo>
                  <a:cubicBezTo>
                    <a:pt x="425" y="213"/>
                    <a:pt x="417" y="212"/>
                    <a:pt x="418" y="215"/>
                  </a:cubicBezTo>
                  <a:cubicBezTo>
                    <a:pt x="418" y="218"/>
                    <a:pt x="428" y="224"/>
                    <a:pt x="433" y="223"/>
                  </a:cubicBezTo>
                  <a:cubicBezTo>
                    <a:pt x="439" y="222"/>
                    <a:pt x="439" y="222"/>
                    <a:pt x="442" y="225"/>
                  </a:cubicBezTo>
                  <a:cubicBezTo>
                    <a:pt x="444" y="228"/>
                    <a:pt x="451" y="227"/>
                    <a:pt x="458" y="227"/>
                  </a:cubicBezTo>
                  <a:cubicBezTo>
                    <a:pt x="464" y="228"/>
                    <a:pt x="472" y="230"/>
                    <a:pt x="475" y="230"/>
                  </a:cubicBezTo>
                  <a:cubicBezTo>
                    <a:pt x="479" y="231"/>
                    <a:pt x="483" y="229"/>
                    <a:pt x="484" y="227"/>
                  </a:cubicBezTo>
                  <a:cubicBezTo>
                    <a:pt x="485" y="225"/>
                    <a:pt x="498" y="230"/>
                    <a:pt x="502" y="229"/>
                  </a:cubicBezTo>
                  <a:cubicBezTo>
                    <a:pt x="506" y="229"/>
                    <a:pt x="503" y="225"/>
                    <a:pt x="501" y="224"/>
                  </a:cubicBezTo>
                  <a:cubicBezTo>
                    <a:pt x="498" y="223"/>
                    <a:pt x="499" y="219"/>
                    <a:pt x="503" y="220"/>
                  </a:cubicBezTo>
                  <a:cubicBezTo>
                    <a:pt x="506" y="222"/>
                    <a:pt x="511" y="223"/>
                    <a:pt x="512" y="227"/>
                  </a:cubicBezTo>
                  <a:cubicBezTo>
                    <a:pt x="513" y="229"/>
                    <a:pt x="516" y="228"/>
                    <a:pt x="516" y="230"/>
                  </a:cubicBezTo>
                  <a:cubicBezTo>
                    <a:pt x="517" y="233"/>
                    <a:pt x="528" y="236"/>
                    <a:pt x="529" y="239"/>
                  </a:cubicBezTo>
                  <a:cubicBezTo>
                    <a:pt x="529" y="241"/>
                    <a:pt x="517" y="243"/>
                    <a:pt x="521" y="245"/>
                  </a:cubicBezTo>
                  <a:cubicBezTo>
                    <a:pt x="524" y="248"/>
                    <a:pt x="529" y="242"/>
                    <a:pt x="533" y="242"/>
                  </a:cubicBezTo>
                  <a:cubicBezTo>
                    <a:pt x="537" y="241"/>
                    <a:pt x="537" y="251"/>
                    <a:pt x="541" y="250"/>
                  </a:cubicBezTo>
                  <a:cubicBezTo>
                    <a:pt x="545" y="248"/>
                    <a:pt x="549" y="251"/>
                    <a:pt x="553" y="258"/>
                  </a:cubicBezTo>
                  <a:cubicBezTo>
                    <a:pt x="557" y="264"/>
                    <a:pt x="552" y="269"/>
                    <a:pt x="553" y="271"/>
                  </a:cubicBezTo>
                  <a:cubicBezTo>
                    <a:pt x="553" y="274"/>
                    <a:pt x="561" y="273"/>
                    <a:pt x="566" y="270"/>
                  </a:cubicBezTo>
                  <a:cubicBezTo>
                    <a:pt x="571" y="268"/>
                    <a:pt x="575" y="273"/>
                    <a:pt x="578" y="276"/>
                  </a:cubicBezTo>
                  <a:cubicBezTo>
                    <a:pt x="582" y="280"/>
                    <a:pt x="565" y="285"/>
                    <a:pt x="567" y="282"/>
                  </a:cubicBezTo>
                  <a:cubicBezTo>
                    <a:pt x="568" y="279"/>
                    <a:pt x="557" y="271"/>
                    <a:pt x="546" y="275"/>
                  </a:cubicBezTo>
                  <a:cubicBezTo>
                    <a:pt x="536" y="279"/>
                    <a:pt x="543" y="285"/>
                    <a:pt x="544" y="288"/>
                  </a:cubicBezTo>
                  <a:cubicBezTo>
                    <a:pt x="545" y="292"/>
                    <a:pt x="535" y="295"/>
                    <a:pt x="525" y="292"/>
                  </a:cubicBezTo>
                  <a:cubicBezTo>
                    <a:pt x="516" y="289"/>
                    <a:pt x="519" y="294"/>
                    <a:pt x="515" y="294"/>
                  </a:cubicBezTo>
                  <a:cubicBezTo>
                    <a:pt x="511" y="294"/>
                    <a:pt x="506" y="300"/>
                    <a:pt x="510" y="304"/>
                  </a:cubicBezTo>
                  <a:cubicBezTo>
                    <a:pt x="514" y="308"/>
                    <a:pt x="521" y="305"/>
                    <a:pt x="528" y="305"/>
                  </a:cubicBezTo>
                  <a:cubicBezTo>
                    <a:pt x="534" y="305"/>
                    <a:pt x="535" y="307"/>
                    <a:pt x="536" y="304"/>
                  </a:cubicBezTo>
                  <a:cubicBezTo>
                    <a:pt x="536" y="300"/>
                    <a:pt x="543" y="302"/>
                    <a:pt x="548" y="303"/>
                  </a:cubicBezTo>
                  <a:cubicBezTo>
                    <a:pt x="552" y="304"/>
                    <a:pt x="551" y="310"/>
                    <a:pt x="557" y="311"/>
                  </a:cubicBezTo>
                  <a:cubicBezTo>
                    <a:pt x="563" y="312"/>
                    <a:pt x="558" y="317"/>
                    <a:pt x="562" y="321"/>
                  </a:cubicBezTo>
                  <a:cubicBezTo>
                    <a:pt x="565" y="325"/>
                    <a:pt x="577" y="323"/>
                    <a:pt x="581" y="327"/>
                  </a:cubicBezTo>
                  <a:cubicBezTo>
                    <a:pt x="585" y="332"/>
                    <a:pt x="603" y="340"/>
                    <a:pt x="606" y="337"/>
                  </a:cubicBezTo>
                  <a:cubicBezTo>
                    <a:pt x="609" y="334"/>
                    <a:pt x="590" y="317"/>
                    <a:pt x="585" y="316"/>
                  </a:cubicBezTo>
                  <a:cubicBezTo>
                    <a:pt x="580" y="314"/>
                    <a:pt x="590" y="312"/>
                    <a:pt x="597" y="318"/>
                  </a:cubicBezTo>
                  <a:cubicBezTo>
                    <a:pt x="604" y="323"/>
                    <a:pt x="614" y="326"/>
                    <a:pt x="619" y="319"/>
                  </a:cubicBezTo>
                  <a:cubicBezTo>
                    <a:pt x="624" y="313"/>
                    <a:pt x="615" y="315"/>
                    <a:pt x="615" y="310"/>
                  </a:cubicBezTo>
                  <a:cubicBezTo>
                    <a:pt x="615" y="305"/>
                    <a:pt x="611" y="299"/>
                    <a:pt x="606" y="299"/>
                  </a:cubicBezTo>
                  <a:cubicBezTo>
                    <a:pt x="601" y="299"/>
                    <a:pt x="588" y="289"/>
                    <a:pt x="593" y="287"/>
                  </a:cubicBezTo>
                  <a:cubicBezTo>
                    <a:pt x="598" y="285"/>
                    <a:pt x="592" y="282"/>
                    <a:pt x="595" y="278"/>
                  </a:cubicBezTo>
                  <a:cubicBezTo>
                    <a:pt x="599" y="274"/>
                    <a:pt x="602" y="281"/>
                    <a:pt x="607" y="282"/>
                  </a:cubicBezTo>
                  <a:close/>
                  <a:moveTo>
                    <a:pt x="531" y="265"/>
                  </a:moveTo>
                  <a:cubicBezTo>
                    <a:pt x="536" y="264"/>
                    <a:pt x="535" y="257"/>
                    <a:pt x="532" y="254"/>
                  </a:cubicBezTo>
                  <a:cubicBezTo>
                    <a:pt x="531" y="251"/>
                    <a:pt x="526" y="251"/>
                    <a:pt x="522" y="251"/>
                  </a:cubicBezTo>
                  <a:cubicBezTo>
                    <a:pt x="518" y="252"/>
                    <a:pt x="511" y="258"/>
                    <a:pt x="515" y="264"/>
                  </a:cubicBezTo>
                  <a:cubicBezTo>
                    <a:pt x="519" y="270"/>
                    <a:pt x="527" y="265"/>
                    <a:pt x="531" y="265"/>
                  </a:cubicBezTo>
                  <a:close/>
                  <a:moveTo>
                    <a:pt x="487" y="172"/>
                  </a:moveTo>
                  <a:cubicBezTo>
                    <a:pt x="485" y="177"/>
                    <a:pt x="491" y="177"/>
                    <a:pt x="492" y="182"/>
                  </a:cubicBezTo>
                  <a:cubicBezTo>
                    <a:pt x="492" y="187"/>
                    <a:pt x="499" y="189"/>
                    <a:pt x="504" y="186"/>
                  </a:cubicBezTo>
                  <a:cubicBezTo>
                    <a:pt x="509" y="183"/>
                    <a:pt x="523" y="187"/>
                    <a:pt x="523" y="183"/>
                  </a:cubicBezTo>
                  <a:cubicBezTo>
                    <a:pt x="523" y="179"/>
                    <a:pt x="508" y="172"/>
                    <a:pt x="503" y="173"/>
                  </a:cubicBezTo>
                  <a:cubicBezTo>
                    <a:pt x="498" y="174"/>
                    <a:pt x="489" y="167"/>
                    <a:pt x="487" y="172"/>
                  </a:cubicBezTo>
                  <a:close/>
                  <a:moveTo>
                    <a:pt x="621" y="475"/>
                  </a:moveTo>
                  <a:cubicBezTo>
                    <a:pt x="621" y="478"/>
                    <a:pt x="642" y="487"/>
                    <a:pt x="643" y="483"/>
                  </a:cubicBezTo>
                  <a:cubicBezTo>
                    <a:pt x="643" y="479"/>
                    <a:pt x="620" y="473"/>
                    <a:pt x="621" y="475"/>
                  </a:cubicBezTo>
                  <a:close/>
                  <a:moveTo>
                    <a:pt x="711" y="497"/>
                  </a:moveTo>
                  <a:cubicBezTo>
                    <a:pt x="710" y="499"/>
                    <a:pt x="707" y="495"/>
                    <a:pt x="711" y="492"/>
                  </a:cubicBezTo>
                  <a:cubicBezTo>
                    <a:pt x="714" y="490"/>
                    <a:pt x="710" y="489"/>
                    <a:pt x="707" y="491"/>
                  </a:cubicBezTo>
                  <a:cubicBezTo>
                    <a:pt x="704" y="492"/>
                    <a:pt x="705" y="484"/>
                    <a:pt x="708" y="483"/>
                  </a:cubicBezTo>
                  <a:cubicBezTo>
                    <a:pt x="710" y="481"/>
                    <a:pt x="701" y="478"/>
                    <a:pt x="701" y="481"/>
                  </a:cubicBezTo>
                  <a:cubicBezTo>
                    <a:pt x="701" y="484"/>
                    <a:pt x="695" y="482"/>
                    <a:pt x="694" y="480"/>
                  </a:cubicBezTo>
                  <a:cubicBezTo>
                    <a:pt x="693" y="477"/>
                    <a:pt x="689" y="477"/>
                    <a:pt x="691" y="475"/>
                  </a:cubicBezTo>
                  <a:cubicBezTo>
                    <a:pt x="692" y="473"/>
                    <a:pt x="685" y="472"/>
                    <a:pt x="684" y="475"/>
                  </a:cubicBezTo>
                  <a:cubicBezTo>
                    <a:pt x="684" y="478"/>
                    <a:pt x="682" y="473"/>
                    <a:pt x="685" y="469"/>
                  </a:cubicBezTo>
                  <a:cubicBezTo>
                    <a:pt x="689" y="466"/>
                    <a:pt x="688" y="462"/>
                    <a:pt x="691" y="460"/>
                  </a:cubicBezTo>
                  <a:cubicBezTo>
                    <a:pt x="694" y="458"/>
                    <a:pt x="691" y="456"/>
                    <a:pt x="687" y="458"/>
                  </a:cubicBezTo>
                  <a:cubicBezTo>
                    <a:pt x="683" y="459"/>
                    <a:pt x="674" y="472"/>
                    <a:pt x="674" y="476"/>
                  </a:cubicBezTo>
                  <a:cubicBezTo>
                    <a:pt x="674" y="479"/>
                    <a:pt x="674" y="484"/>
                    <a:pt x="670" y="483"/>
                  </a:cubicBezTo>
                  <a:cubicBezTo>
                    <a:pt x="667" y="483"/>
                    <a:pt x="663" y="486"/>
                    <a:pt x="666" y="488"/>
                  </a:cubicBezTo>
                  <a:cubicBezTo>
                    <a:pt x="668" y="490"/>
                    <a:pt x="659" y="496"/>
                    <a:pt x="663" y="498"/>
                  </a:cubicBezTo>
                  <a:cubicBezTo>
                    <a:pt x="667" y="500"/>
                    <a:pt x="672" y="497"/>
                    <a:pt x="676" y="498"/>
                  </a:cubicBezTo>
                  <a:cubicBezTo>
                    <a:pt x="680" y="498"/>
                    <a:pt x="684" y="498"/>
                    <a:pt x="687" y="496"/>
                  </a:cubicBezTo>
                  <a:cubicBezTo>
                    <a:pt x="691" y="493"/>
                    <a:pt x="691" y="498"/>
                    <a:pt x="695" y="498"/>
                  </a:cubicBezTo>
                  <a:cubicBezTo>
                    <a:pt x="698" y="497"/>
                    <a:pt x="693" y="501"/>
                    <a:pt x="693" y="503"/>
                  </a:cubicBezTo>
                  <a:cubicBezTo>
                    <a:pt x="693" y="506"/>
                    <a:pt x="697" y="502"/>
                    <a:pt x="700" y="501"/>
                  </a:cubicBezTo>
                  <a:cubicBezTo>
                    <a:pt x="702" y="499"/>
                    <a:pt x="706" y="501"/>
                    <a:pt x="705" y="503"/>
                  </a:cubicBezTo>
                  <a:cubicBezTo>
                    <a:pt x="703" y="505"/>
                    <a:pt x="712" y="508"/>
                    <a:pt x="715" y="504"/>
                  </a:cubicBezTo>
                  <a:cubicBezTo>
                    <a:pt x="717" y="500"/>
                    <a:pt x="712" y="494"/>
                    <a:pt x="711" y="497"/>
                  </a:cubicBezTo>
                  <a:close/>
                  <a:moveTo>
                    <a:pt x="66" y="431"/>
                  </a:moveTo>
                  <a:cubicBezTo>
                    <a:pt x="60" y="435"/>
                    <a:pt x="75" y="451"/>
                    <a:pt x="79" y="449"/>
                  </a:cubicBezTo>
                  <a:cubicBezTo>
                    <a:pt x="81" y="447"/>
                    <a:pt x="75" y="441"/>
                    <a:pt x="75" y="436"/>
                  </a:cubicBezTo>
                  <a:cubicBezTo>
                    <a:pt x="75" y="432"/>
                    <a:pt x="73" y="428"/>
                    <a:pt x="66" y="431"/>
                  </a:cubicBezTo>
                  <a:close/>
                  <a:moveTo>
                    <a:pt x="654" y="513"/>
                  </a:moveTo>
                  <a:cubicBezTo>
                    <a:pt x="652" y="513"/>
                    <a:pt x="654" y="509"/>
                    <a:pt x="654" y="507"/>
                  </a:cubicBezTo>
                  <a:cubicBezTo>
                    <a:pt x="654" y="505"/>
                    <a:pt x="649" y="508"/>
                    <a:pt x="648" y="510"/>
                  </a:cubicBezTo>
                  <a:cubicBezTo>
                    <a:pt x="648" y="513"/>
                    <a:pt x="644" y="513"/>
                    <a:pt x="644" y="515"/>
                  </a:cubicBezTo>
                  <a:cubicBezTo>
                    <a:pt x="644" y="519"/>
                    <a:pt x="644" y="517"/>
                    <a:pt x="641" y="518"/>
                  </a:cubicBezTo>
                  <a:cubicBezTo>
                    <a:pt x="638" y="520"/>
                    <a:pt x="627" y="518"/>
                    <a:pt x="627" y="516"/>
                  </a:cubicBezTo>
                  <a:cubicBezTo>
                    <a:pt x="626" y="513"/>
                    <a:pt x="618" y="512"/>
                    <a:pt x="618" y="509"/>
                  </a:cubicBezTo>
                  <a:cubicBezTo>
                    <a:pt x="618" y="505"/>
                    <a:pt x="614" y="504"/>
                    <a:pt x="617" y="500"/>
                  </a:cubicBezTo>
                  <a:cubicBezTo>
                    <a:pt x="620" y="497"/>
                    <a:pt x="616" y="495"/>
                    <a:pt x="613" y="498"/>
                  </a:cubicBezTo>
                  <a:cubicBezTo>
                    <a:pt x="610" y="501"/>
                    <a:pt x="608" y="496"/>
                    <a:pt x="613" y="495"/>
                  </a:cubicBezTo>
                  <a:cubicBezTo>
                    <a:pt x="617" y="493"/>
                    <a:pt x="624" y="491"/>
                    <a:pt x="620" y="484"/>
                  </a:cubicBezTo>
                  <a:cubicBezTo>
                    <a:pt x="616" y="477"/>
                    <a:pt x="592" y="486"/>
                    <a:pt x="586" y="490"/>
                  </a:cubicBezTo>
                  <a:cubicBezTo>
                    <a:pt x="579" y="494"/>
                    <a:pt x="572" y="505"/>
                    <a:pt x="568" y="505"/>
                  </a:cubicBezTo>
                  <a:cubicBezTo>
                    <a:pt x="565" y="505"/>
                    <a:pt x="574" y="499"/>
                    <a:pt x="575" y="497"/>
                  </a:cubicBezTo>
                  <a:cubicBezTo>
                    <a:pt x="577" y="494"/>
                    <a:pt x="575" y="492"/>
                    <a:pt x="577" y="493"/>
                  </a:cubicBezTo>
                  <a:cubicBezTo>
                    <a:pt x="579" y="494"/>
                    <a:pt x="585" y="485"/>
                    <a:pt x="588" y="482"/>
                  </a:cubicBezTo>
                  <a:cubicBezTo>
                    <a:pt x="592" y="479"/>
                    <a:pt x="596" y="482"/>
                    <a:pt x="597" y="480"/>
                  </a:cubicBezTo>
                  <a:cubicBezTo>
                    <a:pt x="597" y="477"/>
                    <a:pt x="599" y="476"/>
                    <a:pt x="603" y="473"/>
                  </a:cubicBezTo>
                  <a:cubicBezTo>
                    <a:pt x="606" y="469"/>
                    <a:pt x="649" y="470"/>
                    <a:pt x="653" y="470"/>
                  </a:cubicBezTo>
                  <a:cubicBezTo>
                    <a:pt x="657" y="470"/>
                    <a:pt x="665" y="465"/>
                    <a:pt x="667" y="461"/>
                  </a:cubicBezTo>
                  <a:cubicBezTo>
                    <a:pt x="670" y="458"/>
                    <a:pt x="673" y="458"/>
                    <a:pt x="678" y="458"/>
                  </a:cubicBezTo>
                  <a:cubicBezTo>
                    <a:pt x="684" y="458"/>
                    <a:pt x="687" y="453"/>
                    <a:pt x="690" y="451"/>
                  </a:cubicBezTo>
                  <a:cubicBezTo>
                    <a:pt x="692" y="449"/>
                    <a:pt x="691" y="448"/>
                    <a:pt x="689" y="448"/>
                  </a:cubicBezTo>
                  <a:cubicBezTo>
                    <a:pt x="686" y="447"/>
                    <a:pt x="684" y="446"/>
                    <a:pt x="687" y="446"/>
                  </a:cubicBezTo>
                  <a:cubicBezTo>
                    <a:pt x="689" y="445"/>
                    <a:pt x="690" y="444"/>
                    <a:pt x="691" y="441"/>
                  </a:cubicBezTo>
                  <a:cubicBezTo>
                    <a:pt x="692" y="437"/>
                    <a:pt x="690" y="439"/>
                    <a:pt x="687" y="434"/>
                  </a:cubicBezTo>
                  <a:cubicBezTo>
                    <a:pt x="684" y="430"/>
                    <a:pt x="682" y="436"/>
                    <a:pt x="679" y="436"/>
                  </a:cubicBezTo>
                  <a:cubicBezTo>
                    <a:pt x="675" y="435"/>
                    <a:pt x="681" y="431"/>
                    <a:pt x="678" y="429"/>
                  </a:cubicBezTo>
                  <a:cubicBezTo>
                    <a:pt x="675" y="427"/>
                    <a:pt x="670" y="429"/>
                    <a:pt x="666" y="432"/>
                  </a:cubicBezTo>
                  <a:cubicBezTo>
                    <a:pt x="661" y="436"/>
                    <a:pt x="662" y="432"/>
                    <a:pt x="658" y="436"/>
                  </a:cubicBezTo>
                  <a:cubicBezTo>
                    <a:pt x="654" y="439"/>
                    <a:pt x="654" y="434"/>
                    <a:pt x="656" y="432"/>
                  </a:cubicBezTo>
                  <a:cubicBezTo>
                    <a:pt x="658" y="431"/>
                    <a:pt x="659" y="433"/>
                    <a:pt x="661" y="430"/>
                  </a:cubicBezTo>
                  <a:cubicBezTo>
                    <a:pt x="662" y="428"/>
                    <a:pt x="664" y="430"/>
                    <a:pt x="668" y="428"/>
                  </a:cubicBezTo>
                  <a:cubicBezTo>
                    <a:pt x="672" y="425"/>
                    <a:pt x="675" y="426"/>
                    <a:pt x="677" y="424"/>
                  </a:cubicBezTo>
                  <a:cubicBezTo>
                    <a:pt x="678" y="422"/>
                    <a:pt x="675" y="420"/>
                    <a:pt x="671" y="421"/>
                  </a:cubicBezTo>
                  <a:cubicBezTo>
                    <a:pt x="667" y="421"/>
                    <a:pt x="664" y="415"/>
                    <a:pt x="662" y="417"/>
                  </a:cubicBezTo>
                  <a:cubicBezTo>
                    <a:pt x="659" y="419"/>
                    <a:pt x="660" y="414"/>
                    <a:pt x="657" y="416"/>
                  </a:cubicBezTo>
                  <a:cubicBezTo>
                    <a:pt x="654" y="418"/>
                    <a:pt x="652" y="416"/>
                    <a:pt x="651" y="412"/>
                  </a:cubicBezTo>
                  <a:cubicBezTo>
                    <a:pt x="650" y="409"/>
                    <a:pt x="642" y="403"/>
                    <a:pt x="638" y="402"/>
                  </a:cubicBezTo>
                  <a:cubicBezTo>
                    <a:pt x="633" y="400"/>
                    <a:pt x="636" y="398"/>
                    <a:pt x="639" y="400"/>
                  </a:cubicBezTo>
                  <a:cubicBezTo>
                    <a:pt x="641" y="401"/>
                    <a:pt x="644" y="398"/>
                    <a:pt x="645" y="396"/>
                  </a:cubicBezTo>
                  <a:cubicBezTo>
                    <a:pt x="646" y="394"/>
                    <a:pt x="643" y="393"/>
                    <a:pt x="642" y="393"/>
                  </a:cubicBezTo>
                  <a:cubicBezTo>
                    <a:pt x="640" y="392"/>
                    <a:pt x="640" y="390"/>
                    <a:pt x="641" y="388"/>
                  </a:cubicBezTo>
                  <a:cubicBezTo>
                    <a:pt x="641" y="386"/>
                    <a:pt x="636" y="384"/>
                    <a:pt x="636" y="382"/>
                  </a:cubicBezTo>
                  <a:cubicBezTo>
                    <a:pt x="635" y="381"/>
                    <a:pt x="632" y="379"/>
                    <a:pt x="633" y="378"/>
                  </a:cubicBezTo>
                  <a:cubicBezTo>
                    <a:pt x="633" y="376"/>
                    <a:pt x="629" y="374"/>
                    <a:pt x="629" y="372"/>
                  </a:cubicBezTo>
                  <a:cubicBezTo>
                    <a:pt x="629" y="370"/>
                    <a:pt x="624" y="365"/>
                    <a:pt x="624" y="363"/>
                  </a:cubicBezTo>
                  <a:cubicBezTo>
                    <a:pt x="624" y="360"/>
                    <a:pt x="621" y="358"/>
                    <a:pt x="620" y="355"/>
                  </a:cubicBezTo>
                  <a:cubicBezTo>
                    <a:pt x="619" y="352"/>
                    <a:pt x="617" y="354"/>
                    <a:pt x="616" y="358"/>
                  </a:cubicBezTo>
                  <a:cubicBezTo>
                    <a:pt x="615" y="362"/>
                    <a:pt x="611" y="362"/>
                    <a:pt x="613" y="364"/>
                  </a:cubicBezTo>
                  <a:cubicBezTo>
                    <a:pt x="615" y="367"/>
                    <a:pt x="613" y="367"/>
                    <a:pt x="611" y="368"/>
                  </a:cubicBezTo>
                  <a:cubicBezTo>
                    <a:pt x="610" y="370"/>
                    <a:pt x="613" y="373"/>
                    <a:pt x="610" y="373"/>
                  </a:cubicBezTo>
                  <a:cubicBezTo>
                    <a:pt x="607" y="373"/>
                    <a:pt x="608" y="378"/>
                    <a:pt x="607" y="376"/>
                  </a:cubicBezTo>
                  <a:cubicBezTo>
                    <a:pt x="606" y="373"/>
                    <a:pt x="602" y="374"/>
                    <a:pt x="602" y="377"/>
                  </a:cubicBezTo>
                  <a:cubicBezTo>
                    <a:pt x="602" y="379"/>
                    <a:pt x="596" y="381"/>
                    <a:pt x="594" y="381"/>
                  </a:cubicBezTo>
                  <a:cubicBezTo>
                    <a:pt x="592" y="381"/>
                    <a:pt x="592" y="376"/>
                    <a:pt x="590" y="378"/>
                  </a:cubicBezTo>
                  <a:cubicBezTo>
                    <a:pt x="588" y="379"/>
                    <a:pt x="588" y="374"/>
                    <a:pt x="585" y="374"/>
                  </a:cubicBezTo>
                  <a:cubicBezTo>
                    <a:pt x="582" y="374"/>
                    <a:pt x="580" y="374"/>
                    <a:pt x="581" y="371"/>
                  </a:cubicBezTo>
                  <a:cubicBezTo>
                    <a:pt x="582" y="368"/>
                    <a:pt x="576" y="367"/>
                    <a:pt x="578" y="365"/>
                  </a:cubicBezTo>
                  <a:cubicBezTo>
                    <a:pt x="580" y="364"/>
                    <a:pt x="577" y="361"/>
                    <a:pt x="577" y="356"/>
                  </a:cubicBezTo>
                  <a:cubicBezTo>
                    <a:pt x="577" y="352"/>
                    <a:pt x="580" y="351"/>
                    <a:pt x="580" y="350"/>
                  </a:cubicBezTo>
                  <a:cubicBezTo>
                    <a:pt x="580" y="348"/>
                    <a:pt x="577" y="348"/>
                    <a:pt x="575" y="349"/>
                  </a:cubicBezTo>
                  <a:cubicBezTo>
                    <a:pt x="573" y="351"/>
                    <a:pt x="573" y="347"/>
                    <a:pt x="571" y="347"/>
                  </a:cubicBezTo>
                  <a:cubicBezTo>
                    <a:pt x="568" y="348"/>
                    <a:pt x="562" y="347"/>
                    <a:pt x="561" y="344"/>
                  </a:cubicBezTo>
                  <a:cubicBezTo>
                    <a:pt x="561" y="341"/>
                    <a:pt x="559" y="342"/>
                    <a:pt x="557" y="339"/>
                  </a:cubicBezTo>
                  <a:cubicBezTo>
                    <a:pt x="556" y="336"/>
                    <a:pt x="554" y="339"/>
                    <a:pt x="554" y="337"/>
                  </a:cubicBezTo>
                  <a:cubicBezTo>
                    <a:pt x="554" y="334"/>
                    <a:pt x="552" y="334"/>
                    <a:pt x="550" y="333"/>
                  </a:cubicBezTo>
                  <a:cubicBezTo>
                    <a:pt x="548" y="333"/>
                    <a:pt x="547" y="331"/>
                    <a:pt x="544" y="330"/>
                  </a:cubicBezTo>
                  <a:cubicBezTo>
                    <a:pt x="542" y="330"/>
                    <a:pt x="538" y="332"/>
                    <a:pt x="536" y="333"/>
                  </a:cubicBezTo>
                  <a:cubicBezTo>
                    <a:pt x="535" y="334"/>
                    <a:pt x="531" y="331"/>
                    <a:pt x="529" y="332"/>
                  </a:cubicBezTo>
                  <a:cubicBezTo>
                    <a:pt x="527" y="333"/>
                    <a:pt x="527" y="331"/>
                    <a:pt x="523" y="330"/>
                  </a:cubicBezTo>
                  <a:cubicBezTo>
                    <a:pt x="518" y="329"/>
                    <a:pt x="512" y="328"/>
                    <a:pt x="512" y="330"/>
                  </a:cubicBezTo>
                  <a:cubicBezTo>
                    <a:pt x="512" y="331"/>
                    <a:pt x="508" y="332"/>
                    <a:pt x="509" y="336"/>
                  </a:cubicBezTo>
                  <a:cubicBezTo>
                    <a:pt x="509" y="339"/>
                    <a:pt x="513" y="339"/>
                    <a:pt x="514" y="341"/>
                  </a:cubicBezTo>
                  <a:cubicBezTo>
                    <a:pt x="515" y="344"/>
                    <a:pt x="512" y="343"/>
                    <a:pt x="512" y="345"/>
                  </a:cubicBezTo>
                  <a:cubicBezTo>
                    <a:pt x="512" y="347"/>
                    <a:pt x="509" y="347"/>
                    <a:pt x="509" y="349"/>
                  </a:cubicBezTo>
                  <a:cubicBezTo>
                    <a:pt x="509" y="350"/>
                    <a:pt x="511" y="350"/>
                    <a:pt x="512" y="353"/>
                  </a:cubicBezTo>
                  <a:cubicBezTo>
                    <a:pt x="513" y="357"/>
                    <a:pt x="514" y="356"/>
                    <a:pt x="515" y="361"/>
                  </a:cubicBezTo>
                  <a:cubicBezTo>
                    <a:pt x="516" y="365"/>
                    <a:pt x="514" y="364"/>
                    <a:pt x="512" y="365"/>
                  </a:cubicBezTo>
                  <a:cubicBezTo>
                    <a:pt x="510" y="365"/>
                    <a:pt x="512" y="367"/>
                    <a:pt x="509" y="370"/>
                  </a:cubicBezTo>
                  <a:cubicBezTo>
                    <a:pt x="507" y="373"/>
                    <a:pt x="505" y="376"/>
                    <a:pt x="507" y="378"/>
                  </a:cubicBezTo>
                  <a:cubicBezTo>
                    <a:pt x="509" y="380"/>
                    <a:pt x="516" y="383"/>
                    <a:pt x="519" y="387"/>
                  </a:cubicBezTo>
                  <a:cubicBezTo>
                    <a:pt x="522" y="392"/>
                    <a:pt x="522" y="400"/>
                    <a:pt x="521" y="405"/>
                  </a:cubicBezTo>
                  <a:cubicBezTo>
                    <a:pt x="520" y="410"/>
                    <a:pt x="514" y="412"/>
                    <a:pt x="509" y="416"/>
                  </a:cubicBezTo>
                  <a:cubicBezTo>
                    <a:pt x="505" y="421"/>
                    <a:pt x="500" y="420"/>
                    <a:pt x="498" y="420"/>
                  </a:cubicBezTo>
                  <a:cubicBezTo>
                    <a:pt x="496" y="421"/>
                    <a:pt x="497" y="425"/>
                    <a:pt x="500" y="428"/>
                  </a:cubicBezTo>
                  <a:cubicBezTo>
                    <a:pt x="503" y="432"/>
                    <a:pt x="501" y="433"/>
                    <a:pt x="502" y="436"/>
                  </a:cubicBezTo>
                  <a:cubicBezTo>
                    <a:pt x="504" y="440"/>
                    <a:pt x="502" y="443"/>
                    <a:pt x="505" y="446"/>
                  </a:cubicBezTo>
                  <a:cubicBezTo>
                    <a:pt x="507" y="449"/>
                    <a:pt x="506" y="450"/>
                    <a:pt x="503" y="453"/>
                  </a:cubicBezTo>
                  <a:cubicBezTo>
                    <a:pt x="500" y="455"/>
                    <a:pt x="504" y="454"/>
                    <a:pt x="504" y="457"/>
                  </a:cubicBezTo>
                  <a:cubicBezTo>
                    <a:pt x="504" y="460"/>
                    <a:pt x="503" y="458"/>
                    <a:pt x="501" y="456"/>
                  </a:cubicBezTo>
                  <a:cubicBezTo>
                    <a:pt x="498" y="455"/>
                    <a:pt x="496" y="459"/>
                    <a:pt x="496" y="461"/>
                  </a:cubicBezTo>
                  <a:cubicBezTo>
                    <a:pt x="496" y="463"/>
                    <a:pt x="491" y="459"/>
                    <a:pt x="489" y="459"/>
                  </a:cubicBezTo>
                  <a:cubicBezTo>
                    <a:pt x="488" y="459"/>
                    <a:pt x="490" y="456"/>
                    <a:pt x="486" y="453"/>
                  </a:cubicBezTo>
                  <a:cubicBezTo>
                    <a:pt x="483" y="451"/>
                    <a:pt x="481" y="450"/>
                    <a:pt x="481" y="448"/>
                  </a:cubicBezTo>
                  <a:cubicBezTo>
                    <a:pt x="481" y="445"/>
                    <a:pt x="475" y="444"/>
                    <a:pt x="475" y="441"/>
                  </a:cubicBezTo>
                  <a:cubicBezTo>
                    <a:pt x="475" y="438"/>
                    <a:pt x="476" y="431"/>
                    <a:pt x="475" y="428"/>
                  </a:cubicBezTo>
                  <a:cubicBezTo>
                    <a:pt x="473" y="426"/>
                    <a:pt x="475" y="424"/>
                    <a:pt x="476" y="422"/>
                  </a:cubicBezTo>
                  <a:cubicBezTo>
                    <a:pt x="477" y="420"/>
                    <a:pt x="474" y="417"/>
                    <a:pt x="471" y="417"/>
                  </a:cubicBezTo>
                  <a:cubicBezTo>
                    <a:pt x="468" y="417"/>
                    <a:pt x="463" y="416"/>
                    <a:pt x="459" y="416"/>
                  </a:cubicBezTo>
                  <a:cubicBezTo>
                    <a:pt x="455" y="417"/>
                    <a:pt x="452" y="416"/>
                    <a:pt x="451" y="415"/>
                  </a:cubicBezTo>
                  <a:cubicBezTo>
                    <a:pt x="449" y="413"/>
                    <a:pt x="445" y="411"/>
                    <a:pt x="440" y="409"/>
                  </a:cubicBezTo>
                  <a:cubicBezTo>
                    <a:pt x="434" y="408"/>
                    <a:pt x="432" y="405"/>
                    <a:pt x="431" y="403"/>
                  </a:cubicBezTo>
                  <a:cubicBezTo>
                    <a:pt x="430" y="402"/>
                    <a:pt x="425" y="401"/>
                    <a:pt x="424" y="399"/>
                  </a:cubicBezTo>
                  <a:cubicBezTo>
                    <a:pt x="422" y="397"/>
                    <a:pt x="417" y="396"/>
                    <a:pt x="415" y="397"/>
                  </a:cubicBezTo>
                  <a:cubicBezTo>
                    <a:pt x="413" y="397"/>
                    <a:pt x="407" y="392"/>
                    <a:pt x="404" y="393"/>
                  </a:cubicBezTo>
                  <a:cubicBezTo>
                    <a:pt x="401" y="393"/>
                    <a:pt x="394" y="396"/>
                    <a:pt x="392" y="396"/>
                  </a:cubicBezTo>
                  <a:cubicBezTo>
                    <a:pt x="391" y="396"/>
                    <a:pt x="392" y="393"/>
                    <a:pt x="393" y="392"/>
                  </a:cubicBezTo>
                  <a:cubicBezTo>
                    <a:pt x="394" y="391"/>
                    <a:pt x="391" y="386"/>
                    <a:pt x="390" y="382"/>
                  </a:cubicBezTo>
                  <a:cubicBezTo>
                    <a:pt x="389" y="378"/>
                    <a:pt x="388" y="375"/>
                    <a:pt x="384" y="375"/>
                  </a:cubicBezTo>
                  <a:cubicBezTo>
                    <a:pt x="380" y="376"/>
                    <a:pt x="376" y="374"/>
                    <a:pt x="375" y="373"/>
                  </a:cubicBezTo>
                  <a:cubicBezTo>
                    <a:pt x="374" y="372"/>
                    <a:pt x="374" y="362"/>
                    <a:pt x="375" y="358"/>
                  </a:cubicBezTo>
                  <a:cubicBezTo>
                    <a:pt x="376" y="353"/>
                    <a:pt x="380" y="347"/>
                    <a:pt x="380" y="344"/>
                  </a:cubicBezTo>
                  <a:cubicBezTo>
                    <a:pt x="380" y="342"/>
                    <a:pt x="383" y="340"/>
                    <a:pt x="386" y="340"/>
                  </a:cubicBezTo>
                  <a:cubicBezTo>
                    <a:pt x="389" y="339"/>
                    <a:pt x="386" y="334"/>
                    <a:pt x="389" y="334"/>
                  </a:cubicBezTo>
                  <a:cubicBezTo>
                    <a:pt x="392" y="333"/>
                    <a:pt x="392" y="332"/>
                    <a:pt x="392" y="330"/>
                  </a:cubicBezTo>
                  <a:cubicBezTo>
                    <a:pt x="393" y="328"/>
                    <a:pt x="396" y="329"/>
                    <a:pt x="394" y="327"/>
                  </a:cubicBezTo>
                  <a:cubicBezTo>
                    <a:pt x="393" y="326"/>
                    <a:pt x="394" y="325"/>
                    <a:pt x="398" y="325"/>
                  </a:cubicBezTo>
                  <a:cubicBezTo>
                    <a:pt x="402" y="325"/>
                    <a:pt x="408" y="324"/>
                    <a:pt x="407" y="320"/>
                  </a:cubicBezTo>
                  <a:cubicBezTo>
                    <a:pt x="407" y="316"/>
                    <a:pt x="396" y="319"/>
                    <a:pt x="396" y="315"/>
                  </a:cubicBezTo>
                  <a:cubicBezTo>
                    <a:pt x="396" y="312"/>
                    <a:pt x="382" y="312"/>
                    <a:pt x="383" y="310"/>
                  </a:cubicBezTo>
                  <a:cubicBezTo>
                    <a:pt x="384" y="308"/>
                    <a:pt x="397" y="311"/>
                    <a:pt x="401" y="313"/>
                  </a:cubicBezTo>
                  <a:cubicBezTo>
                    <a:pt x="406" y="315"/>
                    <a:pt x="407" y="314"/>
                    <a:pt x="411" y="314"/>
                  </a:cubicBezTo>
                  <a:cubicBezTo>
                    <a:pt x="415" y="314"/>
                    <a:pt x="412" y="309"/>
                    <a:pt x="413" y="307"/>
                  </a:cubicBezTo>
                  <a:cubicBezTo>
                    <a:pt x="414" y="305"/>
                    <a:pt x="421" y="310"/>
                    <a:pt x="425" y="309"/>
                  </a:cubicBezTo>
                  <a:cubicBezTo>
                    <a:pt x="429" y="308"/>
                    <a:pt x="433" y="300"/>
                    <a:pt x="436" y="297"/>
                  </a:cubicBezTo>
                  <a:cubicBezTo>
                    <a:pt x="440" y="295"/>
                    <a:pt x="437" y="293"/>
                    <a:pt x="430" y="294"/>
                  </a:cubicBezTo>
                  <a:cubicBezTo>
                    <a:pt x="423" y="294"/>
                    <a:pt x="420" y="292"/>
                    <a:pt x="416" y="289"/>
                  </a:cubicBezTo>
                  <a:cubicBezTo>
                    <a:pt x="413" y="286"/>
                    <a:pt x="413" y="284"/>
                    <a:pt x="417" y="284"/>
                  </a:cubicBezTo>
                  <a:cubicBezTo>
                    <a:pt x="420" y="285"/>
                    <a:pt x="429" y="292"/>
                    <a:pt x="433" y="292"/>
                  </a:cubicBezTo>
                  <a:cubicBezTo>
                    <a:pt x="436" y="293"/>
                    <a:pt x="442" y="286"/>
                    <a:pt x="445" y="284"/>
                  </a:cubicBezTo>
                  <a:cubicBezTo>
                    <a:pt x="448" y="281"/>
                    <a:pt x="442" y="281"/>
                    <a:pt x="440" y="279"/>
                  </a:cubicBezTo>
                  <a:cubicBezTo>
                    <a:pt x="438" y="277"/>
                    <a:pt x="444" y="276"/>
                    <a:pt x="447" y="276"/>
                  </a:cubicBezTo>
                  <a:cubicBezTo>
                    <a:pt x="449" y="276"/>
                    <a:pt x="451" y="279"/>
                    <a:pt x="452" y="280"/>
                  </a:cubicBezTo>
                  <a:cubicBezTo>
                    <a:pt x="453" y="281"/>
                    <a:pt x="458" y="279"/>
                    <a:pt x="460" y="279"/>
                  </a:cubicBezTo>
                  <a:cubicBezTo>
                    <a:pt x="463" y="279"/>
                    <a:pt x="460" y="275"/>
                    <a:pt x="456" y="273"/>
                  </a:cubicBezTo>
                  <a:cubicBezTo>
                    <a:pt x="452" y="272"/>
                    <a:pt x="456" y="269"/>
                    <a:pt x="457" y="271"/>
                  </a:cubicBezTo>
                  <a:cubicBezTo>
                    <a:pt x="458" y="274"/>
                    <a:pt x="461" y="273"/>
                    <a:pt x="463" y="276"/>
                  </a:cubicBezTo>
                  <a:cubicBezTo>
                    <a:pt x="465" y="280"/>
                    <a:pt x="466" y="278"/>
                    <a:pt x="470" y="276"/>
                  </a:cubicBezTo>
                  <a:cubicBezTo>
                    <a:pt x="473" y="275"/>
                    <a:pt x="475" y="273"/>
                    <a:pt x="477" y="271"/>
                  </a:cubicBezTo>
                  <a:cubicBezTo>
                    <a:pt x="479" y="269"/>
                    <a:pt x="479" y="271"/>
                    <a:pt x="482" y="268"/>
                  </a:cubicBezTo>
                  <a:cubicBezTo>
                    <a:pt x="484" y="264"/>
                    <a:pt x="481" y="261"/>
                    <a:pt x="478" y="259"/>
                  </a:cubicBezTo>
                  <a:cubicBezTo>
                    <a:pt x="475" y="257"/>
                    <a:pt x="478" y="255"/>
                    <a:pt x="475" y="253"/>
                  </a:cubicBezTo>
                  <a:cubicBezTo>
                    <a:pt x="472" y="252"/>
                    <a:pt x="472" y="249"/>
                    <a:pt x="475" y="250"/>
                  </a:cubicBezTo>
                  <a:cubicBezTo>
                    <a:pt x="479" y="251"/>
                    <a:pt x="482" y="250"/>
                    <a:pt x="483" y="247"/>
                  </a:cubicBezTo>
                  <a:cubicBezTo>
                    <a:pt x="485" y="245"/>
                    <a:pt x="478" y="244"/>
                    <a:pt x="481" y="242"/>
                  </a:cubicBezTo>
                  <a:cubicBezTo>
                    <a:pt x="484" y="240"/>
                    <a:pt x="482" y="239"/>
                    <a:pt x="478" y="239"/>
                  </a:cubicBezTo>
                  <a:cubicBezTo>
                    <a:pt x="475" y="239"/>
                    <a:pt x="473" y="237"/>
                    <a:pt x="472" y="234"/>
                  </a:cubicBezTo>
                  <a:cubicBezTo>
                    <a:pt x="472" y="232"/>
                    <a:pt x="467" y="233"/>
                    <a:pt x="463" y="232"/>
                  </a:cubicBezTo>
                  <a:cubicBezTo>
                    <a:pt x="460" y="230"/>
                    <a:pt x="452" y="231"/>
                    <a:pt x="451" y="231"/>
                  </a:cubicBezTo>
                  <a:cubicBezTo>
                    <a:pt x="449" y="231"/>
                    <a:pt x="449" y="238"/>
                    <a:pt x="451" y="238"/>
                  </a:cubicBezTo>
                  <a:cubicBezTo>
                    <a:pt x="454" y="239"/>
                    <a:pt x="456" y="241"/>
                    <a:pt x="454" y="242"/>
                  </a:cubicBezTo>
                  <a:cubicBezTo>
                    <a:pt x="451" y="243"/>
                    <a:pt x="454" y="246"/>
                    <a:pt x="452" y="246"/>
                  </a:cubicBezTo>
                  <a:cubicBezTo>
                    <a:pt x="451" y="246"/>
                    <a:pt x="448" y="245"/>
                    <a:pt x="447" y="250"/>
                  </a:cubicBezTo>
                  <a:cubicBezTo>
                    <a:pt x="447" y="254"/>
                    <a:pt x="446" y="256"/>
                    <a:pt x="443" y="258"/>
                  </a:cubicBezTo>
                  <a:cubicBezTo>
                    <a:pt x="440" y="259"/>
                    <a:pt x="443" y="252"/>
                    <a:pt x="440" y="253"/>
                  </a:cubicBezTo>
                  <a:cubicBezTo>
                    <a:pt x="437" y="253"/>
                    <a:pt x="437" y="258"/>
                    <a:pt x="439" y="259"/>
                  </a:cubicBezTo>
                  <a:cubicBezTo>
                    <a:pt x="441" y="259"/>
                    <a:pt x="441" y="261"/>
                    <a:pt x="442" y="264"/>
                  </a:cubicBezTo>
                  <a:cubicBezTo>
                    <a:pt x="442" y="266"/>
                    <a:pt x="438" y="264"/>
                    <a:pt x="436" y="268"/>
                  </a:cubicBezTo>
                  <a:cubicBezTo>
                    <a:pt x="434" y="271"/>
                    <a:pt x="434" y="266"/>
                    <a:pt x="432" y="264"/>
                  </a:cubicBezTo>
                  <a:cubicBezTo>
                    <a:pt x="429" y="262"/>
                    <a:pt x="426" y="258"/>
                    <a:pt x="426" y="256"/>
                  </a:cubicBezTo>
                  <a:cubicBezTo>
                    <a:pt x="426" y="253"/>
                    <a:pt x="428" y="253"/>
                    <a:pt x="430" y="252"/>
                  </a:cubicBezTo>
                  <a:cubicBezTo>
                    <a:pt x="432" y="252"/>
                    <a:pt x="430" y="250"/>
                    <a:pt x="429" y="247"/>
                  </a:cubicBezTo>
                  <a:cubicBezTo>
                    <a:pt x="429" y="244"/>
                    <a:pt x="427" y="245"/>
                    <a:pt x="424" y="241"/>
                  </a:cubicBezTo>
                  <a:cubicBezTo>
                    <a:pt x="421" y="238"/>
                    <a:pt x="418" y="238"/>
                    <a:pt x="417" y="240"/>
                  </a:cubicBezTo>
                  <a:cubicBezTo>
                    <a:pt x="415" y="241"/>
                    <a:pt x="416" y="244"/>
                    <a:pt x="414" y="245"/>
                  </a:cubicBezTo>
                  <a:cubicBezTo>
                    <a:pt x="411" y="246"/>
                    <a:pt x="412" y="251"/>
                    <a:pt x="410" y="252"/>
                  </a:cubicBezTo>
                  <a:cubicBezTo>
                    <a:pt x="408" y="252"/>
                    <a:pt x="409" y="243"/>
                    <a:pt x="407" y="242"/>
                  </a:cubicBezTo>
                  <a:cubicBezTo>
                    <a:pt x="405" y="241"/>
                    <a:pt x="406" y="239"/>
                    <a:pt x="408" y="239"/>
                  </a:cubicBezTo>
                  <a:cubicBezTo>
                    <a:pt x="411" y="238"/>
                    <a:pt x="413" y="235"/>
                    <a:pt x="410" y="235"/>
                  </a:cubicBezTo>
                  <a:cubicBezTo>
                    <a:pt x="408" y="235"/>
                    <a:pt x="404" y="233"/>
                    <a:pt x="402" y="232"/>
                  </a:cubicBezTo>
                  <a:cubicBezTo>
                    <a:pt x="401" y="232"/>
                    <a:pt x="398" y="235"/>
                    <a:pt x="396" y="234"/>
                  </a:cubicBezTo>
                  <a:cubicBezTo>
                    <a:pt x="394" y="232"/>
                    <a:pt x="396" y="229"/>
                    <a:pt x="397" y="227"/>
                  </a:cubicBezTo>
                  <a:cubicBezTo>
                    <a:pt x="397" y="225"/>
                    <a:pt x="399" y="228"/>
                    <a:pt x="401" y="225"/>
                  </a:cubicBezTo>
                  <a:cubicBezTo>
                    <a:pt x="403" y="223"/>
                    <a:pt x="396" y="223"/>
                    <a:pt x="396" y="220"/>
                  </a:cubicBezTo>
                  <a:cubicBezTo>
                    <a:pt x="396" y="217"/>
                    <a:pt x="391" y="217"/>
                    <a:pt x="389" y="216"/>
                  </a:cubicBezTo>
                  <a:cubicBezTo>
                    <a:pt x="387" y="215"/>
                    <a:pt x="390" y="210"/>
                    <a:pt x="389" y="209"/>
                  </a:cubicBezTo>
                  <a:cubicBezTo>
                    <a:pt x="389" y="207"/>
                    <a:pt x="382" y="201"/>
                    <a:pt x="379" y="202"/>
                  </a:cubicBezTo>
                  <a:cubicBezTo>
                    <a:pt x="376" y="202"/>
                    <a:pt x="376" y="198"/>
                    <a:pt x="377" y="198"/>
                  </a:cubicBezTo>
                  <a:cubicBezTo>
                    <a:pt x="379" y="198"/>
                    <a:pt x="380" y="197"/>
                    <a:pt x="383" y="194"/>
                  </a:cubicBezTo>
                  <a:cubicBezTo>
                    <a:pt x="386" y="190"/>
                    <a:pt x="386" y="189"/>
                    <a:pt x="384" y="189"/>
                  </a:cubicBezTo>
                  <a:cubicBezTo>
                    <a:pt x="382" y="188"/>
                    <a:pt x="381" y="186"/>
                    <a:pt x="385" y="186"/>
                  </a:cubicBezTo>
                  <a:cubicBezTo>
                    <a:pt x="389" y="186"/>
                    <a:pt x="395" y="189"/>
                    <a:pt x="397" y="187"/>
                  </a:cubicBezTo>
                  <a:cubicBezTo>
                    <a:pt x="399" y="185"/>
                    <a:pt x="406" y="175"/>
                    <a:pt x="409" y="171"/>
                  </a:cubicBezTo>
                  <a:cubicBezTo>
                    <a:pt x="412" y="167"/>
                    <a:pt x="407" y="167"/>
                    <a:pt x="400" y="167"/>
                  </a:cubicBezTo>
                  <a:cubicBezTo>
                    <a:pt x="394" y="168"/>
                    <a:pt x="393" y="165"/>
                    <a:pt x="387" y="165"/>
                  </a:cubicBezTo>
                  <a:cubicBezTo>
                    <a:pt x="382" y="164"/>
                    <a:pt x="372" y="166"/>
                    <a:pt x="371" y="167"/>
                  </a:cubicBezTo>
                  <a:cubicBezTo>
                    <a:pt x="369" y="169"/>
                    <a:pt x="373" y="170"/>
                    <a:pt x="373" y="172"/>
                  </a:cubicBezTo>
                  <a:cubicBezTo>
                    <a:pt x="372" y="174"/>
                    <a:pt x="369" y="171"/>
                    <a:pt x="367" y="172"/>
                  </a:cubicBezTo>
                  <a:cubicBezTo>
                    <a:pt x="366" y="172"/>
                    <a:pt x="368" y="175"/>
                    <a:pt x="367" y="181"/>
                  </a:cubicBezTo>
                  <a:cubicBezTo>
                    <a:pt x="367" y="187"/>
                    <a:pt x="369" y="187"/>
                    <a:pt x="371" y="190"/>
                  </a:cubicBezTo>
                  <a:cubicBezTo>
                    <a:pt x="372" y="192"/>
                    <a:pt x="372" y="195"/>
                    <a:pt x="372" y="199"/>
                  </a:cubicBezTo>
                  <a:cubicBezTo>
                    <a:pt x="372" y="203"/>
                    <a:pt x="368" y="203"/>
                    <a:pt x="367" y="204"/>
                  </a:cubicBezTo>
                  <a:cubicBezTo>
                    <a:pt x="366" y="205"/>
                    <a:pt x="370" y="206"/>
                    <a:pt x="369" y="208"/>
                  </a:cubicBezTo>
                  <a:cubicBezTo>
                    <a:pt x="369" y="211"/>
                    <a:pt x="365" y="207"/>
                    <a:pt x="363" y="208"/>
                  </a:cubicBezTo>
                  <a:cubicBezTo>
                    <a:pt x="361" y="208"/>
                    <a:pt x="359" y="215"/>
                    <a:pt x="361" y="217"/>
                  </a:cubicBezTo>
                  <a:cubicBezTo>
                    <a:pt x="364" y="218"/>
                    <a:pt x="364" y="218"/>
                    <a:pt x="363" y="220"/>
                  </a:cubicBezTo>
                  <a:cubicBezTo>
                    <a:pt x="361" y="223"/>
                    <a:pt x="359" y="226"/>
                    <a:pt x="363" y="230"/>
                  </a:cubicBezTo>
                  <a:cubicBezTo>
                    <a:pt x="367" y="233"/>
                    <a:pt x="375" y="233"/>
                    <a:pt x="379" y="235"/>
                  </a:cubicBezTo>
                  <a:cubicBezTo>
                    <a:pt x="384" y="238"/>
                    <a:pt x="378" y="236"/>
                    <a:pt x="379" y="239"/>
                  </a:cubicBezTo>
                  <a:cubicBezTo>
                    <a:pt x="381" y="242"/>
                    <a:pt x="377" y="243"/>
                    <a:pt x="377" y="246"/>
                  </a:cubicBezTo>
                  <a:cubicBezTo>
                    <a:pt x="377" y="248"/>
                    <a:pt x="379" y="247"/>
                    <a:pt x="381" y="243"/>
                  </a:cubicBezTo>
                  <a:cubicBezTo>
                    <a:pt x="383" y="239"/>
                    <a:pt x="384" y="244"/>
                    <a:pt x="384" y="247"/>
                  </a:cubicBezTo>
                  <a:cubicBezTo>
                    <a:pt x="384" y="251"/>
                    <a:pt x="381" y="249"/>
                    <a:pt x="379" y="252"/>
                  </a:cubicBezTo>
                  <a:cubicBezTo>
                    <a:pt x="376" y="256"/>
                    <a:pt x="374" y="256"/>
                    <a:pt x="371" y="255"/>
                  </a:cubicBezTo>
                  <a:cubicBezTo>
                    <a:pt x="367" y="255"/>
                    <a:pt x="369" y="260"/>
                    <a:pt x="371" y="263"/>
                  </a:cubicBezTo>
                  <a:cubicBezTo>
                    <a:pt x="372" y="266"/>
                    <a:pt x="371" y="267"/>
                    <a:pt x="367" y="266"/>
                  </a:cubicBezTo>
                  <a:cubicBezTo>
                    <a:pt x="363" y="265"/>
                    <a:pt x="360" y="263"/>
                    <a:pt x="362" y="260"/>
                  </a:cubicBezTo>
                  <a:cubicBezTo>
                    <a:pt x="364" y="257"/>
                    <a:pt x="366" y="253"/>
                    <a:pt x="363" y="253"/>
                  </a:cubicBezTo>
                  <a:cubicBezTo>
                    <a:pt x="361" y="254"/>
                    <a:pt x="356" y="253"/>
                    <a:pt x="354" y="251"/>
                  </a:cubicBezTo>
                  <a:cubicBezTo>
                    <a:pt x="353" y="248"/>
                    <a:pt x="355" y="249"/>
                    <a:pt x="360" y="250"/>
                  </a:cubicBezTo>
                  <a:cubicBezTo>
                    <a:pt x="365" y="250"/>
                    <a:pt x="361" y="247"/>
                    <a:pt x="364" y="247"/>
                  </a:cubicBezTo>
                  <a:cubicBezTo>
                    <a:pt x="368" y="247"/>
                    <a:pt x="371" y="249"/>
                    <a:pt x="374" y="246"/>
                  </a:cubicBezTo>
                  <a:cubicBezTo>
                    <a:pt x="377" y="243"/>
                    <a:pt x="372" y="238"/>
                    <a:pt x="369" y="239"/>
                  </a:cubicBezTo>
                  <a:cubicBezTo>
                    <a:pt x="367" y="240"/>
                    <a:pt x="363" y="241"/>
                    <a:pt x="363" y="238"/>
                  </a:cubicBezTo>
                  <a:cubicBezTo>
                    <a:pt x="363" y="236"/>
                    <a:pt x="367" y="238"/>
                    <a:pt x="369" y="237"/>
                  </a:cubicBezTo>
                  <a:cubicBezTo>
                    <a:pt x="372" y="237"/>
                    <a:pt x="368" y="233"/>
                    <a:pt x="364" y="234"/>
                  </a:cubicBezTo>
                  <a:cubicBezTo>
                    <a:pt x="361" y="235"/>
                    <a:pt x="358" y="235"/>
                    <a:pt x="356" y="232"/>
                  </a:cubicBezTo>
                  <a:cubicBezTo>
                    <a:pt x="353" y="229"/>
                    <a:pt x="348" y="228"/>
                    <a:pt x="346" y="235"/>
                  </a:cubicBezTo>
                  <a:cubicBezTo>
                    <a:pt x="345" y="241"/>
                    <a:pt x="340" y="238"/>
                    <a:pt x="338" y="240"/>
                  </a:cubicBezTo>
                  <a:cubicBezTo>
                    <a:pt x="336" y="242"/>
                    <a:pt x="340" y="244"/>
                    <a:pt x="345" y="244"/>
                  </a:cubicBezTo>
                  <a:cubicBezTo>
                    <a:pt x="350" y="244"/>
                    <a:pt x="354" y="249"/>
                    <a:pt x="351" y="249"/>
                  </a:cubicBezTo>
                  <a:cubicBezTo>
                    <a:pt x="349" y="249"/>
                    <a:pt x="350" y="252"/>
                    <a:pt x="348" y="251"/>
                  </a:cubicBezTo>
                  <a:cubicBezTo>
                    <a:pt x="345" y="250"/>
                    <a:pt x="343" y="251"/>
                    <a:pt x="344" y="253"/>
                  </a:cubicBezTo>
                  <a:cubicBezTo>
                    <a:pt x="346" y="255"/>
                    <a:pt x="344" y="256"/>
                    <a:pt x="344" y="258"/>
                  </a:cubicBezTo>
                  <a:cubicBezTo>
                    <a:pt x="344" y="260"/>
                    <a:pt x="340" y="258"/>
                    <a:pt x="336" y="258"/>
                  </a:cubicBezTo>
                  <a:cubicBezTo>
                    <a:pt x="333" y="258"/>
                    <a:pt x="326" y="259"/>
                    <a:pt x="321" y="260"/>
                  </a:cubicBezTo>
                  <a:cubicBezTo>
                    <a:pt x="316" y="261"/>
                    <a:pt x="310" y="259"/>
                    <a:pt x="308" y="257"/>
                  </a:cubicBezTo>
                  <a:cubicBezTo>
                    <a:pt x="306" y="255"/>
                    <a:pt x="303" y="255"/>
                    <a:pt x="299" y="255"/>
                  </a:cubicBezTo>
                  <a:cubicBezTo>
                    <a:pt x="296" y="255"/>
                    <a:pt x="297" y="252"/>
                    <a:pt x="292" y="251"/>
                  </a:cubicBezTo>
                  <a:cubicBezTo>
                    <a:pt x="288" y="251"/>
                    <a:pt x="289" y="247"/>
                    <a:pt x="288" y="245"/>
                  </a:cubicBezTo>
                  <a:cubicBezTo>
                    <a:pt x="288" y="243"/>
                    <a:pt x="278" y="243"/>
                    <a:pt x="275" y="246"/>
                  </a:cubicBezTo>
                  <a:cubicBezTo>
                    <a:pt x="272" y="248"/>
                    <a:pt x="265" y="247"/>
                    <a:pt x="263" y="251"/>
                  </a:cubicBezTo>
                  <a:cubicBezTo>
                    <a:pt x="261" y="255"/>
                    <a:pt x="265" y="254"/>
                    <a:pt x="267" y="254"/>
                  </a:cubicBezTo>
                  <a:cubicBezTo>
                    <a:pt x="269" y="254"/>
                    <a:pt x="269" y="251"/>
                    <a:pt x="274" y="252"/>
                  </a:cubicBezTo>
                  <a:cubicBezTo>
                    <a:pt x="279" y="252"/>
                    <a:pt x="283" y="246"/>
                    <a:pt x="285" y="249"/>
                  </a:cubicBezTo>
                  <a:cubicBezTo>
                    <a:pt x="287" y="251"/>
                    <a:pt x="276" y="255"/>
                    <a:pt x="272" y="256"/>
                  </a:cubicBezTo>
                  <a:cubicBezTo>
                    <a:pt x="267" y="256"/>
                    <a:pt x="268" y="260"/>
                    <a:pt x="273" y="267"/>
                  </a:cubicBezTo>
                  <a:cubicBezTo>
                    <a:pt x="277" y="273"/>
                    <a:pt x="271" y="269"/>
                    <a:pt x="271" y="273"/>
                  </a:cubicBezTo>
                  <a:cubicBezTo>
                    <a:pt x="271" y="276"/>
                    <a:pt x="262" y="272"/>
                    <a:pt x="266" y="271"/>
                  </a:cubicBezTo>
                  <a:cubicBezTo>
                    <a:pt x="269" y="269"/>
                    <a:pt x="267" y="266"/>
                    <a:pt x="265" y="264"/>
                  </a:cubicBezTo>
                  <a:cubicBezTo>
                    <a:pt x="262" y="262"/>
                    <a:pt x="260" y="264"/>
                    <a:pt x="261" y="262"/>
                  </a:cubicBezTo>
                  <a:cubicBezTo>
                    <a:pt x="261" y="259"/>
                    <a:pt x="258" y="262"/>
                    <a:pt x="255" y="260"/>
                  </a:cubicBezTo>
                  <a:cubicBezTo>
                    <a:pt x="253" y="258"/>
                    <a:pt x="252" y="256"/>
                    <a:pt x="248" y="258"/>
                  </a:cubicBezTo>
                  <a:cubicBezTo>
                    <a:pt x="245" y="260"/>
                    <a:pt x="241" y="259"/>
                    <a:pt x="233" y="261"/>
                  </a:cubicBezTo>
                  <a:cubicBezTo>
                    <a:pt x="226" y="262"/>
                    <a:pt x="212" y="261"/>
                    <a:pt x="210" y="259"/>
                  </a:cubicBezTo>
                  <a:cubicBezTo>
                    <a:pt x="207" y="256"/>
                    <a:pt x="216" y="252"/>
                    <a:pt x="219" y="253"/>
                  </a:cubicBezTo>
                  <a:cubicBezTo>
                    <a:pt x="221" y="253"/>
                    <a:pt x="220" y="250"/>
                    <a:pt x="216" y="247"/>
                  </a:cubicBezTo>
                  <a:cubicBezTo>
                    <a:pt x="212" y="243"/>
                    <a:pt x="203" y="241"/>
                    <a:pt x="203" y="243"/>
                  </a:cubicBezTo>
                  <a:cubicBezTo>
                    <a:pt x="203" y="245"/>
                    <a:pt x="198" y="244"/>
                    <a:pt x="191" y="242"/>
                  </a:cubicBezTo>
                  <a:cubicBezTo>
                    <a:pt x="184" y="241"/>
                    <a:pt x="183" y="239"/>
                    <a:pt x="179" y="239"/>
                  </a:cubicBezTo>
                  <a:cubicBezTo>
                    <a:pt x="175" y="238"/>
                    <a:pt x="168" y="237"/>
                    <a:pt x="163" y="233"/>
                  </a:cubicBezTo>
                  <a:cubicBezTo>
                    <a:pt x="158" y="229"/>
                    <a:pt x="147" y="230"/>
                    <a:pt x="145" y="234"/>
                  </a:cubicBezTo>
                  <a:cubicBezTo>
                    <a:pt x="144" y="238"/>
                    <a:pt x="140" y="237"/>
                    <a:pt x="136" y="237"/>
                  </a:cubicBezTo>
                  <a:cubicBezTo>
                    <a:pt x="132" y="237"/>
                    <a:pt x="138" y="233"/>
                    <a:pt x="136" y="232"/>
                  </a:cubicBezTo>
                  <a:cubicBezTo>
                    <a:pt x="134" y="231"/>
                    <a:pt x="137" y="226"/>
                    <a:pt x="134" y="226"/>
                  </a:cubicBezTo>
                  <a:cubicBezTo>
                    <a:pt x="131" y="226"/>
                    <a:pt x="128" y="238"/>
                    <a:pt x="123" y="237"/>
                  </a:cubicBezTo>
                  <a:cubicBezTo>
                    <a:pt x="117" y="237"/>
                    <a:pt x="115" y="225"/>
                    <a:pt x="111" y="221"/>
                  </a:cubicBezTo>
                  <a:cubicBezTo>
                    <a:pt x="106" y="218"/>
                    <a:pt x="102" y="218"/>
                    <a:pt x="106" y="223"/>
                  </a:cubicBezTo>
                  <a:cubicBezTo>
                    <a:pt x="110" y="228"/>
                    <a:pt x="103" y="224"/>
                    <a:pt x="103" y="227"/>
                  </a:cubicBezTo>
                  <a:cubicBezTo>
                    <a:pt x="103" y="231"/>
                    <a:pt x="97" y="234"/>
                    <a:pt x="97" y="233"/>
                  </a:cubicBezTo>
                  <a:cubicBezTo>
                    <a:pt x="97" y="231"/>
                    <a:pt x="94" y="229"/>
                    <a:pt x="89" y="234"/>
                  </a:cubicBezTo>
                  <a:cubicBezTo>
                    <a:pt x="85" y="239"/>
                    <a:pt x="82" y="238"/>
                    <a:pt x="82" y="236"/>
                  </a:cubicBezTo>
                  <a:cubicBezTo>
                    <a:pt x="81" y="235"/>
                    <a:pt x="69" y="241"/>
                    <a:pt x="69" y="243"/>
                  </a:cubicBezTo>
                  <a:cubicBezTo>
                    <a:pt x="70" y="245"/>
                    <a:pt x="67" y="247"/>
                    <a:pt x="64" y="247"/>
                  </a:cubicBezTo>
                  <a:cubicBezTo>
                    <a:pt x="60" y="246"/>
                    <a:pt x="63" y="244"/>
                    <a:pt x="66" y="242"/>
                  </a:cubicBezTo>
                  <a:cubicBezTo>
                    <a:pt x="69" y="241"/>
                    <a:pt x="77" y="234"/>
                    <a:pt x="81" y="233"/>
                  </a:cubicBezTo>
                  <a:cubicBezTo>
                    <a:pt x="86" y="233"/>
                    <a:pt x="94" y="229"/>
                    <a:pt x="94" y="227"/>
                  </a:cubicBezTo>
                  <a:cubicBezTo>
                    <a:pt x="94" y="225"/>
                    <a:pt x="90" y="227"/>
                    <a:pt x="87" y="226"/>
                  </a:cubicBezTo>
                  <a:cubicBezTo>
                    <a:pt x="84" y="226"/>
                    <a:pt x="79" y="229"/>
                    <a:pt x="74" y="231"/>
                  </a:cubicBezTo>
                  <a:cubicBezTo>
                    <a:pt x="69" y="233"/>
                    <a:pt x="64" y="233"/>
                    <a:pt x="65" y="235"/>
                  </a:cubicBezTo>
                  <a:cubicBezTo>
                    <a:pt x="67" y="238"/>
                    <a:pt x="61" y="235"/>
                    <a:pt x="60" y="237"/>
                  </a:cubicBezTo>
                  <a:cubicBezTo>
                    <a:pt x="58" y="239"/>
                    <a:pt x="56" y="237"/>
                    <a:pt x="58" y="236"/>
                  </a:cubicBezTo>
                  <a:cubicBezTo>
                    <a:pt x="60" y="235"/>
                    <a:pt x="54" y="233"/>
                    <a:pt x="54" y="234"/>
                  </a:cubicBezTo>
                  <a:cubicBezTo>
                    <a:pt x="54" y="235"/>
                    <a:pt x="53" y="237"/>
                    <a:pt x="48" y="237"/>
                  </a:cubicBezTo>
                  <a:cubicBezTo>
                    <a:pt x="44" y="237"/>
                    <a:pt x="40" y="240"/>
                    <a:pt x="43" y="242"/>
                  </a:cubicBezTo>
                  <a:cubicBezTo>
                    <a:pt x="45" y="244"/>
                    <a:pt x="47" y="245"/>
                    <a:pt x="46" y="247"/>
                  </a:cubicBezTo>
                  <a:cubicBezTo>
                    <a:pt x="44" y="248"/>
                    <a:pt x="40" y="243"/>
                    <a:pt x="34" y="243"/>
                  </a:cubicBezTo>
                  <a:cubicBezTo>
                    <a:pt x="27" y="244"/>
                    <a:pt x="15" y="237"/>
                    <a:pt x="15" y="235"/>
                  </a:cubicBezTo>
                  <a:cubicBezTo>
                    <a:pt x="15" y="233"/>
                    <a:pt x="6" y="234"/>
                    <a:pt x="0" y="234"/>
                  </a:cubicBezTo>
                  <a:cubicBezTo>
                    <a:pt x="0" y="357"/>
                    <a:pt x="0" y="357"/>
                    <a:pt x="0" y="357"/>
                  </a:cubicBezTo>
                  <a:cubicBezTo>
                    <a:pt x="0" y="357"/>
                    <a:pt x="3" y="359"/>
                    <a:pt x="4" y="358"/>
                  </a:cubicBezTo>
                  <a:cubicBezTo>
                    <a:pt x="6" y="356"/>
                    <a:pt x="8" y="358"/>
                    <a:pt x="12" y="356"/>
                  </a:cubicBezTo>
                  <a:cubicBezTo>
                    <a:pt x="16" y="354"/>
                    <a:pt x="17" y="358"/>
                    <a:pt x="17" y="360"/>
                  </a:cubicBezTo>
                  <a:cubicBezTo>
                    <a:pt x="17" y="362"/>
                    <a:pt x="23" y="365"/>
                    <a:pt x="25" y="368"/>
                  </a:cubicBezTo>
                  <a:cubicBezTo>
                    <a:pt x="28" y="371"/>
                    <a:pt x="29" y="374"/>
                    <a:pt x="31" y="372"/>
                  </a:cubicBezTo>
                  <a:cubicBezTo>
                    <a:pt x="34" y="371"/>
                    <a:pt x="39" y="370"/>
                    <a:pt x="39" y="367"/>
                  </a:cubicBezTo>
                  <a:cubicBezTo>
                    <a:pt x="39" y="364"/>
                    <a:pt x="50" y="363"/>
                    <a:pt x="50" y="367"/>
                  </a:cubicBezTo>
                  <a:cubicBezTo>
                    <a:pt x="50" y="371"/>
                    <a:pt x="61" y="376"/>
                    <a:pt x="67" y="387"/>
                  </a:cubicBezTo>
                  <a:cubicBezTo>
                    <a:pt x="73" y="398"/>
                    <a:pt x="72" y="400"/>
                    <a:pt x="81" y="404"/>
                  </a:cubicBezTo>
                  <a:cubicBezTo>
                    <a:pt x="90" y="407"/>
                    <a:pt x="90" y="409"/>
                    <a:pt x="89" y="412"/>
                  </a:cubicBezTo>
                  <a:cubicBezTo>
                    <a:pt x="88" y="415"/>
                    <a:pt x="94" y="417"/>
                    <a:pt x="91" y="420"/>
                  </a:cubicBezTo>
                  <a:cubicBezTo>
                    <a:pt x="89" y="421"/>
                    <a:pt x="87" y="422"/>
                    <a:pt x="85" y="424"/>
                  </a:cubicBezTo>
                  <a:cubicBezTo>
                    <a:pt x="85" y="425"/>
                    <a:pt x="87" y="426"/>
                    <a:pt x="89" y="428"/>
                  </a:cubicBezTo>
                  <a:cubicBezTo>
                    <a:pt x="91" y="429"/>
                    <a:pt x="85" y="429"/>
                    <a:pt x="86" y="431"/>
                  </a:cubicBezTo>
                  <a:cubicBezTo>
                    <a:pt x="88" y="433"/>
                    <a:pt x="86" y="435"/>
                    <a:pt x="88" y="437"/>
                  </a:cubicBezTo>
                  <a:cubicBezTo>
                    <a:pt x="90" y="439"/>
                    <a:pt x="93" y="438"/>
                    <a:pt x="95" y="437"/>
                  </a:cubicBezTo>
                  <a:cubicBezTo>
                    <a:pt x="97" y="435"/>
                    <a:pt x="98" y="439"/>
                    <a:pt x="97" y="441"/>
                  </a:cubicBezTo>
                  <a:cubicBezTo>
                    <a:pt x="95" y="444"/>
                    <a:pt x="98" y="446"/>
                    <a:pt x="100" y="444"/>
                  </a:cubicBezTo>
                  <a:cubicBezTo>
                    <a:pt x="102" y="442"/>
                    <a:pt x="105" y="447"/>
                    <a:pt x="107" y="448"/>
                  </a:cubicBezTo>
                  <a:cubicBezTo>
                    <a:pt x="108" y="449"/>
                    <a:pt x="110" y="452"/>
                    <a:pt x="107" y="452"/>
                  </a:cubicBezTo>
                  <a:cubicBezTo>
                    <a:pt x="104" y="452"/>
                    <a:pt x="105" y="456"/>
                    <a:pt x="107" y="457"/>
                  </a:cubicBezTo>
                  <a:cubicBezTo>
                    <a:pt x="109" y="457"/>
                    <a:pt x="109" y="459"/>
                    <a:pt x="109" y="461"/>
                  </a:cubicBezTo>
                  <a:cubicBezTo>
                    <a:pt x="109" y="462"/>
                    <a:pt x="115" y="465"/>
                    <a:pt x="117" y="464"/>
                  </a:cubicBezTo>
                  <a:cubicBezTo>
                    <a:pt x="119" y="463"/>
                    <a:pt x="122" y="465"/>
                    <a:pt x="123" y="467"/>
                  </a:cubicBezTo>
                  <a:cubicBezTo>
                    <a:pt x="124" y="469"/>
                    <a:pt x="128" y="471"/>
                    <a:pt x="130" y="470"/>
                  </a:cubicBezTo>
                  <a:cubicBezTo>
                    <a:pt x="131" y="468"/>
                    <a:pt x="132" y="472"/>
                    <a:pt x="133" y="474"/>
                  </a:cubicBezTo>
                  <a:cubicBezTo>
                    <a:pt x="133" y="477"/>
                    <a:pt x="137" y="475"/>
                    <a:pt x="139" y="475"/>
                  </a:cubicBezTo>
                  <a:cubicBezTo>
                    <a:pt x="141" y="475"/>
                    <a:pt x="142" y="478"/>
                    <a:pt x="143" y="478"/>
                  </a:cubicBezTo>
                  <a:cubicBezTo>
                    <a:pt x="147" y="476"/>
                    <a:pt x="148" y="482"/>
                    <a:pt x="150" y="485"/>
                  </a:cubicBezTo>
                  <a:cubicBezTo>
                    <a:pt x="371" y="484"/>
                    <a:pt x="371" y="484"/>
                    <a:pt x="371" y="484"/>
                  </a:cubicBezTo>
                  <a:cubicBezTo>
                    <a:pt x="371" y="484"/>
                    <a:pt x="371" y="478"/>
                    <a:pt x="374" y="480"/>
                  </a:cubicBezTo>
                  <a:cubicBezTo>
                    <a:pt x="377" y="482"/>
                    <a:pt x="374" y="485"/>
                    <a:pt x="377" y="487"/>
                  </a:cubicBezTo>
                  <a:cubicBezTo>
                    <a:pt x="381" y="488"/>
                    <a:pt x="383" y="490"/>
                    <a:pt x="384" y="489"/>
                  </a:cubicBezTo>
                  <a:cubicBezTo>
                    <a:pt x="386" y="488"/>
                    <a:pt x="389" y="486"/>
                    <a:pt x="392" y="489"/>
                  </a:cubicBezTo>
                  <a:cubicBezTo>
                    <a:pt x="395" y="492"/>
                    <a:pt x="397" y="490"/>
                    <a:pt x="398" y="492"/>
                  </a:cubicBezTo>
                  <a:cubicBezTo>
                    <a:pt x="400" y="494"/>
                    <a:pt x="403" y="496"/>
                    <a:pt x="405" y="493"/>
                  </a:cubicBezTo>
                  <a:cubicBezTo>
                    <a:pt x="407" y="491"/>
                    <a:pt x="414" y="493"/>
                    <a:pt x="417" y="495"/>
                  </a:cubicBezTo>
                  <a:cubicBezTo>
                    <a:pt x="421" y="491"/>
                    <a:pt x="424" y="485"/>
                    <a:pt x="427" y="485"/>
                  </a:cubicBezTo>
                  <a:cubicBezTo>
                    <a:pt x="432" y="485"/>
                    <a:pt x="444" y="486"/>
                    <a:pt x="444" y="492"/>
                  </a:cubicBezTo>
                  <a:cubicBezTo>
                    <a:pt x="445" y="498"/>
                    <a:pt x="452" y="492"/>
                    <a:pt x="453" y="498"/>
                  </a:cubicBezTo>
                  <a:cubicBezTo>
                    <a:pt x="454" y="503"/>
                    <a:pt x="458" y="507"/>
                    <a:pt x="457" y="509"/>
                  </a:cubicBezTo>
                  <a:cubicBezTo>
                    <a:pt x="459" y="510"/>
                    <a:pt x="461" y="511"/>
                    <a:pt x="462" y="512"/>
                  </a:cubicBezTo>
                  <a:cubicBezTo>
                    <a:pt x="464" y="512"/>
                    <a:pt x="470" y="513"/>
                    <a:pt x="474" y="514"/>
                  </a:cubicBezTo>
                  <a:cubicBezTo>
                    <a:pt x="479" y="516"/>
                    <a:pt x="487" y="512"/>
                    <a:pt x="489" y="518"/>
                  </a:cubicBezTo>
                  <a:cubicBezTo>
                    <a:pt x="492" y="524"/>
                    <a:pt x="498" y="529"/>
                    <a:pt x="492" y="529"/>
                  </a:cubicBezTo>
                  <a:cubicBezTo>
                    <a:pt x="488" y="529"/>
                    <a:pt x="481" y="523"/>
                    <a:pt x="482" y="526"/>
                  </a:cubicBezTo>
                  <a:cubicBezTo>
                    <a:pt x="482" y="530"/>
                    <a:pt x="479" y="528"/>
                    <a:pt x="479" y="534"/>
                  </a:cubicBezTo>
                  <a:cubicBezTo>
                    <a:pt x="479" y="539"/>
                    <a:pt x="476" y="546"/>
                    <a:pt x="474" y="546"/>
                  </a:cubicBezTo>
                  <a:cubicBezTo>
                    <a:pt x="474" y="546"/>
                    <a:pt x="473" y="546"/>
                    <a:pt x="473" y="546"/>
                  </a:cubicBezTo>
                  <a:cubicBezTo>
                    <a:pt x="473" y="548"/>
                    <a:pt x="473" y="551"/>
                    <a:pt x="475" y="552"/>
                  </a:cubicBezTo>
                  <a:cubicBezTo>
                    <a:pt x="477" y="550"/>
                    <a:pt x="481" y="547"/>
                    <a:pt x="485" y="547"/>
                  </a:cubicBezTo>
                  <a:cubicBezTo>
                    <a:pt x="490" y="548"/>
                    <a:pt x="491" y="551"/>
                    <a:pt x="495" y="548"/>
                  </a:cubicBezTo>
                  <a:cubicBezTo>
                    <a:pt x="499" y="546"/>
                    <a:pt x="499" y="545"/>
                    <a:pt x="500" y="546"/>
                  </a:cubicBezTo>
                  <a:cubicBezTo>
                    <a:pt x="500" y="547"/>
                    <a:pt x="500" y="547"/>
                    <a:pt x="500" y="547"/>
                  </a:cubicBezTo>
                  <a:cubicBezTo>
                    <a:pt x="501" y="547"/>
                    <a:pt x="502" y="546"/>
                    <a:pt x="502" y="545"/>
                  </a:cubicBezTo>
                  <a:cubicBezTo>
                    <a:pt x="502" y="544"/>
                    <a:pt x="502" y="543"/>
                    <a:pt x="502" y="542"/>
                  </a:cubicBezTo>
                  <a:cubicBezTo>
                    <a:pt x="498" y="543"/>
                    <a:pt x="497" y="543"/>
                    <a:pt x="496" y="540"/>
                  </a:cubicBezTo>
                  <a:cubicBezTo>
                    <a:pt x="495" y="537"/>
                    <a:pt x="507" y="533"/>
                    <a:pt x="512" y="534"/>
                  </a:cubicBezTo>
                  <a:cubicBezTo>
                    <a:pt x="518" y="535"/>
                    <a:pt x="522" y="531"/>
                    <a:pt x="524" y="533"/>
                  </a:cubicBezTo>
                  <a:cubicBezTo>
                    <a:pt x="527" y="530"/>
                    <a:pt x="533" y="525"/>
                    <a:pt x="534" y="525"/>
                  </a:cubicBezTo>
                  <a:cubicBezTo>
                    <a:pt x="537" y="525"/>
                    <a:pt x="562" y="525"/>
                    <a:pt x="562" y="525"/>
                  </a:cubicBezTo>
                  <a:cubicBezTo>
                    <a:pt x="562" y="525"/>
                    <a:pt x="571" y="519"/>
                    <a:pt x="572" y="514"/>
                  </a:cubicBezTo>
                  <a:cubicBezTo>
                    <a:pt x="573" y="509"/>
                    <a:pt x="579" y="497"/>
                    <a:pt x="582" y="500"/>
                  </a:cubicBezTo>
                  <a:cubicBezTo>
                    <a:pt x="585" y="503"/>
                    <a:pt x="593" y="501"/>
                    <a:pt x="593" y="503"/>
                  </a:cubicBezTo>
                  <a:cubicBezTo>
                    <a:pt x="593" y="505"/>
                    <a:pt x="590" y="513"/>
                    <a:pt x="600" y="526"/>
                  </a:cubicBezTo>
                  <a:cubicBezTo>
                    <a:pt x="603" y="524"/>
                    <a:pt x="606" y="522"/>
                    <a:pt x="608" y="522"/>
                  </a:cubicBezTo>
                  <a:cubicBezTo>
                    <a:pt x="611" y="522"/>
                    <a:pt x="616" y="518"/>
                    <a:pt x="618" y="515"/>
                  </a:cubicBezTo>
                  <a:cubicBezTo>
                    <a:pt x="619" y="513"/>
                    <a:pt x="621" y="518"/>
                    <a:pt x="618" y="519"/>
                  </a:cubicBezTo>
                  <a:cubicBezTo>
                    <a:pt x="615" y="520"/>
                    <a:pt x="620" y="522"/>
                    <a:pt x="625" y="522"/>
                  </a:cubicBezTo>
                  <a:cubicBezTo>
                    <a:pt x="630" y="521"/>
                    <a:pt x="623" y="523"/>
                    <a:pt x="619" y="523"/>
                  </a:cubicBezTo>
                  <a:cubicBezTo>
                    <a:pt x="616" y="523"/>
                    <a:pt x="614" y="523"/>
                    <a:pt x="609" y="528"/>
                  </a:cubicBezTo>
                  <a:cubicBezTo>
                    <a:pt x="604" y="533"/>
                    <a:pt x="605" y="535"/>
                    <a:pt x="608" y="537"/>
                  </a:cubicBezTo>
                  <a:cubicBezTo>
                    <a:pt x="611" y="540"/>
                    <a:pt x="615" y="539"/>
                    <a:pt x="619" y="535"/>
                  </a:cubicBezTo>
                  <a:cubicBezTo>
                    <a:pt x="623" y="532"/>
                    <a:pt x="622" y="529"/>
                    <a:pt x="626" y="529"/>
                  </a:cubicBezTo>
                  <a:cubicBezTo>
                    <a:pt x="630" y="529"/>
                    <a:pt x="640" y="525"/>
                    <a:pt x="645" y="524"/>
                  </a:cubicBezTo>
                  <a:cubicBezTo>
                    <a:pt x="649" y="522"/>
                    <a:pt x="646" y="522"/>
                    <a:pt x="646" y="520"/>
                  </a:cubicBezTo>
                  <a:cubicBezTo>
                    <a:pt x="646" y="518"/>
                    <a:pt x="654" y="518"/>
                    <a:pt x="657" y="516"/>
                  </a:cubicBezTo>
                  <a:cubicBezTo>
                    <a:pt x="660" y="514"/>
                    <a:pt x="657" y="512"/>
                    <a:pt x="654" y="513"/>
                  </a:cubicBezTo>
                  <a:close/>
                  <a:moveTo>
                    <a:pt x="190" y="281"/>
                  </a:moveTo>
                  <a:cubicBezTo>
                    <a:pt x="185" y="287"/>
                    <a:pt x="184" y="288"/>
                    <a:pt x="179" y="287"/>
                  </a:cubicBezTo>
                  <a:cubicBezTo>
                    <a:pt x="174" y="286"/>
                    <a:pt x="171" y="289"/>
                    <a:pt x="173" y="290"/>
                  </a:cubicBezTo>
                  <a:cubicBezTo>
                    <a:pt x="176" y="292"/>
                    <a:pt x="176" y="294"/>
                    <a:pt x="171" y="295"/>
                  </a:cubicBezTo>
                  <a:cubicBezTo>
                    <a:pt x="166" y="296"/>
                    <a:pt x="163" y="300"/>
                    <a:pt x="161" y="299"/>
                  </a:cubicBezTo>
                  <a:cubicBezTo>
                    <a:pt x="159" y="299"/>
                    <a:pt x="169" y="291"/>
                    <a:pt x="167" y="289"/>
                  </a:cubicBezTo>
                  <a:cubicBezTo>
                    <a:pt x="164" y="287"/>
                    <a:pt x="157" y="293"/>
                    <a:pt x="157" y="295"/>
                  </a:cubicBezTo>
                  <a:cubicBezTo>
                    <a:pt x="157" y="298"/>
                    <a:pt x="153" y="298"/>
                    <a:pt x="150" y="298"/>
                  </a:cubicBezTo>
                  <a:cubicBezTo>
                    <a:pt x="147" y="297"/>
                    <a:pt x="144" y="295"/>
                    <a:pt x="146" y="295"/>
                  </a:cubicBezTo>
                  <a:cubicBezTo>
                    <a:pt x="149" y="294"/>
                    <a:pt x="147" y="291"/>
                    <a:pt x="151" y="290"/>
                  </a:cubicBezTo>
                  <a:cubicBezTo>
                    <a:pt x="155" y="289"/>
                    <a:pt x="150" y="286"/>
                    <a:pt x="151" y="285"/>
                  </a:cubicBezTo>
                  <a:cubicBezTo>
                    <a:pt x="152" y="283"/>
                    <a:pt x="160" y="286"/>
                    <a:pt x="160" y="284"/>
                  </a:cubicBezTo>
                  <a:cubicBezTo>
                    <a:pt x="160" y="281"/>
                    <a:pt x="153" y="278"/>
                    <a:pt x="150" y="280"/>
                  </a:cubicBezTo>
                  <a:cubicBezTo>
                    <a:pt x="148" y="282"/>
                    <a:pt x="142" y="286"/>
                    <a:pt x="134" y="283"/>
                  </a:cubicBezTo>
                  <a:cubicBezTo>
                    <a:pt x="132" y="282"/>
                    <a:pt x="152" y="279"/>
                    <a:pt x="156" y="276"/>
                  </a:cubicBezTo>
                  <a:cubicBezTo>
                    <a:pt x="159" y="273"/>
                    <a:pt x="174" y="270"/>
                    <a:pt x="176" y="272"/>
                  </a:cubicBezTo>
                  <a:cubicBezTo>
                    <a:pt x="177" y="275"/>
                    <a:pt x="167" y="277"/>
                    <a:pt x="172" y="280"/>
                  </a:cubicBezTo>
                  <a:cubicBezTo>
                    <a:pt x="176" y="282"/>
                    <a:pt x="184" y="281"/>
                    <a:pt x="186" y="278"/>
                  </a:cubicBezTo>
                  <a:cubicBezTo>
                    <a:pt x="187" y="275"/>
                    <a:pt x="195" y="276"/>
                    <a:pt x="190" y="281"/>
                  </a:cubicBezTo>
                  <a:close/>
                  <a:moveTo>
                    <a:pt x="235" y="339"/>
                  </a:moveTo>
                  <a:cubicBezTo>
                    <a:pt x="229" y="344"/>
                    <a:pt x="230" y="342"/>
                    <a:pt x="225" y="343"/>
                  </a:cubicBezTo>
                  <a:cubicBezTo>
                    <a:pt x="220" y="344"/>
                    <a:pt x="224" y="349"/>
                    <a:pt x="218" y="349"/>
                  </a:cubicBezTo>
                  <a:cubicBezTo>
                    <a:pt x="212" y="350"/>
                    <a:pt x="198" y="350"/>
                    <a:pt x="196" y="347"/>
                  </a:cubicBezTo>
                  <a:cubicBezTo>
                    <a:pt x="196" y="346"/>
                    <a:pt x="204" y="347"/>
                    <a:pt x="205" y="344"/>
                  </a:cubicBezTo>
                  <a:cubicBezTo>
                    <a:pt x="205" y="342"/>
                    <a:pt x="207" y="338"/>
                    <a:pt x="211" y="338"/>
                  </a:cubicBezTo>
                  <a:cubicBezTo>
                    <a:pt x="215" y="338"/>
                    <a:pt x="214" y="333"/>
                    <a:pt x="208" y="330"/>
                  </a:cubicBezTo>
                  <a:cubicBezTo>
                    <a:pt x="203" y="328"/>
                    <a:pt x="217" y="326"/>
                    <a:pt x="220" y="330"/>
                  </a:cubicBezTo>
                  <a:cubicBezTo>
                    <a:pt x="223" y="335"/>
                    <a:pt x="229" y="338"/>
                    <a:pt x="232" y="335"/>
                  </a:cubicBezTo>
                  <a:cubicBezTo>
                    <a:pt x="236" y="332"/>
                    <a:pt x="254" y="323"/>
                    <a:pt x="254" y="327"/>
                  </a:cubicBezTo>
                  <a:cubicBezTo>
                    <a:pt x="254" y="331"/>
                    <a:pt x="241" y="334"/>
                    <a:pt x="235" y="339"/>
                  </a:cubicBezTo>
                  <a:close/>
                  <a:moveTo>
                    <a:pt x="359" y="468"/>
                  </a:moveTo>
                  <a:cubicBezTo>
                    <a:pt x="355" y="469"/>
                    <a:pt x="359" y="458"/>
                    <a:pt x="352" y="454"/>
                  </a:cubicBezTo>
                  <a:cubicBezTo>
                    <a:pt x="344" y="449"/>
                    <a:pt x="340" y="441"/>
                    <a:pt x="340" y="436"/>
                  </a:cubicBezTo>
                  <a:cubicBezTo>
                    <a:pt x="340" y="432"/>
                    <a:pt x="347" y="429"/>
                    <a:pt x="350" y="433"/>
                  </a:cubicBezTo>
                  <a:cubicBezTo>
                    <a:pt x="353" y="437"/>
                    <a:pt x="357" y="451"/>
                    <a:pt x="360" y="456"/>
                  </a:cubicBezTo>
                  <a:cubicBezTo>
                    <a:pt x="362" y="461"/>
                    <a:pt x="362" y="468"/>
                    <a:pt x="359" y="4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158">
              <a:extLst>
                <a:ext uri="{FF2B5EF4-FFF2-40B4-BE49-F238E27FC236}">
                  <a16:creationId xmlns:a16="http://schemas.microsoft.com/office/drawing/2014/main" id="{338C85C8-08F6-4EDE-83F5-54D1493FC4EE}"/>
                </a:ext>
              </a:extLst>
            </p:cNvPr>
            <p:cNvSpPr>
              <a:spLocks noEditPoints="1"/>
            </p:cNvSpPr>
            <p:nvPr/>
          </p:nvSpPr>
          <p:spPr bwMode="auto">
            <a:xfrm>
              <a:off x="8665054" y="4555002"/>
              <a:ext cx="942010" cy="833557"/>
            </a:xfrm>
            <a:custGeom>
              <a:avLst/>
              <a:gdLst>
                <a:gd name="T0" fmla="*/ 326 w 331"/>
                <a:gd name="T1" fmla="*/ 128 h 293"/>
                <a:gd name="T2" fmla="*/ 312 w 331"/>
                <a:gd name="T3" fmla="*/ 114 h 293"/>
                <a:gd name="T4" fmla="*/ 302 w 331"/>
                <a:gd name="T5" fmla="*/ 99 h 293"/>
                <a:gd name="T6" fmla="*/ 293 w 331"/>
                <a:gd name="T7" fmla="*/ 88 h 293"/>
                <a:gd name="T8" fmla="*/ 270 w 331"/>
                <a:gd name="T9" fmla="*/ 66 h 293"/>
                <a:gd name="T10" fmla="*/ 262 w 331"/>
                <a:gd name="T11" fmla="*/ 38 h 293"/>
                <a:gd name="T12" fmla="*/ 248 w 331"/>
                <a:gd name="T13" fmla="*/ 24 h 293"/>
                <a:gd name="T14" fmla="*/ 235 w 331"/>
                <a:gd name="T15" fmla="*/ 7 h 293"/>
                <a:gd name="T16" fmla="*/ 231 w 331"/>
                <a:gd name="T17" fmla="*/ 36 h 293"/>
                <a:gd name="T18" fmla="*/ 212 w 331"/>
                <a:gd name="T19" fmla="*/ 54 h 293"/>
                <a:gd name="T20" fmla="*/ 189 w 331"/>
                <a:gd name="T21" fmla="*/ 42 h 293"/>
                <a:gd name="T22" fmla="*/ 185 w 331"/>
                <a:gd name="T23" fmla="*/ 25 h 293"/>
                <a:gd name="T24" fmla="*/ 191 w 331"/>
                <a:gd name="T25" fmla="*/ 12 h 293"/>
                <a:gd name="T26" fmla="*/ 179 w 331"/>
                <a:gd name="T27" fmla="*/ 13 h 293"/>
                <a:gd name="T28" fmla="*/ 159 w 331"/>
                <a:gd name="T29" fmla="*/ 9 h 293"/>
                <a:gd name="T30" fmla="*/ 138 w 331"/>
                <a:gd name="T31" fmla="*/ 22 h 293"/>
                <a:gd name="T32" fmla="*/ 131 w 331"/>
                <a:gd name="T33" fmla="*/ 36 h 293"/>
                <a:gd name="T34" fmla="*/ 119 w 331"/>
                <a:gd name="T35" fmla="*/ 31 h 293"/>
                <a:gd name="T36" fmla="*/ 105 w 331"/>
                <a:gd name="T37" fmla="*/ 32 h 293"/>
                <a:gd name="T38" fmla="*/ 94 w 331"/>
                <a:gd name="T39" fmla="*/ 39 h 293"/>
                <a:gd name="T40" fmla="*/ 87 w 331"/>
                <a:gd name="T41" fmla="*/ 52 h 293"/>
                <a:gd name="T42" fmla="*/ 76 w 331"/>
                <a:gd name="T43" fmla="*/ 53 h 293"/>
                <a:gd name="T44" fmla="*/ 49 w 331"/>
                <a:gd name="T45" fmla="*/ 78 h 293"/>
                <a:gd name="T46" fmla="*/ 24 w 331"/>
                <a:gd name="T47" fmla="*/ 86 h 293"/>
                <a:gd name="T48" fmla="*/ 9 w 331"/>
                <a:gd name="T49" fmla="*/ 93 h 293"/>
                <a:gd name="T50" fmla="*/ 4 w 331"/>
                <a:gd name="T51" fmla="*/ 121 h 293"/>
                <a:gd name="T52" fmla="*/ 6 w 331"/>
                <a:gd name="T53" fmla="*/ 133 h 293"/>
                <a:gd name="T54" fmla="*/ 15 w 331"/>
                <a:gd name="T55" fmla="*/ 162 h 293"/>
                <a:gd name="T56" fmla="*/ 16 w 331"/>
                <a:gd name="T57" fmla="*/ 198 h 293"/>
                <a:gd name="T58" fmla="*/ 40 w 331"/>
                <a:gd name="T59" fmla="*/ 210 h 293"/>
                <a:gd name="T60" fmla="*/ 74 w 331"/>
                <a:gd name="T61" fmla="*/ 200 h 293"/>
                <a:gd name="T62" fmla="*/ 112 w 331"/>
                <a:gd name="T63" fmla="*/ 185 h 293"/>
                <a:gd name="T64" fmla="*/ 156 w 331"/>
                <a:gd name="T65" fmla="*/ 183 h 293"/>
                <a:gd name="T66" fmla="*/ 171 w 331"/>
                <a:gd name="T67" fmla="*/ 191 h 293"/>
                <a:gd name="T68" fmla="*/ 187 w 331"/>
                <a:gd name="T69" fmla="*/ 205 h 293"/>
                <a:gd name="T70" fmla="*/ 198 w 331"/>
                <a:gd name="T71" fmla="*/ 203 h 293"/>
                <a:gd name="T72" fmla="*/ 205 w 331"/>
                <a:gd name="T73" fmla="*/ 206 h 293"/>
                <a:gd name="T74" fmla="*/ 217 w 331"/>
                <a:gd name="T75" fmla="*/ 226 h 293"/>
                <a:gd name="T76" fmla="*/ 245 w 331"/>
                <a:gd name="T77" fmla="*/ 245 h 293"/>
                <a:gd name="T78" fmla="*/ 260 w 331"/>
                <a:gd name="T79" fmla="*/ 243 h 293"/>
                <a:gd name="T80" fmla="*/ 271 w 331"/>
                <a:gd name="T81" fmla="*/ 248 h 293"/>
                <a:gd name="T82" fmla="*/ 299 w 331"/>
                <a:gd name="T83" fmla="*/ 235 h 293"/>
                <a:gd name="T84" fmla="*/ 316 w 331"/>
                <a:gd name="T85" fmla="*/ 189 h 293"/>
                <a:gd name="T86" fmla="*/ 327 w 331"/>
                <a:gd name="T87" fmla="*/ 162 h 293"/>
                <a:gd name="T88" fmla="*/ 150 w 331"/>
                <a:gd name="T89" fmla="*/ 7 h 293"/>
                <a:gd name="T90" fmla="*/ 190 w 331"/>
                <a:gd name="T91" fmla="*/ 219 h 293"/>
                <a:gd name="T92" fmla="*/ 270 w 331"/>
                <a:gd name="T93" fmla="*/ 268 h 293"/>
                <a:gd name="T94" fmla="*/ 271 w 331"/>
                <a:gd name="T95" fmla="*/ 293 h 293"/>
                <a:gd name="T96" fmla="*/ 282 w 331"/>
                <a:gd name="T97" fmla="*/ 286 h 293"/>
                <a:gd name="T98" fmla="*/ 270 w 331"/>
                <a:gd name="T99" fmla="*/ 268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31" h="293">
                  <a:moveTo>
                    <a:pt x="328" y="147"/>
                  </a:moveTo>
                  <a:cubicBezTo>
                    <a:pt x="330" y="146"/>
                    <a:pt x="328" y="140"/>
                    <a:pt x="326" y="141"/>
                  </a:cubicBezTo>
                  <a:cubicBezTo>
                    <a:pt x="325" y="142"/>
                    <a:pt x="325" y="132"/>
                    <a:pt x="326" y="128"/>
                  </a:cubicBezTo>
                  <a:cubicBezTo>
                    <a:pt x="327" y="123"/>
                    <a:pt x="326" y="124"/>
                    <a:pt x="324" y="126"/>
                  </a:cubicBezTo>
                  <a:cubicBezTo>
                    <a:pt x="322" y="129"/>
                    <a:pt x="319" y="122"/>
                    <a:pt x="319" y="120"/>
                  </a:cubicBezTo>
                  <a:cubicBezTo>
                    <a:pt x="318" y="118"/>
                    <a:pt x="315" y="113"/>
                    <a:pt x="312" y="114"/>
                  </a:cubicBezTo>
                  <a:cubicBezTo>
                    <a:pt x="309" y="115"/>
                    <a:pt x="311" y="110"/>
                    <a:pt x="308" y="110"/>
                  </a:cubicBezTo>
                  <a:cubicBezTo>
                    <a:pt x="306" y="111"/>
                    <a:pt x="305" y="106"/>
                    <a:pt x="306" y="102"/>
                  </a:cubicBezTo>
                  <a:cubicBezTo>
                    <a:pt x="306" y="98"/>
                    <a:pt x="304" y="101"/>
                    <a:pt x="302" y="99"/>
                  </a:cubicBezTo>
                  <a:cubicBezTo>
                    <a:pt x="301" y="97"/>
                    <a:pt x="300" y="99"/>
                    <a:pt x="298" y="100"/>
                  </a:cubicBezTo>
                  <a:cubicBezTo>
                    <a:pt x="296" y="100"/>
                    <a:pt x="295" y="96"/>
                    <a:pt x="296" y="94"/>
                  </a:cubicBezTo>
                  <a:cubicBezTo>
                    <a:pt x="296" y="92"/>
                    <a:pt x="295" y="90"/>
                    <a:pt x="293" y="88"/>
                  </a:cubicBezTo>
                  <a:cubicBezTo>
                    <a:pt x="290" y="86"/>
                    <a:pt x="290" y="85"/>
                    <a:pt x="290" y="82"/>
                  </a:cubicBezTo>
                  <a:cubicBezTo>
                    <a:pt x="290" y="80"/>
                    <a:pt x="275" y="72"/>
                    <a:pt x="272" y="71"/>
                  </a:cubicBezTo>
                  <a:cubicBezTo>
                    <a:pt x="268" y="71"/>
                    <a:pt x="271" y="67"/>
                    <a:pt x="270" y="66"/>
                  </a:cubicBezTo>
                  <a:cubicBezTo>
                    <a:pt x="268" y="65"/>
                    <a:pt x="268" y="60"/>
                    <a:pt x="268" y="56"/>
                  </a:cubicBezTo>
                  <a:cubicBezTo>
                    <a:pt x="268" y="52"/>
                    <a:pt x="263" y="51"/>
                    <a:pt x="263" y="48"/>
                  </a:cubicBezTo>
                  <a:cubicBezTo>
                    <a:pt x="263" y="44"/>
                    <a:pt x="261" y="41"/>
                    <a:pt x="262" y="38"/>
                  </a:cubicBezTo>
                  <a:cubicBezTo>
                    <a:pt x="262" y="34"/>
                    <a:pt x="257" y="33"/>
                    <a:pt x="256" y="31"/>
                  </a:cubicBezTo>
                  <a:cubicBezTo>
                    <a:pt x="256" y="29"/>
                    <a:pt x="253" y="31"/>
                    <a:pt x="250" y="32"/>
                  </a:cubicBezTo>
                  <a:cubicBezTo>
                    <a:pt x="247" y="32"/>
                    <a:pt x="247" y="28"/>
                    <a:pt x="248" y="24"/>
                  </a:cubicBezTo>
                  <a:cubicBezTo>
                    <a:pt x="248" y="19"/>
                    <a:pt x="246" y="13"/>
                    <a:pt x="244" y="11"/>
                  </a:cubicBezTo>
                  <a:cubicBezTo>
                    <a:pt x="241" y="9"/>
                    <a:pt x="241" y="2"/>
                    <a:pt x="240" y="1"/>
                  </a:cubicBezTo>
                  <a:cubicBezTo>
                    <a:pt x="239" y="0"/>
                    <a:pt x="235" y="4"/>
                    <a:pt x="235" y="7"/>
                  </a:cubicBezTo>
                  <a:cubicBezTo>
                    <a:pt x="235" y="9"/>
                    <a:pt x="234" y="12"/>
                    <a:pt x="233" y="13"/>
                  </a:cubicBezTo>
                  <a:cubicBezTo>
                    <a:pt x="231" y="15"/>
                    <a:pt x="234" y="20"/>
                    <a:pt x="232" y="22"/>
                  </a:cubicBezTo>
                  <a:cubicBezTo>
                    <a:pt x="230" y="24"/>
                    <a:pt x="232" y="32"/>
                    <a:pt x="231" y="36"/>
                  </a:cubicBezTo>
                  <a:cubicBezTo>
                    <a:pt x="231" y="41"/>
                    <a:pt x="231" y="46"/>
                    <a:pt x="229" y="49"/>
                  </a:cubicBezTo>
                  <a:cubicBezTo>
                    <a:pt x="226" y="52"/>
                    <a:pt x="226" y="57"/>
                    <a:pt x="222" y="58"/>
                  </a:cubicBezTo>
                  <a:cubicBezTo>
                    <a:pt x="217" y="60"/>
                    <a:pt x="212" y="56"/>
                    <a:pt x="212" y="54"/>
                  </a:cubicBezTo>
                  <a:cubicBezTo>
                    <a:pt x="212" y="52"/>
                    <a:pt x="207" y="50"/>
                    <a:pt x="205" y="51"/>
                  </a:cubicBezTo>
                  <a:cubicBezTo>
                    <a:pt x="202" y="51"/>
                    <a:pt x="201" y="47"/>
                    <a:pt x="197" y="44"/>
                  </a:cubicBezTo>
                  <a:cubicBezTo>
                    <a:pt x="193" y="41"/>
                    <a:pt x="190" y="45"/>
                    <a:pt x="189" y="42"/>
                  </a:cubicBezTo>
                  <a:cubicBezTo>
                    <a:pt x="188" y="38"/>
                    <a:pt x="186" y="37"/>
                    <a:pt x="183" y="35"/>
                  </a:cubicBezTo>
                  <a:cubicBezTo>
                    <a:pt x="181" y="34"/>
                    <a:pt x="181" y="34"/>
                    <a:pt x="184" y="32"/>
                  </a:cubicBezTo>
                  <a:cubicBezTo>
                    <a:pt x="187" y="30"/>
                    <a:pt x="186" y="27"/>
                    <a:pt x="185" y="25"/>
                  </a:cubicBezTo>
                  <a:cubicBezTo>
                    <a:pt x="183" y="22"/>
                    <a:pt x="186" y="23"/>
                    <a:pt x="190" y="21"/>
                  </a:cubicBezTo>
                  <a:cubicBezTo>
                    <a:pt x="194" y="19"/>
                    <a:pt x="190" y="17"/>
                    <a:pt x="193" y="16"/>
                  </a:cubicBezTo>
                  <a:cubicBezTo>
                    <a:pt x="195" y="15"/>
                    <a:pt x="194" y="12"/>
                    <a:pt x="191" y="12"/>
                  </a:cubicBezTo>
                  <a:cubicBezTo>
                    <a:pt x="188" y="11"/>
                    <a:pt x="189" y="15"/>
                    <a:pt x="188" y="15"/>
                  </a:cubicBezTo>
                  <a:cubicBezTo>
                    <a:pt x="187" y="15"/>
                    <a:pt x="186" y="11"/>
                    <a:pt x="185" y="11"/>
                  </a:cubicBezTo>
                  <a:cubicBezTo>
                    <a:pt x="184" y="11"/>
                    <a:pt x="181" y="16"/>
                    <a:pt x="179" y="13"/>
                  </a:cubicBezTo>
                  <a:cubicBezTo>
                    <a:pt x="177" y="11"/>
                    <a:pt x="167" y="9"/>
                    <a:pt x="163" y="8"/>
                  </a:cubicBezTo>
                  <a:cubicBezTo>
                    <a:pt x="159" y="8"/>
                    <a:pt x="158" y="3"/>
                    <a:pt x="156" y="4"/>
                  </a:cubicBezTo>
                  <a:cubicBezTo>
                    <a:pt x="153" y="5"/>
                    <a:pt x="156" y="6"/>
                    <a:pt x="159" y="9"/>
                  </a:cubicBezTo>
                  <a:cubicBezTo>
                    <a:pt x="161" y="12"/>
                    <a:pt x="150" y="14"/>
                    <a:pt x="146" y="13"/>
                  </a:cubicBezTo>
                  <a:cubicBezTo>
                    <a:pt x="143" y="12"/>
                    <a:pt x="147" y="15"/>
                    <a:pt x="144" y="15"/>
                  </a:cubicBezTo>
                  <a:cubicBezTo>
                    <a:pt x="141" y="15"/>
                    <a:pt x="141" y="20"/>
                    <a:pt x="138" y="22"/>
                  </a:cubicBezTo>
                  <a:cubicBezTo>
                    <a:pt x="136" y="25"/>
                    <a:pt x="138" y="27"/>
                    <a:pt x="135" y="28"/>
                  </a:cubicBezTo>
                  <a:cubicBezTo>
                    <a:pt x="133" y="30"/>
                    <a:pt x="132" y="32"/>
                    <a:pt x="135" y="35"/>
                  </a:cubicBezTo>
                  <a:cubicBezTo>
                    <a:pt x="138" y="39"/>
                    <a:pt x="134" y="39"/>
                    <a:pt x="131" y="36"/>
                  </a:cubicBezTo>
                  <a:cubicBezTo>
                    <a:pt x="129" y="33"/>
                    <a:pt x="126" y="33"/>
                    <a:pt x="126" y="36"/>
                  </a:cubicBezTo>
                  <a:cubicBezTo>
                    <a:pt x="126" y="39"/>
                    <a:pt x="123" y="38"/>
                    <a:pt x="124" y="35"/>
                  </a:cubicBezTo>
                  <a:cubicBezTo>
                    <a:pt x="124" y="31"/>
                    <a:pt x="120" y="33"/>
                    <a:pt x="119" y="31"/>
                  </a:cubicBezTo>
                  <a:cubicBezTo>
                    <a:pt x="118" y="29"/>
                    <a:pt x="115" y="26"/>
                    <a:pt x="112" y="26"/>
                  </a:cubicBezTo>
                  <a:cubicBezTo>
                    <a:pt x="110" y="26"/>
                    <a:pt x="110" y="29"/>
                    <a:pt x="108" y="29"/>
                  </a:cubicBezTo>
                  <a:cubicBezTo>
                    <a:pt x="105" y="29"/>
                    <a:pt x="105" y="30"/>
                    <a:pt x="105" y="32"/>
                  </a:cubicBezTo>
                  <a:cubicBezTo>
                    <a:pt x="105" y="35"/>
                    <a:pt x="102" y="32"/>
                    <a:pt x="99" y="32"/>
                  </a:cubicBezTo>
                  <a:cubicBezTo>
                    <a:pt x="96" y="33"/>
                    <a:pt x="99" y="36"/>
                    <a:pt x="97" y="36"/>
                  </a:cubicBezTo>
                  <a:cubicBezTo>
                    <a:pt x="96" y="36"/>
                    <a:pt x="96" y="39"/>
                    <a:pt x="94" y="39"/>
                  </a:cubicBezTo>
                  <a:cubicBezTo>
                    <a:pt x="91" y="39"/>
                    <a:pt x="92" y="44"/>
                    <a:pt x="92" y="47"/>
                  </a:cubicBezTo>
                  <a:cubicBezTo>
                    <a:pt x="92" y="49"/>
                    <a:pt x="89" y="45"/>
                    <a:pt x="86" y="46"/>
                  </a:cubicBezTo>
                  <a:cubicBezTo>
                    <a:pt x="84" y="47"/>
                    <a:pt x="87" y="49"/>
                    <a:pt x="87" y="52"/>
                  </a:cubicBezTo>
                  <a:cubicBezTo>
                    <a:pt x="88" y="55"/>
                    <a:pt x="86" y="55"/>
                    <a:pt x="85" y="56"/>
                  </a:cubicBezTo>
                  <a:cubicBezTo>
                    <a:pt x="84" y="57"/>
                    <a:pt x="82" y="53"/>
                    <a:pt x="82" y="50"/>
                  </a:cubicBezTo>
                  <a:cubicBezTo>
                    <a:pt x="82" y="47"/>
                    <a:pt x="79" y="50"/>
                    <a:pt x="76" y="53"/>
                  </a:cubicBezTo>
                  <a:cubicBezTo>
                    <a:pt x="72" y="57"/>
                    <a:pt x="77" y="62"/>
                    <a:pt x="75" y="63"/>
                  </a:cubicBezTo>
                  <a:cubicBezTo>
                    <a:pt x="74" y="64"/>
                    <a:pt x="67" y="70"/>
                    <a:pt x="64" y="74"/>
                  </a:cubicBezTo>
                  <a:cubicBezTo>
                    <a:pt x="60" y="79"/>
                    <a:pt x="52" y="76"/>
                    <a:pt x="49" y="78"/>
                  </a:cubicBezTo>
                  <a:cubicBezTo>
                    <a:pt x="47" y="80"/>
                    <a:pt x="44" y="79"/>
                    <a:pt x="42" y="81"/>
                  </a:cubicBezTo>
                  <a:cubicBezTo>
                    <a:pt x="39" y="83"/>
                    <a:pt x="35" y="86"/>
                    <a:pt x="34" y="84"/>
                  </a:cubicBezTo>
                  <a:cubicBezTo>
                    <a:pt x="33" y="82"/>
                    <a:pt x="27" y="83"/>
                    <a:pt x="24" y="86"/>
                  </a:cubicBezTo>
                  <a:cubicBezTo>
                    <a:pt x="22" y="89"/>
                    <a:pt x="17" y="92"/>
                    <a:pt x="14" y="92"/>
                  </a:cubicBezTo>
                  <a:cubicBezTo>
                    <a:pt x="11" y="92"/>
                    <a:pt x="11" y="97"/>
                    <a:pt x="10" y="98"/>
                  </a:cubicBezTo>
                  <a:cubicBezTo>
                    <a:pt x="9" y="99"/>
                    <a:pt x="9" y="94"/>
                    <a:pt x="9" y="93"/>
                  </a:cubicBezTo>
                  <a:cubicBezTo>
                    <a:pt x="9" y="91"/>
                    <a:pt x="6" y="95"/>
                    <a:pt x="5" y="99"/>
                  </a:cubicBezTo>
                  <a:cubicBezTo>
                    <a:pt x="4" y="102"/>
                    <a:pt x="8" y="104"/>
                    <a:pt x="5" y="108"/>
                  </a:cubicBezTo>
                  <a:cubicBezTo>
                    <a:pt x="3" y="112"/>
                    <a:pt x="0" y="116"/>
                    <a:pt x="4" y="121"/>
                  </a:cubicBezTo>
                  <a:cubicBezTo>
                    <a:pt x="8" y="126"/>
                    <a:pt x="10" y="129"/>
                    <a:pt x="9" y="131"/>
                  </a:cubicBezTo>
                  <a:cubicBezTo>
                    <a:pt x="7" y="134"/>
                    <a:pt x="5" y="126"/>
                    <a:pt x="4" y="127"/>
                  </a:cubicBezTo>
                  <a:cubicBezTo>
                    <a:pt x="3" y="128"/>
                    <a:pt x="7" y="131"/>
                    <a:pt x="6" y="133"/>
                  </a:cubicBezTo>
                  <a:cubicBezTo>
                    <a:pt x="5" y="134"/>
                    <a:pt x="1" y="127"/>
                    <a:pt x="0" y="129"/>
                  </a:cubicBezTo>
                  <a:cubicBezTo>
                    <a:pt x="0" y="130"/>
                    <a:pt x="8" y="142"/>
                    <a:pt x="9" y="147"/>
                  </a:cubicBezTo>
                  <a:cubicBezTo>
                    <a:pt x="9" y="151"/>
                    <a:pt x="16" y="156"/>
                    <a:pt x="15" y="162"/>
                  </a:cubicBezTo>
                  <a:cubicBezTo>
                    <a:pt x="15" y="168"/>
                    <a:pt x="21" y="179"/>
                    <a:pt x="23" y="180"/>
                  </a:cubicBezTo>
                  <a:cubicBezTo>
                    <a:pt x="24" y="182"/>
                    <a:pt x="20" y="186"/>
                    <a:pt x="21" y="191"/>
                  </a:cubicBezTo>
                  <a:cubicBezTo>
                    <a:pt x="21" y="196"/>
                    <a:pt x="19" y="198"/>
                    <a:pt x="16" y="198"/>
                  </a:cubicBezTo>
                  <a:cubicBezTo>
                    <a:pt x="13" y="198"/>
                    <a:pt x="15" y="203"/>
                    <a:pt x="18" y="203"/>
                  </a:cubicBezTo>
                  <a:cubicBezTo>
                    <a:pt x="22" y="203"/>
                    <a:pt x="20" y="206"/>
                    <a:pt x="24" y="208"/>
                  </a:cubicBezTo>
                  <a:cubicBezTo>
                    <a:pt x="28" y="211"/>
                    <a:pt x="37" y="210"/>
                    <a:pt x="40" y="210"/>
                  </a:cubicBezTo>
                  <a:cubicBezTo>
                    <a:pt x="43" y="210"/>
                    <a:pt x="44" y="205"/>
                    <a:pt x="48" y="205"/>
                  </a:cubicBezTo>
                  <a:cubicBezTo>
                    <a:pt x="52" y="205"/>
                    <a:pt x="52" y="203"/>
                    <a:pt x="54" y="201"/>
                  </a:cubicBezTo>
                  <a:cubicBezTo>
                    <a:pt x="56" y="198"/>
                    <a:pt x="65" y="199"/>
                    <a:pt x="74" y="200"/>
                  </a:cubicBezTo>
                  <a:cubicBezTo>
                    <a:pt x="84" y="200"/>
                    <a:pt x="88" y="197"/>
                    <a:pt x="89" y="193"/>
                  </a:cubicBezTo>
                  <a:cubicBezTo>
                    <a:pt x="90" y="190"/>
                    <a:pt x="97" y="190"/>
                    <a:pt x="100" y="187"/>
                  </a:cubicBezTo>
                  <a:cubicBezTo>
                    <a:pt x="103" y="185"/>
                    <a:pt x="105" y="185"/>
                    <a:pt x="112" y="185"/>
                  </a:cubicBezTo>
                  <a:cubicBezTo>
                    <a:pt x="119" y="185"/>
                    <a:pt x="125" y="182"/>
                    <a:pt x="130" y="180"/>
                  </a:cubicBezTo>
                  <a:cubicBezTo>
                    <a:pt x="134" y="178"/>
                    <a:pt x="142" y="179"/>
                    <a:pt x="147" y="178"/>
                  </a:cubicBezTo>
                  <a:cubicBezTo>
                    <a:pt x="151" y="177"/>
                    <a:pt x="152" y="183"/>
                    <a:pt x="156" y="183"/>
                  </a:cubicBezTo>
                  <a:cubicBezTo>
                    <a:pt x="161" y="182"/>
                    <a:pt x="163" y="184"/>
                    <a:pt x="166" y="184"/>
                  </a:cubicBezTo>
                  <a:cubicBezTo>
                    <a:pt x="168" y="184"/>
                    <a:pt x="168" y="186"/>
                    <a:pt x="171" y="186"/>
                  </a:cubicBezTo>
                  <a:cubicBezTo>
                    <a:pt x="173" y="187"/>
                    <a:pt x="173" y="189"/>
                    <a:pt x="171" y="191"/>
                  </a:cubicBezTo>
                  <a:cubicBezTo>
                    <a:pt x="170" y="193"/>
                    <a:pt x="175" y="193"/>
                    <a:pt x="178" y="198"/>
                  </a:cubicBezTo>
                  <a:cubicBezTo>
                    <a:pt x="182" y="203"/>
                    <a:pt x="178" y="203"/>
                    <a:pt x="180" y="207"/>
                  </a:cubicBezTo>
                  <a:cubicBezTo>
                    <a:pt x="182" y="210"/>
                    <a:pt x="183" y="210"/>
                    <a:pt x="187" y="205"/>
                  </a:cubicBezTo>
                  <a:cubicBezTo>
                    <a:pt x="190" y="200"/>
                    <a:pt x="194" y="203"/>
                    <a:pt x="195" y="198"/>
                  </a:cubicBezTo>
                  <a:cubicBezTo>
                    <a:pt x="195" y="194"/>
                    <a:pt x="199" y="189"/>
                    <a:pt x="202" y="191"/>
                  </a:cubicBezTo>
                  <a:cubicBezTo>
                    <a:pt x="204" y="193"/>
                    <a:pt x="200" y="195"/>
                    <a:pt x="198" y="203"/>
                  </a:cubicBezTo>
                  <a:cubicBezTo>
                    <a:pt x="197" y="211"/>
                    <a:pt x="194" y="207"/>
                    <a:pt x="193" y="209"/>
                  </a:cubicBezTo>
                  <a:cubicBezTo>
                    <a:pt x="193" y="211"/>
                    <a:pt x="201" y="213"/>
                    <a:pt x="201" y="208"/>
                  </a:cubicBezTo>
                  <a:cubicBezTo>
                    <a:pt x="201" y="204"/>
                    <a:pt x="202" y="202"/>
                    <a:pt x="205" y="206"/>
                  </a:cubicBezTo>
                  <a:cubicBezTo>
                    <a:pt x="208" y="210"/>
                    <a:pt x="203" y="213"/>
                    <a:pt x="204" y="215"/>
                  </a:cubicBezTo>
                  <a:cubicBezTo>
                    <a:pt x="205" y="217"/>
                    <a:pt x="208" y="214"/>
                    <a:pt x="210" y="215"/>
                  </a:cubicBezTo>
                  <a:cubicBezTo>
                    <a:pt x="213" y="215"/>
                    <a:pt x="217" y="222"/>
                    <a:pt x="217" y="226"/>
                  </a:cubicBezTo>
                  <a:cubicBezTo>
                    <a:pt x="216" y="229"/>
                    <a:pt x="215" y="233"/>
                    <a:pt x="221" y="236"/>
                  </a:cubicBezTo>
                  <a:cubicBezTo>
                    <a:pt x="227" y="239"/>
                    <a:pt x="225" y="240"/>
                    <a:pt x="229" y="240"/>
                  </a:cubicBezTo>
                  <a:cubicBezTo>
                    <a:pt x="234" y="240"/>
                    <a:pt x="243" y="243"/>
                    <a:pt x="245" y="245"/>
                  </a:cubicBezTo>
                  <a:cubicBezTo>
                    <a:pt x="248" y="247"/>
                    <a:pt x="254" y="244"/>
                    <a:pt x="256" y="239"/>
                  </a:cubicBezTo>
                  <a:cubicBezTo>
                    <a:pt x="257" y="235"/>
                    <a:pt x="262" y="239"/>
                    <a:pt x="259" y="241"/>
                  </a:cubicBezTo>
                  <a:cubicBezTo>
                    <a:pt x="257" y="242"/>
                    <a:pt x="260" y="245"/>
                    <a:pt x="260" y="243"/>
                  </a:cubicBezTo>
                  <a:cubicBezTo>
                    <a:pt x="261" y="241"/>
                    <a:pt x="262" y="239"/>
                    <a:pt x="263" y="241"/>
                  </a:cubicBezTo>
                  <a:cubicBezTo>
                    <a:pt x="264" y="244"/>
                    <a:pt x="267" y="244"/>
                    <a:pt x="268" y="246"/>
                  </a:cubicBezTo>
                  <a:cubicBezTo>
                    <a:pt x="269" y="248"/>
                    <a:pt x="271" y="250"/>
                    <a:pt x="271" y="248"/>
                  </a:cubicBezTo>
                  <a:cubicBezTo>
                    <a:pt x="271" y="246"/>
                    <a:pt x="271" y="245"/>
                    <a:pt x="274" y="244"/>
                  </a:cubicBezTo>
                  <a:cubicBezTo>
                    <a:pt x="277" y="243"/>
                    <a:pt x="279" y="241"/>
                    <a:pt x="282" y="238"/>
                  </a:cubicBezTo>
                  <a:cubicBezTo>
                    <a:pt x="285" y="236"/>
                    <a:pt x="297" y="235"/>
                    <a:pt x="299" y="235"/>
                  </a:cubicBezTo>
                  <a:cubicBezTo>
                    <a:pt x="300" y="235"/>
                    <a:pt x="301" y="225"/>
                    <a:pt x="301" y="219"/>
                  </a:cubicBezTo>
                  <a:cubicBezTo>
                    <a:pt x="302" y="213"/>
                    <a:pt x="307" y="213"/>
                    <a:pt x="307" y="207"/>
                  </a:cubicBezTo>
                  <a:cubicBezTo>
                    <a:pt x="308" y="201"/>
                    <a:pt x="314" y="190"/>
                    <a:pt x="316" y="189"/>
                  </a:cubicBezTo>
                  <a:cubicBezTo>
                    <a:pt x="318" y="189"/>
                    <a:pt x="321" y="187"/>
                    <a:pt x="321" y="184"/>
                  </a:cubicBezTo>
                  <a:cubicBezTo>
                    <a:pt x="321" y="180"/>
                    <a:pt x="325" y="177"/>
                    <a:pt x="325" y="173"/>
                  </a:cubicBezTo>
                  <a:cubicBezTo>
                    <a:pt x="325" y="169"/>
                    <a:pt x="327" y="164"/>
                    <a:pt x="327" y="162"/>
                  </a:cubicBezTo>
                  <a:cubicBezTo>
                    <a:pt x="327" y="161"/>
                    <a:pt x="325" y="157"/>
                    <a:pt x="328" y="154"/>
                  </a:cubicBezTo>
                  <a:cubicBezTo>
                    <a:pt x="331" y="152"/>
                    <a:pt x="327" y="148"/>
                    <a:pt x="328" y="147"/>
                  </a:cubicBezTo>
                  <a:close/>
                  <a:moveTo>
                    <a:pt x="150" y="7"/>
                  </a:moveTo>
                  <a:cubicBezTo>
                    <a:pt x="149" y="5"/>
                    <a:pt x="136" y="8"/>
                    <a:pt x="139" y="10"/>
                  </a:cubicBezTo>
                  <a:cubicBezTo>
                    <a:pt x="141" y="11"/>
                    <a:pt x="150" y="10"/>
                    <a:pt x="150" y="7"/>
                  </a:cubicBezTo>
                  <a:close/>
                  <a:moveTo>
                    <a:pt x="190" y="219"/>
                  </a:moveTo>
                  <a:cubicBezTo>
                    <a:pt x="192" y="220"/>
                    <a:pt x="198" y="220"/>
                    <a:pt x="199" y="217"/>
                  </a:cubicBezTo>
                  <a:cubicBezTo>
                    <a:pt x="200" y="215"/>
                    <a:pt x="188" y="217"/>
                    <a:pt x="190" y="219"/>
                  </a:cubicBezTo>
                  <a:close/>
                  <a:moveTo>
                    <a:pt x="270" y="268"/>
                  </a:moveTo>
                  <a:cubicBezTo>
                    <a:pt x="265" y="269"/>
                    <a:pt x="258" y="264"/>
                    <a:pt x="257" y="264"/>
                  </a:cubicBezTo>
                  <a:cubicBezTo>
                    <a:pt x="255" y="265"/>
                    <a:pt x="263" y="277"/>
                    <a:pt x="260" y="280"/>
                  </a:cubicBezTo>
                  <a:cubicBezTo>
                    <a:pt x="258" y="284"/>
                    <a:pt x="268" y="292"/>
                    <a:pt x="271" y="293"/>
                  </a:cubicBezTo>
                  <a:cubicBezTo>
                    <a:pt x="274" y="293"/>
                    <a:pt x="273" y="289"/>
                    <a:pt x="275" y="290"/>
                  </a:cubicBezTo>
                  <a:cubicBezTo>
                    <a:pt x="278" y="290"/>
                    <a:pt x="277" y="287"/>
                    <a:pt x="277" y="286"/>
                  </a:cubicBezTo>
                  <a:cubicBezTo>
                    <a:pt x="278" y="284"/>
                    <a:pt x="280" y="287"/>
                    <a:pt x="282" y="286"/>
                  </a:cubicBezTo>
                  <a:cubicBezTo>
                    <a:pt x="284" y="285"/>
                    <a:pt x="281" y="278"/>
                    <a:pt x="284" y="278"/>
                  </a:cubicBezTo>
                  <a:cubicBezTo>
                    <a:pt x="287" y="278"/>
                    <a:pt x="285" y="268"/>
                    <a:pt x="284" y="265"/>
                  </a:cubicBezTo>
                  <a:cubicBezTo>
                    <a:pt x="283" y="262"/>
                    <a:pt x="275" y="268"/>
                    <a:pt x="270" y="2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164">
              <a:extLst>
                <a:ext uri="{FF2B5EF4-FFF2-40B4-BE49-F238E27FC236}">
                  <a16:creationId xmlns:a16="http://schemas.microsoft.com/office/drawing/2014/main" id="{58CA43E4-FD01-43B2-8F01-50B4EFB243F4}"/>
                </a:ext>
              </a:extLst>
            </p:cNvPr>
            <p:cNvSpPr>
              <a:spLocks noEditPoints="1"/>
            </p:cNvSpPr>
            <p:nvPr/>
          </p:nvSpPr>
          <p:spPr bwMode="auto">
            <a:xfrm>
              <a:off x="6553272" y="1795588"/>
              <a:ext cx="3907491" cy="1501332"/>
            </a:xfrm>
            <a:custGeom>
              <a:avLst/>
              <a:gdLst>
                <a:gd name="T0" fmla="*/ 361 w 1373"/>
                <a:gd name="T1" fmla="*/ 11 h 527"/>
                <a:gd name="T2" fmla="*/ 610 w 1373"/>
                <a:gd name="T3" fmla="*/ 5 h 527"/>
                <a:gd name="T4" fmla="*/ 480 w 1373"/>
                <a:gd name="T5" fmla="*/ 151 h 527"/>
                <a:gd name="T6" fmla="*/ 662 w 1373"/>
                <a:gd name="T7" fmla="*/ 50 h 527"/>
                <a:gd name="T8" fmla="*/ 1002 w 1373"/>
                <a:gd name="T9" fmla="*/ 111 h 527"/>
                <a:gd name="T10" fmla="*/ 1053 w 1373"/>
                <a:gd name="T11" fmla="*/ 117 h 527"/>
                <a:gd name="T12" fmla="*/ 981 w 1373"/>
                <a:gd name="T13" fmla="*/ 426 h 527"/>
                <a:gd name="T14" fmla="*/ 243 w 1373"/>
                <a:gd name="T15" fmla="*/ 23 h 527"/>
                <a:gd name="T16" fmla="*/ 1331 w 1373"/>
                <a:gd name="T17" fmla="*/ 242 h 527"/>
                <a:gd name="T18" fmla="*/ 1193 w 1373"/>
                <a:gd name="T19" fmla="*/ 203 h 527"/>
                <a:gd name="T20" fmla="*/ 1062 w 1373"/>
                <a:gd name="T21" fmla="*/ 177 h 527"/>
                <a:gd name="T22" fmla="*/ 973 w 1373"/>
                <a:gd name="T23" fmla="*/ 150 h 527"/>
                <a:gd name="T24" fmla="*/ 902 w 1373"/>
                <a:gd name="T25" fmla="*/ 168 h 527"/>
                <a:gd name="T26" fmla="*/ 844 w 1373"/>
                <a:gd name="T27" fmla="*/ 139 h 527"/>
                <a:gd name="T28" fmla="*/ 747 w 1373"/>
                <a:gd name="T29" fmla="*/ 136 h 527"/>
                <a:gd name="T30" fmla="*/ 737 w 1373"/>
                <a:gd name="T31" fmla="*/ 118 h 527"/>
                <a:gd name="T32" fmla="*/ 698 w 1373"/>
                <a:gd name="T33" fmla="*/ 84 h 527"/>
                <a:gd name="T34" fmla="*/ 630 w 1373"/>
                <a:gd name="T35" fmla="*/ 96 h 527"/>
                <a:gd name="T36" fmla="*/ 546 w 1373"/>
                <a:gd name="T37" fmla="*/ 114 h 527"/>
                <a:gd name="T38" fmla="*/ 519 w 1373"/>
                <a:gd name="T39" fmla="*/ 137 h 527"/>
                <a:gd name="T40" fmla="*/ 478 w 1373"/>
                <a:gd name="T41" fmla="*/ 178 h 527"/>
                <a:gd name="T42" fmla="*/ 455 w 1373"/>
                <a:gd name="T43" fmla="*/ 204 h 527"/>
                <a:gd name="T44" fmla="*/ 421 w 1373"/>
                <a:gd name="T45" fmla="*/ 244 h 527"/>
                <a:gd name="T46" fmla="*/ 437 w 1373"/>
                <a:gd name="T47" fmla="*/ 213 h 527"/>
                <a:gd name="T48" fmla="*/ 386 w 1373"/>
                <a:gd name="T49" fmla="*/ 188 h 527"/>
                <a:gd name="T50" fmla="*/ 326 w 1373"/>
                <a:gd name="T51" fmla="*/ 196 h 527"/>
                <a:gd name="T52" fmla="*/ 268 w 1373"/>
                <a:gd name="T53" fmla="*/ 211 h 527"/>
                <a:gd name="T54" fmla="*/ 195 w 1373"/>
                <a:gd name="T55" fmla="*/ 214 h 527"/>
                <a:gd name="T56" fmla="*/ 149 w 1373"/>
                <a:gd name="T57" fmla="*/ 263 h 527"/>
                <a:gd name="T58" fmla="*/ 102 w 1373"/>
                <a:gd name="T59" fmla="*/ 234 h 527"/>
                <a:gd name="T60" fmla="*/ 107 w 1373"/>
                <a:gd name="T61" fmla="*/ 200 h 527"/>
                <a:gd name="T62" fmla="*/ 78 w 1373"/>
                <a:gd name="T63" fmla="*/ 231 h 527"/>
                <a:gd name="T64" fmla="*/ 70 w 1373"/>
                <a:gd name="T65" fmla="*/ 316 h 527"/>
                <a:gd name="T66" fmla="*/ 73 w 1373"/>
                <a:gd name="T67" fmla="*/ 370 h 527"/>
                <a:gd name="T68" fmla="*/ 114 w 1373"/>
                <a:gd name="T69" fmla="*/ 412 h 527"/>
                <a:gd name="T70" fmla="*/ 160 w 1373"/>
                <a:gd name="T71" fmla="*/ 451 h 527"/>
                <a:gd name="T72" fmla="*/ 164 w 1373"/>
                <a:gd name="T73" fmla="*/ 503 h 527"/>
                <a:gd name="T74" fmla="*/ 238 w 1373"/>
                <a:gd name="T75" fmla="*/ 476 h 527"/>
                <a:gd name="T76" fmla="*/ 236 w 1373"/>
                <a:gd name="T77" fmla="*/ 430 h 527"/>
                <a:gd name="T78" fmla="*/ 325 w 1373"/>
                <a:gd name="T79" fmla="*/ 433 h 527"/>
                <a:gd name="T80" fmla="*/ 373 w 1373"/>
                <a:gd name="T81" fmla="*/ 388 h 527"/>
                <a:gd name="T82" fmla="*/ 450 w 1373"/>
                <a:gd name="T83" fmla="*/ 396 h 527"/>
                <a:gd name="T84" fmla="*/ 541 w 1373"/>
                <a:gd name="T85" fmla="*/ 442 h 527"/>
                <a:gd name="T86" fmla="*/ 624 w 1373"/>
                <a:gd name="T87" fmla="*/ 433 h 527"/>
                <a:gd name="T88" fmla="*/ 696 w 1373"/>
                <a:gd name="T89" fmla="*/ 437 h 527"/>
                <a:gd name="T90" fmla="*/ 803 w 1373"/>
                <a:gd name="T91" fmla="*/ 420 h 527"/>
                <a:gd name="T92" fmla="*/ 887 w 1373"/>
                <a:gd name="T93" fmla="*/ 453 h 527"/>
                <a:gd name="T94" fmla="*/ 898 w 1373"/>
                <a:gd name="T95" fmla="*/ 508 h 527"/>
                <a:gd name="T96" fmla="*/ 960 w 1373"/>
                <a:gd name="T97" fmla="*/ 393 h 527"/>
                <a:gd name="T98" fmla="*/ 969 w 1373"/>
                <a:gd name="T99" fmla="*/ 349 h 527"/>
                <a:gd name="T100" fmla="*/ 1078 w 1373"/>
                <a:gd name="T101" fmla="*/ 337 h 527"/>
                <a:gd name="T102" fmla="*/ 1152 w 1373"/>
                <a:gd name="T103" fmla="*/ 299 h 527"/>
                <a:gd name="T104" fmla="*/ 1097 w 1373"/>
                <a:gd name="T105" fmla="*/ 424 h 527"/>
                <a:gd name="T106" fmla="*/ 1150 w 1373"/>
                <a:gd name="T107" fmla="*/ 352 h 527"/>
                <a:gd name="T108" fmla="*/ 1234 w 1373"/>
                <a:gd name="T109" fmla="*/ 309 h 527"/>
                <a:gd name="T110" fmla="*/ 1292 w 1373"/>
                <a:gd name="T111" fmla="*/ 262 h 527"/>
                <a:gd name="T112" fmla="*/ 1347 w 1373"/>
                <a:gd name="T113" fmla="*/ 268 h 527"/>
                <a:gd name="T114" fmla="*/ 707 w 1373"/>
                <a:gd name="T115" fmla="*/ 392 h 527"/>
                <a:gd name="T116" fmla="*/ 276 w 1373"/>
                <a:gd name="T117" fmla="*/ 24 h 527"/>
                <a:gd name="T118" fmla="*/ 281 w 1373"/>
                <a:gd name="T119" fmla="*/ 15 h 527"/>
                <a:gd name="T120" fmla="*/ 299 w 1373"/>
                <a:gd name="T121" fmla="*/ 146 h 527"/>
                <a:gd name="T122" fmla="*/ 300 w 1373"/>
                <a:gd name="T123" fmla="*/ 11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3" h="527">
                  <a:moveTo>
                    <a:pt x="20" y="381"/>
                  </a:moveTo>
                  <a:cubicBezTo>
                    <a:pt x="19" y="382"/>
                    <a:pt x="16" y="381"/>
                    <a:pt x="16" y="379"/>
                  </a:cubicBezTo>
                  <a:cubicBezTo>
                    <a:pt x="15" y="378"/>
                    <a:pt x="13" y="379"/>
                    <a:pt x="11" y="379"/>
                  </a:cubicBezTo>
                  <a:cubicBezTo>
                    <a:pt x="11" y="379"/>
                    <a:pt x="12" y="380"/>
                    <a:pt x="12" y="380"/>
                  </a:cubicBezTo>
                  <a:cubicBezTo>
                    <a:pt x="13" y="382"/>
                    <a:pt x="8" y="382"/>
                    <a:pt x="9" y="385"/>
                  </a:cubicBezTo>
                  <a:cubicBezTo>
                    <a:pt x="11" y="387"/>
                    <a:pt x="5" y="387"/>
                    <a:pt x="5" y="385"/>
                  </a:cubicBezTo>
                  <a:cubicBezTo>
                    <a:pt x="5" y="382"/>
                    <a:pt x="0" y="383"/>
                    <a:pt x="0" y="385"/>
                  </a:cubicBezTo>
                  <a:cubicBezTo>
                    <a:pt x="0" y="385"/>
                    <a:pt x="0" y="386"/>
                    <a:pt x="0" y="387"/>
                  </a:cubicBezTo>
                  <a:cubicBezTo>
                    <a:pt x="1" y="387"/>
                    <a:pt x="3" y="388"/>
                    <a:pt x="4" y="388"/>
                  </a:cubicBezTo>
                  <a:cubicBezTo>
                    <a:pt x="5" y="389"/>
                    <a:pt x="19" y="390"/>
                    <a:pt x="24" y="389"/>
                  </a:cubicBezTo>
                  <a:cubicBezTo>
                    <a:pt x="24" y="388"/>
                    <a:pt x="25" y="385"/>
                    <a:pt x="25" y="384"/>
                  </a:cubicBezTo>
                  <a:cubicBezTo>
                    <a:pt x="25" y="382"/>
                    <a:pt x="21" y="381"/>
                    <a:pt x="20" y="381"/>
                  </a:cubicBezTo>
                  <a:close/>
                  <a:moveTo>
                    <a:pt x="364" y="15"/>
                  </a:moveTo>
                  <a:cubicBezTo>
                    <a:pt x="373" y="14"/>
                    <a:pt x="373" y="9"/>
                    <a:pt x="368" y="8"/>
                  </a:cubicBezTo>
                  <a:cubicBezTo>
                    <a:pt x="364" y="7"/>
                    <a:pt x="363" y="11"/>
                    <a:pt x="361" y="11"/>
                  </a:cubicBezTo>
                  <a:cubicBezTo>
                    <a:pt x="358" y="10"/>
                    <a:pt x="349" y="12"/>
                    <a:pt x="351" y="14"/>
                  </a:cubicBezTo>
                  <a:cubicBezTo>
                    <a:pt x="353" y="17"/>
                    <a:pt x="360" y="15"/>
                    <a:pt x="364" y="15"/>
                  </a:cubicBezTo>
                  <a:close/>
                  <a:moveTo>
                    <a:pt x="410" y="147"/>
                  </a:moveTo>
                  <a:cubicBezTo>
                    <a:pt x="413" y="148"/>
                    <a:pt x="422" y="146"/>
                    <a:pt x="423" y="144"/>
                  </a:cubicBezTo>
                  <a:cubicBezTo>
                    <a:pt x="424" y="143"/>
                    <a:pt x="419" y="141"/>
                    <a:pt x="414" y="141"/>
                  </a:cubicBezTo>
                  <a:cubicBezTo>
                    <a:pt x="408" y="141"/>
                    <a:pt x="408" y="147"/>
                    <a:pt x="410" y="147"/>
                  </a:cubicBezTo>
                  <a:close/>
                  <a:moveTo>
                    <a:pt x="586" y="26"/>
                  </a:moveTo>
                  <a:cubicBezTo>
                    <a:pt x="591" y="28"/>
                    <a:pt x="589" y="29"/>
                    <a:pt x="584" y="29"/>
                  </a:cubicBezTo>
                  <a:cubicBezTo>
                    <a:pt x="579" y="29"/>
                    <a:pt x="575" y="30"/>
                    <a:pt x="578" y="32"/>
                  </a:cubicBezTo>
                  <a:cubicBezTo>
                    <a:pt x="581" y="33"/>
                    <a:pt x="581" y="35"/>
                    <a:pt x="586" y="36"/>
                  </a:cubicBezTo>
                  <a:cubicBezTo>
                    <a:pt x="591" y="37"/>
                    <a:pt x="596" y="33"/>
                    <a:pt x="595" y="31"/>
                  </a:cubicBezTo>
                  <a:cubicBezTo>
                    <a:pt x="595" y="28"/>
                    <a:pt x="612" y="25"/>
                    <a:pt x="617" y="24"/>
                  </a:cubicBezTo>
                  <a:cubicBezTo>
                    <a:pt x="622" y="23"/>
                    <a:pt x="614" y="18"/>
                    <a:pt x="619" y="17"/>
                  </a:cubicBezTo>
                  <a:cubicBezTo>
                    <a:pt x="625" y="17"/>
                    <a:pt x="622" y="14"/>
                    <a:pt x="616" y="13"/>
                  </a:cubicBezTo>
                  <a:cubicBezTo>
                    <a:pt x="610" y="13"/>
                    <a:pt x="612" y="7"/>
                    <a:pt x="610" y="5"/>
                  </a:cubicBezTo>
                  <a:cubicBezTo>
                    <a:pt x="608" y="3"/>
                    <a:pt x="607" y="8"/>
                    <a:pt x="598" y="9"/>
                  </a:cubicBezTo>
                  <a:cubicBezTo>
                    <a:pt x="590" y="11"/>
                    <a:pt x="586" y="13"/>
                    <a:pt x="589" y="15"/>
                  </a:cubicBezTo>
                  <a:cubicBezTo>
                    <a:pt x="593" y="16"/>
                    <a:pt x="589" y="20"/>
                    <a:pt x="586" y="20"/>
                  </a:cubicBezTo>
                  <a:cubicBezTo>
                    <a:pt x="582" y="20"/>
                    <a:pt x="582" y="24"/>
                    <a:pt x="586" y="26"/>
                  </a:cubicBezTo>
                  <a:close/>
                  <a:moveTo>
                    <a:pt x="599" y="32"/>
                  </a:moveTo>
                  <a:cubicBezTo>
                    <a:pt x="599" y="35"/>
                    <a:pt x="591" y="37"/>
                    <a:pt x="593" y="39"/>
                  </a:cubicBezTo>
                  <a:cubicBezTo>
                    <a:pt x="595" y="41"/>
                    <a:pt x="597" y="41"/>
                    <a:pt x="599" y="41"/>
                  </a:cubicBezTo>
                  <a:cubicBezTo>
                    <a:pt x="601" y="42"/>
                    <a:pt x="603" y="47"/>
                    <a:pt x="607" y="47"/>
                  </a:cubicBezTo>
                  <a:cubicBezTo>
                    <a:pt x="611" y="46"/>
                    <a:pt x="623" y="51"/>
                    <a:pt x="630" y="51"/>
                  </a:cubicBezTo>
                  <a:cubicBezTo>
                    <a:pt x="637" y="51"/>
                    <a:pt x="637" y="46"/>
                    <a:pt x="635" y="45"/>
                  </a:cubicBezTo>
                  <a:cubicBezTo>
                    <a:pt x="633" y="45"/>
                    <a:pt x="635" y="42"/>
                    <a:pt x="639" y="36"/>
                  </a:cubicBezTo>
                  <a:cubicBezTo>
                    <a:pt x="643" y="31"/>
                    <a:pt x="627" y="27"/>
                    <a:pt x="627" y="31"/>
                  </a:cubicBezTo>
                  <a:cubicBezTo>
                    <a:pt x="627" y="35"/>
                    <a:pt x="622" y="30"/>
                    <a:pt x="621" y="28"/>
                  </a:cubicBezTo>
                  <a:cubicBezTo>
                    <a:pt x="620" y="25"/>
                    <a:pt x="599" y="30"/>
                    <a:pt x="599" y="32"/>
                  </a:cubicBezTo>
                  <a:close/>
                  <a:moveTo>
                    <a:pt x="480" y="151"/>
                  </a:moveTo>
                  <a:cubicBezTo>
                    <a:pt x="484" y="153"/>
                    <a:pt x="486" y="152"/>
                    <a:pt x="486" y="148"/>
                  </a:cubicBezTo>
                  <a:cubicBezTo>
                    <a:pt x="485" y="144"/>
                    <a:pt x="477" y="149"/>
                    <a:pt x="480" y="151"/>
                  </a:cubicBezTo>
                  <a:close/>
                  <a:moveTo>
                    <a:pt x="580" y="9"/>
                  </a:moveTo>
                  <a:cubicBezTo>
                    <a:pt x="581" y="5"/>
                    <a:pt x="565" y="7"/>
                    <a:pt x="569" y="10"/>
                  </a:cubicBezTo>
                  <a:cubicBezTo>
                    <a:pt x="571" y="11"/>
                    <a:pt x="579" y="12"/>
                    <a:pt x="580" y="9"/>
                  </a:cubicBezTo>
                  <a:close/>
                  <a:moveTo>
                    <a:pt x="1280" y="181"/>
                  </a:moveTo>
                  <a:cubicBezTo>
                    <a:pt x="1284" y="184"/>
                    <a:pt x="1287" y="178"/>
                    <a:pt x="1291" y="181"/>
                  </a:cubicBezTo>
                  <a:cubicBezTo>
                    <a:pt x="1295" y="184"/>
                    <a:pt x="1304" y="180"/>
                    <a:pt x="1308" y="179"/>
                  </a:cubicBezTo>
                  <a:cubicBezTo>
                    <a:pt x="1312" y="178"/>
                    <a:pt x="1310" y="174"/>
                    <a:pt x="1299" y="172"/>
                  </a:cubicBezTo>
                  <a:cubicBezTo>
                    <a:pt x="1288" y="171"/>
                    <a:pt x="1275" y="179"/>
                    <a:pt x="1280" y="181"/>
                  </a:cubicBezTo>
                  <a:close/>
                  <a:moveTo>
                    <a:pt x="636" y="66"/>
                  </a:moveTo>
                  <a:cubicBezTo>
                    <a:pt x="639" y="68"/>
                    <a:pt x="650" y="63"/>
                    <a:pt x="657" y="64"/>
                  </a:cubicBezTo>
                  <a:cubicBezTo>
                    <a:pt x="664" y="64"/>
                    <a:pt x="684" y="58"/>
                    <a:pt x="684" y="54"/>
                  </a:cubicBezTo>
                  <a:cubicBezTo>
                    <a:pt x="685" y="51"/>
                    <a:pt x="677" y="51"/>
                    <a:pt x="674" y="47"/>
                  </a:cubicBezTo>
                  <a:cubicBezTo>
                    <a:pt x="671" y="44"/>
                    <a:pt x="664" y="47"/>
                    <a:pt x="662" y="50"/>
                  </a:cubicBezTo>
                  <a:cubicBezTo>
                    <a:pt x="661" y="53"/>
                    <a:pt x="659" y="50"/>
                    <a:pt x="663" y="46"/>
                  </a:cubicBezTo>
                  <a:cubicBezTo>
                    <a:pt x="668" y="41"/>
                    <a:pt x="659" y="37"/>
                    <a:pt x="659" y="40"/>
                  </a:cubicBezTo>
                  <a:cubicBezTo>
                    <a:pt x="658" y="43"/>
                    <a:pt x="650" y="41"/>
                    <a:pt x="650" y="43"/>
                  </a:cubicBezTo>
                  <a:cubicBezTo>
                    <a:pt x="650" y="46"/>
                    <a:pt x="647" y="47"/>
                    <a:pt x="647" y="50"/>
                  </a:cubicBezTo>
                  <a:cubicBezTo>
                    <a:pt x="647" y="52"/>
                    <a:pt x="641" y="48"/>
                    <a:pt x="641" y="54"/>
                  </a:cubicBezTo>
                  <a:cubicBezTo>
                    <a:pt x="641" y="60"/>
                    <a:pt x="632" y="64"/>
                    <a:pt x="636" y="66"/>
                  </a:cubicBezTo>
                  <a:close/>
                  <a:moveTo>
                    <a:pt x="942" y="115"/>
                  </a:moveTo>
                  <a:cubicBezTo>
                    <a:pt x="946" y="116"/>
                    <a:pt x="947" y="118"/>
                    <a:pt x="949" y="120"/>
                  </a:cubicBezTo>
                  <a:cubicBezTo>
                    <a:pt x="951" y="122"/>
                    <a:pt x="958" y="119"/>
                    <a:pt x="961" y="118"/>
                  </a:cubicBezTo>
                  <a:cubicBezTo>
                    <a:pt x="963" y="117"/>
                    <a:pt x="964" y="122"/>
                    <a:pt x="968" y="120"/>
                  </a:cubicBezTo>
                  <a:cubicBezTo>
                    <a:pt x="973" y="117"/>
                    <a:pt x="977" y="118"/>
                    <a:pt x="982" y="118"/>
                  </a:cubicBezTo>
                  <a:cubicBezTo>
                    <a:pt x="988" y="118"/>
                    <a:pt x="981" y="112"/>
                    <a:pt x="982" y="109"/>
                  </a:cubicBezTo>
                  <a:cubicBezTo>
                    <a:pt x="982" y="106"/>
                    <a:pt x="988" y="108"/>
                    <a:pt x="986" y="110"/>
                  </a:cubicBezTo>
                  <a:cubicBezTo>
                    <a:pt x="984" y="113"/>
                    <a:pt x="989" y="118"/>
                    <a:pt x="996" y="118"/>
                  </a:cubicBezTo>
                  <a:cubicBezTo>
                    <a:pt x="1004" y="117"/>
                    <a:pt x="998" y="112"/>
                    <a:pt x="1002" y="111"/>
                  </a:cubicBezTo>
                  <a:cubicBezTo>
                    <a:pt x="1006" y="109"/>
                    <a:pt x="1006" y="107"/>
                    <a:pt x="1000" y="104"/>
                  </a:cubicBezTo>
                  <a:cubicBezTo>
                    <a:pt x="995" y="101"/>
                    <a:pt x="987" y="103"/>
                    <a:pt x="983" y="101"/>
                  </a:cubicBezTo>
                  <a:cubicBezTo>
                    <a:pt x="978" y="98"/>
                    <a:pt x="972" y="98"/>
                    <a:pt x="971" y="103"/>
                  </a:cubicBezTo>
                  <a:cubicBezTo>
                    <a:pt x="971" y="109"/>
                    <a:pt x="961" y="98"/>
                    <a:pt x="956" y="96"/>
                  </a:cubicBezTo>
                  <a:cubicBezTo>
                    <a:pt x="951" y="94"/>
                    <a:pt x="934" y="111"/>
                    <a:pt x="942" y="115"/>
                  </a:cubicBezTo>
                  <a:close/>
                  <a:moveTo>
                    <a:pt x="992" y="145"/>
                  </a:moveTo>
                  <a:cubicBezTo>
                    <a:pt x="996" y="144"/>
                    <a:pt x="989" y="136"/>
                    <a:pt x="981" y="135"/>
                  </a:cubicBezTo>
                  <a:cubicBezTo>
                    <a:pt x="974" y="134"/>
                    <a:pt x="967" y="140"/>
                    <a:pt x="968" y="141"/>
                  </a:cubicBezTo>
                  <a:cubicBezTo>
                    <a:pt x="970" y="145"/>
                    <a:pt x="988" y="146"/>
                    <a:pt x="992" y="145"/>
                  </a:cubicBezTo>
                  <a:close/>
                  <a:moveTo>
                    <a:pt x="973" y="130"/>
                  </a:moveTo>
                  <a:cubicBezTo>
                    <a:pt x="973" y="126"/>
                    <a:pt x="960" y="131"/>
                    <a:pt x="965" y="133"/>
                  </a:cubicBezTo>
                  <a:cubicBezTo>
                    <a:pt x="968" y="134"/>
                    <a:pt x="973" y="133"/>
                    <a:pt x="973" y="130"/>
                  </a:cubicBezTo>
                  <a:close/>
                  <a:moveTo>
                    <a:pt x="1014" y="115"/>
                  </a:moveTo>
                  <a:cubicBezTo>
                    <a:pt x="1020" y="115"/>
                    <a:pt x="1023" y="120"/>
                    <a:pt x="1034" y="121"/>
                  </a:cubicBezTo>
                  <a:cubicBezTo>
                    <a:pt x="1045" y="122"/>
                    <a:pt x="1053" y="120"/>
                    <a:pt x="1053" y="117"/>
                  </a:cubicBezTo>
                  <a:cubicBezTo>
                    <a:pt x="1053" y="115"/>
                    <a:pt x="1043" y="111"/>
                    <a:pt x="1040" y="113"/>
                  </a:cubicBezTo>
                  <a:cubicBezTo>
                    <a:pt x="1037" y="115"/>
                    <a:pt x="1035" y="110"/>
                    <a:pt x="1031" y="111"/>
                  </a:cubicBezTo>
                  <a:cubicBezTo>
                    <a:pt x="1027" y="113"/>
                    <a:pt x="1022" y="112"/>
                    <a:pt x="1020" y="109"/>
                  </a:cubicBezTo>
                  <a:cubicBezTo>
                    <a:pt x="1018" y="106"/>
                    <a:pt x="1011" y="114"/>
                    <a:pt x="1014" y="115"/>
                  </a:cubicBezTo>
                  <a:close/>
                  <a:moveTo>
                    <a:pt x="220" y="18"/>
                  </a:moveTo>
                  <a:cubicBezTo>
                    <a:pt x="225" y="13"/>
                    <a:pt x="232" y="18"/>
                    <a:pt x="233" y="15"/>
                  </a:cubicBezTo>
                  <a:cubicBezTo>
                    <a:pt x="234" y="13"/>
                    <a:pt x="223" y="12"/>
                    <a:pt x="219" y="14"/>
                  </a:cubicBezTo>
                  <a:cubicBezTo>
                    <a:pt x="215" y="17"/>
                    <a:pt x="206" y="15"/>
                    <a:pt x="207" y="18"/>
                  </a:cubicBezTo>
                  <a:cubicBezTo>
                    <a:pt x="207" y="19"/>
                    <a:pt x="214" y="23"/>
                    <a:pt x="220" y="18"/>
                  </a:cubicBezTo>
                  <a:close/>
                  <a:moveTo>
                    <a:pt x="990" y="420"/>
                  </a:moveTo>
                  <a:cubicBezTo>
                    <a:pt x="987" y="413"/>
                    <a:pt x="994" y="406"/>
                    <a:pt x="989" y="403"/>
                  </a:cubicBezTo>
                  <a:cubicBezTo>
                    <a:pt x="984" y="399"/>
                    <a:pt x="986" y="392"/>
                    <a:pt x="984" y="393"/>
                  </a:cubicBezTo>
                  <a:cubicBezTo>
                    <a:pt x="981" y="395"/>
                    <a:pt x="984" y="401"/>
                    <a:pt x="980" y="402"/>
                  </a:cubicBezTo>
                  <a:cubicBezTo>
                    <a:pt x="976" y="402"/>
                    <a:pt x="980" y="406"/>
                    <a:pt x="978" y="410"/>
                  </a:cubicBezTo>
                  <a:cubicBezTo>
                    <a:pt x="977" y="415"/>
                    <a:pt x="979" y="422"/>
                    <a:pt x="981" y="426"/>
                  </a:cubicBezTo>
                  <a:cubicBezTo>
                    <a:pt x="983" y="431"/>
                    <a:pt x="978" y="453"/>
                    <a:pt x="980" y="457"/>
                  </a:cubicBezTo>
                  <a:cubicBezTo>
                    <a:pt x="982" y="461"/>
                    <a:pt x="977" y="478"/>
                    <a:pt x="979" y="480"/>
                  </a:cubicBezTo>
                  <a:cubicBezTo>
                    <a:pt x="982" y="483"/>
                    <a:pt x="980" y="475"/>
                    <a:pt x="984" y="475"/>
                  </a:cubicBezTo>
                  <a:cubicBezTo>
                    <a:pt x="988" y="474"/>
                    <a:pt x="988" y="479"/>
                    <a:pt x="991" y="481"/>
                  </a:cubicBezTo>
                  <a:cubicBezTo>
                    <a:pt x="994" y="482"/>
                    <a:pt x="992" y="473"/>
                    <a:pt x="990" y="473"/>
                  </a:cubicBezTo>
                  <a:cubicBezTo>
                    <a:pt x="987" y="474"/>
                    <a:pt x="985" y="468"/>
                    <a:pt x="984" y="464"/>
                  </a:cubicBezTo>
                  <a:cubicBezTo>
                    <a:pt x="983" y="460"/>
                    <a:pt x="986" y="456"/>
                    <a:pt x="986" y="451"/>
                  </a:cubicBezTo>
                  <a:cubicBezTo>
                    <a:pt x="986" y="446"/>
                    <a:pt x="992" y="446"/>
                    <a:pt x="996" y="450"/>
                  </a:cubicBezTo>
                  <a:cubicBezTo>
                    <a:pt x="1000" y="453"/>
                    <a:pt x="1000" y="451"/>
                    <a:pt x="999" y="448"/>
                  </a:cubicBezTo>
                  <a:cubicBezTo>
                    <a:pt x="997" y="446"/>
                    <a:pt x="993" y="427"/>
                    <a:pt x="990" y="420"/>
                  </a:cubicBezTo>
                  <a:close/>
                  <a:moveTo>
                    <a:pt x="242" y="16"/>
                  </a:moveTo>
                  <a:cubicBezTo>
                    <a:pt x="246" y="18"/>
                    <a:pt x="233" y="18"/>
                    <a:pt x="231" y="20"/>
                  </a:cubicBezTo>
                  <a:cubicBezTo>
                    <a:pt x="230" y="22"/>
                    <a:pt x="222" y="21"/>
                    <a:pt x="224" y="24"/>
                  </a:cubicBezTo>
                  <a:cubicBezTo>
                    <a:pt x="225" y="27"/>
                    <a:pt x="237" y="27"/>
                    <a:pt x="237" y="25"/>
                  </a:cubicBezTo>
                  <a:cubicBezTo>
                    <a:pt x="237" y="23"/>
                    <a:pt x="243" y="25"/>
                    <a:pt x="243" y="23"/>
                  </a:cubicBezTo>
                  <a:cubicBezTo>
                    <a:pt x="244" y="20"/>
                    <a:pt x="246" y="18"/>
                    <a:pt x="253" y="18"/>
                  </a:cubicBezTo>
                  <a:cubicBezTo>
                    <a:pt x="260" y="17"/>
                    <a:pt x="260" y="15"/>
                    <a:pt x="253" y="12"/>
                  </a:cubicBezTo>
                  <a:cubicBezTo>
                    <a:pt x="247" y="9"/>
                    <a:pt x="239" y="13"/>
                    <a:pt x="242" y="16"/>
                  </a:cubicBezTo>
                  <a:close/>
                  <a:moveTo>
                    <a:pt x="232" y="208"/>
                  </a:moveTo>
                  <a:cubicBezTo>
                    <a:pt x="238" y="214"/>
                    <a:pt x="244" y="205"/>
                    <a:pt x="247" y="205"/>
                  </a:cubicBezTo>
                  <a:cubicBezTo>
                    <a:pt x="250" y="204"/>
                    <a:pt x="245" y="201"/>
                    <a:pt x="240" y="200"/>
                  </a:cubicBezTo>
                  <a:cubicBezTo>
                    <a:pt x="235" y="198"/>
                    <a:pt x="227" y="204"/>
                    <a:pt x="232" y="208"/>
                  </a:cubicBezTo>
                  <a:close/>
                  <a:moveTo>
                    <a:pt x="1371" y="249"/>
                  </a:moveTo>
                  <a:cubicBezTo>
                    <a:pt x="1369" y="248"/>
                    <a:pt x="1361" y="243"/>
                    <a:pt x="1359" y="240"/>
                  </a:cubicBezTo>
                  <a:cubicBezTo>
                    <a:pt x="1357" y="237"/>
                    <a:pt x="1348" y="236"/>
                    <a:pt x="1348" y="237"/>
                  </a:cubicBezTo>
                  <a:cubicBezTo>
                    <a:pt x="1348" y="239"/>
                    <a:pt x="1345" y="237"/>
                    <a:pt x="1344" y="236"/>
                  </a:cubicBezTo>
                  <a:cubicBezTo>
                    <a:pt x="1344" y="234"/>
                    <a:pt x="1334" y="234"/>
                    <a:pt x="1334" y="235"/>
                  </a:cubicBezTo>
                  <a:cubicBezTo>
                    <a:pt x="1334" y="237"/>
                    <a:pt x="1336" y="237"/>
                    <a:pt x="1338" y="239"/>
                  </a:cubicBezTo>
                  <a:cubicBezTo>
                    <a:pt x="1339" y="241"/>
                    <a:pt x="1336" y="242"/>
                    <a:pt x="1337" y="244"/>
                  </a:cubicBezTo>
                  <a:cubicBezTo>
                    <a:pt x="1337" y="246"/>
                    <a:pt x="1333" y="243"/>
                    <a:pt x="1331" y="242"/>
                  </a:cubicBezTo>
                  <a:cubicBezTo>
                    <a:pt x="1330" y="241"/>
                    <a:pt x="1331" y="236"/>
                    <a:pt x="1331" y="234"/>
                  </a:cubicBezTo>
                  <a:cubicBezTo>
                    <a:pt x="1332" y="231"/>
                    <a:pt x="1328" y="232"/>
                    <a:pt x="1328" y="230"/>
                  </a:cubicBezTo>
                  <a:cubicBezTo>
                    <a:pt x="1328" y="227"/>
                    <a:pt x="1317" y="222"/>
                    <a:pt x="1312" y="220"/>
                  </a:cubicBezTo>
                  <a:cubicBezTo>
                    <a:pt x="1308" y="218"/>
                    <a:pt x="1302" y="217"/>
                    <a:pt x="1300" y="214"/>
                  </a:cubicBezTo>
                  <a:cubicBezTo>
                    <a:pt x="1299" y="212"/>
                    <a:pt x="1291" y="212"/>
                    <a:pt x="1288" y="209"/>
                  </a:cubicBezTo>
                  <a:cubicBezTo>
                    <a:pt x="1285" y="205"/>
                    <a:pt x="1271" y="200"/>
                    <a:pt x="1265" y="199"/>
                  </a:cubicBezTo>
                  <a:cubicBezTo>
                    <a:pt x="1259" y="199"/>
                    <a:pt x="1261" y="196"/>
                    <a:pt x="1258" y="196"/>
                  </a:cubicBezTo>
                  <a:cubicBezTo>
                    <a:pt x="1255" y="197"/>
                    <a:pt x="1243" y="196"/>
                    <a:pt x="1239" y="196"/>
                  </a:cubicBezTo>
                  <a:cubicBezTo>
                    <a:pt x="1235" y="195"/>
                    <a:pt x="1234" y="198"/>
                    <a:pt x="1232" y="197"/>
                  </a:cubicBezTo>
                  <a:cubicBezTo>
                    <a:pt x="1229" y="196"/>
                    <a:pt x="1215" y="191"/>
                    <a:pt x="1213" y="192"/>
                  </a:cubicBezTo>
                  <a:cubicBezTo>
                    <a:pt x="1211" y="194"/>
                    <a:pt x="1212" y="197"/>
                    <a:pt x="1210" y="198"/>
                  </a:cubicBezTo>
                  <a:cubicBezTo>
                    <a:pt x="1209" y="198"/>
                    <a:pt x="1210" y="200"/>
                    <a:pt x="1214" y="204"/>
                  </a:cubicBezTo>
                  <a:cubicBezTo>
                    <a:pt x="1218" y="208"/>
                    <a:pt x="1216" y="210"/>
                    <a:pt x="1212" y="212"/>
                  </a:cubicBezTo>
                  <a:cubicBezTo>
                    <a:pt x="1209" y="213"/>
                    <a:pt x="1203" y="210"/>
                    <a:pt x="1201" y="208"/>
                  </a:cubicBezTo>
                  <a:cubicBezTo>
                    <a:pt x="1200" y="205"/>
                    <a:pt x="1195" y="206"/>
                    <a:pt x="1193" y="203"/>
                  </a:cubicBezTo>
                  <a:cubicBezTo>
                    <a:pt x="1192" y="199"/>
                    <a:pt x="1195" y="198"/>
                    <a:pt x="1197" y="200"/>
                  </a:cubicBezTo>
                  <a:cubicBezTo>
                    <a:pt x="1200" y="202"/>
                    <a:pt x="1203" y="201"/>
                    <a:pt x="1203" y="198"/>
                  </a:cubicBezTo>
                  <a:cubicBezTo>
                    <a:pt x="1204" y="196"/>
                    <a:pt x="1197" y="194"/>
                    <a:pt x="1193" y="194"/>
                  </a:cubicBezTo>
                  <a:cubicBezTo>
                    <a:pt x="1189" y="194"/>
                    <a:pt x="1187" y="199"/>
                    <a:pt x="1184" y="201"/>
                  </a:cubicBezTo>
                  <a:cubicBezTo>
                    <a:pt x="1180" y="204"/>
                    <a:pt x="1165" y="201"/>
                    <a:pt x="1164" y="199"/>
                  </a:cubicBezTo>
                  <a:cubicBezTo>
                    <a:pt x="1162" y="198"/>
                    <a:pt x="1141" y="199"/>
                    <a:pt x="1139" y="201"/>
                  </a:cubicBezTo>
                  <a:cubicBezTo>
                    <a:pt x="1137" y="202"/>
                    <a:pt x="1139" y="208"/>
                    <a:pt x="1138" y="208"/>
                  </a:cubicBezTo>
                  <a:cubicBezTo>
                    <a:pt x="1137" y="209"/>
                    <a:pt x="1135" y="202"/>
                    <a:pt x="1135" y="200"/>
                  </a:cubicBezTo>
                  <a:cubicBezTo>
                    <a:pt x="1135" y="199"/>
                    <a:pt x="1133" y="198"/>
                    <a:pt x="1129" y="198"/>
                  </a:cubicBezTo>
                  <a:cubicBezTo>
                    <a:pt x="1126" y="198"/>
                    <a:pt x="1123" y="198"/>
                    <a:pt x="1125" y="196"/>
                  </a:cubicBezTo>
                  <a:cubicBezTo>
                    <a:pt x="1127" y="195"/>
                    <a:pt x="1124" y="193"/>
                    <a:pt x="1126" y="191"/>
                  </a:cubicBezTo>
                  <a:cubicBezTo>
                    <a:pt x="1129" y="189"/>
                    <a:pt x="1121" y="183"/>
                    <a:pt x="1113" y="180"/>
                  </a:cubicBezTo>
                  <a:cubicBezTo>
                    <a:pt x="1106" y="177"/>
                    <a:pt x="1088" y="179"/>
                    <a:pt x="1083" y="180"/>
                  </a:cubicBezTo>
                  <a:cubicBezTo>
                    <a:pt x="1078" y="181"/>
                    <a:pt x="1069" y="181"/>
                    <a:pt x="1064" y="181"/>
                  </a:cubicBezTo>
                  <a:cubicBezTo>
                    <a:pt x="1060" y="181"/>
                    <a:pt x="1063" y="179"/>
                    <a:pt x="1062" y="177"/>
                  </a:cubicBezTo>
                  <a:cubicBezTo>
                    <a:pt x="1061" y="175"/>
                    <a:pt x="1053" y="172"/>
                    <a:pt x="1052" y="174"/>
                  </a:cubicBezTo>
                  <a:cubicBezTo>
                    <a:pt x="1051" y="176"/>
                    <a:pt x="1049" y="174"/>
                    <a:pt x="1049" y="173"/>
                  </a:cubicBezTo>
                  <a:cubicBezTo>
                    <a:pt x="1049" y="172"/>
                    <a:pt x="1042" y="169"/>
                    <a:pt x="1039" y="170"/>
                  </a:cubicBezTo>
                  <a:cubicBezTo>
                    <a:pt x="1036" y="170"/>
                    <a:pt x="1035" y="167"/>
                    <a:pt x="1038" y="167"/>
                  </a:cubicBezTo>
                  <a:cubicBezTo>
                    <a:pt x="1041" y="167"/>
                    <a:pt x="1047" y="168"/>
                    <a:pt x="1044" y="164"/>
                  </a:cubicBezTo>
                  <a:cubicBezTo>
                    <a:pt x="1042" y="160"/>
                    <a:pt x="1020" y="159"/>
                    <a:pt x="1018" y="160"/>
                  </a:cubicBezTo>
                  <a:cubicBezTo>
                    <a:pt x="1016" y="160"/>
                    <a:pt x="1018" y="163"/>
                    <a:pt x="1014" y="167"/>
                  </a:cubicBezTo>
                  <a:cubicBezTo>
                    <a:pt x="1009" y="172"/>
                    <a:pt x="1005" y="169"/>
                    <a:pt x="1005" y="167"/>
                  </a:cubicBezTo>
                  <a:cubicBezTo>
                    <a:pt x="1006" y="165"/>
                    <a:pt x="1011" y="165"/>
                    <a:pt x="1011" y="163"/>
                  </a:cubicBezTo>
                  <a:cubicBezTo>
                    <a:pt x="1011" y="161"/>
                    <a:pt x="1004" y="162"/>
                    <a:pt x="1002" y="160"/>
                  </a:cubicBezTo>
                  <a:cubicBezTo>
                    <a:pt x="1001" y="158"/>
                    <a:pt x="1004" y="157"/>
                    <a:pt x="1007" y="158"/>
                  </a:cubicBezTo>
                  <a:cubicBezTo>
                    <a:pt x="1010" y="159"/>
                    <a:pt x="1015" y="159"/>
                    <a:pt x="1015" y="158"/>
                  </a:cubicBezTo>
                  <a:cubicBezTo>
                    <a:pt x="1015" y="157"/>
                    <a:pt x="1012" y="156"/>
                    <a:pt x="1007" y="156"/>
                  </a:cubicBezTo>
                  <a:cubicBezTo>
                    <a:pt x="1003" y="155"/>
                    <a:pt x="991" y="152"/>
                    <a:pt x="985" y="153"/>
                  </a:cubicBezTo>
                  <a:cubicBezTo>
                    <a:pt x="979" y="153"/>
                    <a:pt x="976" y="150"/>
                    <a:pt x="973" y="150"/>
                  </a:cubicBezTo>
                  <a:cubicBezTo>
                    <a:pt x="969" y="150"/>
                    <a:pt x="969" y="152"/>
                    <a:pt x="971" y="154"/>
                  </a:cubicBezTo>
                  <a:cubicBezTo>
                    <a:pt x="973" y="156"/>
                    <a:pt x="968" y="157"/>
                    <a:pt x="964" y="156"/>
                  </a:cubicBezTo>
                  <a:cubicBezTo>
                    <a:pt x="960" y="156"/>
                    <a:pt x="954" y="158"/>
                    <a:pt x="957" y="161"/>
                  </a:cubicBezTo>
                  <a:cubicBezTo>
                    <a:pt x="959" y="164"/>
                    <a:pt x="961" y="160"/>
                    <a:pt x="963" y="161"/>
                  </a:cubicBezTo>
                  <a:cubicBezTo>
                    <a:pt x="965" y="162"/>
                    <a:pt x="958" y="164"/>
                    <a:pt x="961" y="166"/>
                  </a:cubicBezTo>
                  <a:cubicBezTo>
                    <a:pt x="964" y="167"/>
                    <a:pt x="963" y="170"/>
                    <a:pt x="963" y="171"/>
                  </a:cubicBezTo>
                  <a:cubicBezTo>
                    <a:pt x="963" y="173"/>
                    <a:pt x="959" y="173"/>
                    <a:pt x="957" y="171"/>
                  </a:cubicBezTo>
                  <a:cubicBezTo>
                    <a:pt x="955" y="169"/>
                    <a:pt x="952" y="171"/>
                    <a:pt x="949" y="171"/>
                  </a:cubicBezTo>
                  <a:cubicBezTo>
                    <a:pt x="946" y="170"/>
                    <a:pt x="943" y="172"/>
                    <a:pt x="947" y="172"/>
                  </a:cubicBezTo>
                  <a:cubicBezTo>
                    <a:pt x="950" y="173"/>
                    <a:pt x="952" y="175"/>
                    <a:pt x="947" y="176"/>
                  </a:cubicBezTo>
                  <a:cubicBezTo>
                    <a:pt x="942" y="176"/>
                    <a:pt x="943" y="171"/>
                    <a:pt x="940" y="172"/>
                  </a:cubicBezTo>
                  <a:cubicBezTo>
                    <a:pt x="938" y="172"/>
                    <a:pt x="931" y="170"/>
                    <a:pt x="928" y="170"/>
                  </a:cubicBezTo>
                  <a:cubicBezTo>
                    <a:pt x="925" y="170"/>
                    <a:pt x="923" y="172"/>
                    <a:pt x="919" y="173"/>
                  </a:cubicBezTo>
                  <a:cubicBezTo>
                    <a:pt x="914" y="173"/>
                    <a:pt x="908" y="171"/>
                    <a:pt x="907" y="168"/>
                  </a:cubicBezTo>
                  <a:cubicBezTo>
                    <a:pt x="905" y="166"/>
                    <a:pt x="904" y="165"/>
                    <a:pt x="902" y="168"/>
                  </a:cubicBezTo>
                  <a:cubicBezTo>
                    <a:pt x="900" y="171"/>
                    <a:pt x="900" y="176"/>
                    <a:pt x="898" y="176"/>
                  </a:cubicBezTo>
                  <a:cubicBezTo>
                    <a:pt x="896" y="176"/>
                    <a:pt x="895" y="181"/>
                    <a:pt x="893" y="182"/>
                  </a:cubicBezTo>
                  <a:cubicBezTo>
                    <a:pt x="891" y="184"/>
                    <a:pt x="890" y="181"/>
                    <a:pt x="888" y="181"/>
                  </a:cubicBezTo>
                  <a:cubicBezTo>
                    <a:pt x="885" y="181"/>
                    <a:pt x="876" y="172"/>
                    <a:pt x="876" y="170"/>
                  </a:cubicBezTo>
                  <a:cubicBezTo>
                    <a:pt x="875" y="167"/>
                    <a:pt x="870" y="163"/>
                    <a:pt x="868" y="162"/>
                  </a:cubicBezTo>
                  <a:cubicBezTo>
                    <a:pt x="867" y="161"/>
                    <a:pt x="870" y="160"/>
                    <a:pt x="872" y="162"/>
                  </a:cubicBezTo>
                  <a:cubicBezTo>
                    <a:pt x="873" y="163"/>
                    <a:pt x="876" y="163"/>
                    <a:pt x="877" y="162"/>
                  </a:cubicBezTo>
                  <a:cubicBezTo>
                    <a:pt x="879" y="162"/>
                    <a:pt x="879" y="157"/>
                    <a:pt x="876" y="157"/>
                  </a:cubicBezTo>
                  <a:cubicBezTo>
                    <a:pt x="873" y="157"/>
                    <a:pt x="874" y="154"/>
                    <a:pt x="875" y="154"/>
                  </a:cubicBezTo>
                  <a:cubicBezTo>
                    <a:pt x="877" y="153"/>
                    <a:pt x="872" y="149"/>
                    <a:pt x="874" y="148"/>
                  </a:cubicBezTo>
                  <a:cubicBezTo>
                    <a:pt x="876" y="148"/>
                    <a:pt x="875" y="146"/>
                    <a:pt x="872" y="145"/>
                  </a:cubicBezTo>
                  <a:cubicBezTo>
                    <a:pt x="870" y="145"/>
                    <a:pt x="867" y="143"/>
                    <a:pt x="867" y="142"/>
                  </a:cubicBezTo>
                  <a:cubicBezTo>
                    <a:pt x="867" y="140"/>
                    <a:pt x="856" y="140"/>
                    <a:pt x="856" y="142"/>
                  </a:cubicBezTo>
                  <a:cubicBezTo>
                    <a:pt x="857" y="144"/>
                    <a:pt x="852" y="143"/>
                    <a:pt x="853" y="141"/>
                  </a:cubicBezTo>
                  <a:cubicBezTo>
                    <a:pt x="854" y="140"/>
                    <a:pt x="849" y="140"/>
                    <a:pt x="844" y="139"/>
                  </a:cubicBezTo>
                  <a:cubicBezTo>
                    <a:pt x="839" y="137"/>
                    <a:pt x="839" y="134"/>
                    <a:pt x="837" y="134"/>
                  </a:cubicBezTo>
                  <a:cubicBezTo>
                    <a:pt x="835" y="133"/>
                    <a:pt x="836" y="139"/>
                    <a:pt x="833" y="137"/>
                  </a:cubicBezTo>
                  <a:cubicBezTo>
                    <a:pt x="830" y="136"/>
                    <a:pt x="828" y="139"/>
                    <a:pt x="829" y="142"/>
                  </a:cubicBezTo>
                  <a:cubicBezTo>
                    <a:pt x="830" y="145"/>
                    <a:pt x="829" y="145"/>
                    <a:pt x="829" y="148"/>
                  </a:cubicBezTo>
                  <a:cubicBezTo>
                    <a:pt x="829" y="150"/>
                    <a:pt x="827" y="149"/>
                    <a:pt x="824" y="148"/>
                  </a:cubicBezTo>
                  <a:cubicBezTo>
                    <a:pt x="821" y="147"/>
                    <a:pt x="821" y="151"/>
                    <a:pt x="814" y="149"/>
                  </a:cubicBezTo>
                  <a:cubicBezTo>
                    <a:pt x="808" y="147"/>
                    <a:pt x="805" y="149"/>
                    <a:pt x="804" y="147"/>
                  </a:cubicBezTo>
                  <a:cubicBezTo>
                    <a:pt x="802" y="145"/>
                    <a:pt x="800" y="145"/>
                    <a:pt x="800" y="146"/>
                  </a:cubicBezTo>
                  <a:cubicBezTo>
                    <a:pt x="800" y="148"/>
                    <a:pt x="790" y="147"/>
                    <a:pt x="789" y="145"/>
                  </a:cubicBezTo>
                  <a:cubicBezTo>
                    <a:pt x="788" y="142"/>
                    <a:pt x="791" y="142"/>
                    <a:pt x="792" y="141"/>
                  </a:cubicBezTo>
                  <a:cubicBezTo>
                    <a:pt x="794" y="140"/>
                    <a:pt x="790" y="139"/>
                    <a:pt x="785" y="140"/>
                  </a:cubicBezTo>
                  <a:cubicBezTo>
                    <a:pt x="779" y="140"/>
                    <a:pt x="776" y="137"/>
                    <a:pt x="770" y="137"/>
                  </a:cubicBezTo>
                  <a:cubicBezTo>
                    <a:pt x="764" y="138"/>
                    <a:pt x="752" y="139"/>
                    <a:pt x="750" y="140"/>
                  </a:cubicBezTo>
                  <a:cubicBezTo>
                    <a:pt x="748" y="141"/>
                    <a:pt x="751" y="144"/>
                    <a:pt x="749" y="144"/>
                  </a:cubicBezTo>
                  <a:cubicBezTo>
                    <a:pt x="746" y="144"/>
                    <a:pt x="748" y="139"/>
                    <a:pt x="747" y="136"/>
                  </a:cubicBezTo>
                  <a:cubicBezTo>
                    <a:pt x="747" y="134"/>
                    <a:pt x="743" y="133"/>
                    <a:pt x="743" y="135"/>
                  </a:cubicBezTo>
                  <a:cubicBezTo>
                    <a:pt x="744" y="137"/>
                    <a:pt x="737" y="138"/>
                    <a:pt x="735" y="137"/>
                  </a:cubicBezTo>
                  <a:cubicBezTo>
                    <a:pt x="733" y="135"/>
                    <a:pt x="730" y="133"/>
                    <a:pt x="726" y="132"/>
                  </a:cubicBezTo>
                  <a:cubicBezTo>
                    <a:pt x="721" y="131"/>
                    <a:pt x="715" y="136"/>
                    <a:pt x="717" y="137"/>
                  </a:cubicBezTo>
                  <a:cubicBezTo>
                    <a:pt x="718" y="139"/>
                    <a:pt x="721" y="137"/>
                    <a:pt x="722" y="138"/>
                  </a:cubicBezTo>
                  <a:cubicBezTo>
                    <a:pt x="722" y="140"/>
                    <a:pt x="712" y="140"/>
                    <a:pt x="712" y="141"/>
                  </a:cubicBezTo>
                  <a:cubicBezTo>
                    <a:pt x="712" y="143"/>
                    <a:pt x="702" y="145"/>
                    <a:pt x="699" y="146"/>
                  </a:cubicBezTo>
                  <a:cubicBezTo>
                    <a:pt x="692" y="147"/>
                    <a:pt x="690" y="147"/>
                    <a:pt x="686" y="150"/>
                  </a:cubicBezTo>
                  <a:cubicBezTo>
                    <a:pt x="683" y="153"/>
                    <a:pt x="685" y="147"/>
                    <a:pt x="688" y="144"/>
                  </a:cubicBezTo>
                  <a:cubicBezTo>
                    <a:pt x="691" y="141"/>
                    <a:pt x="694" y="142"/>
                    <a:pt x="696" y="140"/>
                  </a:cubicBezTo>
                  <a:cubicBezTo>
                    <a:pt x="697" y="138"/>
                    <a:pt x="700" y="138"/>
                    <a:pt x="705" y="137"/>
                  </a:cubicBezTo>
                  <a:cubicBezTo>
                    <a:pt x="709" y="137"/>
                    <a:pt x="709" y="134"/>
                    <a:pt x="711" y="133"/>
                  </a:cubicBezTo>
                  <a:cubicBezTo>
                    <a:pt x="713" y="132"/>
                    <a:pt x="718" y="130"/>
                    <a:pt x="719" y="128"/>
                  </a:cubicBezTo>
                  <a:cubicBezTo>
                    <a:pt x="720" y="126"/>
                    <a:pt x="731" y="122"/>
                    <a:pt x="733" y="122"/>
                  </a:cubicBezTo>
                  <a:cubicBezTo>
                    <a:pt x="735" y="123"/>
                    <a:pt x="736" y="118"/>
                    <a:pt x="737" y="118"/>
                  </a:cubicBezTo>
                  <a:cubicBezTo>
                    <a:pt x="738" y="118"/>
                    <a:pt x="744" y="115"/>
                    <a:pt x="747" y="114"/>
                  </a:cubicBezTo>
                  <a:cubicBezTo>
                    <a:pt x="749" y="113"/>
                    <a:pt x="750" y="111"/>
                    <a:pt x="750" y="109"/>
                  </a:cubicBezTo>
                  <a:cubicBezTo>
                    <a:pt x="750" y="108"/>
                    <a:pt x="747" y="108"/>
                    <a:pt x="747" y="107"/>
                  </a:cubicBezTo>
                  <a:cubicBezTo>
                    <a:pt x="746" y="105"/>
                    <a:pt x="748" y="106"/>
                    <a:pt x="751" y="105"/>
                  </a:cubicBezTo>
                  <a:cubicBezTo>
                    <a:pt x="753" y="104"/>
                    <a:pt x="751" y="101"/>
                    <a:pt x="749" y="102"/>
                  </a:cubicBezTo>
                  <a:cubicBezTo>
                    <a:pt x="747" y="102"/>
                    <a:pt x="750" y="100"/>
                    <a:pt x="748" y="98"/>
                  </a:cubicBezTo>
                  <a:cubicBezTo>
                    <a:pt x="746" y="96"/>
                    <a:pt x="743" y="99"/>
                    <a:pt x="743" y="97"/>
                  </a:cubicBezTo>
                  <a:cubicBezTo>
                    <a:pt x="743" y="94"/>
                    <a:pt x="743" y="92"/>
                    <a:pt x="741" y="90"/>
                  </a:cubicBezTo>
                  <a:cubicBezTo>
                    <a:pt x="740" y="89"/>
                    <a:pt x="737" y="93"/>
                    <a:pt x="734" y="90"/>
                  </a:cubicBezTo>
                  <a:cubicBezTo>
                    <a:pt x="731" y="88"/>
                    <a:pt x="723" y="87"/>
                    <a:pt x="723" y="88"/>
                  </a:cubicBezTo>
                  <a:cubicBezTo>
                    <a:pt x="723" y="89"/>
                    <a:pt x="718" y="86"/>
                    <a:pt x="718" y="87"/>
                  </a:cubicBezTo>
                  <a:cubicBezTo>
                    <a:pt x="717" y="88"/>
                    <a:pt x="710" y="88"/>
                    <a:pt x="708" y="87"/>
                  </a:cubicBezTo>
                  <a:cubicBezTo>
                    <a:pt x="706" y="87"/>
                    <a:pt x="703" y="88"/>
                    <a:pt x="702" y="90"/>
                  </a:cubicBezTo>
                  <a:cubicBezTo>
                    <a:pt x="702" y="93"/>
                    <a:pt x="694" y="92"/>
                    <a:pt x="692" y="91"/>
                  </a:cubicBezTo>
                  <a:cubicBezTo>
                    <a:pt x="691" y="91"/>
                    <a:pt x="698" y="85"/>
                    <a:pt x="698" y="84"/>
                  </a:cubicBezTo>
                  <a:cubicBezTo>
                    <a:pt x="698" y="83"/>
                    <a:pt x="686" y="84"/>
                    <a:pt x="685" y="83"/>
                  </a:cubicBezTo>
                  <a:cubicBezTo>
                    <a:pt x="684" y="82"/>
                    <a:pt x="678" y="81"/>
                    <a:pt x="675" y="81"/>
                  </a:cubicBezTo>
                  <a:cubicBezTo>
                    <a:pt x="673" y="82"/>
                    <a:pt x="675" y="81"/>
                    <a:pt x="678" y="81"/>
                  </a:cubicBezTo>
                  <a:cubicBezTo>
                    <a:pt x="680" y="80"/>
                    <a:pt x="683" y="78"/>
                    <a:pt x="685" y="78"/>
                  </a:cubicBezTo>
                  <a:cubicBezTo>
                    <a:pt x="688" y="77"/>
                    <a:pt x="687" y="76"/>
                    <a:pt x="686" y="75"/>
                  </a:cubicBezTo>
                  <a:cubicBezTo>
                    <a:pt x="685" y="73"/>
                    <a:pt x="682" y="74"/>
                    <a:pt x="679" y="73"/>
                  </a:cubicBezTo>
                  <a:cubicBezTo>
                    <a:pt x="677" y="72"/>
                    <a:pt x="673" y="71"/>
                    <a:pt x="671" y="71"/>
                  </a:cubicBezTo>
                  <a:cubicBezTo>
                    <a:pt x="669" y="71"/>
                    <a:pt x="666" y="72"/>
                    <a:pt x="660" y="73"/>
                  </a:cubicBezTo>
                  <a:cubicBezTo>
                    <a:pt x="655" y="74"/>
                    <a:pt x="654" y="78"/>
                    <a:pt x="652" y="80"/>
                  </a:cubicBezTo>
                  <a:cubicBezTo>
                    <a:pt x="649" y="81"/>
                    <a:pt x="644" y="86"/>
                    <a:pt x="646" y="87"/>
                  </a:cubicBezTo>
                  <a:cubicBezTo>
                    <a:pt x="648" y="87"/>
                    <a:pt x="647" y="89"/>
                    <a:pt x="648" y="90"/>
                  </a:cubicBezTo>
                  <a:cubicBezTo>
                    <a:pt x="648" y="92"/>
                    <a:pt x="646" y="92"/>
                    <a:pt x="643" y="92"/>
                  </a:cubicBezTo>
                  <a:cubicBezTo>
                    <a:pt x="640" y="91"/>
                    <a:pt x="631" y="91"/>
                    <a:pt x="631" y="93"/>
                  </a:cubicBezTo>
                  <a:cubicBezTo>
                    <a:pt x="631" y="95"/>
                    <a:pt x="636" y="96"/>
                    <a:pt x="636" y="97"/>
                  </a:cubicBezTo>
                  <a:cubicBezTo>
                    <a:pt x="636" y="98"/>
                    <a:pt x="632" y="97"/>
                    <a:pt x="630" y="96"/>
                  </a:cubicBezTo>
                  <a:cubicBezTo>
                    <a:pt x="628" y="95"/>
                    <a:pt x="624" y="96"/>
                    <a:pt x="623" y="98"/>
                  </a:cubicBezTo>
                  <a:cubicBezTo>
                    <a:pt x="622" y="100"/>
                    <a:pt x="619" y="99"/>
                    <a:pt x="618" y="99"/>
                  </a:cubicBezTo>
                  <a:cubicBezTo>
                    <a:pt x="617" y="98"/>
                    <a:pt x="614" y="100"/>
                    <a:pt x="613" y="99"/>
                  </a:cubicBezTo>
                  <a:cubicBezTo>
                    <a:pt x="611" y="98"/>
                    <a:pt x="616" y="96"/>
                    <a:pt x="615" y="95"/>
                  </a:cubicBezTo>
                  <a:cubicBezTo>
                    <a:pt x="614" y="93"/>
                    <a:pt x="608" y="94"/>
                    <a:pt x="607" y="97"/>
                  </a:cubicBezTo>
                  <a:cubicBezTo>
                    <a:pt x="607" y="99"/>
                    <a:pt x="603" y="95"/>
                    <a:pt x="602" y="96"/>
                  </a:cubicBezTo>
                  <a:cubicBezTo>
                    <a:pt x="601" y="96"/>
                    <a:pt x="599" y="97"/>
                    <a:pt x="597" y="98"/>
                  </a:cubicBezTo>
                  <a:cubicBezTo>
                    <a:pt x="594" y="99"/>
                    <a:pt x="590" y="97"/>
                    <a:pt x="589" y="99"/>
                  </a:cubicBezTo>
                  <a:cubicBezTo>
                    <a:pt x="588" y="101"/>
                    <a:pt x="594" y="102"/>
                    <a:pt x="594" y="102"/>
                  </a:cubicBezTo>
                  <a:cubicBezTo>
                    <a:pt x="594" y="103"/>
                    <a:pt x="581" y="103"/>
                    <a:pt x="580" y="104"/>
                  </a:cubicBezTo>
                  <a:cubicBezTo>
                    <a:pt x="580" y="106"/>
                    <a:pt x="576" y="106"/>
                    <a:pt x="570" y="106"/>
                  </a:cubicBezTo>
                  <a:cubicBezTo>
                    <a:pt x="565" y="106"/>
                    <a:pt x="567" y="109"/>
                    <a:pt x="563" y="109"/>
                  </a:cubicBezTo>
                  <a:cubicBezTo>
                    <a:pt x="559" y="110"/>
                    <a:pt x="557" y="110"/>
                    <a:pt x="555" y="113"/>
                  </a:cubicBezTo>
                  <a:cubicBezTo>
                    <a:pt x="554" y="115"/>
                    <a:pt x="550" y="115"/>
                    <a:pt x="549" y="113"/>
                  </a:cubicBezTo>
                  <a:cubicBezTo>
                    <a:pt x="548" y="112"/>
                    <a:pt x="544" y="114"/>
                    <a:pt x="546" y="114"/>
                  </a:cubicBezTo>
                  <a:cubicBezTo>
                    <a:pt x="548" y="115"/>
                    <a:pt x="546" y="117"/>
                    <a:pt x="545" y="116"/>
                  </a:cubicBezTo>
                  <a:cubicBezTo>
                    <a:pt x="543" y="116"/>
                    <a:pt x="540" y="119"/>
                    <a:pt x="542" y="118"/>
                  </a:cubicBezTo>
                  <a:cubicBezTo>
                    <a:pt x="544" y="118"/>
                    <a:pt x="545" y="120"/>
                    <a:pt x="544" y="121"/>
                  </a:cubicBezTo>
                  <a:cubicBezTo>
                    <a:pt x="543" y="123"/>
                    <a:pt x="538" y="120"/>
                    <a:pt x="537" y="121"/>
                  </a:cubicBezTo>
                  <a:cubicBezTo>
                    <a:pt x="536" y="122"/>
                    <a:pt x="539" y="124"/>
                    <a:pt x="541" y="123"/>
                  </a:cubicBezTo>
                  <a:cubicBezTo>
                    <a:pt x="543" y="123"/>
                    <a:pt x="545" y="125"/>
                    <a:pt x="545" y="126"/>
                  </a:cubicBezTo>
                  <a:cubicBezTo>
                    <a:pt x="545" y="128"/>
                    <a:pt x="540" y="125"/>
                    <a:pt x="539" y="126"/>
                  </a:cubicBezTo>
                  <a:cubicBezTo>
                    <a:pt x="538" y="128"/>
                    <a:pt x="540" y="128"/>
                    <a:pt x="542" y="129"/>
                  </a:cubicBezTo>
                  <a:cubicBezTo>
                    <a:pt x="544" y="129"/>
                    <a:pt x="543" y="130"/>
                    <a:pt x="545" y="131"/>
                  </a:cubicBezTo>
                  <a:cubicBezTo>
                    <a:pt x="545" y="132"/>
                    <a:pt x="545" y="132"/>
                    <a:pt x="545" y="132"/>
                  </a:cubicBezTo>
                  <a:cubicBezTo>
                    <a:pt x="546" y="133"/>
                    <a:pt x="544" y="134"/>
                    <a:pt x="544" y="135"/>
                  </a:cubicBezTo>
                  <a:cubicBezTo>
                    <a:pt x="544" y="137"/>
                    <a:pt x="542" y="137"/>
                    <a:pt x="542" y="136"/>
                  </a:cubicBezTo>
                  <a:cubicBezTo>
                    <a:pt x="542" y="135"/>
                    <a:pt x="536" y="134"/>
                    <a:pt x="534" y="136"/>
                  </a:cubicBezTo>
                  <a:cubicBezTo>
                    <a:pt x="533" y="137"/>
                    <a:pt x="532" y="138"/>
                    <a:pt x="530" y="137"/>
                  </a:cubicBezTo>
                  <a:cubicBezTo>
                    <a:pt x="529" y="135"/>
                    <a:pt x="524" y="137"/>
                    <a:pt x="519" y="137"/>
                  </a:cubicBezTo>
                  <a:cubicBezTo>
                    <a:pt x="513" y="138"/>
                    <a:pt x="501" y="138"/>
                    <a:pt x="498" y="139"/>
                  </a:cubicBezTo>
                  <a:cubicBezTo>
                    <a:pt x="495" y="140"/>
                    <a:pt x="492" y="144"/>
                    <a:pt x="495" y="147"/>
                  </a:cubicBezTo>
                  <a:cubicBezTo>
                    <a:pt x="498" y="150"/>
                    <a:pt x="495" y="151"/>
                    <a:pt x="495" y="153"/>
                  </a:cubicBezTo>
                  <a:cubicBezTo>
                    <a:pt x="495" y="155"/>
                    <a:pt x="502" y="158"/>
                    <a:pt x="506" y="159"/>
                  </a:cubicBezTo>
                  <a:cubicBezTo>
                    <a:pt x="510" y="159"/>
                    <a:pt x="513" y="164"/>
                    <a:pt x="511" y="167"/>
                  </a:cubicBezTo>
                  <a:cubicBezTo>
                    <a:pt x="508" y="169"/>
                    <a:pt x="502" y="166"/>
                    <a:pt x="497" y="162"/>
                  </a:cubicBezTo>
                  <a:cubicBezTo>
                    <a:pt x="492" y="159"/>
                    <a:pt x="482" y="157"/>
                    <a:pt x="479" y="157"/>
                  </a:cubicBezTo>
                  <a:cubicBezTo>
                    <a:pt x="475" y="158"/>
                    <a:pt x="477" y="154"/>
                    <a:pt x="473" y="154"/>
                  </a:cubicBezTo>
                  <a:cubicBezTo>
                    <a:pt x="468" y="155"/>
                    <a:pt x="465" y="159"/>
                    <a:pt x="468" y="159"/>
                  </a:cubicBezTo>
                  <a:cubicBezTo>
                    <a:pt x="471" y="159"/>
                    <a:pt x="472" y="158"/>
                    <a:pt x="471" y="160"/>
                  </a:cubicBezTo>
                  <a:cubicBezTo>
                    <a:pt x="469" y="161"/>
                    <a:pt x="472" y="161"/>
                    <a:pt x="475" y="162"/>
                  </a:cubicBezTo>
                  <a:cubicBezTo>
                    <a:pt x="479" y="164"/>
                    <a:pt x="472" y="166"/>
                    <a:pt x="469" y="164"/>
                  </a:cubicBezTo>
                  <a:cubicBezTo>
                    <a:pt x="465" y="161"/>
                    <a:pt x="461" y="163"/>
                    <a:pt x="460" y="165"/>
                  </a:cubicBezTo>
                  <a:cubicBezTo>
                    <a:pt x="459" y="167"/>
                    <a:pt x="464" y="173"/>
                    <a:pt x="471" y="174"/>
                  </a:cubicBezTo>
                  <a:cubicBezTo>
                    <a:pt x="477" y="175"/>
                    <a:pt x="475" y="177"/>
                    <a:pt x="478" y="178"/>
                  </a:cubicBezTo>
                  <a:cubicBezTo>
                    <a:pt x="481" y="179"/>
                    <a:pt x="479" y="180"/>
                    <a:pt x="477" y="180"/>
                  </a:cubicBezTo>
                  <a:cubicBezTo>
                    <a:pt x="475" y="180"/>
                    <a:pt x="471" y="177"/>
                    <a:pt x="467" y="175"/>
                  </a:cubicBezTo>
                  <a:cubicBezTo>
                    <a:pt x="464" y="174"/>
                    <a:pt x="456" y="176"/>
                    <a:pt x="454" y="174"/>
                  </a:cubicBezTo>
                  <a:cubicBezTo>
                    <a:pt x="452" y="172"/>
                    <a:pt x="455" y="170"/>
                    <a:pt x="453" y="169"/>
                  </a:cubicBezTo>
                  <a:cubicBezTo>
                    <a:pt x="452" y="167"/>
                    <a:pt x="453" y="164"/>
                    <a:pt x="455" y="161"/>
                  </a:cubicBezTo>
                  <a:cubicBezTo>
                    <a:pt x="457" y="158"/>
                    <a:pt x="455" y="152"/>
                    <a:pt x="452" y="151"/>
                  </a:cubicBezTo>
                  <a:cubicBezTo>
                    <a:pt x="449" y="150"/>
                    <a:pt x="449" y="153"/>
                    <a:pt x="450" y="154"/>
                  </a:cubicBezTo>
                  <a:cubicBezTo>
                    <a:pt x="450" y="155"/>
                    <a:pt x="450" y="160"/>
                    <a:pt x="448" y="163"/>
                  </a:cubicBezTo>
                  <a:cubicBezTo>
                    <a:pt x="445" y="166"/>
                    <a:pt x="438" y="166"/>
                    <a:pt x="438" y="168"/>
                  </a:cubicBezTo>
                  <a:cubicBezTo>
                    <a:pt x="438" y="170"/>
                    <a:pt x="433" y="171"/>
                    <a:pt x="435" y="173"/>
                  </a:cubicBezTo>
                  <a:cubicBezTo>
                    <a:pt x="436" y="174"/>
                    <a:pt x="443" y="181"/>
                    <a:pt x="444" y="184"/>
                  </a:cubicBezTo>
                  <a:cubicBezTo>
                    <a:pt x="445" y="186"/>
                    <a:pt x="438" y="193"/>
                    <a:pt x="439" y="197"/>
                  </a:cubicBezTo>
                  <a:cubicBezTo>
                    <a:pt x="440" y="201"/>
                    <a:pt x="438" y="203"/>
                    <a:pt x="440" y="205"/>
                  </a:cubicBezTo>
                  <a:cubicBezTo>
                    <a:pt x="441" y="207"/>
                    <a:pt x="444" y="205"/>
                    <a:pt x="446" y="206"/>
                  </a:cubicBezTo>
                  <a:cubicBezTo>
                    <a:pt x="448" y="207"/>
                    <a:pt x="451" y="205"/>
                    <a:pt x="455" y="204"/>
                  </a:cubicBezTo>
                  <a:cubicBezTo>
                    <a:pt x="460" y="203"/>
                    <a:pt x="468" y="208"/>
                    <a:pt x="471" y="210"/>
                  </a:cubicBezTo>
                  <a:cubicBezTo>
                    <a:pt x="474" y="211"/>
                    <a:pt x="472" y="213"/>
                    <a:pt x="474" y="216"/>
                  </a:cubicBezTo>
                  <a:cubicBezTo>
                    <a:pt x="475" y="218"/>
                    <a:pt x="470" y="218"/>
                    <a:pt x="470" y="222"/>
                  </a:cubicBezTo>
                  <a:cubicBezTo>
                    <a:pt x="470" y="225"/>
                    <a:pt x="479" y="227"/>
                    <a:pt x="479" y="228"/>
                  </a:cubicBezTo>
                  <a:cubicBezTo>
                    <a:pt x="480" y="229"/>
                    <a:pt x="473" y="228"/>
                    <a:pt x="470" y="227"/>
                  </a:cubicBezTo>
                  <a:cubicBezTo>
                    <a:pt x="467" y="226"/>
                    <a:pt x="467" y="223"/>
                    <a:pt x="466" y="222"/>
                  </a:cubicBezTo>
                  <a:cubicBezTo>
                    <a:pt x="466" y="221"/>
                    <a:pt x="468" y="218"/>
                    <a:pt x="468" y="216"/>
                  </a:cubicBezTo>
                  <a:cubicBezTo>
                    <a:pt x="469" y="214"/>
                    <a:pt x="465" y="213"/>
                    <a:pt x="464" y="211"/>
                  </a:cubicBezTo>
                  <a:cubicBezTo>
                    <a:pt x="463" y="210"/>
                    <a:pt x="461" y="207"/>
                    <a:pt x="459" y="208"/>
                  </a:cubicBezTo>
                  <a:cubicBezTo>
                    <a:pt x="457" y="208"/>
                    <a:pt x="449" y="209"/>
                    <a:pt x="447" y="211"/>
                  </a:cubicBezTo>
                  <a:cubicBezTo>
                    <a:pt x="445" y="213"/>
                    <a:pt x="447" y="219"/>
                    <a:pt x="449" y="222"/>
                  </a:cubicBezTo>
                  <a:cubicBezTo>
                    <a:pt x="450" y="225"/>
                    <a:pt x="442" y="229"/>
                    <a:pt x="442" y="232"/>
                  </a:cubicBezTo>
                  <a:cubicBezTo>
                    <a:pt x="442" y="234"/>
                    <a:pt x="439" y="235"/>
                    <a:pt x="436" y="237"/>
                  </a:cubicBezTo>
                  <a:cubicBezTo>
                    <a:pt x="432" y="239"/>
                    <a:pt x="428" y="240"/>
                    <a:pt x="428" y="244"/>
                  </a:cubicBezTo>
                  <a:cubicBezTo>
                    <a:pt x="429" y="247"/>
                    <a:pt x="424" y="245"/>
                    <a:pt x="421" y="244"/>
                  </a:cubicBezTo>
                  <a:cubicBezTo>
                    <a:pt x="419" y="242"/>
                    <a:pt x="416" y="244"/>
                    <a:pt x="412" y="244"/>
                  </a:cubicBezTo>
                  <a:cubicBezTo>
                    <a:pt x="408" y="244"/>
                    <a:pt x="408" y="241"/>
                    <a:pt x="406" y="242"/>
                  </a:cubicBezTo>
                  <a:cubicBezTo>
                    <a:pt x="403" y="243"/>
                    <a:pt x="401" y="241"/>
                    <a:pt x="402" y="239"/>
                  </a:cubicBezTo>
                  <a:cubicBezTo>
                    <a:pt x="402" y="237"/>
                    <a:pt x="406" y="238"/>
                    <a:pt x="406" y="240"/>
                  </a:cubicBezTo>
                  <a:cubicBezTo>
                    <a:pt x="406" y="241"/>
                    <a:pt x="408" y="241"/>
                    <a:pt x="411" y="239"/>
                  </a:cubicBezTo>
                  <a:cubicBezTo>
                    <a:pt x="413" y="238"/>
                    <a:pt x="412" y="241"/>
                    <a:pt x="415" y="241"/>
                  </a:cubicBezTo>
                  <a:cubicBezTo>
                    <a:pt x="419" y="242"/>
                    <a:pt x="417" y="240"/>
                    <a:pt x="419" y="240"/>
                  </a:cubicBezTo>
                  <a:cubicBezTo>
                    <a:pt x="422" y="240"/>
                    <a:pt x="422" y="239"/>
                    <a:pt x="421" y="238"/>
                  </a:cubicBezTo>
                  <a:cubicBezTo>
                    <a:pt x="420" y="237"/>
                    <a:pt x="423" y="236"/>
                    <a:pt x="425" y="235"/>
                  </a:cubicBezTo>
                  <a:cubicBezTo>
                    <a:pt x="427" y="234"/>
                    <a:pt x="426" y="231"/>
                    <a:pt x="427" y="231"/>
                  </a:cubicBezTo>
                  <a:cubicBezTo>
                    <a:pt x="429" y="230"/>
                    <a:pt x="428" y="228"/>
                    <a:pt x="429" y="228"/>
                  </a:cubicBezTo>
                  <a:cubicBezTo>
                    <a:pt x="431" y="228"/>
                    <a:pt x="432" y="225"/>
                    <a:pt x="433" y="225"/>
                  </a:cubicBezTo>
                  <a:cubicBezTo>
                    <a:pt x="435" y="225"/>
                    <a:pt x="436" y="223"/>
                    <a:pt x="435" y="222"/>
                  </a:cubicBezTo>
                  <a:cubicBezTo>
                    <a:pt x="434" y="220"/>
                    <a:pt x="435" y="217"/>
                    <a:pt x="437" y="216"/>
                  </a:cubicBezTo>
                  <a:cubicBezTo>
                    <a:pt x="438" y="216"/>
                    <a:pt x="439" y="214"/>
                    <a:pt x="437" y="213"/>
                  </a:cubicBezTo>
                  <a:cubicBezTo>
                    <a:pt x="436" y="212"/>
                    <a:pt x="431" y="209"/>
                    <a:pt x="431" y="206"/>
                  </a:cubicBezTo>
                  <a:cubicBezTo>
                    <a:pt x="431" y="204"/>
                    <a:pt x="430" y="200"/>
                    <a:pt x="431" y="198"/>
                  </a:cubicBezTo>
                  <a:cubicBezTo>
                    <a:pt x="431" y="196"/>
                    <a:pt x="431" y="193"/>
                    <a:pt x="431" y="191"/>
                  </a:cubicBezTo>
                  <a:cubicBezTo>
                    <a:pt x="430" y="188"/>
                    <a:pt x="432" y="186"/>
                    <a:pt x="433" y="182"/>
                  </a:cubicBezTo>
                  <a:cubicBezTo>
                    <a:pt x="433" y="178"/>
                    <a:pt x="428" y="174"/>
                    <a:pt x="426" y="173"/>
                  </a:cubicBezTo>
                  <a:cubicBezTo>
                    <a:pt x="424" y="172"/>
                    <a:pt x="425" y="170"/>
                    <a:pt x="429" y="167"/>
                  </a:cubicBezTo>
                  <a:cubicBezTo>
                    <a:pt x="432" y="164"/>
                    <a:pt x="432" y="155"/>
                    <a:pt x="432" y="153"/>
                  </a:cubicBezTo>
                  <a:cubicBezTo>
                    <a:pt x="432" y="151"/>
                    <a:pt x="425" y="150"/>
                    <a:pt x="422" y="150"/>
                  </a:cubicBezTo>
                  <a:cubicBezTo>
                    <a:pt x="419" y="150"/>
                    <a:pt x="409" y="150"/>
                    <a:pt x="407" y="149"/>
                  </a:cubicBezTo>
                  <a:cubicBezTo>
                    <a:pt x="404" y="149"/>
                    <a:pt x="403" y="151"/>
                    <a:pt x="402" y="154"/>
                  </a:cubicBezTo>
                  <a:cubicBezTo>
                    <a:pt x="401" y="156"/>
                    <a:pt x="398" y="160"/>
                    <a:pt x="397" y="165"/>
                  </a:cubicBezTo>
                  <a:cubicBezTo>
                    <a:pt x="395" y="170"/>
                    <a:pt x="389" y="172"/>
                    <a:pt x="386" y="173"/>
                  </a:cubicBezTo>
                  <a:cubicBezTo>
                    <a:pt x="383" y="174"/>
                    <a:pt x="382" y="178"/>
                    <a:pt x="383" y="180"/>
                  </a:cubicBezTo>
                  <a:cubicBezTo>
                    <a:pt x="384" y="182"/>
                    <a:pt x="386" y="181"/>
                    <a:pt x="387" y="181"/>
                  </a:cubicBezTo>
                  <a:cubicBezTo>
                    <a:pt x="389" y="182"/>
                    <a:pt x="387" y="187"/>
                    <a:pt x="386" y="188"/>
                  </a:cubicBezTo>
                  <a:cubicBezTo>
                    <a:pt x="386" y="188"/>
                    <a:pt x="388" y="190"/>
                    <a:pt x="386" y="192"/>
                  </a:cubicBezTo>
                  <a:cubicBezTo>
                    <a:pt x="384" y="193"/>
                    <a:pt x="382" y="196"/>
                    <a:pt x="383" y="197"/>
                  </a:cubicBezTo>
                  <a:cubicBezTo>
                    <a:pt x="384" y="198"/>
                    <a:pt x="390" y="199"/>
                    <a:pt x="393" y="201"/>
                  </a:cubicBezTo>
                  <a:cubicBezTo>
                    <a:pt x="395" y="202"/>
                    <a:pt x="394" y="205"/>
                    <a:pt x="396" y="207"/>
                  </a:cubicBezTo>
                  <a:cubicBezTo>
                    <a:pt x="398" y="210"/>
                    <a:pt x="400" y="208"/>
                    <a:pt x="401" y="210"/>
                  </a:cubicBezTo>
                  <a:cubicBezTo>
                    <a:pt x="402" y="211"/>
                    <a:pt x="398" y="217"/>
                    <a:pt x="396" y="218"/>
                  </a:cubicBezTo>
                  <a:cubicBezTo>
                    <a:pt x="394" y="218"/>
                    <a:pt x="388" y="211"/>
                    <a:pt x="386" y="210"/>
                  </a:cubicBezTo>
                  <a:cubicBezTo>
                    <a:pt x="384" y="208"/>
                    <a:pt x="377" y="206"/>
                    <a:pt x="373" y="204"/>
                  </a:cubicBezTo>
                  <a:cubicBezTo>
                    <a:pt x="370" y="202"/>
                    <a:pt x="367" y="203"/>
                    <a:pt x="363" y="200"/>
                  </a:cubicBezTo>
                  <a:cubicBezTo>
                    <a:pt x="359" y="197"/>
                    <a:pt x="355" y="196"/>
                    <a:pt x="348" y="196"/>
                  </a:cubicBezTo>
                  <a:cubicBezTo>
                    <a:pt x="340" y="196"/>
                    <a:pt x="336" y="194"/>
                    <a:pt x="333" y="195"/>
                  </a:cubicBezTo>
                  <a:cubicBezTo>
                    <a:pt x="331" y="195"/>
                    <a:pt x="332" y="192"/>
                    <a:pt x="327" y="190"/>
                  </a:cubicBezTo>
                  <a:cubicBezTo>
                    <a:pt x="323" y="188"/>
                    <a:pt x="320" y="186"/>
                    <a:pt x="317" y="187"/>
                  </a:cubicBezTo>
                  <a:cubicBezTo>
                    <a:pt x="315" y="188"/>
                    <a:pt x="316" y="193"/>
                    <a:pt x="320" y="194"/>
                  </a:cubicBezTo>
                  <a:cubicBezTo>
                    <a:pt x="324" y="194"/>
                    <a:pt x="322" y="196"/>
                    <a:pt x="326" y="196"/>
                  </a:cubicBezTo>
                  <a:cubicBezTo>
                    <a:pt x="330" y="196"/>
                    <a:pt x="331" y="197"/>
                    <a:pt x="331" y="200"/>
                  </a:cubicBezTo>
                  <a:cubicBezTo>
                    <a:pt x="331" y="202"/>
                    <a:pt x="333" y="205"/>
                    <a:pt x="334" y="206"/>
                  </a:cubicBezTo>
                  <a:cubicBezTo>
                    <a:pt x="336" y="208"/>
                    <a:pt x="335" y="211"/>
                    <a:pt x="332" y="211"/>
                  </a:cubicBezTo>
                  <a:cubicBezTo>
                    <a:pt x="329" y="211"/>
                    <a:pt x="325" y="211"/>
                    <a:pt x="326" y="214"/>
                  </a:cubicBezTo>
                  <a:cubicBezTo>
                    <a:pt x="328" y="216"/>
                    <a:pt x="326" y="216"/>
                    <a:pt x="322" y="215"/>
                  </a:cubicBezTo>
                  <a:cubicBezTo>
                    <a:pt x="319" y="214"/>
                    <a:pt x="321" y="212"/>
                    <a:pt x="322" y="210"/>
                  </a:cubicBezTo>
                  <a:cubicBezTo>
                    <a:pt x="324" y="209"/>
                    <a:pt x="319" y="208"/>
                    <a:pt x="317" y="207"/>
                  </a:cubicBezTo>
                  <a:cubicBezTo>
                    <a:pt x="315" y="206"/>
                    <a:pt x="307" y="212"/>
                    <a:pt x="305" y="213"/>
                  </a:cubicBezTo>
                  <a:cubicBezTo>
                    <a:pt x="303" y="214"/>
                    <a:pt x="297" y="212"/>
                    <a:pt x="292" y="213"/>
                  </a:cubicBezTo>
                  <a:cubicBezTo>
                    <a:pt x="286" y="214"/>
                    <a:pt x="286" y="219"/>
                    <a:pt x="284" y="218"/>
                  </a:cubicBezTo>
                  <a:cubicBezTo>
                    <a:pt x="282" y="218"/>
                    <a:pt x="276" y="219"/>
                    <a:pt x="273" y="218"/>
                  </a:cubicBezTo>
                  <a:cubicBezTo>
                    <a:pt x="271" y="216"/>
                    <a:pt x="273" y="215"/>
                    <a:pt x="275" y="215"/>
                  </a:cubicBezTo>
                  <a:cubicBezTo>
                    <a:pt x="278" y="216"/>
                    <a:pt x="279" y="215"/>
                    <a:pt x="277" y="213"/>
                  </a:cubicBezTo>
                  <a:cubicBezTo>
                    <a:pt x="276" y="211"/>
                    <a:pt x="279" y="209"/>
                    <a:pt x="279" y="208"/>
                  </a:cubicBezTo>
                  <a:cubicBezTo>
                    <a:pt x="279" y="206"/>
                    <a:pt x="270" y="210"/>
                    <a:pt x="268" y="211"/>
                  </a:cubicBezTo>
                  <a:cubicBezTo>
                    <a:pt x="266" y="212"/>
                    <a:pt x="268" y="215"/>
                    <a:pt x="266" y="215"/>
                  </a:cubicBezTo>
                  <a:cubicBezTo>
                    <a:pt x="265" y="216"/>
                    <a:pt x="265" y="214"/>
                    <a:pt x="263" y="213"/>
                  </a:cubicBezTo>
                  <a:cubicBezTo>
                    <a:pt x="261" y="213"/>
                    <a:pt x="247" y="216"/>
                    <a:pt x="244" y="219"/>
                  </a:cubicBezTo>
                  <a:cubicBezTo>
                    <a:pt x="242" y="222"/>
                    <a:pt x="237" y="222"/>
                    <a:pt x="237" y="223"/>
                  </a:cubicBezTo>
                  <a:cubicBezTo>
                    <a:pt x="237" y="225"/>
                    <a:pt x="230" y="225"/>
                    <a:pt x="228" y="226"/>
                  </a:cubicBezTo>
                  <a:cubicBezTo>
                    <a:pt x="225" y="227"/>
                    <a:pt x="227" y="232"/>
                    <a:pt x="226" y="235"/>
                  </a:cubicBezTo>
                  <a:cubicBezTo>
                    <a:pt x="225" y="237"/>
                    <a:pt x="215" y="236"/>
                    <a:pt x="212" y="236"/>
                  </a:cubicBezTo>
                  <a:cubicBezTo>
                    <a:pt x="209" y="237"/>
                    <a:pt x="208" y="231"/>
                    <a:pt x="206" y="230"/>
                  </a:cubicBezTo>
                  <a:cubicBezTo>
                    <a:pt x="204" y="230"/>
                    <a:pt x="205" y="227"/>
                    <a:pt x="206" y="225"/>
                  </a:cubicBezTo>
                  <a:cubicBezTo>
                    <a:pt x="207" y="224"/>
                    <a:pt x="208" y="225"/>
                    <a:pt x="211" y="223"/>
                  </a:cubicBezTo>
                  <a:cubicBezTo>
                    <a:pt x="214" y="221"/>
                    <a:pt x="217" y="224"/>
                    <a:pt x="219" y="223"/>
                  </a:cubicBezTo>
                  <a:cubicBezTo>
                    <a:pt x="220" y="221"/>
                    <a:pt x="214" y="218"/>
                    <a:pt x="214" y="215"/>
                  </a:cubicBezTo>
                  <a:cubicBezTo>
                    <a:pt x="213" y="212"/>
                    <a:pt x="207" y="211"/>
                    <a:pt x="203" y="212"/>
                  </a:cubicBezTo>
                  <a:cubicBezTo>
                    <a:pt x="200" y="213"/>
                    <a:pt x="196" y="212"/>
                    <a:pt x="193" y="211"/>
                  </a:cubicBezTo>
                  <a:cubicBezTo>
                    <a:pt x="191" y="210"/>
                    <a:pt x="191" y="213"/>
                    <a:pt x="195" y="214"/>
                  </a:cubicBezTo>
                  <a:cubicBezTo>
                    <a:pt x="199" y="215"/>
                    <a:pt x="197" y="218"/>
                    <a:pt x="197" y="220"/>
                  </a:cubicBezTo>
                  <a:cubicBezTo>
                    <a:pt x="198" y="222"/>
                    <a:pt x="196" y="226"/>
                    <a:pt x="194" y="229"/>
                  </a:cubicBezTo>
                  <a:cubicBezTo>
                    <a:pt x="192" y="232"/>
                    <a:pt x="194" y="232"/>
                    <a:pt x="197" y="232"/>
                  </a:cubicBezTo>
                  <a:cubicBezTo>
                    <a:pt x="200" y="231"/>
                    <a:pt x="200" y="236"/>
                    <a:pt x="200" y="239"/>
                  </a:cubicBezTo>
                  <a:cubicBezTo>
                    <a:pt x="200" y="242"/>
                    <a:pt x="197" y="243"/>
                    <a:pt x="197" y="245"/>
                  </a:cubicBezTo>
                  <a:cubicBezTo>
                    <a:pt x="197" y="247"/>
                    <a:pt x="195" y="244"/>
                    <a:pt x="194" y="245"/>
                  </a:cubicBezTo>
                  <a:cubicBezTo>
                    <a:pt x="193" y="246"/>
                    <a:pt x="192" y="244"/>
                    <a:pt x="191" y="242"/>
                  </a:cubicBezTo>
                  <a:cubicBezTo>
                    <a:pt x="191" y="240"/>
                    <a:pt x="186" y="242"/>
                    <a:pt x="183" y="241"/>
                  </a:cubicBezTo>
                  <a:cubicBezTo>
                    <a:pt x="181" y="240"/>
                    <a:pt x="180" y="241"/>
                    <a:pt x="178" y="243"/>
                  </a:cubicBezTo>
                  <a:cubicBezTo>
                    <a:pt x="177" y="245"/>
                    <a:pt x="173" y="246"/>
                    <a:pt x="171" y="246"/>
                  </a:cubicBezTo>
                  <a:cubicBezTo>
                    <a:pt x="169" y="247"/>
                    <a:pt x="165" y="251"/>
                    <a:pt x="163" y="252"/>
                  </a:cubicBezTo>
                  <a:cubicBezTo>
                    <a:pt x="161" y="253"/>
                    <a:pt x="161" y="256"/>
                    <a:pt x="164" y="259"/>
                  </a:cubicBezTo>
                  <a:cubicBezTo>
                    <a:pt x="167" y="262"/>
                    <a:pt x="167" y="264"/>
                    <a:pt x="167" y="265"/>
                  </a:cubicBezTo>
                  <a:cubicBezTo>
                    <a:pt x="167" y="267"/>
                    <a:pt x="159" y="266"/>
                    <a:pt x="158" y="265"/>
                  </a:cubicBezTo>
                  <a:cubicBezTo>
                    <a:pt x="156" y="263"/>
                    <a:pt x="151" y="262"/>
                    <a:pt x="149" y="263"/>
                  </a:cubicBezTo>
                  <a:cubicBezTo>
                    <a:pt x="147" y="263"/>
                    <a:pt x="143" y="257"/>
                    <a:pt x="140" y="257"/>
                  </a:cubicBezTo>
                  <a:cubicBezTo>
                    <a:pt x="138" y="257"/>
                    <a:pt x="136" y="260"/>
                    <a:pt x="135" y="262"/>
                  </a:cubicBezTo>
                  <a:cubicBezTo>
                    <a:pt x="134" y="263"/>
                    <a:pt x="136" y="264"/>
                    <a:pt x="138" y="266"/>
                  </a:cubicBezTo>
                  <a:cubicBezTo>
                    <a:pt x="139" y="269"/>
                    <a:pt x="143" y="269"/>
                    <a:pt x="145" y="269"/>
                  </a:cubicBezTo>
                  <a:cubicBezTo>
                    <a:pt x="148" y="269"/>
                    <a:pt x="147" y="273"/>
                    <a:pt x="146" y="274"/>
                  </a:cubicBezTo>
                  <a:cubicBezTo>
                    <a:pt x="145" y="276"/>
                    <a:pt x="141" y="277"/>
                    <a:pt x="140" y="275"/>
                  </a:cubicBezTo>
                  <a:cubicBezTo>
                    <a:pt x="139" y="274"/>
                    <a:pt x="134" y="275"/>
                    <a:pt x="134" y="273"/>
                  </a:cubicBezTo>
                  <a:cubicBezTo>
                    <a:pt x="134" y="271"/>
                    <a:pt x="130" y="268"/>
                    <a:pt x="126" y="269"/>
                  </a:cubicBezTo>
                  <a:cubicBezTo>
                    <a:pt x="123" y="270"/>
                    <a:pt x="122" y="267"/>
                    <a:pt x="122" y="264"/>
                  </a:cubicBezTo>
                  <a:cubicBezTo>
                    <a:pt x="122" y="261"/>
                    <a:pt x="120" y="260"/>
                    <a:pt x="120" y="259"/>
                  </a:cubicBezTo>
                  <a:cubicBezTo>
                    <a:pt x="120" y="257"/>
                    <a:pt x="119" y="255"/>
                    <a:pt x="121" y="253"/>
                  </a:cubicBezTo>
                  <a:cubicBezTo>
                    <a:pt x="122" y="252"/>
                    <a:pt x="121" y="250"/>
                    <a:pt x="121" y="248"/>
                  </a:cubicBezTo>
                  <a:cubicBezTo>
                    <a:pt x="121" y="246"/>
                    <a:pt x="118" y="244"/>
                    <a:pt x="115" y="244"/>
                  </a:cubicBezTo>
                  <a:cubicBezTo>
                    <a:pt x="112" y="244"/>
                    <a:pt x="113" y="241"/>
                    <a:pt x="110" y="240"/>
                  </a:cubicBezTo>
                  <a:cubicBezTo>
                    <a:pt x="108" y="240"/>
                    <a:pt x="103" y="235"/>
                    <a:pt x="102" y="234"/>
                  </a:cubicBezTo>
                  <a:cubicBezTo>
                    <a:pt x="102" y="232"/>
                    <a:pt x="98" y="232"/>
                    <a:pt x="99" y="231"/>
                  </a:cubicBezTo>
                  <a:cubicBezTo>
                    <a:pt x="101" y="230"/>
                    <a:pt x="104" y="231"/>
                    <a:pt x="106" y="233"/>
                  </a:cubicBezTo>
                  <a:cubicBezTo>
                    <a:pt x="108" y="235"/>
                    <a:pt x="111" y="237"/>
                    <a:pt x="117" y="238"/>
                  </a:cubicBezTo>
                  <a:cubicBezTo>
                    <a:pt x="123" y="239"/>
                    <a:pt x="125" y="241"/>
                    <a:pt x="131" y="242"/>
                  </a:cubicBezTo>
                  <a:cubicBezTo>
                    <a:pt x="137" y="244"/>
                    <a:pt x="141" y="244"/>
                    <a:pt x="150" y="246"/>
                  </a:cubicBezTo>
                  <a:cubicBezTo>
                    <a:pt x="159" y="247"/>
                    <a:pt x="171" y="238"/>
                    <a:pt x="173" y="235"/>
                  </a:cubicBezTo>
                  <a:cubicBezTo>
                    <a:pt x="176" y="233"/>
                    <a:pt x="172" y="228"/>
                    <a:pt x="172" y="226"/>
                  </a:cubicBezTo>
                  <a:cubicBezTo>
                    <a:pt x="172" y="224"/>
                    <a:pt x="168" y="224"/>
                    <a:pt x="168" y="222"/>
                  </a:cubicBezTo>
                  <a:cubicBezTo>
                    <a:pt x="167" y="221"/>
                    <a:pt x="165" y="218"/>
                    <a:pt x="161" y="218"/>
                  </a:cubicBezTo>
                  <a:cubicBezTo>
                    <a:pt x="158" y="218"/>
                    <a:pt x="157" y="214"/>
                    <a:pt x="154" y="215"/>
                  </a:cubicBezTo>
                  <a:cubicBezTo>
                    <a:pt x="152" y="215"/>
                    <a:pt x="150" y="213"/>
                    <a:pt x="143" y="209"/>
                  </a:cubicBezTo>
                  <a:cubicBezTo>
                    <a:pt x="136" y="204"/>
                    <a:pt x="126" y="200"/>
                    <a:pt x="124" y="201"/>
                  </a:cubicBezTo>
                  <a:cubicBezTo>
                    <a:pt x="122" y="202"/>
                    <a:pt x="121" y="203"/>
                    <a:pt x="120" y="201"/>
                  </a:cubicBezTo>
                  <a:cubicBezTo>
                    <a:pt x="119" y="199"/>
                    <a:pt x="116" y="199"/>
                    <a:pt x="114" y="201"/>
                  </a:cubicBezTo>
                  <a:cubicBezTo>
                    <a:pt x="112" y="202"/>
                    <a:pt x="110" y="199"/>
                    <a:pt x="107" y="200"/>
                  </a:cubicBezTo>
                  <a:cubicBezTo>
                    <a:pt x="103" y="201"/>
                    <a:pt x="101" y="199"/>
                    <a:pt x="102" y="198"/>
                  </a:cubicBezTo>
                  <a:cubicBezTo>
                    <a:pt x="103" y="196"/>
                    <a:pt x="108" y="197"/>
                    <a:pt x="108" y="196"/>
                  </a:cubicBezTo>
                  <a:cubicBezTo>
                    <a:pt x="108" y="194"/>
                    <a:pt x="106" y="196"/>
                    <a:pt x="103" y="193"/>
                  </a:cubicBezTo>
                  <a:cubicBezTo>
                    <a:pt x="99" y="191"/>
                    <a:pt x="98" y="193"/>
                    <a:pt x="97" y="195"/>
                  </a:cubicBezTo>
                  <a:cubicBezTo>
                    <a:pt x="96" y="196"/>
                    <a:pt x="94" y="196"/>
                    <a:pt x="92" y="194"/>
                  </a:cubicBezTo>
                  <a:cubicBezTo>
                    <a:pt x="92" y="194"/>
                    <a:pt x="92" y="194"/>
                    <a:pt x="91" y="194"/>
                  </a:cubicBezTo>
                  <a:cubicBezTo>
                    <a:pt x="91" y="197"/>
                    <a:pt x="89" y="197"/>
                    <a:pt x="87" y="197"/>
                  </a:cubicBezTo>
                  <a:cubicBezTo>
                    <a:pt x="85" y="196"/>
                    <a:pt x="83" y="200"/>
                    <a:pt x="81" y="200"/>
                  </a:cubicBezTo>
                  <a:cubicBezTo>
                    <a:pt x="78" y="200"/>
                    <a:pt x="76" y="203"/>
                    <a:pt x="75" y="205"/>
                  </a:cubicBezTo>
                  <a:cubicBezTo>
                    <a:pt x="75" y="207"/>
                    <a:pt x="72" y="206"/>
                    <a:pt x="72" y="207"/>
                  </a:cubicBezTo>
                  <a:cubicBezTo>
                    <a:pt x="72" y="208"/>
                    <a:pt x="72" y="210"/>
                    <a:pt x="71" y="211"/>
                  </a:cubicBezTo>
                  <a:cubicBezTo>
                    <a:pt x="70" y="213"/>
                    <a:pt x="71" y="213"/>
                    <a:pt x="72" y="216"/>
                  </a:cubicBezTo>
                  <a:cubicBezTo>
                    <a:pt x="73" y="218"/>
                    <a:pt x="76" y="218"/>
                    <a:pt x="77" y="219"/>
                  </a:cubicBezTo>
                  <a:cubicBezTo>
                    <a:pt x="78" y="219"/>
                    <a:pt x="83" y="223"/>
                    <a:pt x="83" y="225"/>
                  </a:cubicBezTo>
                  <a:cubicBezTo>
                    <a:pt x="83" y="226"/>
                    <a:pt x="79" y="230"/>
                    <a:pt x="78" y="231"/>
                  </a:cubicBezTo>
                  <a:cubicBezTo>
                    <a:pt x="76" y="232"/>
                    <a:pt x="75" y="234"/>
                    <a:pt x="75" y="235"/>
                  </a:cubicBezTo>
                  <a:cubicBezTo>
                    <a:pt x="76" y="237"/>
                    <a:pt x="80" y="243"/>
                    <a:pt x="83" y="247"/>
                  </a:cubicBezTo>
                  <a:cubicBezTo>
                    <a:pt x="86" y="252"/>
                    <a:pt x="82" y="250"/>
                    <a:pt x="80" y="252"/>
                  </a:cubicBezTo>
                  <a:cubicBezTo>
                    <a:pt x="79" y="254"/>
                    <a:pt x="81" y="257"/>
                    <a:pt x="82" y="258"/>
                  </a:cubicBezTo>
                  <a:cubicBezTo>
                    <a:pt x="82" y="260"/>
                    <a:pt x="80" y="260"/>
                    <a:pt x="80" y="261"/>
                  </a:cubicBezTo>
                  <a:cubicBezTo>
                    <a:pt x="80" y="262"/>
                    <a:pt x="84" y="262"/>
                    <a:pt x="84" y="263"/>
                  </a:cubicBezTo>
                  <a:cubicBezTo>
                    <a:pt x="84" y="264"/>
                    <a:pt x="81" y="266"/>
                    <a:pt x="83" y="267"/>
                  </a:cubicBezTo>
                  <a:cubicBezTo>
                    <a:pt x="84" y="269"/>
                    <a:pt x="87" y="269"/>
                    <a:pt x="87" y="272"/>
                  </a:cubicBezTo>
                  <a:cubicBezTo>
                    <a:pt x="87" y="274"/>
                    <a:pt x="82" y="274"/>
                    <a:pt x="82" y="276"/>
                  </a:cubicBezTo>
                  <a:cubicBezTo>
                    <a:pt x="82" y="278"/>
                    <a:pt x="89" y="281"/>
                    <a:pt x="92" y="284"/>
                  </a:cubicBezTo>
                  <a:cubicBezTo>
                    <a:pt x="95" y="288"/>
                    <a:pt x="95" y="289"/>
                    <a:pt x="94" y="291"/>
                  </a:cubicBezTo>
                  <a:cubicBezTo>
                    <a:pt x="93" y="294"/>
                    <a:pt x="84" y="298"/>
                    <a:pt x="82" y="302"/>
                  </a:cubicBezTo>
                  <a:cubicBezTo>
                    <a:pt x="80" y="306"/>
                    <a:pt x="73" y="309"/>
                    <a:pt x="70" y="312"/>
                  </a:cubicBezTo>
                  <a:cubicBezTo>
                    <a:pt x="69" y="313"/>
                    <a:pt x="67" y="315"/>
                    <a:pt x="66" y="317"/>
                  </a:cubicBezTo>
                  <a:cubicBezTo>
                    <a:pt x="68" y="316"/>
                    <a:pt x="69" y="316"/>
                    <a:pt x="70" y="316"/>
                  </a:cubicBezTo>
                  <a:cubicBezTo>
                    <a:pt x="71" y="315"/>
                    <a:pt x="73" y="319"/>
                    <a:pt x="75" y="321"/>
                  </a:cubicBezTo>
                  <a:cubicBezTo>
                    <a:pt x="77" y="322"/>
                    <a:pt x="80" y="321"/>
                    <a:pt x="82" y="322"/>
                  </a:cubicBezTo>
                  <a:cubicBezTo>
                    <a:pt x="83" y="324"/>
                    <a:pt x="81" y="324"/>
                    <a:pt x="78" y="323"/>
                  </a:cubicBezTo>
                  <a:cubicBezTo>
                    <a:pt x="75" y="323"/>
                    <a:pt x="74" y="325"/>
                    <a:pt x="70" y="326"/>
                  </a:cubicBezTo>
                  <a:cubicBezTo>
                    <a:pt x="67" y="327"/>
                    <a:pt x="67" y="328"/>
                    <a:pt x="66" y="329"/>
                  </a:cubicBezTo>
                  <a:cubicBezTo>
                    <a:pt x="68" y="332"/>
                    <a:pt x="66" y="332"/>
                    <a:pt x="65" y="334"/>
                  </a:cubicBezTo>
                  <a:cubicBezTo>
                    <a:pt x="63" y="337"/>
                    <a:pt x="62" y="337"/>
                    <a:pt x="62" y="339"/>
                  </a:cubicBezTo>
                  <a:cubicBezTo>
                    <a:pt x="62" y="340"/>
                    <a:pt x="62" y="341"/>
                    <a:pt x="62" y="343"/>
                  </a:cubicBezTo>
                  <a:cubicBezTo>
                    <a:pt x="63" y="345"/>
                    <a:pt x="63" y="346"/>
                    <a:pt x="64" y="347"/>
                  </a:cubicBezTo>
                  <a:cubicBezTo>
                    <a:pt x="65" y="349"/>
                    <a:pt x="63" y="349"/>
                    <a:pt x="62" y="350"/>
                  </a:cubicBezTo>
                  <a:cubicBezTo>
                    <a:pt x="61" y="351"/>
                    <a:pt x="62" y="353"/>
                    <a:pt x="63" y="354"/>
                  </a:cubicBezTo>
                  <a:cubicBezTo>
                    <a:pt x="65" y="356"/>
                    <a:pt x="65" y="358"/>
                    <a:pt x="64" y="359"/>
                  </a:cubicBezTo>
                  <a:cubicBezTo>
                    <a:pt x="63" y="360"/>
                    <a:pt x="65" y="362"/>
                    <a:pt x="67" y="364"/>
                  </a:cubicBezTo>
                  <a:cubicBezTo>
                    <a:pt x="68" y="365"/>
                    <a:pt x="68" y="368"/>
                    <a:pt x="69" y="369"/>
                  </a:cubicBezTo>
                  <a:cubicBezTo>
                    <a:pt x="70" y="370"/>
                    <a:pt x="71" y="371"/>
                    <a:pt x="73" y="370"/>
                  </a:cubicBezTo>
                  <a:cubicBezTo>
                    <a:pt x="75" y="370"/>
                    <a:pt x="76" y="371"/>
                    <a:pt x="77" y="372"/>
                  </a:cubicBezTo>
                  <a:cubicBezTo>
                    <a:pt x="78" y="374"/>
                    <a:pt x="79" y="373"/>
                    <a:pt x="81" y="372"/>
                  </a:cubicBezTo>
                  <a:cubicBezTo>
                    <a:pt x="83" y="371"/>
                    <a:pt x="88" y="374"/>
                    <a:pt x="89" y="374"/>
                  </a:cubicBezTo>
                  <a:cubicBezTo>
                    <a:pt x="90" y="375"/>
                    <a:pt x="89" y="378"/>
                    <a:pt x="90" y="380"/>
                  </a:cubicBezTo>
                  <a:cubicBezTo>
                    <a:pt x="90" y="382"/>
                    <a:pt x="88" y="384"/>
                    <a:pt x="90" y="386"/>
                  </a:cubicBezTo>
                  <a:cubicBezTo>
                    <a:pt x="92" y="387"/>
                    <a:pt x="92" y="390"/>
                    <a:pt x="94" y="391"/>
                  </a:cubicBezTo>
                  <a:cubicBezTo>
                    <a:pt x="96" y="392"/>
                    <a:pt x="97" y="395"/>
                    <a:pt x="99" y="395"/>
                  </a:cubicBezTo>
                  <a:cubicBezTo>
                    <a:pt x="100" y="395"/>
                    <a:pt x="103" y="398"/>
                    <a:pt x="103" y="399"/>
                  </a:cubicBezTo>
                  <a:cubicBezTo>
                    <a:pt x="104" y="401"/>
                    <a:pt x="101" y="402"/>
                    <a:pt x="99" y="403"/>
                  </a:cubicBezTo>
                  <a:cubicBezTo>
                    <a:pt x="98" y="404"/>
                    <a:pt x="95" y="401"/>
                    <a:pt x="93" y="402"/>
                  </a:cubicBezTo>
                  <a:cubicBezTo>
                    <a:pt x="92" y="403"/>
                    <a:pt x="94" y="406"/>
                    <a:pt x="95" y="410"/>
                  </a:cubicBezTo>
                  <a:cubicBezTo>
                    <a:pt x="96" y="413"/>
                    <a:pt x="96" y="414"/>
                    <a:pt x="98" y="414"/>
                  </a:cubicBezTo>
                  <a:cubicBezTo>
                    <a:pt x="100" y="414"/>
                    <a:pt x="101" y="413"/>
                    <a:pt x="102" y="412"/>
                  </a:cubicBezTo>
                  <a:cubicBezTo>
                    <a:pt x="103" y="411"/>
                    <a:pt x="106" y="412"/>
                    <a:pt x="107" y="412"/>
                  </a:cubicBezTo>
                  <a:cubicBezTo>
                    <a:pt x="108" y="411"/>
                    <a:pt x="113" y="411"/>
                    <a:pt x="114" y="412"/>
                  </a:cubicBezTo>
                  <a:cubicBezTo>
                    <a:pt x="115" y="414"/>
                    <a:pt x="116" y="417"/>
                    <a:pt x="115" y="418"/>
                  </a:cubicBezTo>
                  <a:cubicBezTo>
                    <a:pt x="114" y="420"/>
                    <a:pt x="116" y="421"/>
                    <a:pt x="117" y="423"/>
                  </a:cubicBezTo>
                  <a:cubicBezTo>
                    <a:pt x="118" y="425"/>
                    <a:pt x="121" y="424"/>
                    <a:pt x="123" y="424"/>
                  </a:cubicBezTo>
                  <a:cubicBezTo>
                    <a:pt x="124" y="425"/>
                    <a:pt x="127" y="429"/>
                    <a:pt x="126" y="431"/>
                  </a:cubicBezTo>
                  <a:cubicBezTo>
                    <a:pt x="126" y="432"/>
                    <a:pt x="128" y="433"/>
                    <a:pt x="129" y="432"/>
                  </a:cubicBezTo>
                  <a:cubicBezTo>
                    <a:pt x="130" y="432"/>
                    <a:pt x="132" y="433"/>
                    <a:pt x="133" y="434"/>
                  </a:cubicBezTo>
                  <a:cubicBezTo>
                    <a:pt x="134" y="435"/>
                    <a:pt x="136" y="434"/>
                    <a:pt x="137" y="434"/>
                  </a:cubicBezTo>
                  <a:cubicBezTo>
                    <a:pt x="139" y="433"/>
                    <a:pt x="141" y="432"/>
                    <a:pt x="142" y="433"/>
                  </a:cubicBezTo>
                  <a:cubicBezTo>
                    <a:pt x="142" y="434"/>
                    <a:pt x="145" y="437"/>
                    <a:pt x="145" y="438"/>
                  </a:cubicBezTo>
                  <a:cubicBezTo>
                    <a:pt x="145" y="438"/>
                    <a:pt x="150" y="438"/>
                    <a:pt x="152" y="439"/>
                  </a:cubicBezTo>
                  <a:cubicBezTo>
                    <a:pt x="154" y="440"/>
                    <a:pt x="156" y="439"/>
                    <a:pt x="159" y="440"/>
                  </a:cubicBezTo>
                  <a:cubicBezTo>
                    <a:pt x="161" y="442"/>
                    <a:pt x="163" y="442"/>
                    <a:pt x="163" y="443"/>
                  </a:cubicBezTo>
                  <a:cubicBezTo>
                    <a:pt x="163" y="445"/>
                    <a:pt x="161" y="446"/>
                    <a:pt x="161" y="447"/>
                  </a:cubicBezTo>
                  <a:cubicBezTo>
                    <a:pt x="161" y="447"/>
                    <a:pt x="163" y="448"/>
                    <a:pt x="163" y="449"/>
                  </a:cubicBezTo>
                  <a:cubicBezTo>
                    <a:pt x="163" y="450"/>
                    <a:pt x="160" y="450"/>
                    <a:pt x="160" y="451"/>
                  </a:cubicBezTo>
                  <a:cubicBezTo>
                    <a:pt x="160" y="452"/>
                    <a:pt x="161" y="453"/>
                    <a:pt x="162" y="454"/>
                  </a:cubicBezTo>
                  <a:cubicBezTo>
                    <a:pt x="162" y="455"/>
                    <a:pt x="160" y="458"/>
                    <a:pt x="160" y="459"/>
                  </a:cubicBezTo>
                  <a:cubicBezTo>
                    <a:pt x="160" y="460"/>
                    <a:pt x="155" y="459"/>
                    <a:pt x="154" y="459"/>
                  </a:cubicBezTo>
                  <a:cubicBezTo>
                    <a:pt x="152" y="459"/>
                    <a:pt x="149" y="463"/>
                    <a:pt x="147" y="463"/>
                  </a:cubicBezTo>
                  <a:cubicBezTo>
                    <a:pt x="146" y="463"/>
                    <a:pt x="147" y="465"/>
                    <a:pt x="147" y="467"/>
                  </a:cubicBezTo>
                  <a:cubicBezTo>
                    <a:pt x="151" y="466"/>
                    <a:pt x="155" y="466"/>
                    <a:pt x="156" y="466"/>
                  </a:cubicBezTo>
                  <a:cubicBezTo>
                    <a:pt x="156" y="468"/>
                    <a:pt x="147" y="472"/>
                    <a:pt x="146" y="472"/>
                  </a:cubicBezTo>
                  <a:cubicBezTo>
                    <a:pt x="144" y="473"/>
                    <a:pt x="149" y="475"/>
                    <a:pt x="149" y="477"/>
                  </a:cubicBezTo>
                  <a:cubicBezTo>
                    <a:pt x="149" y="478"/>
                    <a:pt x="143" y="479"/>
                    <a:pt x="144" y="481"/>
                  </a:cubicBezTo>
                  <a:cubicBezTo>
                    <a:pt x="144" y="484"/>
                    <a:pt x="142" y="485"/>
                    <a:pt x="139" y="485"/>
                  </a:cubicBezTo>
                  <a:cubicBezTo>
                    <a:pt x="137" y="485"/>
                    <a:pt x="136" y="487"/>
                    <a:pt x="137" y="487"/>
                  </a:cubicBezTo>
                  <a:cubicBezTo>
                    <a:pt x="139" y="487"/>
                    <a:pt x="139" y="491"/>
                    <a:pt x="144" y="492"/>
                  </a:cubicBezTo>
                  <a:cubicBezTo>
                    <a:pt x="149" y="493"/>
                    <a:pt x="154" y="498"/>
                    <a:pt x="159" y="503"/>
                  </a:cubicBezTo>
                  <a:cubicBezTo>
                    <a:pt x="159" y="503"/>
                    <a:pt x="160" y="504"/>
                    <a:pt x="161" y="504"/>
                  </a:cubicBezTo>
                  <a:cubicBezTo>
                    <a:pt x="162" y="504"/>
                    <a:pt x="163" y="503"/>
                    <a:pt x="164" y="503"/>
                  </a:cubicBezTo>
                  <a:cubicBezTo>
                    <a:pt x="166" y="503"/>
                    <a:pt x="171" y="504"/>
                    <a:pt x="173" y="506"/>
                  </a:cubicBezTo>
                  <a:cubicBezTo>
                    <a:pt x="176" y="508"/>
                    <a:pt x="185" y="505"/>
                    <a:pt x="186" y="507"/>
                  </a:cubicBezTo>
                  <a:cubicBezTo>
                    <a:pt x="187" y="508"/>
                    <a:pt x="189" y="510"/>
                    <a:pt x="191" y="510"/>
                  </a:cubicBezTo>
                  <a:cubicBezTo>
                    <a:pt x="193" y="510"/>
                    <a:pt x="194" y="514"/>
                    <a:pt x="196" y="513"/>
                  </a:cubicBezTo>
                  <a:cubicBezTo>
                    <a:pt x="197" y="512"/>
                    <a:pt x="203" y="512"/>
                    <a:pt x="204" y="512"/>
                  </a:cubicBezTo>
                  <a:cubicBezTo>
                    <a:pt x="205" y="512"/>
                    <a:pt x="205" y="513"/>
                    <a:pt x="207" y="513"/>
                  </a:cubicBezTo>
                  <a:cubicBezTo>
                    <a:pt x="208" y="513"/>
                    <a:pt x="208" y="518"/>
                    <a:pt x="209" y="518"/>
                  </a:cubicBezTo>
                  <a:cubicBezTo>
                    <a:pt x="210" y="517"/>
                    <a:pt x="214" y="521"/>
                    <a:pt x="217" y="521"/>
                  </a:cubicBezTo>
                  <a:cubicBezTo>
                    <a:pt x="219" y="522"/>
                    <a:pt x="222" y="526"/>
                    <a:pt x="223" y="525"/>
                  </a:cubicBezTo>
                  <a:cubicBezTo>
                    <a:pt x="224" y="525"/>
                    <a:pt x="226" y="527"/>
                    <a:pt x="226" y="525"/>
                  </a:cubicBezTo>
                  <a:cubicBezTo>
                    <a:pt x="227" y="524"/>
                    <a:pt x="231" y="525"/>
                    <a:pt x="232" y="522"/>
                  </a:cubicBezTo>
                  <a:cubicBezTo>
                    <a:pt x="227" y="516"/>
                    <a:pt x="222" y="510"/>
                    <a:pt x="222" y="508"/>
                  </a:cubicBezTo>
                  <a:cubicBezTo>
                    <a:pt x="223" y="504"/>
                    <a:pt x="224" y="501"/>
                    <a:pt x="219" y="497"/>
                  </a:cubicBezTo>
                  <a:cubicBezTo>
                    <a:pt x="214" y="492"/>
                    <a:pt x="220" y="490"/>
                    <a:pt x="223" y="485"/>
                  </a:cubicBezTo>
                  <a:cubicBezTo>
                    <a:pt x="227" y="481"/>
                    <a:pt x="233" y="479"/>
                    <a:pt x="238" y="476"/>
                  </a:cubicBezTo>
                  <a:cubicBezTo>
                    <a:pt x="237" y="476"/>
                    <a:pt x="236" y="475"/>
                    <a:pt x="235" y="475"/>
                  </a:cubicBezTo>
                  <a:cubicBezTo>
                    <a:pt x="232" y="473"/>
                    <a:pt x="231" y="472"/>
                    <a:pt x="233" y="471"/>
                  </a:cubicBezTo>
                  <a:cubicBezTo>
                    <a:pt x="236" y="471"/>
                    <a:pt x="235" y="469"/>
                    <a:pt x="232" y="466"/>
                  </a:cubicBezTo>
                  <a:cubicBezTo>
                    <a:pt x="230" y="463"/>
                    <a:pt x="229" y="461"/>
                    <a:pt x="227" y="461"/>
                  </a:cubicBezTo>
                  <a:cubicBezTo>
                    <a:pt x="226" y="461"/>
                    <a:pt x="224" y="460"/>
                    <a:pt x="221" y="461"/>
                  </a:cubicBezTo>
                  <a:cubicBezTo>
                    <a:pt x="219" y="462"/>
                    <a:pt x="220" y="459"/>
                    <a:pt x="220" y="457"/>
                  </a:cubicBezTo>
                  <a:cubicBezTo>
                    <a:pt x="220" y="454"/>
                    <a:pt x="216" y="454"/>
                    <a:pt x="215" y="453"/>
                  </a:cubicBezTo>
                  <a:cubicBezTo>
                    <a:pt x="215" y="452"/>
                    <a:pt x="217" y="449"/>
                    <a:pt x="217" y="448"/>
                  </a:cubicBezTo>
                  <a:cubicBezTo>
                    <a:pt x="218" y="448"/>
                    <a:pt x="220" y="447"/>
                    <a:pt x="220" y="446"/>
                  </a:cubicBezTo>
                  <a:cubicBezTo>
                    <a:pt x="220" y="445"/>
                    <a:pt x="216" y="444"/>
                    <a:pt x="218" y="442"/>
                  </a:cubicBezTo>
                  <a:cubicBezTo>
                    <a:pt x="219" y="439"/>
                    <a:pt x="222" y="439"/>
                    <a:pt x="222" y="437"/>
                  </a:cubicBezTo>
                  <a:cubicBezTo>
                    <a:pt x="222" y="434"/>
                    <a:pt x="224" y="432"/>
                    <a:pt x="226" y="434"/>
                  </a:cubicBezTo>
                  <a:cubicBezTo>
                    <a:pt x="229" y="436"/>
                    <a:pt x="230" y="441"/>
                    <a:pt x="233" y="439"/>
                  </a:cubicBezTo>
                  <a:cubicBezTo>
                    <a:pt x="236" y="438"/>
                    <a:pt x="234" y="436"/>
                    <a:pt x="234" y="434"/>
                  </a:cubicBezTo>
                  <a:cubicBezTo>
                    <a:pt x="233" y="433"/>
                    <a:pt x="233" y="431"/>
                    <a:pt x="236" y="430"/>
                  </a:cubicBezTo>
                  <a:cubicBezTo>
                    <a:pt x="239" y="429"/>
                    <a:pt x="238" y="426"/>
                    <a:pt x="240" y="426"/>
                  </a:cubicBezTo>
                  <a:cubicBezTo>
                    <a:pt x="243" y="426"/>
                    <a:pt x="247" y="423"/>
                    <a:pt x="249" y="422"/>
                  </a:cubicBezTo>
                  <a:cubicBezTo>
                    <a:pt x="250" y="422"/>
                    <a:pt x="253" y="420"/>
                    <a:pt x="255" y="421"/>
                  </a:cubicBezTo>
                  <a:cubicBezTo>
                    <a:pt x="256" y="421"/>
                    <a:pt x="258" y="423"/>
                    <a:pt x="259" y="421"/>
                  </a:cubicBezTo>
                  <a:cubicBezTo>
                    <a:pt x="260" y="418"/>
                    <a:pt x="264" y="419"/>
                    <a:pt x="265" y="421"/>
                  </a:cubicBezTo>
                  <a:cubicBezTo>
                    <a:pt x="265" y="422"/>
                    <a:pt x="272" y="422"/>
                    <a:pt x="274" y="423"/>
                  </a:cubicBezTo>
                  <a:cubicBezTo>
                    <a:pt x="276" y="425"/>
                    <a:pt x="281" y="428"/>
                    <a:pt x="281" y="429"/>
                  </a:cubicBezTo>
                  <a:cubicBezTo>
                    <a:pt x="281" y="431"/>
                    <a:pt x="283" y="433"/>
                    <a:pt x="283" y="430"/>
                  </a:cubicBezTo>
                  <a:cubicBezTo>
                    <a:pt x="283" y="428"/>
                    <a:pt x="285" y="428"/>
                    <a:pt x="287" y="430"/>
                  </a:cubicBezTo>
                  <a:cubicBezTo>
                    <a:pt x="290" y="432"/>
                    <a:pt x="294" y="431"/>
                    <a:pt x="295" y="429"/>
                  </a:cubicBezTo>
                  <a:cubicBezTo>
                    <a:pt x="296" y="428"/>
                    <a:pt x="301" y="426"/>
                    <a:pt x="303" y="427"/>
                  </a:cubicBezTo>
                  <a:cubicBezTo>
                    <a:pt x="305" y="428"/>
                    <a:pt x="305" y="429"/>
                    <a:pt x="307" y="427"/>
                  </a:cubicBezTo>
                  <a:cubicBezTo>
                    <a:pt x="310" y="425"/>
                    <a:pt x="315" y="426"/>
                    <a:pt x="315" y="428"/>
                  </a:cubicBezTo>
                  <a:cubicBezTo>
                    <a:pt x="316" y="430"/>
                    <a:pt x="319" y="430"/>
                    <a:pt x="321" y="430"/>
                  </a:cubicBezTo>
                  <a:cubicBezTo>
                    <a:pt x="323" y="430"/>
                    <a:pt x="323" y="433"/>
                    <a:pt x="325" y="433"/>
                  </a:cubicBezTo>
                  <a:cubicBezTo>
                    <a:pt x="326" y="432"/>
                    <a:pt x="326" y="428"/>
                    <a:pt x="327" y="429"/>
                  </a:cubicBezTo>
                  <a:cubicBezTo>
                    <a:pt x="329" y="429"/>
                    <a:pt x="331" y="431"/>
                    <a:pt x="333" y="431"/>
                  </a:cubicBezTo>
                  <a:cubicBezTo>
                    <a:pt x="336" y="431"/>
                    <a:pt x="338" y="431"/>
                    <a:pt x="338" y="428"/>
                  </a:cubicBezTo>
                  <a:cubicBezTo>
                    <a:pt x="338" y="426"/>
                    <a:pt x="338" y="423"/>
                    <a:pt x="336" y="423"/>
                  </a:cubicBezTo>
                  <a:cubicBezTo>
                    <a:pt x="335" y="423"/>
                    <a:pt x="333" y="421"/>
                    <a:pt x="331" y="421"/>
                  </a:cubicBezTo>
                  <a:cubicBezTo>
                    <a:pt x="329" y="421"/>
                    <a:pt x="326" y="417"/>
                    <a:pt x="329" y="417"/>
                  </a:cubicBezTo>
                  <a:cubicBezTo>
                    <a:pt x="331" y="416"/>
                    <a:pt x="334" y="414"/>
                    <a:pt x="333" y="412"/>
                  </a:cubicBezTo>
                  <a:cubicBezTo>
                    <a:pt x="333" y="411"/>
                    <a:pt x="332" y="407"/>
                    <a:pt x="335" y="407"/>
                  </a:cubicBezTo>
                  <a:cubicBezTo>
                    <a:pt x="338" y="406"/>
                    <a:pt x="344" y="406"/>
                    <a:pt x="343" y="405"/>
                  </a:cubicBezTo>
                  <a:cubicBezTo>
                    <a:pt x="343" y="404"/>
                    <a:pt x="337" y="403"/>
                    <a:pt x="336" y="402"/>
                  </a:cubicBezTo>
                  <a:cubicBezTo>
                    <a:pt x="335" y="400"/>
                    <a:pt x="335" y="396"/>
                    <a:pt x="336" y="395"/>
                  </a:cubicBezTo>
                  <a:cubicBezTo>
                    <a:pt x="337" y="394"/>
                    <a:pt x="341" y="395"/>
                    <a:pt x="343" y="395"/>
                  </a:cubicBezTo>
                  <a:cubicBezTo>
                    <a:pt x="345" y="394"/>
                    <a:pt x="350" y="396"/>
                    <a:pt x="352" y="393"/>
                  </a:cubicBezTo>
                  <a:cubicBezTo>
                    <a:pt x="355" y="391"/>
                    <a:pt x="361" y="391"/>
                    <a:pt x="365" y="391"/>
                  </a:cubicBezTo>
                  <a:cubicBezTo>
                    <a:pt x="368" y="391"/>
                    <a:pt x="370" y="389"/>
                    <a:pt x="373" y="388"/>
                  </a:cubicBezTo>
                  <a:cubicBezTo>
                    <a:pt x="375" y="388"/>
                    <a:pt x="382" y="387"/>
                    <a:pt x="384" y="386"/>
                  </a:cubicBezTo>
                  <a:cubicBezTo>
                    <a:pt x="386" y="386"/>
                    <a:pt x="396" y="384"/>
                    <a:pt x="396" y="382"/>
                  </a:cubicBezTo>
                  <a:cubicBezTo>
                    <a:pt x="396" y="381"/>
                    <a:pt x="404" y="379"/>
                    <a:pt x="406" y="380"/>
                  </a:cubicBezTo>
                  <a:cubicBezTo>
                    <a:pt x="408" y="381"/>
                    <a:pt x="410" y="382"/>
                    <a:pt x="412" y="381"/>
                  </a:cubicBezTo>
                  <a:cubicBezTo>
                    <a:pt x="414" y="380"/>
                    <a:pt x="418" y="382"/>
                    <a:pt x="417" y="384"/>
                  </a:cubicBezTo>
                  <a:cubicBezTo>
                    <a:pt x="417" y="386"/>
                    <a:pt x="419" y="388"/>
                    <a:pt x="419" y="390"/>
                  </a:cubicBezTo>
                  <a:cubicBezTo>
                    <a:pt x="419" y="392"/>
                    <a:pt x="417" y="392"/>
                    <a:pt x="418" y="393"/>
                  </a:cubicBezTo>
                  <a:cubicBezTo>
                    <a:pt x="419" y="395"/>
                    <a:pt x="424" y="394"/>
                    <a:pt x="425" y="392"/>
                  </a:cubicBezTo>
                  <a:cubicBezTo>
                    <a:pt x="427" y="390"/>
                    <a:pt x="428" y="393"/>
                    <a:pt x="428" y="394"/>
                  </a:cubicBezTo>
                  <a:cubicBezTo>
                    <a:pt x="428" y="395"/>
                    <a:pt x="431" y="396"/>
                    <a:pt x="431" y="395"/>
                  </a:cubicBezTo>
                  <a:cubicBezTo>
                    <a:pt x="431" y="393"/>
                    <a:pt x="433" y="394"/>
                    <a:pt x="434" y="395"/>
                  </a:cubicBezTo>
                  <a:cubicBezTo>
                    <a:pt x="435" y="396"/>
                    <a:pt x="439" y="394"/>
                    <a:pt x="439" y="396"/>
                  </a:cubicBezTo>
                  <a:cubicBezTo>
                    <a:pt x="439" y="397"/>
                    <a:pt x="434" y="399"/>
                    <a:pt x="436" y="401"/>
                  </a:cubicBezTo>
                  <a:cubicBezTo>
                    <a:pt x="438" y="403"/>
                    <a:pt x="439" y="398"/>
                    <a:pt x="442" y="399"/>
                  </a:cubicBezTo>
                  <a:cubicBezTo>
                    <a:pt x="444" y="400"/>
                    <a:pt x="448" y="396"/>
                    <a:pt x="450" y="396"/>
                  </a:cubicBezTo>
                  <a:cubicBezTo>
                    <a:pt x="453" y="395"/>
                    <a:pt x="456" y="393"/>
                    <a:pt x="458" y="392"/>
                  </a:cubicBezTo>
                  <a:cubicBezTo>
                    <a:pt x="460" y="390"/>
                    <a:pt x="465" y="391"/>
                    <a:pt x="463" y="392"/>
                  </a:cubicBezTo>
                  <a:cubicBezTo>
                    <a:pt x="462" y="394"/>
                    <a:pt x="460" y="396"/>
                    <a:pt x="465" y="398"/>
                  </a:cubicBezTo>
                  <a:cubicBezTo>
                    <a:pt x="471" y="400"/>
                    <a:pt x="477" y="411"/>
                    <a:pt x="480" y="416"/>
                  </a:cubicBezTo>
                  <a:cubicBezTo>
                    <a:pt x="484" y="421"/>
                    <a:pt x="487" y="430"/>
                    <a:pt x="489" y="430"/>
                  </a:cubicBezTo>
                  <a:cubicBezTo>
                    <a:pt x="490" y="430"/>
                    <a:pt x="491" y="426"/>
                    <a:pt x="493" y="425"/>
                  </a:cubicBezTo>
                  <a:cubicBezTo>
                    <a:pt x="496" y="425"/>
                    <a:pt x="497" y="429"/>
                    <a:pt x="500" y="429"/>
                  </a:cubicBezTo>
                  <a:cubicBezTo>
                    <a:pt x="502" y="430"/>
                    <a:pt x="505" y="431"/>
                    <a:pt x="507" y="431"/>
                  </a:cubicBezTo>
                  <a:cubicBezTo>
                    <a:pt x="509" y="430"/>
                    <a:pt x="514" y="428"/>
                    <a:pt x="515" y="428"/>
                  </a:cubicBezTo>
                  <a:cubicBezTo>
                    <a:pt x="517" y="429"/>
                    <a:pt x="519" y="429"/>
                    <a:pt x="521" y="433"/>
                  </a:cubicBezTo>
                  <a:cubicBezTo>
                    <a:pt x="522" y="436"/>
                    <a:pt x="524" y="437"/>
                    <a:pt x="526" y="437"/>
                  </a:cubicBezTo>
                  <a:cubicBezTo>
                    <a:pt x="527" y="437"/>
                    <a:pt x="527" y="438"/>
                    <a:pt x="527" y="440"/>
                  </a:cubicBezTo>
                  <a:cubicBezTo>
                    <a:pt x="527" y="441"/>
                    <a:pt x="530" y="443"/>
                    <a:pt x="531" y="443"/>
                  </a:cubicBezTo>
                  <a:cubicBezTo>
                    <a:pt x="533" y="443"/>
                    <a:pt x="537" y="443"/>
                    <a:pt x="538" y="442"/>
                  </a:cubicBezTo>
                  <a:cubicBezTo>
                    <a:pt x="539" y="441"/>
                    <a:pt x="540" y="441"/>
                    <a:pt x="541" y="442"/>
                  </a:cubicBezTo>
                  <a:cubicBezTo>
                    <a:pt x="541" y="444"/>
                    <a:pt x="543" y="446"/>
                    <a:pt x="544" y="446"/>
                  </a:cubicBezTo>
                  <a:cubicBezTo>
                    <a:pt x="546" y="446"/>
                    <a:pt x="549" y="448"/>
                    <a:pt x="549" y="446"/>
                  </a:cubicBezTo>
                  <a:cubicBezTo>
                    <a:pt x="549" y="445"/>
                    <a:pt x="553" y="445"/>
                    <a:pt x="554" y="444"/>
                  </a:cubicBezTo>
                  <a:cubicBezTo>
                    <a:pt x="556" y="444"/>
                    <a:pt x="561" y="443"/>
                    <a:pt x="562" y="441"/>
                  </a:cubicBezTo>
                  <a:cubicBezTo>
                    <a:pt x="563" y="439"/>
                    <a:pt x="567" y="439"/>
                    <a:pt x="568" y="437"/>
                  </a:cubicBezTo>
                  <a:cubicBezTo>
                    <a:pt x="569" y="436"/>
                    <a:pt x="572" y="435"/>
                    <a:pt x="573" y="434"/>
                  </a:cubicBezTo>
                  <a:cubicBezTo>
                    <a:pt x="574" y="432"/>
                    <a:pt x="578" y="433"/>
                    <a:pt x="579" y="432"/>
                  </a:cubicBezTo>
                  <a:cubicBezTo>
                    <a:pt x="579" y="430"/>
                    <a:pt x="583" y="430"/>
                    <a:pt x="584" y="431"/>
                  </a:cubicBezTo>
                  <a:cubicBezTo>
                    <a:pt x="586" y="431"/>
                    <a:pt x="594" y="433"/>
                    <a:pt x="596" y="432"/>
                  </a:cubicBezTo>
                  <a:cubicBezTo>
                    <a:pt x="597" y="432"/>
                    <a:pt x="597" y="437"/>
                    <a:pt x="598" y="437"/>
                  </a:cubicBezTo>
                  <a:cubicBezTo>
                    <a:pt x="599" y="437"/>
                    <a:pt x="604" y="441"/>
                    <a:pt x="605" y="440"/>
                  </a:cubicBezTo>
                  <a:cubicBezTo>
                    <a:pt x="606" y="439"/>
                    <a:pt x="609" y="438"/>
                    <a:pt x="611" y="439"/>
                  </a:cubicBezTo>
                  <a:cubicBezTo>
                    <a:pt x="614" y="441"/>
                    <a:pt x="616" y="442"/>
                    <a:pt x="617" y="441"/>
                  </a:cubicBezTo>
                  <a:cubicBezTo>
                    <a:pt x="618" y="439"/>
                    <a:pt x="623" y="438"/>
                    <a:pt x="624" y="437"/>
                  </a:cubicBezTo>
                  <a:cubicBezTo>
                    <a:pt x="624" y="437"/>
                    <a:pt x="625" y="434"/>
                    <a:pt x="624" y="433"/>
                  </a:cubicBezTo>
                  <a:cubicBezTo>
                    <a:pt x="623" y="432"/>
                    <a:pt x="621" y="428"/>
                    <a:pt x="621" y="426"/>
                  </a:cubicBezTo>
                  <a:cubicBezTo>
                    <a:pt x="621" y="424"/>
                    <a:pt x="624" y="424"/>
                    <a:pt x="624" y="422"/>
                  </a:cubicBezTo>
                  <a:cubicBezTo>
                    <a:pt x="625" y="420"/>
                    <a:pt x="628" y="420"/>
                    <a:pt x="629" y="419"/>
                  </a:cubicBezTo>
                  <a:cubicBezTo>
                    <a:pt x="630" y="418"/>
                    <a:pt x="630" y="416"/>
                    <a:pt x="631" y="417"/>
                  </a:cubicBezTo>
                  <a:cubicBezTo>
                    <a:pt x="633" y="417"/>
                    <a:pt x="637" y="418"/>
                    <a:pt x="637" y="419"/>
                  </a:cubicBezTo>
                  <a:cubicBezTo>
                    <a:pt x="638" y="420"/>
                    <a:pt x="641" y="420"/>
                    <a:pt x="642" y="420"/>
                  </a:cubicBezTo>
                  <a:cubicBezTo>
                    <a:pt x="644" y="420"/>
                    <a:pt x="647" y="422"/>
                    <a:pt x="648" y="422"/>
                  </a:cubicBezTo>
                  <a:cubicBezTo>
                    <a:pt x="650" y="423"/>
                    <a:pt x="655" y="423"/>
                    <a:pt x="656" y="425"/>
                  </a:cubicBezTo>
                  <a:cubicBezTo>
                    <a:pt x="657" y="426"/>
                    <a:pt x="656" y="430"/>
                    <a:pt x="657" y="432"/>
                  </a:cubicBezTo>
                  <a:cubicBezTo>
                    <a:pt x="658" y="433"/>
                    <a:pt x="661" y="436"/>
                    <a:pt x="662" y="436"/>
                  </a:cubicBezTo>
                  <a:cubicBezTo>
                    <a:pt x="663" y="435"/>
                    <a:pt x="668" y="438"/>
                    <a:pt x="669" y="438"/>
                  </a:cubicBezTo>
                  <a:cubicBezTo>
                    <a:pt x="671" y="437"/>
                    <a:pt x="674" y="435"/>
                    <a:pt x="675" y="435"/>
                  </a:cubicBezTo>
                  <a:cubicBezTo>
                    <a:pt x="676" y="435"/>
                    <a:pt x="681" y="434"/>
                    <a:pt x="682" y="434"/>
                  </a:cubicBezTo>
                  <a:cubicBezTo>
                    <a:pt x="684" y="434"/>
                    <a:pt x="689" y="436"/>
                    <a:pt x="690" y="436"/>
                  </a:cubicBezTo>
                  <a:cubicBezTo>
                    <a:pt x="690" y="435"/>
                    <a:pt x="695" y="436"/>
                    <a:pt x="696" y="437"/>
                  </a:cubicBezTo>
                  <a:cubicBezTo>
                    <a:pt x="697" y="439"/>
                    <a:pt x="703" y="439"/>
                    <a:pt x="703" y="440"/>
                  </a:cubicBezTo>
                  <a:cubicBezTo>
                    <a:pt x="703" y="442"/>
                    <a:pt x="706" y="443"/>
                    <a:pt x="707" y="445"/>
                  </a:cubicBezTo>
                  <a:cubicBezTo>
                    <a:pt x="708" y="447"/>
                    <a:pt x="716" y="446"/>
                    <a:pt x="717" y="447"/>
                  </a:cubicBezTo>
                  <a:cubicBezTo>
                    <a:pt x="718" y="448"/>
                    <a:pt x="728" y="448"/>
                    <a:pt x="728" y="447"/>
                  </a:cubicBezTo>
                  <a:cubicBezTo>
                    <a:pt x="728" y="446"/>
                    <a:pt x="737" y="445"/>
                    <a:pt x="738" y="444"/>
                  </a:cubicBezTo>
                  <a:cubicBezTo>
                    <a:pt x="740" y="443"/>
                    <a:pt x="744" y="443"/>
                    <a:pt x="745" y="442"/>
                  </a:cubicBezTo>
                  <a:cubicBezTo>
                    <a:pt x="745" y="440"/>
                    <a:pt x="749" y="439"/>
                    <a:pt x="751" y="437"/>
                  </a:cubicBezTo>
                  <a:cubicBezTo>
                    <a:pt x="753" y="436"/>
                    <a:pt x="761" y="436"/>
                    <a:pt x="761" y="438"/>
                  </a:cubicBezTo>
                  <a:cubicBezTo>
                    <a:pt x="762" y="440"/>
                    <a:pt x="766" y="440"/>
                    <a:pt x="768" y="439"/>
                  </a:cubicBezTo>
                  <a:cubicBezTo>
                    <a:pt x="770" y="439"/>
                    <a:pt x="775" y="440"/>
                    <a:pt x="776" y="441"/>
                  </a:cubicBezTo>
                  <a:cubicBezTo>
                    <a:pt x="776" y="443"/>
                    <a:pt x="782" y="444"/>
                    <a:pt x="783" y="443"/>
                  </a:cubicBezTo>
                  <a:cubicBezTo>
                    <a:pt x="785" y="443"/>
                    <a:pt x="789" y="440"/>
                    <a:pt x="791" y="439"/>
                  </a:cubicBezTo>
                  <a:cubicBezTo>
                    <a:pt x="793" y="439"/>
                    <a:pt x="795" y="437"/>
                    <a:pt x="795" y="436"/>
                  </a:cubicBezTo>
                  <a:cubicBezTo>
                    <a:pt x="794" y="434"/>
                    <a:pt x="798" y="429"/>
                    <a:pt x="798" y="427"/>
                  </a:cubicBezTo>
                  <a:cubicBezTo>
                    <a:pt x="799" y="426"/>
                    <a:pt x="802" y="420"/>
                    <a:pt x="803" y="420"/>
                  </a:cubicBezTo>
                  <a:cubicBezTo>
                    <a:pt x="805" y="419"/>
                    <a:pt x="807" y="417"/>
                    <a:pt x="807" y="416"/>
                  </a:cubicBezTo>
                  <a:cubicBezTo>
                    <a:pt x="807" y="414"/>
                    <a:pt x="806" y="410"/>
                    <a:pt x="805" y="410"/>
                  </a:cubicBezTo>
                  <a:cubicBezTo>
                    <a:pt x="803" y="410"/>
                    <a:pt x="801" y="410"/>
                    <a:pt x="804" y="406"/>
                  </a:cubicBezTo>
                  <a:cubicBezTo>
                    <a:pt x="807" y="401"/>
                    <a:pt x="813" y="403"/>
                    <a:pt x="814" y="403"/>
                  </a:cubicBezTo>
                  <a:cubicBezTo>
                    <a:pt x="815" y="403"/>
                    <a:pt x="823" y="401"/>
                    <a:pt x="826" y="402"/>
                  </a:cubicBezTo>
                  <a:cubicBezTo>
                    <a:pt x="829" y="403"/>
                    <a:pt x="831" y="401"/>
                    <a:pt x="835" y="403"/>
                  </a:cubicBezTo>
                  <a:cubicBezTo>
                    <a:pt x="839" y="405"/>
                    <a:pt x="844" y="404"/>
                    <a:pt x="845" y="406"/>
                  </a:cubicBezTo>
                  <a:cubicBezTo>
                    <a:pt x="846" y="408"/>
                    <a:pt x="851" y="409"/>
                    <a:pt x="850" y="412"/>
                  </a:cubicBezTo>
                  <a:cubicBezTo>
                    <a:pt x="849" y="415"/>
                    <a:pt x="853" y="413"/>
                    <a:pt x="854" y="419"/>
                  </a:cubicBezTo>
                  <a:cubicBezTo>
                    <a:pt x="855" y="425"/>
                    <a:pt x="858" y="426"/>
                    <a:pt x="859" y="429"/>
                  </a:cubicBezTo>
                  <a:cubicBezTo>
                    <a:pt x="859" y="432"/>
                    <a:pt x="863" y="437"/>
                    <a:pt x="863" y="438"/>
                  </a:cubicBezTo>
                  <a:cubicBezTo>
                    <a:pt x="862" y="440"/>
                    <a:pt x="862" y="443"/>
                    <a:pt x="866" y="443"/>
                  </a:cubicBezTo>
                  <a:cubicBezTo>
                    <a:pt x="870" y="443"/>
                    <a:pt x="873" y="446"/>
                    <a:pt x="874" y="446"/>
                  </a:cubicBezTo>
                  <a:cubicBezTo>
                    <a:pt x="874" y="445"/>
                    <a:pt x="879" y="447"/>
                    <a:pt x="882" y="449"/>
                  </a:cubicBezTo>
                  <a:cubicBezTo>
                    <a:pt x="884" y="452"/>
                    <a:pt x="888" y="451"/>
                    <a:pt x="887" y="453"/>
                  </a:cubicBezTo>
                  <a:cubicBezTo>
                    <a:pt x="887" y="456"/>
                    <a:pt x="889" y="458"/>
                    <a:pt x="889" y="460"/>
                  </a:cubicBezTo>
                  <a:cubicBezTo>
                    <a:pt x="889" y="462"/>
                    <a:pt x="894" y="464"/>
                    <a:pt x="897" y="463"/>
                  </a:cubicBezTo>
                  <a:cubicBezTo>
                    <a:pt x="900" y="463"/>
                    <a:pt x="903" y="464"/>
                    <a:pt x="904" y="461"/>
                  </a:cubicBezTo>
                  <a:cubicBezTo>
                    <a:pt x="905" y="459"/>
                    <a:pt x="910" y="460"/>
                    <a:pt x="912" y="459"/>
                  </a:cubicBezTo>
                  <a:cubicBezTo>
                    <a:pt x="913" y="457"/>
                    <a:pt x="918" y="456"/>
                    <a:pt x="918" y="460"/>
                  </a:cubicBezTo>
                  <a:cubicBezTo>
                    <a:pt x="918" y="465"/>
                    <a:pt x="921" y="466"/>
                    <a:pt x="918" y="467"/>
                  </a:cubicBezTo>
                  <a:cubicBezTo>
                    <a:pt x="916" y="468"/>
                    <a:pt x="915" y="475"/>
                    <a:pt x="914" y="477"/>
                  </a:cubicBezTo>
                  <a:cubicBezTo>
                    <a:pt x="913" y="480"/>
                    <a:pt x="910" y="481"/>
                    <a:pt x="909" y="483"/>
                  </a:cubicBezTo>
                  <a:cubicBezTo>
                    <a:pt x="909" y="486"/>
                    <a:pt x="906" y="486"/>
                    <a:pt x="906" y="489"/>
                  </a:cubicBezTo>
                  <a:cubicBezTo>
                    <a:pt x="906" y="491"/>
                    <a:pt x="901" y="490"/>
                    <a:pt x="898" y="489"/>
                  </a:cubicBezTo>
                  <a:cubicBezTo>
                    <a:pt x="896" y="487"/>
                    <a:pt x="894" y="492"/>
                    <a:pt x="892" y="492"/>
                  </a:cubicBezTo>
                  <a:cubicBezTo>
                    <a:pt x="890" y="492"/>
                    <a:pt x="890" y="496"/>
                    <a:pt x="891" y="497"/>
                  </a:cubicBezTo>
                  <a:cubicBezTo>
                    <a:pt x="891" y="499"/>
                    <a:pt x="890" y="501"/>
                    <a:pt x="891" y="504"/>
                  </a:cubicBezTo>
                  <a:cubicBezTo>
                    <a:pt x="892" y="506"/>
                    <a:pt x="891" y="508"/>
                    <a:pt x="892" y="512"/>
                  </a:cubicBezTo>
                  <a:cubicBezTo>
                    <a:pt x="895" y="510"/>
                    <a:pt x="897" y="508"/>
                    <a:pt x="898" y="508"/>
                  </a:cubicBezTo>
                  <a:cubicBezTo>
                    <a:pt x="901" y="508"/>
                    <a:pt x="904" y="513"/>
                    <a:pt x="908" y="513"/>
                  </a:cubicBezTo>
                  <a:cubicBezTo>
                    <a:pt x="911" y="513"/>
                    <a:pt x="926" y="503"/>
                    <a:pt x="926" y="502"/>
                  </a:cubicBezTo>
                  <a:cubicBezTo>
                    <a:pt x="926" y="500"/>
                    <a:pt x="935" y="492"/>
                    <a:pt x="939" y="487"/>
                  </a:cubicBezTo>
                  <a:cubicBezTo>
                    <a:pt x="943" y="483"/>
                    <a:pt x="949" y="476"/>
                    <a:pt x="951" y="471"/>
                  </a:cubicBezTo>
                  <a:cubicBezTo>
                    <a:pt x="952" y="468"/>
                    <a:pt x="958" y="462"/>
                    <a:pt x="960" y="460"/>
                  </a:cubicBezTo>
                  <a:cubicBezTo>
                    <a:pt x="961" y="458"/>
                    <a:pt x="962" y="457"/>
                    <a:pt x="965" y="452"/>
                  </a:cubicBezTo>
                  <a:cubicBezTo>
                    <a:pt x="967" y="446"/>
                    <a:pt x="967" y="432"/>
                    <a:pt x="968" y="431"/>
                  </a:cubicBezTo>
                  <a:cubicBezTo>
                    <a:pt x="969" y="430"/>
                    <a:pt x="968" y="427"/>
                    <a:pt x="970" y="426"/>
                  </a:cubicBezTo>
                  <a:cubicBezTo>
                    <a:pt x="971" y="424"/>
                    <a:pt x="970" y="422"/>
                    <a:pt x="973" y="420"/>
                  </a:cubicBezTo>
                  <a:cubicBezTo>
                    <a:pt x="975" y="418"/>
                    <a:pt x="974" y="416"/>
                    <a:pt x="974" y="415"/>
                  </a:cubicBezTo>
                  <a:cubicBezTo>
                    <a:pt x="973" y="413"/>
                    <a:pt x="974" y="410"/>
                    <a:pt x="973" y="408"/>
                  </a:cubicBezTo>
                  <a:cubicBezTo>
                    <a:pt x="973" y="407"/>
                    <a:pt x="973" y="407"/>
                    <a:pt x="974" y="406"/>
                  </a:cubicBezTo>
                  <a:cubicBezTo>
                    <a:pt x="976" y="405"/>
                    <a:pt x="973" y="403"/>
                    <a:pt x="971" y="402"/>
                  </a:cubicBezTo>
                  <a:cubicBezTo>
                    <a:pt x="969" y="401"/>
                    <a:pt x="967" y="400"/>
                    <a:pt x="967" y="398"/>
                  </a:cubicBezTo>
                  <a:cubicBezTo>
                    <a:pt x="966" y="396"/>
                    <a:pt x="963" y="393"/>
                    <a:pt x="960" y="393"/>
                  </a:cubicBezTo>
                  <a:cubicBezTo>
                    <a:pt x="958" y="394"/>
                    <a:pt x="953" y="392"/>
                    <a:pt x="953" y="394"/>
                  </a:cubicBezTo>
                  <a:cubicBezTo>
                    <a:pt x="954" y="395"/>
                    <a:pt x="953" y="397"/>
                    <a:pt x="952" y="396"/>
                  </a:cubicBezTo>
                  <a:cubicBezTo>
                    <a:pt x="950" y="396"/>
                    <a:pt x="950" y="397"/>
                    <a:pt x="948" y="399"/>
                  </a:cubicBezTo>
                  <a:cubicBezTo>
                    <a:pt x="947" y="402"/>
                    <a:pt x="941" y="402"/>
                    <a:pt x="944" y="400"/>
                  </a:cubicBezTo>
                  <a:cubicBezTo>
                    <a:pt x="946" y="398"/>
                    <a:pt x="943" y="397"/>
                    <a:pt x="943" y="395"/>
                  </a:cubicBezTo>
                  <a:cubicBezTo>
                    <a:pt x="944" y="393"/>
                    <a:pt x="946" y="390"/>
                    <a:pt x="943" y="392"/>
                  </a:cubicBezTo>
                  <a:cubicBezTo>
                    <a:pt x="940" y="393"/>
                    <a:pt x="940" y="397"/>
                    <a:pt x="938" y="398"/>
                  </a:cubicBezTo>
                  <a:cubicBezTo>
                    <a:pt x="936" y="398"/>
                    <a:pt x="937" y="391"/>
                    <a:pt x="937" y="389"/>
                  </a:cubicBezTo>
                  <a:cubicBezTo>
                    <a:pt x="938" y="388"/>
                    <a:pt x="933" y="389"/>
                    <a:pt x="928" y="389"/>
                  </a:cubicBezTo>
                  <a:cubicBezTo>
                    <a:pt x="923" y="389"/>
                    <a:pt x="924" y="385"/>
                    <a:pt x="928" y="383"/>
                  </a:cubicBezTo>
                  <a:cubicBezTo>
                    <a:pt x="933" y="381"/>
                    <a:pt x="932" y="379"/>
                    <a:pt x="934" y="378"/>
                  </a:cubicBezTo>
                  <a:cubicBezTo>
                    <a:pt x="936" y="377"/>
                    <a:pt x="941" y="374"/>
                    <a:pt x="944" y="372"/>
                  </a:cubicBezTo>
                  <a:cubicBezTo>
                    <a:pt x="947" y="370"/>
                    <a:pt x="948" y="368"/>
                    <a:pt x="949" y="366"/>
                  </a:cubicBezTo>
                  <a:cubicBezTo>
                    <a:pt x="949" y="364"/>
                    <a:pt x="955" y="362"/>
                    <a:pt x="960" y="358"/>
                  </a:cubicBezTo>
                  <a:cubicBezTo>
                    <a:pt x="965" y="353"/>
                    <a:pt x="968" y="351"/>
                    <a:pt x="969" y="349"/>
                  </a:cubicBezTo>
                  <a:cubicBezTo>
                    <a:pt x="970" y="346"/>
                    <a:pt x="978" y="343"/>
                    <a:pt x="978" y="341"/>
                  </a:cubicBezTo>
                  <a:cubicBezTo>
                    <a:pt x="978" y="339"/>
                    <a:pt x="987" y="334"/>
                    <a:pt x="993" y="333"/>
                  </a:cubicBezTo>
                  <a:cubicBezTo>
                    <a:pt x="999" y="332"/>
                    <a:pt x="1009" y="334"/>
                    <a:pt x="1010" y="335"/>
                  </a:cubicBezTo>
                  <a:cubicBezTo>
                    <a:pt x="1012" y="337"/>
                    <a:pt x="1013" y="336"/>
                    <a:pt x="1015" y="335"/>
                  </a:cubicBezTo>
                  <a:cubicBezTo>
                    <a:pt x="1016" y="334"/>
                    <a:pt x="1018" y="335"/>
                    <a:pt x="1022" y="335"/>
                  </a:cubicBezTo>
                  <a:cubicBezTo>
                    <a:pt x="1026" y="336"/>
                    <a:pt x="1027" y="333"/>
                    <a:pt x="1030" y="334"/>
                  </a:cubicBezTo>
                  <a:cubicBezTo>
                    <a:pt x="1032" y="335"/>
                    <a:pt x="1035" y="335"/>
                    <a:pt x="1036" y="332"/>
                  </a:cubicBezTo>
                  <a:cubicBezTo>
                    <a:pt x="1038" y="329"/>
                    <a:pt x="1046" y="330"/>
                    <a:pt x="1048" y="331"/>
                  </a:cubicBezTo>
                  <a:cubicBezTo>
                    <a:pt x="1050" y="332"/>
                    <a:pt x="1051" y="334"/>
                    <a:pt x="1054" y="332"/>
                  </a:cubicBezTo>
                  <a:cubicBezTo>
                    <a:pt x="1057" y="330"/>
                    <a:pt x="1057" y="334"/>
                    <a:pt x="1059" y="335"/>
                  </a:cubicBezTo>
                  <a:cubicBezTo>
                    <a:pt x="1062" y="335"/>
                    <a:pt x="1060" y="338"/>
                    <a:pt x="1058" y="337"/>
                  </a:cubicBezTo>
                  <a:cubicBezTo>
                    <a:pt x="1056" y="337"/>
                    <a:pt x="1053" y="339"/>
                    <a:pt x="1055" y="340"/>
                  </a:cubicBezTo>
                  <a:cubicBezTo>
                    <a:pt x="1058" y="342"/>
                    <a:pt x="1061" y="339"/>
                    <a:pt x="1063" y="339"/>
                  </a:cubicBezTo>
                  <a:cubicBezTo>
                    <a:pt x="1066" y="339"/>
                    <a:pt x="1069" y="339"/>
                    <a:pt x="1072" y="337"/>
                  </a:cubicBezTo>
                  <a:cubicBezTo>
                    <a:pt x="1075" y="336"/>
                    <a:pt x="1076" y="339"/>
                    <a:pt x="1078" y="337"/>
                  </a:cubicBezTo>
                  <a:cubicBezTo>
                    <a:pt x="1079" y="336"/>
                    <a:pt x="1084" y="335"/>
                    <a:pt x="1086" y="335"/>
                  </a:cubicBezTo>
                  <a:cubicBezTo>
                    <a:pt x="1088" y="335"/>
                    <a:pt x="1086" y="333"/>
                    <a:pt x="1083" y="333"/>
                  </a:cubicBezTo>
                  <a:cubicBezTo>
                    <a:pt x="1079" y="333"/>
                    <a:pt x="1079" y="331"/>
                    <a:pt x="1082" y="326"/>
                  </a:cubicBezTo>
                  <a:cubicBezTo>
                    <a:pt x="1085" y="321"/>
                    <a:pt x="1090" y="319"/>
                    <a:pt x="1094" y="316"/>
                  </a:cubicBezTo>
                  <a:cubicBezTo>
                    <a:pt x="1097" y="313"/>
                    <a:pt x="1100" y="314"/>
                    <a:pt x="1100" y="312"/>
                  </a:cubicBezTo>
                  <a:cubicBezTo>
                    <a:pt x="1100" y="310"/>
                    <a:pt x="1101" y="305"/>
                    <a:pt x="1104" y="305"/>
                  </a:cubicBezTo>
                  <a:cubicBezTo>
                    <a:pt x="1107" y="305"/>
                    <a:pt x="1113" y="306"/>
                    <a:pt x="1117" y="304"/>
                  </a:cubicBezTo>
                  <a:cubicBezTo>
                    <a:pt x="1121" y="301"/>
                    <a:pt x="1121" y="305"/>
                    <a:pt x="1123" y="306"/>
                  </a:cubicBezTo>
                  <a:cubicBezTo>
                    <a:pt x="1124" y="306"/>
                    <a:pt x="1127" y="302"/>
                    <a:pt x="1128" y="304"/>
                  </a:cubicBezTo>
                  <a:cubicBezTo>
                    <a:pt x="1130" y="305"/>
                    <a:pt x="1126" y="308"/>
                    <a:pt x="1125" y="311"/>
                  </a:cubicBezTo>
                  <a:cubicBezTo>
                    <a:pt x="1123" y="315"/>
                    <a:pt x="1127" y="313"/>
                    <a:pt x="1129" y="314"/>
                  </a:cubicBezTo>
                  <a:cubicBezTo>
                    <a:pt x="1131" y="315"/>
                    <a:pt x="1126" y="317"/>
                    <a:pt x="1127" y="317"/>
                  </a:cubicBezTo>
                  <a:cubicBezTo>
                    <a:pt x="1127" y="318"/>
                    <a:pt x="1131" y="318"/>
                    <a:pt x="1137" y="313"/>
                  </a:cubicBezTo>
                  <a:cubicBezTo>
                    <a:pt x="1142" y="308"/>
                    <a:pt x="1147" y="307"/>
                    <a:pt x="1150" y="307"/>
                  </a:cubicBezTo>
                  <a:cubicBezTo>
                    <a:pt x="1153" y="307"/>
                    <a:pt x="1151" y="304"/>
                    <a:pt x="1152" y="299"/>
                  </a:cubicBezTo>
                  <a:cubicBezTo>
                    <a:pt x="1152" y="294"/>
                    <a:pt x="1162" y="293"/>
                    <a:pt x="1165" y="294"/>
                  </a:cubicBezTo>
                  <a:cubicBezTo>
                    <a:pt x="1169" y="296"/>
                    <a:pt x="1169" y="297"/>
                    <a:pt x="1165" y="296"/>
                  </a:cubicBezTo>
                  <a:cubicBezTo>
                    <a:pt x="1162" y="295"/>
                    <a:pt x="1159" y="298"/>
                    <a:pt x="1159" y="302"/>
                  </a:cubicBezTo>
                  <a:cubicBezTo>
                    <a:pt x="1159" y="306"/>
                    <a:pt x="1156" y="308"/>
                    <a:pt x="1158" y="309"/>
                  </a:cubicBezTo>
                  <a:cubicBezTo>
                    <a:pt x="1159" y="311"/>
                    <a:pt x="1156" y="311"/>
                    <a:pt x="1156" y="313"/>
                  </a:cubicBezTo>
                  <a:cubicBezTo>
                    <a:pt x="1155" y="314"/>
                    <a:pt x="1156" y="316"/>
                    <a:pt x="1153" y="316"/>
                  </a:cubicBezTo>
                  <a:cubicBezTo>
                    <a:pt x="1151" y="317"/>
                    <a:pt x="1143" y="318"/>
                    <a:pt x="1143" y="321"/>
                  </a:cubicBezTo>
                  <a:cubicBezTo>
                    <a:pt x="1142" y="324"/>
                    <a:pt x="1138" y="324"/>
                    <a:pt x="1136" y="328"/>
                  </a:cubicBezTo>
                  <a:cubicBezTo>
                    <a:pt x="1134" y="332"/>
                    <a:pt x="1126" y="334"/>
                    <a:pt x="1121" y="342"/>
                  </a:cubicBezTo>
                  <a:cubicBezTo>
                    <a:pt x="1116" y="349"/>
                    <a:pt x="1108" y="349"/>
                    <a:pt x="1108" y="351"/>
                  </a:cubicBezTo>
                  <a:cubicBezTo>
                    <a:pt x="1108" y="352"/>
                    <a:pt x="1102" y="352"/>
                    <a:pt x="1101" y="352"/>
                  </a:cubicBezTo>
                  <a:cubicBezTo>
                    <a:pt x="1099" y="353"/>
                    <a:pt x="1102" y="357"/>
                    <a:pt x="1098" y="362"/>
                  </a:cubicBezTo>
                  <a:cubicBezTo>
                    <a:pt x="1093" y="367"/>
                    <a:pt x="1090" y="374"/>
                    <a:pt x="1090" y="381"/>
                  </a:cubicBezTo>
                  <a:cubicBezTo>
                    <a:pt x="1091" y="387"/>
                    <a:pt x="1093" y="407"/>
                    <a:pt x="1095" y="410"/>
                  </a:cubicBezTo>
                  <a:cubicBezTo>
                    <a:pt x="1097" y="414"/>
                    <a:pt x="1096" y="422"/>
                    <a:pt x="1097" y="424"/>
                  </a:cubicBezTo>
                  <a:cubicBezTo>
                    <a:pt x="1099" y="426"/>
                    <a:pt x="1098" y="429"/>
                    <a:pt x="1099" y="430"/>
                  </a:cubicBezTo>
                  <a:cubicBezTo>
                    <a:pt x="1101" y="431"/>
                    <a:pt x="1105" y="425"/>
                    <a:pt x="1108" y="423"/>
                  </a:cubicBezTo>
                  <a:cubicBezTo>
                    <a:pt x="1111" y="420"/>
                    <a:pt x="1110" y="419"/>
                    <a:pt x="1112" y="418"/>
                  </a:cubicBezTo>
                  <a:cubicBezTo>
                    <a:pt x="1114" y="417"/>
                    <a:pt x="1113" y="411"/>
                    <a:pt x="1114" y="410"/>
                  </a:cubicBezTo>
                  <a:cubicBezTo>
                    <a:pt x="1114" y="408"/>
                    <a:pt x="1118" y="408"/>
                    <a:pt x="1119" y="406"/>
                  </a:cubicBezTo>
                  <a:cubicBezTo>
                    <a:pt x="1120" y="405"/>
                    <a:pt x="1123" y="405"/>
                    <a:pt x="1125" y="405"/>
                  </a:cubicBezTo>
                  <a:cubicBezTo>
                    <a:pt x="1127" y="404"/>
                    <a:pt x="1125" y="400"/>
                    <a:pt x="1124" y="398"/>
                  </a:cubicBezTo>
                  <a:cubicBezTo>
                    <a:pt x="1124" y="396"/>
                    <a:pt x="1129" y="393"/>
                    <a:pt x="1132" y="391"/>
                  </a:cubicBezTo>
                  <a:cubicBezTo>
                    <a:pt x="1135" y="389"/>
                    <a:pt x="1139" y="392"/>
                    <a:pt x="1142" y="389"/>
                  </a:cubicBezTo>
                  <a:cubicBezTo>
                    <a:pt x="1145" y="386"/>
                    <a:pt x="1142" y="383"/>
                    <a:pt x="1140" y="381"/>
                  </a:cubicBezTo>
                  <a:cubicBezTo>
                    <a:pt x="1139" y="380"/>
                    <a:pt x="1144" y="372"/>
                    <a:pt x="1146" y="371"/>
                  </a:cubicBezTo>
                  <a:cubicBezTo>
                    <a:pt x="1149" y="371"/>
                    <a:pt x="1150" y="373"/>
                    <a:pt x="1152" y="371"/>
                  </a:cubicBezTo>
                  <a:cubicBezTo>
                    <a:pt x="1155" y="369"/>
                    <a:pt x="1150" y="365"/>
                    <a:pt x="1148" y="366"/>
                  </a:cubicBezTo>
                  <a:cubicBezTo>
                    <a:pt x="1147" y="366"/>
                    <a:pt x="1146" y="360"/>
                    <a:pt x="1150" y="357"/>
                  </a:cubicBezTo>
                  <a:cubicBezTo>
                    <a:pt x="1154" y="354"/>
                    <a:pt x="1152" y="353"/>
                    <a:pt x="1150" y="352"/>
                  </a:cubicBezTo>
                  <a:cubicBezTo>
                    <a:pt x="1147" y="352"/>
                    <a:pt x="1147" y="353"/>
                    <a:pt x="1145" y="353"/>
                  </a:cubicBezTo>
                  <a:cubicBezTo>
                    <a:pt x="1143" y="353"/>
                    <a:pt x="1141" y="349"/>
                    <a:pt x="1144" y="344"/>
                  </a:cubicBezTo>
                  <a:cubicBezTo>
                    <a:pt x="1147" y="340"/>
                    <a:pt x="1150" y="341"/>
                    <a:pt x="1151" y="337"/>
                  </a:cubicBezTo>
                  <a:cubicBezTo>
                    <a:pt x="1151" y="334"/>
                    <a:pt x="1156" y="329"/>
                    <a:pt x="1157" y="327"/>
                  </a:cubicBezTo>
                  <a:cubicBezTo>
                    <a:pt x="1158" y="325"/>
                    <a:pt x="1162" y="327"/>
                    <a:pt x="1164" y="327"/>
                  </a:cubicBezTo>
                  <a:cubicBezTo>
                    <a:pt x="1165" y="326"/>
                    <a:pt x="1165" y="330"/>
                    <a:pt x="1167" y="328"/>
                  </a:cubicBezTo>
                  <a:cubicBezTo>
                    <a:pt x="1169" y="326"/>
                    <a:pt x="1172" y="320"/>
                    <a:pt x="1175" y="320"/>
                  </a:cubicBezTo>
                  <a:cubicBezTo>
                    <a:pt x="1178" y="320"/>
                    <a:pt x="1176" y="325"/>
                    <a:pt x="1176" y="327"/>
                  </a:cubicBezTo>
                  <a:cubicBezTo>
                    <a:pt x="1177" y="330"/>
                    <a:pt x="1179" y="327"/>
                    <a:pt x="1184" y="323"/>
                  </a:cubicBezTo>
                  <a:cubicBezTo>
                    <a:pt x="1189" y="320"/>
                    <a:pt x="1201" y="320"/>
                    <a:pt x="1204" y="322"/>
                  </a:cubicBezTo>
                  <a:cubicBezTo>
                    <a:pt x="1208" y="323"/>
                    <a:pt x="1208" y="327"/>
                    <a:pt x="1210" y="327"/>
                  </a:cubicBezTo>
                  <a:cubicBezTo>
                    <a:pt x="1213" y="326"/>
                    <a:pt x="1210" y="323"/>
                    <a:pt x="1213" y="322"/>
                  </a:cubicBezTo>
                  <a:cubicBezTo>
                    <a:pt x="1216" y="321"/>
                    <a:pt x="1221" y="318"/>
                    <a:pt x="1225" y="315"/>
                  </a:cubicBezTo>
                  <a:cubicBezTo>
                    <a:pt x="1229" y="313"/>
                    <a:pt x="1228" y="315"/>
                    <a:pt x="1230" y="312"/>
                  </a:cubicBezTo>
                  <a:cubicBezTo>
                    <a:pt x="1232" y="310"/>
                    <a:pt x="1234" y="311"/>
                    <a:pt x="1234" y="309"/>
                  </a:cubicBezTo>
                  <a:cubicBezTo>
                    <a:pt x="1235" y="308"/>
                    <a:pt x="1240" y="305"/>
                    <a:pt x="1248" y="303"/>
                  </a:cubicBezTo>
                  <a:cubicBezTo>
                    <a:pt x="1255" y="301"/>
                    <a:pt x="1265" y="296"/>
                    <a:pt x="1265" y="295"/>
                  </a:cubicBezTo>
                  <a:cubicBezTo>
                    <a:pt x="1264" y="293"/>
                    <a:pt x="1268" y="293"/>
                    <a:pt x="1268" y="294"/>
                  </a:cubicBezTo>
                  <a:cubicBezTo>
                    <a:pt x="1268" y="296"/>
                    <a:pt x="1271" y="295"/>
                    <a:pt x="1275" y="296"/>
                  </a:cubicBezTo>
                  <a:cubicBezTo>
                    <a:pt x="1279" y="297"/>
                    <a:pt x="1281" y="298"/>
                    <a:pt x="1284" y="295"/>
                  </a:cubicBezTo>
                  <a:cubicBezTo>
                    <a:pt x="1287" y="292"/>
                    <a:pt x="1283" y="291"/>
                    <a:pt x="1284" y="289"/>
                  </a:cubicBezTo>
                  <a:cubicBezTo>
                    <a:pt x="1284" y="286"/>
                    <a:pt x="1278" y="284"/>
                    <a:pt x="1279" y="281"/>
                  </a:cubicBezTo>
                  <a:cubicBezTo>
                    <a:pt x="1280" y="279"/>
                    <a:pt x="1275" y="272"/>
                    <a:pt x="1274" y="274"/>
                  </a:cubicBezTo>
                  <a:cubicBezTo>
                    <a:pt x="1272" y="275"/>
                    <a:pt x="1269" y="272"/>
                    <a:pt x="1269" y="271"/>
                  </a:cubicBezTo>
                  <a:cubicBezTo>
                    <a:pt x="1269" y="269"/>
                    <a:pt x="1269" y="266"/>
                    <a:pt x="1266" y="268"/>
                  </a:cubicBezTo>
                  <a:cubicBezTo>
                    <a:pt x="1264" y="269"/>
                    <a:pt x="1260" y="269"/>
                    <a:pt x="1259" y="266"/>
                  </a:cubicBezTo>
                  <a:cubicBezTo>
                    <a:pt x="1259" y="264"/>
                    <a:pt x="1264" y="263"/>
                    <a:pt x="1267" y="264"/>
                  </a:cubicBezTo>
                  <a:cubicBezTo>
                    <a:pt x="1271" y="266"/>
                    <a:pt x="1270" y="267"/>
                    <a:pt x="1272" y="268"/>
                  </a:cubicBezTo>
                  <a:cubicBezTo>
                    <a:pt x="1274" y="269"/>
                    <a:pt x="1278" y="269"/>
                    <a:pt x="1281" y="267"/>
                  </a:cubicBezTo>
                  <a:cubicBezTo>
                    <a:pt x="1283" y="266"/>
                    <a:pt x="1290" y="264"/>
                    <a:pt x="1292" y="262"/>
                  </a:cubicBezTo>
                  <a:cubicBezTo>
                    <a:pt x="1293" y="260"/>
                    <a:pt x="1291" y="259"/>
                    <a:pt x="1294" y="258"/>
                  </a:cubicBezTo>
                  <a:cubicBezTo>
                    <a:pt x="1296" y="257"/>
                    <a:pt x="1294" y="254"/>
                    <a:pt x="1292" y="253"/>
                  </a:cubicBezTo>
                  <a:cubicBezTo>
                    <a:pt x="1290" y="252"/>
                    <a:pt x="1291" y="249"/>
                    <a:pt x="1293" y="249"/>
                  </a:cubicBezTo>
                  <a:cubicBezTo>
                    <a:pt x="1295" y="249"/>
                    <a:pt x="1295" y="247"/>
                    <a:pt x="1296" y="247"/>
                  </a:cubicBezTo>
                  <a:cubicBezTo>
                    <a:pt x="1297" y="246"/>
                    <a:pt x="1298" y="248"/>
                    <a:pt x="1300" y="246"/>
                  </a:cubicBezTo>
                  <a:cubicBezTo>
                    <a:pt x="1303" y="245"/>
                    <a:pt x="1300" y="248"/>
                    <a:pt x="1299" y="251"/>
                  </a:cubicBezTo>
                  <a:cubicBezTo>
                    <a:pt x="1298" y="253"/>
                    <a:pt x="1302" y="255"/>
                    <a:pt x="1302" y="256"/>
                  </a:cubicBezTo>
                  <a:cubicBezTo>
                    <a:pt x="1302" y="257"/>
                    <a:pt x="1308" y="258"/>
                    <a:pt x="1310" y="256"/>
                  </a:cubicBezTo>
                  <a:cubicBezTo>
                    <a:pt x="1313" y="255"/>
                    <a:pt x="1322" y="258"/>
                    <a:pt x="1323" y="260"/>
                  </a:cubicBezTo>
                  <a:cubicBezTo>
                    <a:pt x="1324" y="263"/>
                    <a:pt x="1325" y="265"/>
                    <a:pt x="1329" y="267"/>
                  </a:cubicBezTo>
                  <a:cubicBezTo>
                    <a:pt x="1332" y="269"/>
                    <a:pt x="1336" y="268"/>
                    <a:pt x="1337" y="270"/>
                  </a:cubicBezTo>
                  <a:cubicBezTo>
                    <a:pt x="1337" y="272"/>
                    <a:pt x="1339" y="273"/>
                    <a:pt x="1341" y="272"/>
                  </a:cubicBezTo>
                  <a:cubicBezTo>
                    <a:pt x="1343" y="272"/>
                    <a:pt x="1344" y="274"/>
                    <a:pt x="1346" y="273"/>
                  </a:cubicBezTo>
                  <a:cubicBezTo>
                    <a:pt x="1347" y="271"/>
                    <a:pt x="1348" y="274"/>
                    <a:pt x="1350" y="272"/>
                  </a:cubicBezTo>
                  <a:cubicBezTo>
                    <a:pt x="1352" y="270"/>
                    <a:pt x="1346" y="269"/>
                    <a:pt x="1347" y="268"/>
                  </a:cubicBezTo>
                  <a:cubicBezTo>
                    <a:pt x="1347" y="266"/>
                    <a:pt x="1349" y="269"/>
                    <a:pt x="1351" y="269"/>
                  </a:cubicBezTo>
                  <a:cubicBezTo>
                    <a:pt x="1352" y="268"/>
                    <a:pt x="1350" y="265"/>
                    <a:pt x="1351" y="265"/>
                  </a:cubicBezTo>
                  <a:cubicBezTo>
                    <a:pt x="1353" y="264"/>
                    <a:pt x="1352" y="257"/>
                    <a:pt x="1350" y="257"/>
                  </a:cubicBezTo>
                  <a:cubicBezTo>
                    <a:pt x="1349" y="256"/>
                    <a:pt x="1350" y="254"/>
                    <a:pt x="1353" y="256"/>
                  </a:cubicBezTo>
                  <a:cubicBezTo>
                    <a:pt x="1355" y="258"/>
                    <a:pt x="1360" y="258"/>
                    <a:pt x="1362" y="258"/>
                  </a:cubicBezTo>
                  <a:cubicBezTo>
                    <a:pt x="1364" y="258"/>
                    <a:pt x="1362" y="256"/>
                    <a:pt x="1360" y="255"/>
                  </a:cubicBezTo>
                  <a:cubicBezTo>
                    <a:pt x="1358" y="255"/>
                    <a:pt x="1360" y="253"/>
                    <a:pt x="1362" y="255"/>
                  </a:cubicBezTo>
                  <a:cubicBezTo>
                    <a:pt x="1363" y="256"/>
                    <a:pt x="1366" y="257"/>
                    <a:pt x="1366" y="255"/>
                  </a:cubicBezTo>
                  <a:cubicBezTo>
                    <a:pt x="1366" y="254"/>
                    <a:pt x="1368" y="251"/>
                    <a:pt x="1370" y="251"/>
                  </a:cubicBezTo>
                  <a:cubicBezTo>
                    <a:pt x="1373" y="251"/>
                    <a:pt x="1373" y="249"/>
                    <a:pt x="1371" y="249"/>
                  </a:cubicBezTo>
                  <a:close/>
                  <a:moveTo>
                    <a:pt x="708" y="405"/>
                  </a:moveTo>
                  <a:cubicBezTo>
                    <a:pt x="701" y="411"/>
                    <a:pt x="688" y="412"/>
                    <a:pt x="688" y="417"/>
                  </a:cubicBezTo>
                  <a:cubicBezTo>
                    <a:pt x="688" y="422"/>
                    <a:pt x="671" y="425"/>
                    <a:pt x="670" y="422"/>
                  </a:cubicBezTo>
                  <a:cubicBezTo>
                    <a:pt x="669" y="420"/>
                    <a:pt x="682" y="420"/>
                    <a:pt x="685" y="413"/>
                  </a:cubicBezTo>
                  <a:cubicBezTo>
                    <a:pt x="688" y="406"/>
                    <a:pt x="701" y="402"/>
                    <a:pt x="707" y="392"/>
                  </a:cubicBezTo>
                  <a:cubicBezTo>
                    <a:pt x="711" y="386"/>
                    <a:pt x="714" y="375"/>
                    <a:pt x="717" y="376"/>
                  </a:cubicBezTo>
                  <a:cubicBezTo>
                    <a:pt x="719" y="377"/>
                    <a:pt x="715" y="398"/>
                    <a:pt x="708" y="405"/>
                  </a:cubicBezTo>
                  <a:close/>
                  <a:moveTo>
                    <a:pt x="738" y="125"/>
                  </a:moveTo>
                  <a:cubicBezTo>
                    <a:pt x="737" y="127"/>
                    <a:pt x="732" y="127"/>
                    <a:pt x="733" y="129"/>
                  </a:cubicBezTo>
                  <a:cubicBezTo>
                    <a:pt x="736" y="132"/>
                    <a:pt x="748" y="130"/>
                    <a:pt x="748" y="127"/>
                  </a:cubicBezTo>
                  <a:cubicBezTo>
                    <a:pt x="748" y="123"/>
                    <a:pt x="739" y="123"/>
                    <a:pt x="738" y="125"/>
                  </a:cubicBezTo>
                  <a:close/>
                  <a:moveTo>
                    <a:pt x="305" y="8"/>
                  </a:moveTo>
                  <a:cubicBezTo>
                    <a:pt x="311" y="8"/>
                    <a:pt x="309" y="4"/>
                    <a:pt x="313" y="5"/>
                  </a:cubicBezTo>
                  <a:cubicBezTo>
                    <a:pt x="317" y="5"/>
                    <a:pt x="322" y="5"/>
                    <a:pt x="320" y="3"/>
                  </a:cubicBezTo>
                  <a:cubicBezTo>
                    <a:pt x="318" y="0"/>
                    <a:pt x="304" y="1"/>
                    <a:pt x="306" y="3"/>
                  </a:cubicBezTo>
                  <a:cubicBezTo>
                    <a:pt x="307" y="5"/>
                    <a:pt x="295" y="4"/>
                    <a:pt x="295" y="5"/>
                  </a:cubicBezTo>
                  <a:cubicBezTo>
                    <a:pt x="295" y="6"/>
                    <a:pt x="299" y="8"/>
                    <a:pt x="305" y="8"/>
                  </a:cubicBezTo>
                  <a:close/>
                  <a:moveTo>
                    <a:pt x="276" y="24"/>
                  </a:moveTo>
                  <a:cubicBezTo>
                    <a:pt x="276" y="20"/>
                    <a:pt x="263" y="24"/>
                    <a:pt x="266" y="25"/>
                  </a:cubicBezTo>
                  <a:cubicBezTo>
                    <a:pt x="268" y="26"/>
                    <a:pt x="276" y="28"/>
                    <a:pt x="276" y="24"/>
                  </a:cubicBezTo>
                  <a:close/>
                  <a:moveTo>
                    <a:pt x="306" y="21"/>
                  </a:moveTo>
                  <a:cubicBezTo>
                    <a:pt x="307" y="23"/>
                    <a:pt x="305" y="23"/>
                    <a:pt x="300" y="23"/>
                  </a:cubicBezTo>
                  <a:cubicBezTo>
                    <a:pt x="296" y="23"/>
                    <a:pt x="293" y="25"/>
                    <a:pt x="296" y="28"/>
                  </a:cubicBezTo>
                  <a:cubicBezTo>
                    <a:pt x="299" y="30"/>
                    <a:pt x="311" y="29"/>
                    <a:pt x="313" y="26"/>
                  </a:cubicBezTo>
                  <a:cubicBezTo>
                    <a:pt x="315" y="23"/>
                    <a:pt x="321" y="26"/>
                    <a:pt x="322" y="23"/>
                  </a:cubicBezTo>
                  <a:cubicBezTo>
                    <a:pt x="323" y="20"/>
                    <a:pt x="306" y="19"/>
                    <a:pt x="306" y="21"/>
                  </a:cubicBezTo>
                  <a:close/>
                  <a:moveTo>
                    <a:pt x="347" y="16"/>
                  </a:moveTo>
                  <a:cubicBezTo>
                    <a:pt x="349" y="14"/>
                    <a:pt x="344" y="14"/>
                    <a:pt x="343" y="12"/>
                  </a:cubicBezTo>
                  <a:cubicBezTo>
                    <a:pt x="343" y="10"/>
                    <a:pt x="330" y="9"/>
                    <a:pt x="330" y="12"/>
                  </a:cubicBezTo>
                  <a:cubicBezTo>
                    <a:pt x="331" y="14"/>
                    <a:pt x="321" y="17"/>
                    <a:pt x="324" y="19"/>
                  </a:cubicBezTo>
                  <a:cubicBezTo>
                    <a:pt x="330" y="23"/>
                    <a:pt x="345" y="18"/>
                    <a:pt x="347" y="16"/>
                  </a:cubicBezTo>
                  <a:close/>
                  <a:moveTo>
                    <a:pt x="309" y="12"/>
                  </a:moveTo>
                  <a:cubicBezTo>
                    <a:pt x="310" y="7"/>
                    <a:pt x="302" y="11"/>
                    <a:pt x="295" y="9"/>
                  </a:cubicBezTo>
                  <a:cubicBezTo>
                    <a:pt x="289" y="6"/>
                    <a:pt x="286" y="6"/>
                    <a:pt x="290" y="10"/>
                  </a:cubicBezTo>
                  <a:cubicBezTo>
                    <a:pt x="292" y="12"/>
                    <a:pt x="279" y="13"/>
                    <a:pt x="281" y="15"/>
                  </a:cubicBezTo>
                  <a:cubicBezTo>
                    <a:pt x="286" y="19"/>
                    <a:pt x="309" y="17"/>
                    <a:pt x="309" y="12"/>
                  </a:cubicBezTo>
                  <a:close/>
                  <a:moveTo>
                    <a:pt x="274" y="144"/>
                  </a:moveTo>
                  <a:cubicBezTo>
                    <a:pt x="274" y="147"/>
                    <a:pt x="273" y="148"/>
                    <a:pt x="268" y="148"/>
                  </a:cubicBezTo>
                  <a:cubicBezTo>
                    <a:pt x="264" y="148"/>
                    <a:pt x="270" y="151"/>
                    <a:pt x="271" y="154"/>
                  </a:cubicBezTo>
                  <a:cubicBezTo>
                    <a:pt x="271" y="156"/>
                    <a:pt x="266" y="154"/>
                    <a:pt x="266" y="159"/>
                  </a:cubicBezTo>
                  <a:cubicBezTo>
                    <a:pt x="266" y="163"/>
                    <a:pt x="257" y="159"/>
                    <a:pt x="256" y="164"/>
                  </a:cubicBezTo>
                  <a:cubicBezTo>
                    <a:pt x="255" y="169"/>
                    <a:pt x="260" y="168"/>
                    <a:pt x="264" y="169"/>
                  </a:cubicBezTo>
                  <a:cubicBezTo>
                    <a:pt x="268" y="169"/>
                    <a:pt x="263" y="172"/>
                    <a:pt x="265" y="174"/>
                  </a:cubicBezTo>
                  <a:cubicBezTo>
                    <a:pt x="268" y="177"/>
                    <a:pt x="270" y="176"/>
                    <a:pt x="269" y="172"/>
                  </a:cubicBezTo>
                  <a:cubicBezTo>
                    <a:pt x="267" y="168"/>
                    <a:pt x="279" y="173"/>
                    <a:pt x="275" y="176"/>
                  </a:cubicBezTo>
                  <a:cubicBezTo>
                    <a:pt x="271" y="179"/>
                    <a:pt x="281" y="182"/>
                    <a:pt x="285" y="182"/>
                  </a:cubicBezTo>
                  <a:cubicBezTo>
                    <a:pt x="290" y="182"/>
                    <a:pt x="306" y="186"/>
                    <a:pt x="306" y="182"/>
                  </a:cubicBezTo>
                  <a:cubicBezTo>
                    <a:pt x="306" y="180"/>
                    <a:pt x="300" y="178"/>
                    <a:pt x="295" y="172"/>
                  </a:cubicBezTo>
                  <a:cubicBezTo>
                    <a:pt x="290" y="167"/>
                    <a:pt x="287" y="159"/>
                    <a:pt x="292" y="155"/>
                  </a:cubicBezTo>
                  <a:cubicBezTo>
                    <a:pt x="298" y="151"/>
                    <a:pt x="293" y="150"/>
                    <a:pt x="299" y="146"/>
                  </a:cubicBezTo>
                  <a:cubicBezTo>
                    <a:pt x="304" y="142"/>
                    <a:pt x="301" y="138"/>
                    <a:pt x="306" y="137"/>
                  </a:cubicBezTo>
                  <a:cubicBezTo>
                    <a:pt x="311" y="137"/>
                    <a:pt x="305" y="133"/>
                    <a:pt x="310" y="132"/>
                  </a:cubicBezTo>
                  <a:cubicBezTo>
                    <a:pt x="315" y="131"/>
                    <a:pt x="316" y="126"/>
                    <a:pt x="315" y="124"/>
                  </a:cubicBezTo>
                  <a:cubicBezTo>
                    <a:pt x="314" y="122"/>
                    <a:pt x="320" y="124"/>
                    <a:pt x="323" y="121"/>
                  </a:cubicBezTo>
                  <a:cubicBezTo>
                    <a:pt x="325" y="119"/>
                    <a:pt x="332" y="120"/>
                    <a:pt x="333" y="116"/>
                  </a:cubicBezTo>
                  <a:cubicBezTo>
                    <a:pt x="335" y="112"/>
                    <a:pt x="363" y="103"/>
                    <a:pt x="378" y="100"/>
                  </a:cubicBezTo>
                  <a:cubicBezTo>
                    <a:pt x="394" y="96"/>
                    <a:pt x="404" y="90"/>
                    <a:pt x="399" y="85"/>
                  </a:cubicBezTo>
                  <a:cubicBezTo>
                    <a:pt x="393" y="81"/>
                    <a:pt x="378" y="87"/>
                    <a:pt x="374" y="90"/>
                  </a:cubicBezTo>
                  <a:cubicBezTo>
                    <a:pt x="370" y="93"/>
                    <a:pt x="365" y="91"/>
                    <a:pt x="361" y="93"/>
                  </a:cubicBezTo>
                  <a:cubicBezTo>
                    <a:pt x="357" y="95"/>
                    <a:pt x="349" y="97"/>
                    <a:pt x="345" y="95"/>
                  </a:cubicBezTo>
                  <a:cubicBezTo>
                    <a:pt x="341" y="92"/>
                    <a:pt x="336" y="98"/>
                    <a:pt x="333" y="97"/>
                  </a:cubicBezTo>
                  <a:cubicBezTo>
                    <a:pt x="330" y="97"/>
                    <a:pt x="327" y="101"/>
                    <a:pt x="323" y="100"/>
                  </a:cubicBezTo>
                  <a:cubicBezTo>
                    <a:pt x="320" y="100"/>
                    <a:pt x="313" y="103"/>
                    <a:pt x="313" y="105"/>
                  </a:cubicBezTo>
                  <a:cubicBezTo>
                    <a:pt x="312" y="107"/>
                    <a:pt x="307" y="106"/>
                    <a:pt x="307" y="109"/>
                  </a:cubicBezTo>
                  <a:cubicBezTo>
                    <a:pt x="307" y="111"/>
                    <a:pt x="302" y="113"/>
                    <a:pt x="300" y="111"/>
                  </a:cubicBezTo>
                  <a:cubicBezTo>
                    <a:pt x="297" y="109"/>
                    <a:pt x="295" y="113"/>
                    <a:pt x="298" y="116"/>
                  </a:cubicBezTo>
                  <a:cubicBezTo>
                    <a:pt x="301" y="120"/>
                    <a:pt x="292" y="120"/>
                    <a:pt x="293" y="122"/>
                  </a:cubicBezTo>
                  <a:cubicBezTo>
                    <a:pt x="295" y="124"/>
                    <a:pt x="290" y="125"/>
                    <a:pt x="291" y="127"/>
                  </a:cubicBezTo>
                  <a:cubicBezTo>
                    <a:pt x="292" y="129"/>
                    <a:pt x="288" y="130"/>
                    <a:pt x="284" y="130"/>
                  </a:cubicBezTo>
                  <a:cubicBezTo>
                    <a:pt x="280" y="131"/>
                    <a:pt x="279" y="136"/>
                    <a:pt x="283" y="136"/>
                  </a:cubicBezTo>
                  <a:cubicBezTo>
                    <a:pt x="288" y="136"/>
                    <a:pt x="280" y="137"/>
                    <a:pt x="281" y="141"/>
                  </a:cubicBezTo>
                  <a:cubicBezTo>
                    <a:pt x="281" y="144"/>
                    <a:pt x="274" y="142"/>
                    <a:pt x="274" y="14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nvGrpSpPr>
            <p:cNvPr id="208" name="Group 207">
              <a:extLst>
                <a:ext uri="{FF2B5EF4-FFF2-40B4-BE49-F238E27FC236}">
                  <a16:creationId xmlns:a16="http://schemas.microsoft.com/office/drawing/2014/main" id="{2780527C-2773-45AF-BFC0-428E07C24C92}"/>
                </a:ext>
              </a:extLst>
            </p:cNvPr>
            <p:cNvGrpSpPr/>
            <p:nvPr/>
          </p:nvGrpSpPr>
          <p:grpSpPr>
            <a:xfrm>
              <a:off x="2235200" y="1676289"/>
              <a:ext cx="8248805" cy="4068623"/>
              <a:chOff x="1785409" y="1960529"/>
              <a:chExt cx="6680161" cy="3294909"/>
            </a:xfrm>
            <a:grpFill/>
          </p:grpSpPr>
          <p:sp>
            <p:nvSpPr>
              <p:cNvPr id="209" name="Freeform 5">
                <a:extLst>
                  <a:ext uri="{FF2B5EF4-FFF2-40B4-BE49-F238E27FC236}">
                    <a16:creationId xmlns:a16="http://schemas.microsoft.com/office/drawing/2014/main" id="{99561CFB-789B-4A23-B9C8-6022C6FB9524}"/>
                  </a:ext>
                </a:extLst>
              </p:cNvPr>
              <p:cNvSpPr>
                <a:spLocks/>
              </p:cNvSpPr>
              <p:nvPr/>
            </p:nvSpPr>
            <p:spPr bwMode="auto">
              <a:xfrm>
                <a:off x="5139291" y="4409753"/>
                <a:ext cx="235888" cy="234634"/>
              </a:xfrm>
              <a:custGeom>
                <a:avLst/>
                <a:gdLst>
                  <a:gd name="T0" fmla="*/ 38 w 102"/>
                  <a:gd name="T1" fmla="*/ 98 h 102"/>
                  <a:gd name="T2" fmla="*/ 43 w 102"/>
                  <a:gd name="T3" fmla="*/ 95 h 102"/>
                  <a:gd name="T4" fmla="*/ 47 w 102"/>
                  <a:gd name="T5" fmla="*/ 101 h 102"/>
                  <a:gd name="T6" fmla="*/ 57 w 102"/>
                  <a:gd name="T7" fmla="*/ 101 h 102"/>
                  <a:gd name="T8" fmla="*/ 62 w 102"/>
                  <a:gd name="T9" fmla="*/ 95 h 102"/>
                  <a:gd name="T10" fmla="*/ 62 w 102"/>
                  <a:gd name="T11" fmla="*/ 42 h 102"/>
                  <a:gd name="T12" fmla="*/ 70 w 102"/>
                  <a:gd name="T13" fmla="*/ 39 h 102"/>
                  <a:gd name="T14" fmla="*/ 70 w 102"/>
                  <a:gd name="T15" fmla="*/ 12 h 102"/>
                  <a:gd name="T16" fmla="*/ 78 w 102"/>
                  <a:gd name="T17" fmla="*/ 11 h 102"/>
                  <a:gd name="T18" fmla="*/ 87 w 102"/>
                  <a:gd name="T19" fmla="*/ 8 h 102"/>
                  <a:gd name="T20" fmla="*/ 91 w 102"/>
                  <a:gd name="T21" fmla="*/ 11 h 102"/>
                  <a:gd name="T22" fmla="*/ 97 w 102"/>
                  <a:gd name="T23" fmla="*/ 8 h 102"/>
                  <a:gd name="T24" fmla="*/ 102 w 102"/>
                  <a:gd name="T25" fmla="*/ 7 h 102"/>
                  <a:gd name="T26" fmla="*/ 102 w 102"/>
                  <a:gd name="T27" fmla="*/ 5 h 102"/>
                  <a:gd name="T28" fmla="*/ 85 w 102"/>
                  <a:gd name="T29" fmla="*/ 6 h 102"/>
                  <a:gd name="T30" fmla="*/ 72 w 102"/>
                  <a:gd name="T31" fmla="*/ 7 h 102"/>
                  <a:gd name="T32" fmla="*/ 55 w 102"/>
                  <a:gd name="T33" fmla="*/ 7 h 102"/>
                  <a:gd name="T34" fmla="*/ 52 w 102"/>
                  <a:gd name="T35" fmla="*/ 4 h 102"/>
                  <a:gd name="T36" fmla="*/ 24 w 102"/>
                  <a:gd name="T37" fmla="*/ 4 h 102"/>
                  <a:gd name="T38" fmla="*/ 17 w 102"/>
                  <a:gd name="T39" fmla="*/ 2 h 102"/>
                  <a:gd name="T40" fmla="*/ 9 w 102"/>
                  <a:gd name="T41" fmla="*/ 2 h 102"/>
                  <a:gd name="T42" fmla="*/ 6 w 102"/>
                  <a:gd name="T43" fmla="*/ 0 h 102"/>
                  <a:gd name="T44" fmla="*/ 3 w 102"/>
                  <a:gd name="T45" fmla="*/ 2 h 102"/>
                  <a:gd name="T46" fmla="*/ 0 w 102"/>
                  <a:gd name="T47" fmla="*/ 3 h 102"/>
                  <a:gd name="T48" fmla="*/ 5 w 102"/>
                  <a:gd name="T49" fmla="*/ 13 h 102"/>
                  <a:gd name="T50" fmla="*/ 13 w 102"/>
                  <a:gd name="T51" fmla="*/ 30 h 102"/>
                  <a:gd name="T52" fmla="*/ 21 w 102"/>
                  <a:gd name="T53" fmla="*/ 46 h 102"/>
                  <a:gd name="T54" fmla="*/ 21 w 102"/>
                  <a:gd name="T55" fmla="*/ 60 h 102"/>
                  <a:gd name="T56" fmla="*/ 24 w 102"/>
                  <a:gd name="T57" fmla="*/ 72 h 102"/>
                  <a:gd name="T58" fmla="*/ 30 w 102"/>
                  <a:gd name="T59" fmla="*/ 92 h 102"/>
                  <a:gd name="T60" fmla="*/ 35 w 102"/>
                  <a:gd name="T61" fmla="*/ 98 h 102"/>
                  <a:gd name="T62" fmla="*/ 38 w 102"/>
                  <a:gd name="T63" fmla="*/ 9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2" h="102">
                    <a:moveTo>
                      <a:pt x="38" y="98"/>
                    </a:moveTo>
                    <a:cubicBezTo>
                      <a:pt x="38" y="96"/>
                      <a:pt x="41" y="93"/>
                      <a:pt x="43" y="95"/>
                    </a:cubicBezTo>
                    <a:cubicBezTo>
                      <a:pt x="44" y="98"/>
                      <a:pt x="44" y="101"/>
                      <a:pt x="47" y="101"/>
                    </a:cubicBezTo>
                    <a:cubicBezTo>
                      <a:pt x="50" y="101"/>
                      <a:pt x="56" y="102"/>
                      <a:pt x="57" y="101"/>
                    </a:cubicBezTo>
                    <a:cubicBezTo>
                      <a:pt x="58" y="99"/>
                      <a:pt x="62" y="98"/>
                      <a:pt x="62" y="95"/>
                    </a:cubicBezTo>
                    <a:cubicBezTo>
                      <a:pt x="62" y="93"/>
                      <a:pt x="62" y="44"/>
                      <a:pt x="62" y="42"/>
                    </a:cubicBezTo>
                    <a:cubicBezTo>
                      <a:pt x="62" y="40"/>
                      <a:pt x="70" y="42"/>
                      <a:pt x="70" y="39"/>
                    </a:cubicBezTo>
                    <a:cubicBezTo>
                      <a:pt x="70" y="36"/>
                      <a:pt x="70" y="12"/>
                      <a:pt x="70" y="12"/>
                    </a:cubicBezTo>
                    <a:cubicBezTo>
                      <a:pt x="70" y="12"/>
                      <a:pt x="76" y="11"/>
                      <a:pt x="78" y="11"/>
                    </a:cubicBezTo>
                    <a:cubicBezTo>
                      <a:pt x="80" y="10"/>
                      <a:pt x="86" y="7"/>
                      <a:pt x="87" y="8"/>
                    </a:cubicBezTo>
                    <a:cubicBezTo>
                      <a:pt x="89" y="9"/>
                      <a:pt x="90" y="12"/>
                      <a:pt x="91" y="11"/>
                    </a:cubicBezTo>
                    <a:cubicBezTo>
                      <a:pt x="92" y="10"/>
                      <a:pt x="95" y="8"/>
                      <a:pt x="97" y="8"/>
                    </a:cubicBezTo>
                    <a:cubicBezTo>
                      <a:pt x="98" y="8"/>
                      <a:pt x="100" y="7"/>
                      <a:pt x="102" y="7"/>
                    </a:cubicBezTo>
                    <a:cubicBezTo>
                      <a:pt x="102" y="6"/>
                      <a:pt x="102" y="5"/>
                      <a:pt x="102" y="5"/>
                    </a:cubicBezTo>
                    <a:cubicBezTo>
                      <a:pt x="102" y="3"/>
                      <a:pt x="87" y="5"/>
                      <a:pt x="85" y="6"/>
                    </a:cubicBezTo>
                    <a:cubicBezTo>
                      <a:pt x="83" y="7"/>
                      <a:pt x="75" y="8"/>
                      <a:pt x="72" y="7"/>
                    </a:cubicBezTo>
                    <a:cubicBezTo>
                      <a:pt x="70" y="6"/>
                      <a:pt x="55" y="7"/>
                      <a:pt x="55" y="7"/>
                    </a:cubicBezTo>
                    <a:cubicBezTo>
                      <a:pt x="52" y="4"/>
                      <a:pt x="52" y="4"/>
                      <a:pt x="52" y="4"/>
                    </a:cubicBezTo>
                    <a:cubicBezTo>
                      <a:pt x="52" y="4"/>
                      <a:pt x="27" y="4"/>
                      <a:pt x="24" y="4"/>
                    </a:cubicBezTo>
                    <a:cubicBezTo>
                      <a:pt x="21" y="4"/>
                      <a:pt x="19" y="4"/>
                      <a:pt x="17" y="2"/>
                    </a:cubicBezTo>
                    <a:cubicBezTo>
                      <a:pt x="15" y="0"/>
                      <a:pt x="12" y="0"/>
                      <a:pt x="9" y="2"/>
                    </a:cubicBezTo>
                    <a:cubicBezTo>
                      <a:pt x="7" y="3"/>
                      <a:pt x="8" y="0"/>
                      <a:pt x="6" y="0"/>
                    </a:cubicBezTo>
                    <a:cubicBezTo>
                      <a:pt x="4" y="0"/>
                      <a:pt x="3" y="2"/>
                      <a:pt x="3" y="2"/>
                    </a:cubicBezTo>
                    <a:cubicBezTo>
                      <a:pt x="0" y="3"/>
                      <a:pt x="0" y="3"/>
                      <a:pt x="0" y="3"/>
                    </a:cubicBezTo>
                    <a:cubicBezTo>
                      <a:pt x="0" y="5"/>
                      <a:pt x="2" y="10"/>
                      <a:pt x="5" y="13"/>
                    </a:cubicBezTo>
                    <a:cubicBezTo>
                      <a:pt x="8" y="17"/>
                      <a:pt x="11" y="24"/>
                      <a:pt x="13" y="30"/>
                    </a:cubicBezTo>
                    <a:cubicBezTo>
                      <a:pt x="15" y="35"/>
                      <a:pt x="20" y="42"/>
                      <a:pt x="21" y="46"/>
                    </a:cubicBezTo>
                    <a:cubicBezTo>
                      <a:pt x="22" y="51"/>
                      <a:pt x="20" y="57"/>
                      <a:pt x="21" y="60"/>
                    </a:cubicBezTo>
                    <a:cubicBezTo>
                      <a:pt x="23" y="63"/>
                      <a:pt x="23" y="68"/>
                      <a:pt x="24" y="72"/>
                    </a:cubicBezTo>
                    <a:cubicBezTo>
                      <a:pt x="25" y="77"/>
                      <a:pt x="25" y="88"/>
                      <a:pt x="30" y="92"/>
                    </a:cubicBezTo>
                    <a:cubicBezTo>
                      <a:pt x="31" y="94"/>
                      <a:pt x="33" y="96"/>
                      <a:pt x="35" y="98"/>
                    </a:cubicBezTo>
                    <a:cubicBezTo>
                      <a:pt x="37" y="99"/>
                      <a:pt x="38" y="99"/>
                      <a:pt x="38" y="9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6">
                <a:extLst>
                  <a:ext uri="{FF2B5EF4-FFF2-40B4-BE49-F238E27FC236}">
                    <a16:creationId xmlns:a16="http://schemas.microsoft.com/office/drawing/2014/main" id="{7A0DF6EB-2359-465E-97D9-31DDB91769E2}"/>
                  </a:ext>
                </a:extLst>
              </p:cNvPr>
              <p:cNvSpPr>
                <a:spLocks/>
              </p:cNvSpPr>
              <p:nvPr/>
            </p:nvSpPr>
            <p:spPr bwMode="auto">
              <a:xfrm>
                <a:off x="5375180" y="4383404"/>
                <a:ext cx="149312" cy="129237"/>
              </a:xfrm>
              <a:custGeom>
                <a:avLst/>
                <a:gdLst>
                  <a:gd name="T0" fmla="*/ 43 w 65"/>
                  <a:gd name="T1" fmla="*/ 2 h 56"/>
                  <a:gd name="T2" fmla="*/ 42 w 65"/>
                  <a:gd name="T3" fmla="*/ 0 h 56"/>
                  <a:gd name="T4" fmla="*/ 35 w 65"/>
                  <a:gd name="T5" fmla="*/ 0 h 56"/>
                  <a:gd name="T6" fmla="*/ 31 w 65"/>
                  <a:gd name="T7" fmla="*/ 4 h 56"/>
                  <a:gd name="T8" fmla="*/ 23 w 65"/>
                  <a:gd name="T9" fmla="*/ 10 h 56"/>
                  <a:gd name="T10" fmla="*/ 15 w 65"/>
                  <a:gd name="T11" fmla="*/ 19 h 56"/>
                  <a:gd name="T12" fmla="*/ 5 w 65"/>
                  <a:gd name="T13" fmla="*/ 17 h 56"/>
                  <a:gd name="T14" fmla="*/ 0 w 65"/>
                  <a:gd name="T15" fmla="*/ 18 h 56"/>
                  <a:gd name="T16" fmla="*/ 5 w 65"/>
                  <a:gd name="T17" fmla="*/ 22 h 56"/>
                  <a:gd name="T18" fmla="*/ 9 w 65"/>
                  <a:gd name="T19" fmla="*/ 32 h 56"/>
                  <a:gd name="T20" fmla="*/ 18 w 65"/>
                  <a:gd name="T21" fmla="*/ 37 h 56"/>
                  <a:gd name="T22" fmla="*/ 21 w 65"/>
                  <a:gd name="T23" fmla="*/ 44 h 56"/>
                  <a:gd name="T24" fmla="*/ 26 w 65"/>
                  <a:gd name="T25" fmla="*/ 49 h 56"/>
                  <a:gd name="T26" fmla="*/ 32 w 65"/>
                  <a:gd name="T27" fmla="*/ 53 h 56"/>
                  <a:gd name="T28" fmla="*/ 40 w 65"/>
                  <a:gd name="T29" fmla="*/ 54 h 56"/>
                  <a:gd name="T30" fmla="*/ 49 w 65"/>
                  <a:gd name="T31" fmla="*/ 56 h 56"/>
                  <a:gd name="T32" fmla="*/ 57 w 65"/>
                  <a:gd name="T33" fmla="*/ 48 h 56"/>
                  <a:gd name="T34" fmla="*/ 59 w 65"/>
                  <a:gd name="T35" fmla="*/ 40 h 56"/>
                  <a:gd name="T36" fmla="*/ 63 w 65"/>
                  <a:gd name="T37" fmla="*/ 34 h 56"/>
                  <a:gd name="T38" fmla="*/ 61 w 65"/>
                  <a:gd name="T39" fmla="*/ 28 h 56"/>
                  <a:gd name="T40" fmla="*/ 63 w 65"/>
                  <a:gd name="T41" fmla="*/ 20 h 56"/>
                  <a:gd name="T42" fmla="*/ 63 w 65"/>
                  <a:gd name="T43" fmla="*/ 8 h 56"/>
                  <a:gd name="T44" fmla="*/ 53 w 65"/>
                  <a:gd name="T45" fmla="*/ 5 h 56"/>
                  <a:gd name="T46" fmla="*/ 43 w 65"/>
                  <a:gd name="T4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56">
                    <a:moveTo>
                      <a:pt x="43" y="2"/>
                    </a:moveTo>
                    <a:cubicBezTo>
                      <a:pt x="42" y="0"/>
                      <a:pt x="42" y="0"/>
                      <a:pt x="42" y="0"/>
                    </a:cubicBezTo>
                    <a:cubicBezTo>
                      <a:pt x="35" y="0"/>
                      <a:pt x="35" y="0"/>
                      <a:pt x="35" y="0"/>
                    </a:cubicBezTo>
                    <a:cubicBezTo>
                      <a:pt x="31" y="1"/>
                      <a:pt x="31" y="2"/>
                      <a:pt x="31" y="4"/>
                    </a:cubicBezTo>
                    <a:cubicBezTo>
                      <a:pt x="31" y="5"/>
                      <a:pt x="26" y="9"/>
                      <a:pt x="23" y="10"/>
                    </a:cubicBezTo>
                    <a:cubicBezTo>
                      <a:pt x="20" y="11"/>
                      <a:pt x="17" y="18"/>
                      <a:pt x="15" y="19"/>
                    </a:cubicBezTo>
                    <a:cubicBezTo>
                      <a:pt x="13" y="20"/>
                      <a:pt x="6" y="17"/>
                      <a:pt x="5" y="17"/>
                    </a:cubicBezTo>
                    <a:cubicBezTo>
                      <a:pt x="4" y="17"/>
                      <a:pt x="2" y="17"/>
                      <a:pt x="0" y="18"/>
                    </a:cubicBezTo>
                    <a:cubicBezTo>
                      <a:pt x="2" y="20"/>
                      <a:pt x="4" y="22"/>
                      <a:pt x="5" y="22"/>
                    </a:cubicBezTo>
                    <a:cubicBezTo>
                      <a:pt x="6" y="22"/>
                      <a:pt x="7" y="31"/>
                      <a:pt x="9" y="32"/>
                    </a:cubicBezTo>
                    <a:cubicBezTo>
                      <a:pt x="12" y="33"/>
                      <a:pt x="18" y="36"/>
                      <a:pt x="18" y="37"/>
                    </a:cubicBezTo>
                    <a:cubicBezTo>
                      <a:pt x="18" y="39"/>
                      <a:pt x="21" y="41"/>
                      <a:pt x="21" y="44"/>
                    </a:cubicBezTo>
                    <a:cubicBezTo>
                      <a:pt x="21" y="46"/>
                      <a:pt x="24" y="49"/>
                      <a:pt x="26" y="49"/>
                    </a:cubicBezTo>
                    <a:cubicBezTo>
                      <a:pt x="32" y="49"/>
                      <a:pt x="32" y="51"/>
                      <a:pt x="32" y="53"/>
                    </a:cubicBezTo>
                    <a:cubicBezTo>
                      <a:pt x="32" y="54"/>
                      <a:pt x="39" y="53"/>
                      <a:pt x="40" y="54"/>
                    </a:cubicBezTo>
                    <a:cubicBezTo>
                      <a:pt x="41" y="55"/>
                      <a:pt x="47" y="55"/>
                      <a:pt x="49" y="56"/>
                    </a:cubicBezTo>
                    <a:cubicBezTo>
                      <a:pt x="52" y="53"/>
                      <a:pt x="56" y="49"/>
                      <a:pt x="57" y="48"/>
                    </a:cubicBezTo>
                    <a:cubicBezTo>
                      <a:pt x="59" y="45"/>
                      <a:pt x="57" y="41"/>
                      <a:pt x="59" y="40"/>
                    </a:cubicBezTo>
                    <a:cubicBezTo>
                      <a:pt x="61" y="39"/>
                      <a:pt x="65" y="34"/>
                      <a:pt x="63" y="34"/>
                    </a:cubicBezTo>
                    <a:cubicBezTo>
                      <a:pt x="62" y="33"/>
                      <a:pt x="63" y="30"/>
                      <a:pt x="61" y="28"/>
                    </a:cubicBezTo>
                    <a:cubicBezTo>
                      <a:pt x="59" y="25"/>
                      <a:pt x="63" y="24"/>
                      <a:pt x="63" y="20"/>
                    </a:cubicBezTo>
                    <a:cubicBezTo>
                      <a:pt x="63" y="17"/>
                      <a:pt x="64" y="9"/>
                      <a:pt x="63" y="8"/>
                    </a:cubicBezTo>
                    <a:cubicBezTo>
                      <a:pt x="62" y="7"/>
                      <a:pt x="57" y="7"/>
                      <a:pt x="53" y="5"/>
                    </a:cubicBezTo>
                    <a:cubicBezTo>
                      <a:pt x="50" y="3"/>
                      <a:pt x="43" y="2"/>
                      <a:pt x="4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7">
                <a:extLst>
                  <a:ext uri="{FF2B5EF4-FFF2-40B4-BE49-F238E27FC236}">
                    <a16:creationId xmlns:a16="http://schemas.microsoft.com/office/drawing/2014/main" id="{45CDC157-C2FE-4B36-9285-7BBC2F537343}"/>
                  </a:ext>
                </a:extLst>
              </p:cNvPr>
              <p:cNvSpPr>
                <a:spLocks/>
              </p:cNvSpPr>
              <p:nvPr/>
            </p:nvSpPr>
            <p:spPr bwMode="auto">
              <a:xfrm>
                <a:off x="5282330" y="4424810"/>
                <a:ext cx="165624" cy="178171"/>
              </a:xfrm>
              <a:custGeom>
                <a:avLst/>
                <a:gdLst>
                  <a:gd name="T0" fmla="*/ 66 w 72"/>
                  <a:gd name="T1" fmla="*/ 31 h 77"/>
                  <a:gd name="T2" fmla="*/ 61 w 72"/>
                  <a:gd name="T3" fmla="*/ 26 h 77"/>
                  <a:gd name="T4" fmla="*/ 58 w 72"/>
                  <a:gd name="T5" fmla="*/ 19 h 77"/>
                  <a:gd name="T6" fmla="*/ 49 w 72"/>
                  <a:gd name="T7" fmla="*/ 14 h 77"/>
                  <a:gd name="T8" fmla="*/ 45 w 72"/>
                  <a:gd name="T9" fmla="*/ 4 h 77"/>
                  <a:gd name="T10" fmla="*/ 40 w 72"/>
                  <a:gd name="T11" fmla="*/ 0 h 77"/>
                  <a:gd name="T12" fmla="*/ 35 w 72"/>
                  <a:gd name="T13" fmla="*/ 1 h 77"/>
                  <a:gd name="T14" fmla="*/ 29 w 72"/>
                  <a:gd name="T15" fmla="*/ 4 h 77"/>
                  <a:gd name="T16" fmla="*/ 25 w 72"/>
                  <a:gd name="T17" fmla="*/ 1 h 77"/>
                  <a:gd name="T18" fmla="*/ 16 w 72"/>
                  <a:gd name="T19" fmla="*/ 4 h 77"/>
                  <a:gd name="T20" fmla="*/ 8 w 72"/>
                  <a:gd name="T21" fmla="*/ 5 h 77"/>
                  <a:gd name="T22" fmla="*/ 8 w 72"/>
                  <a:gd name="T23" fmla="*/ 32 h 77"/>
                  <a:gd name="T24" fmla="*/ 0 w 72"/>
                  <a:gd name="T25" fmla="*/ 35 h 77"/>
                  <a:gd name="T26" fmla="*/ 0 w 72"/>
                  <a:gd name="T27" fmla="*/ 59 h 77"/>
                  <a:gd name="T28" fmla="*/ 4 w 72"/>
                  <a:gd name="T29" fmla="*/ 62 h 77"/>
                  <a:gd name="T30" fmla="*/ 7 w 72"/>
                  <a:gd name="T31" fmla="*/ 71 h 77"/>
                  <a:gd name="T32" fmla="*/ 5 w 72"/>
                  <a:gd name="T33" fmla="*/ 72 h 77"/>
                  <a:gd name="T34" fmla="*/ 7 w 72"/>
                  <a:gd name="T35" fmla="*/ 76 h 77"/>
                  <a:gd name="T36" fmla="*/ 15 w 72"/>
                  <a:gd name="T37" fmla="*/ 76 h 77"/>
                  <a:gd name="T38" fmla="*/ 22 w 72"/>
                  <a:gd name="T39" fmla="*/ 67 h 77"/>
                  <a:gd name="T40" fmla="*/ 27 w 72"/>
                  <a:gd name="T41" fmla="*/ 63 h 77"/>
                  <a:gd name="T42" fmla="*/ 37 w 72"/>
                  <a:gd name="T43" fmla="*/ 66 h 77"/>
                  <a:gd name="T44" fmla="*/ 45 w 72"/>
                  <a:gd name="T45" fmla="*/ 62 h 77"/>
                  <a:gd name="T46" fmla="*/ 48 w 72"/>
                  <a:gd name="T47" fmla="*/ 57 h 77"/>
                  <a:gd name="T48" fmla="*/ 55 w 72"/>
                  <a:gd name="T49" fmla="*/ 52 h 77"/>
                  <a:gd name="T50" fmla="*/ 58 w 72"/>
                  <a:gd name="T51" fmla="*/ 46 h 77"/>
                  <a:gd name="T52" fmla="*/ 64 w 72"/>
                  <a:gd name="T53" fmla="*/ 41 h 77"/>
                  <a:gd name="T54" fmla="*/ 69 w 72"/>
                  <a:gd name="T55" fmla="*/ 38 h 77"/>
                  <a:gd name="T56" fmla="*/ 72 w 72"/>
                  <a:gd name="T57" fmla="*/ 35 h 77"/>
                  <a:gd name="T58" fmla="*/ 72 w 72"/>
                  <a:gd name="T59" fmla="*/ 35 h 77"/>
                  <a:gd name="T60" fmla="*/ 66 w 72"/>
                  <a:gd name="T61"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7">
                    <a:moveTo>
                      <a:pt x="66" y="31"/>
                    </a:moveTo>
                    <a:cubicBezTo>
                      <a:pt x="64" y="31"/>
                      <a:pt x="61" y="28"/>
                      <a:pt x="61" y="26"/>
                    </a:cubicBezTo>
                    <a:cubicBezTo>
                      <a:pt x="61" y="23"/>
                      <a:pt x="58" y="21"/>
                      <a:pt x="58" y="19"/>
                    </a:cubicBezTo>
                    <a:cubicBezTo>
                      <a:pt x="58" y="18"/>
                      <a:pt x="52" y="15"/>
                      <a:pt x="49" y="14"/>
                    </a:cubicBezTo>
                    <a:cubicBezTo>
                      <a:pt x="47" y="13"/>
                      <a:pt x="46" y="4"/>
                      <a:pt x="45" y="4"/>
                    </a:cubicBezTo>
                    <a:cubicBezTo>
                      <a:pt x="44" y="4"/>
                      <a:pt x="42" y="2"/>
                      <a:pt x="40" y="0"/>
                    </a:cubicBezTo>
                    <a:cubicBezTo>
                      <a:pt x="38" y="0"/>
                      <a:pt x="36" y="1"/>
                      <a:pt x="35" y="1"/>
                    </a:cubicBezTo>
                    <a:cubicBezTo>
                      <a:pt x="33" y="1"/>
                      <a:pt x="30" y="3"/>
                      <a:pt x="29" y="4"/>
                    </a:cubicBezTo>
                    <a:cubicBezTo>
                      <a:pt x="28" y="5"/>
                      <a:pt x="27" y="2"/>
                      <a:pt x="25" y="1"/>
                    </a:cubicBezTo>
                    <a:cubicBezTo>
                      <a:pt x="24" y="0"/>
                      <a:pt x="18" y="3"/>
                      <a:pt x="16" y="4"/>
                    </a:cubicBezTo>
                    <a:cubicBezTo>
                      <a:pt x="14" y="4"/>
                      <a:pt x="8" y="5"/>
                      <a:pt x="8" y="5"/>
                    </a:cubicBezTo>
                    <a:cubicBezTo>
                      <a:pt x="8" y="5"/>
                      <a:pt x="8" y="29"/>
                      <a:pt x="8" y="32"/>
                    </a:cubicBezTo>
                    <a:cubicBezTo>
                      <a:pt x="8" y="35"/>
                      <a:pt x="0" y="33"/>
                      <a:pt x="0" y="35"/>
                    </a:cubicBezTo>
                    <a:cubicBezTo>
                      <a:pt x="0" y="36"/>
                      <a:pt x="0" y="47"/>
                      <a:pt x="0" y="59"/>
                    </a:cubicBezTo>
                    <a:cubicBezTo>
                      <a:pt x="2" y="60"/>
                      <a:pt x="4" y="61"/>
                      <a:pt x="4" y="62"/>
                    </a:cubicBezTo>
                    <a:cubicBezTo>
                      <a:pt x="5" y="64"/>
                      <a:pt x="7" y="69"/>
                      <a:pt x="7" y="71"/>
                    </a:cubicBezTo>
                    <a:cubicBezTo>
                      <a:pt x="6" y="72"/>
                      <a:pt x="5" y="71"/>
                      <a:pt x="5" y="72"/>
                    </a:cubicBezTo>
                    <a:cubicBezTo>
                      <a:pt x="5" y="74"/>
                      <a:pt x="4" y="76"/>
                      <a:pt x="7" y="76"/>
                    </a:cubicBezTo>
                    <a:cubicBezTo>
                      <a:pt x="9" y="76"/>
                      <a:pt x="13" y="77"/>
                      <a:pt x="15" y="76"/>
                    </a:cubicBezTo>
                    <a:cubicBezTo>
                      <a:pt x="16" y="74"/>
                      <a:pt x="22" y="69"/>
                      <a:pt x="22" y="67"/>
                    </a:cubicBezTo>
                    <a:cubicBezTo>
                      <a:pt x="22" y="65"/>
                      <a:pt x="23" y="60"/>
                      <a:pt x="27" y="63"/>
                    </a:cubicBezTo>
                    <a:cubicBezTo>
                      <a:pt x="32" y="66"/>
                      <a:pt x="32" y="66"/>
                      <a:pt x="37" y="66"/>
                    </a:cubicBezTo>
                    <a:cubicBezTo>
                      <a:pt x="42" y="66"/>
                      <a:pt x="44" y="66"/>
                      <a:pt x="45" y="62"/>
                    </a:cubicBezTo>
                    <a:cubicBezTo>
                      <a:pt x="46" y="59"/>
                      <a:pt x="45" y="57"/>
                      <a:pt x="48" y="57"/>
                    </a:cubicBezTo>
                    <a:cubicBezTo>
                      <a:pt x="51" y="57"/>
                      <a:pt x="55" y="54"/>
                      <a:pt x="55" y="52"/>
                    </a:cubicBezTo>
                    <a:cubicBezTo>
                      <a:pt x="55" y="49"/>
                      <a:pt x="56" y="46"/>
                      <a:pt x="58" y="46"/>
                    </a:cubicBezTo>
                    <a:cubicBezTo>
                      <a:pt x="60" y="46"/>
                      <a:pt x="64" y="44"/>
                      <a:pt x="64" y="41"/>
                    </a:cubicBezTo>
                    <a:cubicBezTo>
                      <a:pt x="65" y="39"/>
                      <a:pt x="68" y="40"/>
                      <a:pt x="69" y="38"/>
                    </a:cubicBezTo>
                    <a:cubicBezTo>
                      <a:pt x="70" y="38"/>
                      <a:pt x="71" y="36"/>
                      <a:pt x="72" y="35"/>
                    </a:cubicBezTo>
                    <a:cubicBezTo>
                      <a:pt x="72" y="35"/>
                      <a:pt x="72" y="35"/>
                      <a:pt x="72" y="35"/>
                    </a:cubicBezTo>
                    <a:cubicBezTo>
                      <a:pt x="72" y="33"/>
                      <a:pt x="72" y="31"/>
                      <a:pt x="66"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8">
                <a:extLst>
                  <a:ext uri="{FF2B5EF4-FFF2-40B4-BE49-F238E27FC236}">
                    <a16:creationId xmlns:a16="http://schemas.microsoft.com/office/drawing/2014/main" id="{C81324F5-201D-4284-8888-95FF9B08820D}"/>
                  </a:ext>
                </a:extLst>
              </p:cNvPr>
              <p:cNvSpPr>
                <a:spLocks/>
              </p:cNvSpPr>
              <p:nvPr/>
            </p:nvSpPr>
            <p:spPr bwMode="auto">
              <a:xfrm>
                <a:off x="5478067" y="4580396"/>
                <a:ext cx="25095" cy="28859"/>
              </a:xfrm>
              <a:custGeom>
                <a:avLst/>
                <a:gdLst>
                  <a:gd name="T0" fmla="*/ 5 w 11"/>
                  <a:gd name="T1" fmla="*/ 0 h 13"/>
                  <a:gd name="T2" fmla="*/ 0 w 11"/>
                  <a:gd name="T3" fmla="*/ 5 h 13"/>
                  <a:gd name="T4" fmla="*/ 5 w 11"/>
                  <a:gd name="T5" fmla="*/ 13 h 13"/>
                  <a:gd name="T6" fmla="*/ 9 w 11"/>
                  <a:gd name="T7" fmla="*/ 11 h 13"/>
                  <a:gd name="T8" fmla="*/ 11 w 11"/>
                  <a:gd name="T9" fmla="*/ 9 h 13"/>
                  <a:gd name="T10" fmla="*/ 10 w 11"/>
                  <a:gd name="T11" fmla="*/ 2 h 13"/>
                  <a:gd name="T12" fmla="*/ 5 w 11"/>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1" h="13">
                    <a:moveTo>
                      <a:pt x="5" y="0"/>
                    </a:moveTo>
                    <a:cubicBezTo>
                      <a:pt x="3" y="0"/>
                      <a:pt x="0" y="4"/>
                      <a:pt x="0" y="5"/>
                    </a:cubicBezTo>
                    <a:cubicBezTo>
                      <a:pt x="0" y="6"/>
                      <a:pt x="2" y="13"/>
                      <a:pt x="5" y="13"/>
                    </a:cubicBezTo>
                    <a:cubicBezTo>
                      <a:pt x="7" y="13"/>
                      <a:pt x="9" y="13"/>
                      <a:pt x="9" y="11"/>
                    </a:cubicBezTo>
                    <a:cubicBezTo>
                      <a:pt x="9" y="10"/>
                      <a:pt x="10" y="9"/>
                      <a:pt x="11" y="9"/>
                    </a:cubicBezTo>
                    <a:cubicBezTo>
                      <a:pt x="10" y="7"/>
                      <a:pt x="10" y="4"/>
                      <a:pt x="10" y="2"/>
                    </a:cubicBezTo>
                    <a:cubicBezTo>
                      <a:pt x="8" y="1"/>
                      <a:pt x="7" y="0"/>
                      <a:pt x="5"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9">
                <a:extLst>
                  <a:ext uri="{FF2B5EF4-FFF2-40B4-BE49-F238E27FC236}">
                    <a16:creationId xmlns:a16="http://schemas.microsoft.com/office/drawing/2014/main" id="{5ADC209C-A8E7-4A30-B5BC-49FCA0BFA0D9}"/>
                  </a:ext>
                </a:extLst>
              </p:cNvPr>
              <p:cNvSpPr>
                <a:spLocks/>
              </p:cNvSpPr>
              <p:nvPr/>
            </p:nvSpPr>
            <p:spPr bwMode="auto">
              <a:xfrm>
                <a:off x="5411567" y="4633094"/>
                <a:ext cx="41406" cy="43915"/>
              </a:xfrm>
              <a:custGeom>
                <a:avLst/>
                <a:gdLst>
                  <a:gd name="T0" fmla="*/ 13 w 18"/>
                  <a:gd name="T1" fmla="*/ 2 h 19"/>
                  <a:gd name="T2" fmla="*/ 5 w 18"/>
                  <a:gd name="T3" fmla="*/ 5 h 19"/>
                  <a:gd name="T4" fmla="*/ 0 w 18"/>
                  <a:gd name="T5" fmla="*/ 12 h 19"/>
                  <a:gd name="T6" fmla="*/ 5 w 18"/>
                  <a:gd name="T7" fmla="*/ 19 h 19"/>
                  <a:gd name="T8" fmla="*/ 8 w 18"/>
                  <a:gd name="T9" fmla="*/ 19 h 19"/>
                  <a:gd name="T10" fmla="*/ 10 w 18"/>
                  <a:gd name="T11" fmla="*/ 15 h 19"/>
                  <a:gd name="T12" fmla="*/ 15 w 18"/>
                  <a:gd name="T13" fmla="*/ 13 h 19"/>
                  <a:gd name="T14" fmla="*/ 18 w 18"/>
                  <a:gd name="T15" fmla="*/ 8 h 19"/>
                  <a:gd name="T16" fmla="*/ 13 w 18"/>
                  <a:gd name="T1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9">
                    <a:moveTo>
                      <a:pt x="13" y="2"/>
                    </a:moveTo>
                    <a:cubicBezTo>
                      <a:pt x="12" y="0"/>
                      <a:pt x="5" y="3"/>
                      <a:pt x="5" y="5"/>
                    </a:cubicBezTo>
                    <a:cubicBezTo>
                      <a:pt x="4" y="7"/>
                      <a:pt x="0" y="12"/>
                      <a:pt x="0" y="12"/>
                    </a:cubicBezTo>
                    <a:cubicBezTo>
                      <a:pt x="5" y="19"/>
                      <a:pt x="5" y="19"/>
                      <a:pt x="5" y="19"/>
                    </a:cubicBezTo>
                    <a:cubicBezTo>
                      <a:pt x="8" y="19"/>
                      <a:pt x="8" y="19"/>
                      <a:pt x="8" y="19"/>
                    </a:cubicBezTo>
                    <a:cubicBezTo>
                      <a:pt x="8" y="19"/>
                      <a:pt x="9" y="17"/>
                      <a:pt x="10" y="15"/>
                    </a:cubicBezTo>
                    <a:cubicBezTo>
                      <a:pt x="11" y="13"/>
                      <a:pt x="15" y="15"/>
                      <a:pt x="15" y="13"/>
                    </a:cubicBezTo>
                    <a:cubicBezTo>
                      <a:pt x="15" y="11"/>
                      <a:pt x="18" y="10"/>
                      <a:pt x="18" y="8"/>
                    </a:cubicBezTo>
                    <a:cubicBezTo>
                      <a:pt x="18" y="6"/>
                      <a:pt x="14" y="3"/>
                      <a:pt x="1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10">
                <a:extLst>
                  <a:ext uri="{FF2B5EF4-FFF2-40B4-BE49-F238E27FC236}">
                    <a16:creationId xmlns:a16="http://schemas.microsoft.com/office/drawing/2014/main" id="{1E35FBEE-6A9F-4128-8E85-379AA616F4BA}"/>
                  </a:ext>
                </a:extLst>
              </p:cNvPr>
              <p:cNvSpPr>
                <a:spLocks noEditPoints="1"/>
              </p:cNvSpPr>
              <p:nvPr/>
            </p:nvSpPr>
            <p:spPr bwMode="auto">
              <a:xfrm>
                <a:off x="5220849" y="4506367"/>
                <a:ext cx="297370" cy="259728"/>
              </a:xfrm>
              <a:custGeom>
                <a:avLst/>
                <a:gdLst>
                  <a:gd name="T0" fmla="*/ 123 w 129"/>
                  <a:gd name="T1" fmla="*/ 42 h 113"/>
                  <a:gd name="T2" fmla="*/ 123 w 129"/>
                  <a:gd name="T3" fmla="*/ 41 h 113"/>
                  <a:gd name="T4" fmla="*/ 121 w 129"/>
                  <a:gd name="T5" fmla="*/ 43 h 113"/>
                  <a:gd name="T6" fmla="*/ 117 w 129"/>
                  <a:gd name="T7" fmla="*/ 45 h 113"/>
                  <a:gd name="T8" fmla="*/ 112 w 129"/>
                  <a:gd name="T9" fmla="*/ 37 h 113"/>
                  <a:gd name="T10" fmla="*/ 117 w 129"/>
                  <a:gd name="T11" fmla="*/ 32 h 113"/>
                  <a:gd name="T12" fmla="*/ 122 w 129"/>
                  <a:gd name="T13" fmla="*/ 34 h 113"/>
                  <a:gd name="T14" fmla="*/ 122 w 129"/>
                  <a:gd name="T15" fmla="*/ 33 h 113"/>
                  <a:gd name="T16" fmla="*/ 121 w 129"/>
                  <a:gd name="T17" fmla="*/ 18 h 113"/>
                  <a:gd name="T18" fmla="*/ 116 w 129"/>
                  <a:gd name="T19" fmla="*/ 3 h 113"/>
                  <a:gd name="T20" fmla="*/ 107 w 129"/>
                  <a:gd name="T21" fmla="*/ 1 h 113"/>
                  <a:gd name="T22" fmla="*/ 99 w 129"/>
                  <a:gd name="T23" fmla="*/ 0 h 113"/>
                  <a:gd name="T24" fmla="*/ 96 w 129"/>
                  <a:gd name="T25" fmla="*/ 3 h 113"/>
                  <a:gd name="T26" fmla="*/ 91 w 129"/>
                  <a:gd name="T27" fmla="*/ 6 h 113"/>
                  <a:gd name="T28" fmla="*/ 85 w 129"/>
                  <a:gd name="T29" fmla="*/ 11 h 113"/>
                  <a:gd name="T30" fmla="*/ 82 w 129"/>
                  <a:gd name="T31" fmla="*/ 17 h 113"/>
                  <a:gd name="T32" fmla="*/ 75 w 129"/>
                  <a:gd name="T33" fmla="*/ 22 h 113"/>
                  <a:gd name="T34" fmla="*/ 72 w 129"/>
                  <a:gd name="T35" fmla="*/ 27 h 113"/>
                  <a:gd name="T36" fmla="*/ 64 w 129"/>
                  <a:gd name="T37" fmla="*/ 31 h 113"/>
                  <a:gd name="T38" fmla="*/ 54 w 129"/>
                  <a:gd name="T39" fmla="*/ 28 h 113"/>
                  <a:gd name="T40" fmla="*/ 49 w 129"/>
                  <a:gd name="T41" fmla="*/ 32 h 113"/>
                  <a:gd name="T42" fmla="*/ 42 w 129"/>
                  <a:gd name="T43" fmla="*/ 41 h 113"/>
                  <a:gd name="T44" fmla="*/ 34 w 129"/>
                  <a:gd name="T45" fmla="*/ 41 h 113"/>
                  <a:gd name="T46" fmla="*/ 32 w 129"/>
                  <a:gd name="T47" fmla="*/ 37 h 113"/>
                  <a:gd name="T48" fmla="*/ 34 w 129"/>
                  <a:gd name="T49" fmla="*/ 36 h 113"/>
                  <a:gd name="T50" fmla="*/ 31 w 129"/>
                  <a:gd name="T51" fmla="*/ 27 h 113"/>
                  <a:gd name="T52" fmla="*/ 27 w 129"/>
                  <a:gd name="T53" fmla="*/ 24 h 113"/>
                  <a:gd name="T54" fmla="*/ 27 w 129"/>
                  <a:gd name="T55" fmla="*/ 53 h 113"/>
                  <a:gd name="T56" fmla="*/ 22 w 129"/>
                  <a:gd name="T57" fmla="*/ 59 h 113"/>
                  <a:gd name="T58" fmla="*/ 12 w 129"/>
                  <a:gd name="T59" fmla="*/ 59 h 113"/>
                  <a:gd name="T60" fmla="*/ 8 w 129"/>
                  <a:gd name="T61" fmla="*/ 53 h 113"/>
                  <a:gd name="T62" fmla="*/ 3 w 129"/>
                  <a:gd name="T63" fmla="*/ 56 h 113"/>
                  <a:gd name="T64" fmla="*/ 0 w 129"/>
                  <a:gd name="T65" fmla="*/ 56 h 113"/>
                  <a:gd name="T66" fmla="*/ 6 w 129"/>
                  <a:gd name="T67" fmla="*/ 69 h 113"/>
                  <a:gd name="T68" fmla="*/ 13 w 129"/>
                  <a:gd name="T69" fmla="*/ 85 h 113"/>
                  <a:gd name="T70" fmla="*/ 13 w 129"/>
                  <a:gd name="T71" fmla="*/ 93 h 113"/>
                  <a:gd name="T72" fmla="*/ 14 w 129"/>
                  <a:gd name="T73" fmla="*/ 99 h 113"/>
                  <a:gd name="T74" fmla="*/ 16 w 129"/>
                  <a:gd name="T75" fmla="*/ 106 h 113"/>
                  <a:gd name="T76" fmla="*/ 20 w 129"/>
                  <a:gd name="T77" fmla="*/ 108 h 113"/>
                  <a:gd name="T78" fmla="*/ 24 w 129"/>
                  <a:gd name="T79" fmla="*/ 112 h 113"/>
                  <a:gd name="T80" fmla="*/ 29 w 129"/>
                  <a:gd name="T81" fmla="*/ 111 h 113"/>
                  <a:gd name="T82" fmla="*/ 39 w 129"/>
                  <a:gd name="T83" fmla="*/ 109 h 113"/>
                  <a:gd name="T84" fmla="*/ 46 w 129"/>
                  <a:gd name="T85" fmla="*/ 106 h 113"/>
                  <a:gd name="T86" fmla="*/ 58 w 129"/>
                  <a:gd name="T87" fmla="*/ 106 h 113"/>
                  <a:gd name="T88" fmla="*/ 66 w 129"/>
                  <a:gd name="T89" fmla="*/ 105 h 113"/>
                  <a:gd name="T90" fmla="*/ 71 w 129"/>
                  <a:gd name="T91" fmla="*/ 104 h 113"/>
                  <a:gd name="T92" fmla="*/ 78 w 129"/>
                  <a:gd name="T93" fmla="*/ 101 h 113"/>
                  <a:gd name="T94" fmla="*/ 94 w 129"/>
                  <a:gd name="T95" fmla="*/ 91 h 113"/>
                  <a:gd name="T96" fmla="*/ 113 w 129"/>
                  <a:gd name="T97" fmla="*/ 67 h 113"/>
                  <a:gd name="T98" fmla="*/ 125 w 129"/>
                  <a:gd name="T99" fmla="*/ 55 h 113"/>
                  <a:gd name="T100" fmla="*/ 129 w 129"/>
                  <a:gd name="T101" fmla="*/ 41 h 113"/>
                  <a:gd name="T102" fmla="*/ 123 w 129"/>
                  <a:gd name="T103" fmla="*/ 42 h 113"/>
                  <a:gd name="T104" fmla="*/ 98 w 129"/>
                  <a:gd name="T105" fmla="*/ 68 h 113"/>
                  <a:gd name="T106" fmla="*/ 93 w 129"/>
                  <a:gd name="T107" fmla="*/ 70 h 113"/>
                  <a:gd name="T108" fmla="*/ 91 w 129"/>
                  <a:gd name="T109" fmla="*/ 74 h 113"/>
                  <a:gd name="T110" fmla="*/ 88 w 129"/>
                  <a:gd name="T111" fmla="*/ 74 h 113"/>
                  <a:gd name="T112" fmla="*/ 83 w 129"/>
                  <a:gd name="T113" fmla="*/ 67 h 113"/>
                  <a:gd name="T114" fmla="*/ 88 w 129"/>
                  <a:gd name="T115" fmla="*/ 60 h 113"/>
                  <a:gd name="T116" fmla="*/ 96 w 129"/>
                  <a:gd name="T117" fmla="*/ 57 h 113"/>
                  <a:gd name="T118" fmla="*/ 101 w 129"/>
                  <a:gd name="T119" fmla="*/ 63 h 113"/>
                  <a:gd name="T120" fmla="*/ 98 w 129"/>
                  <a:gd name="T121" fmla="*/ 68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9" h="113">
                    <a:moveTo>
                      <a:pt x="123" y="42"/>
                    </a:moveTo>
                    <a:cubicBezTo>
                      <a:pt x="123" y="42"/>
                      <a:pt x="123" y="41"/>
                      <a:pt x="123" y="41"/>
                    </a:cubicBezTo>
                    <a:cubicBezTo>
                      <a:pt x="122" y="41"/>
                      <a:pt x="121" y="42"/>
                      <a:pt x="121" y="43"/>
                    </a:cubicBezTo>
                    <a:cubicBezTo>
                      <a:pt x="121" y="45"/>
                      <a:pt x="119" y="45"/>
                      <a:pt x="117" y="45"/>
                    </a:cubicBezTo>
                    <a:cubicBezTo>
                      <a:pt x="114" y="45"/>
                      <a:pt x="112" y="38"/>
                      <a:pt x="112" y="37"/>
                    </a:cubicBezTo>
                    <a:cubicBezTo>
                      <a:pt x="112" y="36"/>
                      <a:pt x="115" y="32"/>
                      <a:pt x="117" y="32"/>
                    </a:cubicBezTo>
                    <a:cubicBezTo>
                      <a:pt x="119" y="32"/>
                      <a:pt x="120" y="33"/>
                      <a:pt x="122" y="34"/>
                    </a:cubicBezTo>
                    <a:cubicBezTo>
                      <a:pt x="122" y="33"/>
                      <a:pt x="122" y="33"/>
                      <a:pt x="122" y="33"/>
                    </a:cubicBezTo>
                    <a:cubicBezTo>
                      <a:pt x="122" y="31"/>
                      <a:pt x="123" y="19"/>
                      <a:pt x="121" y="18"/>
                    </a:cubicBezTo>
                    <a:cubicBezTo>
                      <a:pt x="119" y="17"/>
                      <a:pt x="117" y="4"/>
                      <a:pt x="116" y="3"/>
                    </a:cubicBezTo>
                    <a:cubicBezTo>
                      <a:pt x="115" y="2"/>
                      <a:pt x="108" y="2"/>
                      <a:pt x="107" y="1"/>
                    </a:cubicBezTo>
                    <a:cubicBezTo>
                      <a:pt x="106" y="0"/>
                      <a:pt x="99" y="1"/>
                      <a:pt x="99" y="0"/>
                    </a:cubicBezTo>
                    <a:cubicBezTo>
                      <a:pt x="98" y="1"/>
                      <a:pt x="97" y="3"/>
                      <a:pt x="96" y="3"/>
                    </a:cubicBezTo>
                    <a:cubicBezTo>
                      <a:pt x="95" y="5"/>
                      <a:pt x="92" y="4"/>
                      <a:pt x="91" y="6"/>
                    </a:cubicBezTo>
                    <a:cubicBezTo>
                      <a:pt x="91" y="9"/>
                      <a:pt x="87" y="11"/>
                      <a:pt x="85" y="11"/>
                    </a:cubicBezTo>
                    <a:cubicBezTo>
                      <a:pt x="83" y="11"/>
                      <a:pt x="82" y="14"/>
                      <a:pt x="82" y="17"/>
                    </a:cubicBezTo>
                    <a:cubicBezTo>
                      <a:pt x="82" y="19"/>
                      <a:pt x="78" y="22"/>
                      <a:pt x="75" y="22"/>
                    </a:cubicBezTo>
                    <a:cubicBezTo>
                      <a:pt x="72" y="22"/>
                      <a:pt x="73" y="24"/>
                      <a:pt x="72" y="27"/>
                    </a:cubicBezTo>
                    <a:cubicBezTo>
                      <a:pt x="71" y="31"/>
                      <a:pt x="69" y="31"/>
                      <a:pt x="64" y="31"/>
                    </a:cubicBezTo>
                    <a:cubicBezTo>
                      <a:pt x="59" y="31"/>
                      <a:pt x="59" y="31"/>
                      <a:pt x="54" y="28"/>
                    </a:cubicBezTo>
                    <a:cubicBezTo>
                      <a:pt x="50" y="25"/>
                      <a:pt x="49" y="30"/>
                      <a:pt x="49" y="32"/>
                    </a:cubicBezTo>
                    <a:cubicBezTo>
                      <a:pt x="49" y="34"/>
                      <a:pt x="43" y="39"/>
                      <a:pt x="42" y="41"/>
                    </a:cubicBezTo>
                    <a:cubicBezTo>
                      <a:pt x="40" y="42"/>
                      <a:pt x="36" y="41"/>
                      <a:pt x="34" y="41"/>
                    </a:cubicBezTo>
                    <a:cubicBezTo>
                      <a:pt x="31" y="41"/>
                      <a:pt x="32" y="39"/>
                      <a:pt x="32" y="37"/>
                    </a:cubicBezTo>
                    <a:cubicBezTo>
                      <a:pt x="32" y="36"/>
                      <a:pt x="33" y="37"/>
                      <a:pt x="34" y="36"/>
                    </a:cubicBezTo>
                    <a:cubicBezTo>
                      <a:pt x="34" y="34"/>
                      <a:pt x="32" y="29"/>
                      <a:pt x="31" y="27"/>
                    </a:cubicBezTo>
                    <a:cubicBezTo>
                      <a:pt x="31" y="26"/>
                      <a:pt x="29" y="25"/>
                      <a:pt x="27" y="24"/>
                    </a:cubicBezTo>
                    <a:cubicBezTo>
                      <a:pt x="27" y="38"/>
                      <a:pt x="27" y="52"/>
                      <a:pt x="27" y="53"/>
                    </a:cubicBezTo>
                    <a:cubicBezTo>
                      <a:pt x="27" y="56"/>
                      <a:pt x="23" y="57"/>
                      <a:pt x="22" y="59"/>
                    </a:cubicBezTo>
                    <a:cubicBezTo>
                      <a:pt x="21" y="60"/>
                      <a:pt x="15" y="59"/>
                      <a:pt x="12" y="59"/>
                    </a:cubicBezTo>
                    <a:cubicBezTo>
                      <a:pt x="9" y="59"/>
                      <a:pt x="9" y="56"/>
                      <a:pt x="8" y="53"/>
                    </a:cubicBezTo>
                    <a:cubicBezTo>
                      <a:pt x="6" y="51"/>
                      <a:pt x="3" y="54"/>
                      <a:pt x="3" y="56"/>
                    </a:cubicBezTo>
                    <a:cubicBezTo>
                      <a:pt x="3" y="57"/>
                      <a:pt x="2" y="57"/>
                      <a:pt x="0" y="56"/>
                    </a:cubicBezTo>
                    <a:cubicBezTo>
                      <a:pt x="2" y="61"/>
                      <a:pt x="5" y="65"/>
                      <a:pt x="6" y="69"/>
                    </a:cubicBezTo>
                    <a:cubicBezTo>
                      <a:pt x="8" y="76"/>
                      <a:pt x="12" y="81"/>
                      <a:pt x="13" y="85"/>
                    </a:cubicBezTo>
                    <a:cubicBezTo>
                      <a:pt x="15" y="89"/>
                      <a:pt x="16" y="92"/>
                      <a:pt x="13" y="93"/>
                    </a:cubicBezTo>
                    <a:cubicBezTo>
                      <a:pt x="11" y="93"/>
                      <a:pt x="11" y="95"/>
                      <a:pt x="14" y="99"/>
                    </a:cubicBezTo>
                    <a:cubicBezTo>
                      <a:pt x="16" y="103"/>
                      <a:pt x="14" y="106"/>
                      <a:pt x="16" y="106"/>
                    </a:cubicBezTo>
                    <a:cubicBezTo>
                      <a:pt x="18" y="107"/>
                      <a:pt x="18" y="108"/>
                      <a:pt x="20" y="108"/>
                    </a:cubicBezTo>
                    <a:cubicBezTo>
                      <a:pt x="21" y="108"/>
                      <a:pt x="23" y="110"/>
                      <a:pt x="24" y="112"/>
                    </a:cubicBezTo>
                    <a:cubicBezTo>
                      <a:pt x="25" y="113"/>
                      <a:pt x="28" y="113"/>
                      <a:pt x="29" y="111"/>
                    </a:cubicBezTo>
                    <a:cubicBezTo>
                      <a:pt x="30" y="109"/>
                      <a:pt x="34" y="109"/>
                      <a:pt x="39" y="109"/>
                    </a:cubicBezTo>
                    <a:cubicBezTo>
                      <a:pt x="43" y="109"/>
                      <a:pt x="42" y="107"/>
                      <a:pt x="46" y="106"/>
                    </a:cubicBezTo>
                    <a:cubicBezTo>
                      <a:pt x="50" y="105"/>
                      <a:pt x="55" y="104"/>
                      <a:pt x="58" y="106"/>
                    </a:cubicBezTo>
                    <a:cubicBezTo>
                      <a:pt x="62" y="107"/>
                      <a:pt x="64" y="106"/>
                      <a:pt x="66" y="105"/>
                    </a:cubicBezTo>
                    <a:cubicBezTo>
                      <a:pt x="68" y="104"/>
                      <a:pt x="71" y="106"/>
                      <a:pt x="71" y="104"/>
                    </a:cubicBezTo>
                    <a:cubicBezTo>
                      <a:pt x="71" y="101"/>
                      <a:pt x="75" y="101"/>
                      <a:pt x="78" y="101"/>
                    </a:cubicBezTo>
                    <a:cubicBezTo>
                      <a:pt x="81" y="101"/>
                      <a:pt x="88" y="96"/>
                      <a:pt x="94" y="91"/>
                    </a:cubicBezTo>
                    <a:cubicBezTo>
                      <a:pt x="100" y="85"/>
                      <a:pt x="110" y="73"/>
                      <a:pt x="113" y="67"/>
                    </a:cubicBezTo>
                    <a:cubicBezTo>
                      <a:pt x="117" y="62"/>
                      <a:pt x="122" y="57"/>
                      <a:pt x="125" y="55"/>
                    </a:cubicBezTo>
                    <a:cubicBezTo>
                      <a:pt x="127" y="53"/>
                      <a:pt x="128" y="46"/>
                      <a:pt x="129" y="41"/>
                    </a:cubicBezTo>
                    <a:cubicBezTo>
                      <a:pt x="126" y="41"/>
                      <a:pt x="123" y="42"/>
                      <a:pt x="123" y="42"/>
                    </a:cubicBezTo>
                    <a:close/>
                    <a:moveTo>
                      <a:pt x="98" y="68"/>
                    </a:moveTo>
                    <a:cubicBezTo>
                      <a:pt x="98" y="70"/>
                      <a:pt x="94" y="68"/>
                      <a:pt x="93" y="70"/>
                    </a:cubicBezTo>
                    <a:cubicBezTo>
                      <a:pt x="92" y="72"/>
                      <a:pt x="91" y="74"/>
                      <a:pt x="91" y="74"/>
                    </a:cubicBezTo>
                    <a:cubicBezTo>
                      <a:pt x="88" y="74"/>
                      <a:pt x="88" y="74"/>
                      <a:pt x="88" y="74"/>
                    </a:cubicBezTo>
                    <a:cubicBezTo>
                      <a:pt x="83" y="67"/>
                      <a:pt x="83" y="67"/>
                      <a:pt x="83" y="67"/>
                    </a:cubicBezTo>
                    <a:cubicBezTo>
                      <a:pt x="83" y="67"/>
                      <a:pt x="87" y="62"/>
                      <a:pt x="88" y="60"/>
                    </a:cubicBezTo>
                    <a:cubicBezTo>
                      <a:pt x="88" y="58"/>
                      <a:pt x="95" y="55"/>
                      <a:pt x="96" y="57"/>
                    </a:cubicBezTo>
                    <a:cubicBezTo>
                      <a:pt x="97" y="58"/>
                      <a:pt x="101" y="61"/>
                      <a:pt x="101" y="63"/>
                    </a:cubicBezTo>
                    <a:cubicBezTo>
                      <a:pt x="101" y="65"/>
                      <a:pt x="98" y="66"/>
                      <a:pt x="98" y="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11">
                <a:extLst>
                  <a:ext uri="{FF2B5EF4-FFF2-40B4-BE49-F238E27FC236}">
                    <a16:creationId xmlns:a16="http://schemas.microsoft.com/office/drawing/2014/main" id="{D1198E76-B30B-433B-AF07-FB3ECE541C5F}"/>
                  </a:ext>
                </a:extLst>
              </p:cNvPr>
              <p:cNvSpPr>
                <a:spLocks/>
              </p:cNvSpPr>
              <p:nvPr/>
            </p:nvSpPr>
            <p:spPr bwMode="auto">
              <a:xfrm>
                <a:off x="5139291" y="4197704"/>
                <a:ext cx="217068" cy="229615"/>
              </a:xfrm>
              <a:custGeom>
                <a:avLst/>
                <a:gdLst>
                  <a:gd name="T0" fmla="*/ 6 w 94"/>
                  <a:gd name="T1" fmla="*/ 92 h 100"/>
                  <a:gd name="T2" fmla="*/ 9 w 94"/>
                  <a:gd name="T3" fmla="*/ 94 h 100"/>
                  <a:gd name="T4" fmla="*/ 17 w 94"/>
                  <a:gd name="T5" fmla="*/ 94 h 100"/>
                  <a:gd name="T6" fmla="*/ 24 w 94"/>
                  <a:gd name="T7" fmla="*/ 96 h 100"/>
                  <a:gd name="T8" fmla="*/ 52 w 94"/>
                  <a:gd name="T9" fmla="*/ 96 h 100"/>
                  <a:gd name="T10" fmla="*/ 55 w 94"/>
                  <a:gd name="T11" fmla="*/ 99 h 100"/>
                  <a:gd name="T12" fmla="*/ 72 w 94"/>
                  <a:gd name="T13" fmla="*/ 99 h 100"/>
                  <a:gd name="T14" fmla="*/ 85 w 94"/>
                  <a:gd name="T15" fmla="*/ 98 h 100"/>
                  <a:gd name="T16" fmla="*/ 87 w 94"/>
                  <a:gd name="T17" fmla="*/ 97 h 100"/>
                  <a:gd name="T18" fmla="*/ 78 w 94"/>
                  <a:gd name="T19" fmla="*/ 85 h 100"/>
                  <a:gd name="T20" fmla="*/ 79 w 94"/>
                  <a:gd name="T21" fmla="*/ 58 h 100"/>
                  <a:gd name="T22" fmla="*/ 91 w 94"/>
                  <a:gd name="T23" fmla="*/ 59 h 100"/>
                  <a:gd name="T24" fmla="*/ 93 w 94"/>
                  <a:gd name="T25" fmla="*/ 57 h 100"/>
                  <a:gd name="T26" fmla="*/ 94 w 94"/>
                  <a:gd name="T27" fmla="*/ 41 h 100"/>
                  <a:gd name="T28" fmla="*/ 92 w 94"/>
                  <a:gd name="T29" fmla="*/ 40 h 100"/>
                  <a:gd name="T30" fmla="*/ 85 w 94"/>
                  <a:gd name="T31" fmla="*/ 41 h 100"/>
                  <a:gd name="T32" fmla="*/ 81 w 94"/>
                  <a:gd name="T33" fmla="*/ 43 h 100"/>
                  <a:gd name="T34" fmla="*/ 81 w 94"/>
                  <a:gd name="T35" fmla="*/ 37 h 100"/>
                  <a:gd name="T36" fmla="*/ 77 w 94"/>
                  <a:gd name="T37" fmla="*/ 30 h 100"/>
                  <a:gd name="T38" fmla="*/ 78 w 94"/>
                  <a:gd name="T39" fmla="*/ 19 h 100"/>
                  <a:gd name="T40" fmla="*/ 77 w 94"/>
                  <a:gd name="T41" fmla="*/ 13 h 100"/>
                  <a:gd name="T42" fmla="*/ 71 w 94"/>
                  <a:gd name="T43" fmla="*/ 12 h 100"/>
                  <a:gd name="T44" fmla="*/ 67 w 94"/>
                  <a:gd name="T45" fmla="*/ 10 h 100"/>
                  <a:gd name="T46" fmla="*/ 61 w 94"/>
                  <a:gd name="T47" fmla="*/ 10 h 100"/>
                  <a:gd name="T48" fmla="*/ 58 w 94"/>
                  <a:gd name="T49" fmla="*/ 17 h 100"/>
                  <a:gd name="T50" fmla="*/ 48 w 94"/>
                  <a:gd name="T51" fmla="*/ 18 h 100"/>
                  <a:gd name="T52" fmla="*/ 42 w 94"/>
                  <a:gd name="T53" fmla="*/ 13 h 100"/>
                  <a:gd name="T54" fmla="*/ 38 w 94"/>
                  <a:gd name="T55" fmla="*/ 7 h 100"/>
                  <a:gd name="T56" fmla="*/ 37 w 94"/>
                  <a:gd name="T57" fmla="*/ 1 h 100"/>
                  <a:gd name="T58" fmla="*/ 11 w 94"/>
                  <a:gd name="T59" fmla="*/ 1 h 100"/>
                  <a:gd name="T60" fmla="*/ 6 w 94"/>
                  <a:gd name="T61" fmla="*/ 3 h 100"/>
                  <a:gd name="T62" fmla="*/ 13 w 94"/>
                  <a:gd name="T63" fmla="*/ 20 h 100"/>
                  <a:gd name="T64" fmla="*/ 12 w 94"/>
                  <a:gd name="T65" fmla="*/ 28 h 100"/>
                  <a:gd name="T66" fmla="*/ 17 w 94"/>
                  <a:gd name="T67" fmla="*/ 45 h 100"/>
                  <a:gd name="T68" fmla="*/ 11 w 94"/>
                  <a:gd name="T69" fmla="*/ 57 h 100"/>
                  <a:gd name="T70" fmla="*/ 6 w 94"/>
                  <a:gd name="T71" fmla="*/ 72 h 100"/>
                  <a:gd name="T72" fmla="*/ 1 w 94"/>
                  <a:gd name="T73" fmla="*/ 83 h 100"/>
                  <a:gd name="T74" fmla="*/ 0 w 94"/>
                  <a:gd name="T75" fmla="*/ 94 h 100"/>
                  <a:gd name="T76" fmla="*/ 0 w 94"/>
                  <a:gd name="T77" fmla="*/ 95 h 100"/>
                  <a:gd name="T78" fmla="*/ 3 w 94"/>
                  <a:gd name="T79" fmla="*/ 94 h 100"/>
                  <a:gd name="T80" fmla="*/ 6 w 94"/>
                  <a:gd name="T81" fmla="*/ 9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4" h="100">
                    <a:moveTo>
                      <a:pt x="6" y="92"/>
                    </a:moveTo>
                    <a:cubicBezTo>
                      <a:pt x="8" y="92"/>
                      <a:pt x="7" y="95"/>
                      <a:pt x="9" y="94"/>
                    </a:cubicBezTo>
                    <a:cubicBezTo>
                      <a:pt x="12" y="92"/>
                      <a:pt x="15" y="92"/>
                      <a:pt x="17" y="94"/>
                    </a:cubicBezTo>
                    <a:cubicBezTo>
                      <a:pt x="19" y="96"/>
                      <a:pt x="21" y="96"/>
                      <a:pt x="24" y="96"/>
                    </a:cubicBezTo>
                    <a:cubicBezTo>
                      <a:pt x="27" y="96"/>
                      <a:pt x="52" y="96"/>
                      <a:pt x="52" y="96"/>
                    </a:cubicBezTo>
                    <a:cubicBezTo>
                      <a:pt x="55" y="99"/>
                      <a:pt x="55" y="99"/>
                      <a:pt x="55" y="99"/>
                    </a:cubicBezTo>
                    <a:cubicBezTo>
                      <a:pt x="55" y="99"/>
                      <a:pt x="70" y="98"/>
                      <a:pt x="72" y="99"/>
                    </a:cubicBezTo>
                    <a:cubicBezTo>
                      <a:pt x="75" y="100"/>
                      <a:pt x="83" y="99"/>
                      <a:pt x="85" y="98"/>
                    </a:cubicBezTo>
                    <a:cubicBezTo>
                      <a:pt x="85" y="98"/>
                      <a:pt x="86" y="98"/>
                      <a:pt x="87" y="97"/>
                    </a:cubicBezTo>
                    <a:cubicBezTo>
                      <a:pt x="78" y="85"/>
                      <a:pt x="78" y="85"/>
                      <a:pt x="78" y="85"/>
                    </a:cubicBezTo>
                    <a:cubicBezTo>
                      <a:pt x="79" y="58"/>
                      <a:pt x="79" y="58"/>
                      <a:pt x="79" y="58"/>
                    </a:cubicBezTo>
                    <a:cubicBezTo>
                      <a:pt x="91" y="59"/>
                      <a:pt x="91" y="59"/>
                      <a:pt x="91" y="59"/>
                    </a:cubicBezTo>
                    <a:cubicBezTo>
                      <a:pt x="93" y="57"/>
                      <a:pt x="93" y="57"/>
                      <a:pt x="93" y="57"/>
                    </a:cubicBezTo>
                    <a:cubicBezTo>
                      <a:pt x="94" y="41"/>
                      <a:pt x="94" y="41"/>
                      <a:pt x="94" y="41"/>
                    </a:cubicBezTo>
                    <a:cubicBezTo>
                      <a:pt x="94" y="40"/>
                      <a:pt x="93" y="40"/>
                      <a:pt x="92" y="40"/>
                    </a:cubicBezTo>
                    <a:cubicBezTo>
                      <a:pt x="90" y="42"/>
                      <a:pt x="88" y="41"/>
                      <a:pt x="85" y="41"/>
                    </a:cubicBezTo>
                    <a:cubicBezTo>
                      <a:pt x="83" y="41"/>
                      <a:pt x="82" y="44"/>
                      <a:pt x="81" y="43"/>
                    </a:cubicBezTo>
                    <a:cubicBezTo>
                      <a:pt x="79" y="43"/>
                      <a:pt x="81" y="39"/>
                      <a:pt x="81" y="37"/>
                    </a:cubicBezTo>
                    <a:cubicBezTo>
                      <a:pt x="81" y="35"/>
                      <a:pt x="79" y="32"/>
                      <a:pt x="77" y="30"/>
                    </a:cubicBezTo>
                    <a:cubicBezTo>
                      <a:pt x="75" y="29"/>
                      <a:pt x="79" y="20"/>
                      <a:pt x="78" y="19"/>
                    </a:cubicBezTo>
                    <a:cubicBezTo>
                      <a:pt x="77" y="18"/>
                      <a:pt x="77" y="15"/>
                      <a:pt x="77" y="13"/>
                    </a:cubicBezTo>
                    <a:cubicBezTo>
                      <a:pt x="77" y="10"/>
                      <a:pt x="75" y="12"/>
                      <a:pt x="71" y="12"/>
                    </a:cubicBezTo>
                    <a:cubicBezTo>
                      <a:pt x="68" y="12"/>
                      <a:pt x="67" y="10"/>
                      <a:pt x="67" y="10"/>
                    </a:cubicBezTo>
                    <a:cubicBezTo>
                      <a:pt x="67" y="10"/>
                      <a:pt x="63" y="9"/>
                      <a:pt x="61" y="10"/>
                    </a:cubicBezTo>
                    <a:cubicBezTo>
                      <a:pt x="59" y="11"/>
                      <a:pt x="59" y="17"/>
                      <a:pt x="58" y="17"/>
                    </a:cubicBezTo>
                    <a:cubicBezTo>
                      <a:pt x="56" y="17"/>
                      <a:pt x="52" y="17"/>
                      <a:pt x="48" y="18"/>
                    </a:cubicBezTo>
                    <a:cubicBezTo>
                      <a:pt x="45" y="19"/>
                      <a:pt x="43" y="18"/>
                      <a:pt x="42" y="13"/>
                    </a:cubicBezTo>
                    <a:cubicBezTo>
                      <a:pt x="40" y="9"/>
                      <a:pt x="38" y="10"/>
                      <a:pt x="38" y="7"/>
                    </a:cubicBezTo>
                    <a:cubicBezTo>
                      <a:pt x="39" y="4"/>
                      <a:pt x="37" y="1"/>
                      <a:pt x="37" y="1"/>
                    </a:cubicBezTo>
                    <a:cubicBezTo>
                      <a:pt x="37" y="1"/>
                      <a:pt x="13" y="0"/>
                      <a:pt x="11" y="1"/>
                    </a:cubicBezTo>
                    <a:cubicBezTo>
                      <a:pt x="10" y="1"/>
                      <a:pt x="8" y="2"/>
                      <a:pt x="6" y="3"/>
                    </a:cubicBezTo>
                    <a:cubicBezTo>
                      <a:pt x="8" y="8"/>
                      <a:pt x="12" y="18"/>
                      <a:pt x="13" y="20"/>
                    </a:cubicBezTo>
                    <a:cubicBezTo>
                      <a:pt x="15" y="22"/>
                      <a:pt x="12" y="24"/>
                      <a:pt x="12" y="28"/>
                    </a:cubicBezTo>
                    <a:cubicBezTo>
                      <a:pt x="12" y="32"/>
                      <a:pt x="17" y="40"/>
                      <a:pt x="17" y="45"/>
                    </a:cubicBezTo>
                    <a:cubicBezTo>
                      <a:pt x="18" y="50"/>
                      <a:pt x="14" y="53"/>
                      <a:pt x="11" y="57"/>
                    </a:cubicBezTo>
                    <a:cubicBezTo>
                      <a:pt x="9" y="60"/>
                      <a:pt x="6" y="68"/>
                      <a:pt x="6" y="72"/>
                    </a:cubicBezTo>
                    <a:cubicBezTo>
                      <a:pt x="6" y="77"/>
                      <a:pt x="1" y="81"/>
                      <a:pt x="1" y="83"/>
                    </a:cubicBezTo>
                    <a:cubicBezTo>
                      <a:pt x="2" y="86"/>
                      <a:pt x="1" y="92"/>
                      <a:pt x="0" y="94"/>
                    </a:cubicBezTo>
                    <a:cubicBezTo>
                      <a:pt x="0" y="94"/>
                      <a:pt x="0" y="95"/>
                      <a:pt x="0" y="95"/>
                    </a:cubicBezTo>
                    <a:cubicBezTo>
                      <a:pt x="3" y="94"/>
                      <a:pt x="3" y="94"/>
                      <a:pt x="3" y="94"/>
                    </a:cubicBezTo>
                    <a:cubicBezTo>
                      <a:pt x="3" y="94"/>
                      <a:pt x="4" y="92"/>
                      <a:pt x="6" y="9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12">
                <a:extLst>
                  <a:ext uri="{FF2B5EF4-FFF2-40B4-BE49-F238E27FC236}">
                    <a16:creationId xmlns:a16="http://schemas.microsoft.com/office/drawing/2014/main" id="{0A37CE45-017D-42DB-B62E-4BDC5504EB19}"/>
                  </a:ext>
                </a:extLst>
              </p:cNvPr>
              <p:cNvSpPr>
                <a:spLocks/>
              </p:cNvSpPr>
              <p:nvPr/>
            </p:nvSpPr>
            <p:spPr bwMode="auto">
              <a:xfrm>
                <a:off x="5319972" y="4240365"/>
                <a:ext cx="213303" cy="189464"/>
              </a:xfrm>
              <a:custGeom>
                <a:avLst/>
                <a:gdLst>
                  <a:gd name="T0" fmla="*/ 71 w 93"/>
                  <a:gd name="T1" fmla="*/ 3 h 82"/>
                  <a:gd name="T2" fmla="*/ 65 w 93"/>
                  <a:gd name="T3" fmla="*/ 0 h 82"/>
                  <a:gd name="T4" fmla="*/ 56 w 93"/>
                  <a:gd name="T5" fmla="*/ 1 h 82"/>
                  <a:gd name="T6" fmla="*/ 54 w 93"/>
                  <a:gd name="T7" fmla="*/ 7 h 82"/>
                  <a:gd name="T8" fmla="*/ 52 w 93"/>
                  <a:gd name="T9" fmla="*/ 11 h 82"/>
                  <a:gd name="T10" fmla="*/ 52 w 93"/>
                  <a:gd name="T11" fmla="*/ 20 h 82"/>
                  <a:gd name="T12" fmla="*/ 50 w 93"/>
                  <a:gd name="T13" fmla="*/ 28 h 82"/>
                  <a:gd name="T14" fmla="*/ 56 w 93"/>
                  <a:gd name="T15" fmla="*/ 34 h 82"/>
                  <a:gd name="T16" fmla="*/ 61 w 93"/>
                  <a:gd name="T17" fmla="*/ 32 h 82"/>
                  <a:gd name="T18" fmla="*/ 62 w 93"/>
                  <a:gd name="T19" fmla="*/ 38 h 82"/>
                  <a:gd name="T20" fmla="*/ 61 w 93"/>
                  <a:gd name="T21" fmla="*/ 41 h 82"/>
                  <a:gd name="T22" fmla="*/ 55 w 93"/>
                  <a:gd name="T23" fmla="*/ 41 h 82"/>
                  <a:gd name="T24" fmla="*/ 52 w 93"/>
                  <a:gd name="T25" fmla="*/ 35 h 82"/>
                  <a:gd name="T26" fmla="*/ 46 w 93"/>
                  <a:gd name="T27" fmla="*/ 33 h 82"/>
                  <a:gd name="T28" fmla="*/ 41 w 93"/>
                  <a:gd name="T29" fmla="*/ 29 h 82"/>
                  <a:gd name="T30" fmla="*/ 39 w 93"/>
                  <a:gd name="T31" fmla="*/ 30 h 82"/>
                  <a:gd name="T32" fmla="*/ 35 w 93"/>
                  <a:gd name="T33" fmla="*/ 31 h 82"/>
                  <a:gd name="T34" fmla="*/ 28 w 93"/>
                  <a:gd name="T35" fmla="*/ 29 h 82"/>
                  <a:gd name="T36" fmla="*/ 26 w 93"/>
                  <a:gd name="T37" fmla="*/ 25 h 82"/>
                  <a:gd name="T38" fmla="*/ 21 w 93"/>
                  <a:gd name="T39" fmla="*/ 25 h 82"/>
                  <a:gd name="T40" fmla="*/ 19 w 93"/>
                  <a:gd name="T41" fmla="*/ 24 h 82"/>
                  <a:gd name="T42" fmla="*/ 16 w 93"/>
                  <a:gd name="T43" fmla="*/ 22 h 82"/>
                  <a:gd name="T44" fmla="*/ 15 w 93"/>
                  <a:gd name="T45" fmla="*/ 38 h 82"/>
                  <a:gd name="T46" fmla="*/ 13 w 93"/>
                  <a:gd name="T47" fmla="*/ 40 h 82"/>
                  <a:gd name="T48" fmla="*/ 1 w 93"/>
                  <a:gd name="T49" fmla="*/ 39 h 82"/>
                  <a:gd name="T50" fmla="*/ 0 w 93"/>
                  <a:gd name="T51" fmla="*/ 66 h 82"/>
                  <a:gd name="T52" fmla="*/ 9 w 93"/>
                  <a:gd name="T53" fmla="*/ 78 h 82"/>
                  <a:gd name="T54" fmla="*/ 24 w 93"/>
                  <a:gd name="T55" fmla="*/ 78 h 82"/>
                  <a:gd name="T56" fmla="*/ 24 w 93"/>
                  <a:gd name="T57" fmla="*/ 80 h 82"/>
                  <a:gd name="T58" fmla="*/ 29 w 93"/>
                  <a:gd name="T59" fmla="*/ 79 h 82"/>
                  <a:gd name="T60" fmla="*/ 39 w 93"/>
                  <a:gd name="T61" fmla="*/ 81 h 82"/>
                  <a:gd name="T62" fmla="*/ 47 w 93"/>
                  <a:gd name="T63" fmla="*/ 72 h 82"/>
                  <a:gd name="T64" fmla="*/ 55 w 93"/>
                  <a:gd name="T65" fmla="*/ 66 h 82"/>
                  <a:gd name="T66" fmla="*/ 59 w 93"/>
                  <a:gd name="T67" fmla="*/ 62 h 82"/>
                  <a:gd name="T68" fmla="*/ 66 w 93"/>
                  <a:gd name="T69" fmla="*/ 62 h 82"/>
                  <a:gd name="T70" fmla="*/ 66 w 93"/>
                  <a:gd name="T71" fmla="*/ 62 h 82"/>
                  <a:gd name="T72" fmla="*/ 65 w 93"/>
                  <a:gd name="T73" fmla="*/ 56 h 82"/>
                  <a:gd name="T74" fmla="*/ 87 w 93"/>
                  <a:gd name="T75" fmla="*/ 48 h 82"/>
                  <a:gd name="T76" fmla="*/ 86 w 93"/>
                  <a:gd name="T77" fmla="*/ 44 h 82"/>
                  <a:gd name="T78" fmla="*/ 87 w 93"/>
                  <a:gd name="T79" fmla="*/ 36 h 82"/>
                  <a:gd name="T80" fmla="*/ 90 w 93"/>
                  <a:gd name="T81" fmla="*/ 34 h 82"/>
                  <a:gd name="T82" fmla="*/ 90 w 93"/>
                  <a:gd name="T83" fmla="*/ 21 h 82"/>
                  <a:gd name="T84" fmla="*/ 93 w 93"/>
                  <a:gd name="T85" fmla="*/ 19 h 82"/>
                  <a:gd name="T86" fmla="*/ 89 w 93"/>
                  <a:gd name="T87" fmla="*/ 11 h 82"/>
                  <a:gd name="T88" fmla="*/ 79 w 93"/>
                  <a:gd name="T89" fmla="*/ 6 h 82"/>
                  <a:gd name="T90" fmla="*/ 71 w 93"/>
                  <a:gd name="T9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3" h="82">
                    <a:moveTo>
                      <a:pt x="71" y="3"/>
                    </a:moveTo>
                    <a:cubicBezTo>
                      <a:pt x="70" y="3"/>
                      <a:pt x="68" y="2"/>
                      <a:pt x="65" y="0"/>
                    </a:cubicBezTo>
                    <a:cubicBezTo>
                      <a:pt x="64" y="2"/>
                      <a:pt x="58" y="1"/>
                      <a:pt x="56" y="1"/>
                    </a:cubicBezTo>
                    <a:cubicBezTo>
                      <a:pt x="53" y="1"/>
                      <a:pt x="55" y="5"/>
                      <a:pt x="54" y="7"/>
                    </a:cubicBezTo>
                    <a:cubicBezTo>
                      <a:pt x="52" y="8"/>
                      <a:pt x="51" y="10"/>
                      <a:pt x="52" y="11"/>
                    </a:cubicBezTo>
                    <a:cubicBezTo>
                      <a:pt x="54" y="12"/>
                      <a:pt x="52" y="18"/>
                      <a:pt x="52" y="20"/>
                    </a:cubicBezTo>
                    <a:cubicBezTo>
                      <a:pt x="52" y="22"/>
                      <a:pt x="49" y="27"/>
                      <a:pt x="50" y="28"/>
                    </a:cubicBezTo>
                    <a:cubicBezTo>
                      <a:pt x="51" y="28"/>
                      <a:pt x="53" y="33"/>
                      <a:pt x="56" y="34"/>
                    </a:cubicBezTo>
                    <a:cubicBezTo>
                      <a:pt x="58" y="35"/>
                      <a:pt x="60" y="32"/>
                      <a:pt x="61" y="32"/>
                    </a:cubicBezTo>
                    <a:cubicBezTo>
                      <a:pt x="62" y="32"/>
                      <a:pt x="62" y="35"/>
                      <a:pt x="62" y="38"/>
                    </a:cubicBezTo>
                    <a:cubicBezTo>
                      <a:pt x="62" y="40"/>
                      <a:pt x="61" y="41"/>
                      <a:pt x="61" y="41"/>
                    </a:cubicBezTo>
                    <a:cubicBezTo>
                      <a:pt x="61" y="41"/>
                      <a:pt x="57" y="43"/>
                      <a:pt x="55" y="41"/>
                    </a:cubicBezTo>
                    <a:cubicBezTo>
                      <a:pt x="53" y="40"/>
                      <a:pt x="52" y="36"/>
                      <a:pt x="52" y="35"/>
                    </a:cubicBezTo>
                    <a:cubicBezTo>
                      <a:pt x="52" y="33"/>
                      <a:pt x="47" y="33"/>
                      <a:pt x="46" y="33"/>
                    </a:cubicBezTo>
                    <a:cubicBezTo>
                      <a:pt x="44" y="33"/>
                      <a:pt x="42" y="30"/>
                      <a:pt x="41" y="29"/>
                    </a:cubicBezTo>
                    <a:cubicBezTo>
                      <a:pt x="41" y="27"/>
                      <a:pt x="39" y="29"/>
                      <a:pt x="39" y="30"/>
                    </a:cubicBezTo>
                    <a:cubicBezTo>
                      <a:pt x="39" y="31"/>
                      <a:pt x="37" y="31"/>
                      <a:pt x="35" y="31"/>
                    </a:cubicBezTo>
                    <a:cubicBezTo>
                      <a:pt x="33" y="31"/>
                      <a:pt x="30" y="28"/>
                      <a:pt x="28" y="29"/>
                    </a:cubicBezTo>
                    <a:cubicBezTo>
                      <a:pt x="27" y="30"/>
                      <a:pt x="25" y="26"/>
                      <a:pt x="26" y="25"/>
                    </a:cubicBezTo>
                    <a:cubicBezTo>
                      <a:pt x="26" y="24"/>
                      <a:pt x="22" y="25"/>
                      <a:pt x="21" y="25"/>
                    </a:cubicBezTo>
                    <a:cubicBezTo>
                      <a:pt x="19" y="26"/>
                      <a:pt x="19" y="24"/>
                      <a:pt x="19" y="24"/>
                    </a:cubicBezTo>
                    <a:cubicBezTo>
                      <a:pt x="19" y="24"/>
                      <a:pt x="18" y="22"/>
                      <a:pt x="16" y="22"/>
                    </a:cubicBezTo>
                    <a:cubicBezTo>
                      <a:pt x="15" y="38"/>
                      <a:pt x="15" y="38"/>
                      <a:pt x="15" y="38"/>
                    </a:cubicBezTo>
                    <a:cubicBezTo>
                      <a:pt x="13" y="40"/>
                      <a:pt x="13" y="40"/>
                      <a:pt x="13" y="40"/>
                    </a:cubicBezTo>
                    <a:cubicBezTo>
                      <a:pt x="1" y="39"/>
                      <a:pt x="1" y="39"/>
                      <a:pt x="1" y="39"/>
                    </a:cubicBezTo>
                    <a:cubicBezTo>
                      <a:pt x="0" y="66"/>
                      <a:pt x="0" y="66"/>
                      <a:pt x="0" y="66"/>
                    </a:cubicBezTo>
                    <a:cubicBezTo>
                      <a:pt x="9" y="78"/>
                      <a:pt x="9" y="78"/>
                      <a:pt x="9" y="78"/>
                    </a:cubicBezTo>
                    <a:cubicBezTo>
                      <a:pt x="14" y="77"/>
                      <a:pt x="24" y="76"/>
                      <a:pt x="24" y="78"/>
                    </a:cubicBezTo>
                    <a:cubicBezTo>
                      <a:pt x="24" y="78"/>
                      <a:pt x="24" y="79"/>
                      <a:pt x="24" y="80"/>
                    </a:cubicBezTo>
                    <a:cubicBezTo>
                      <a:pt x="26" y="79"/>
                      <a:pt x="28" y="79"/>
                      <a:pt x="29" y="79"/>
                    </a:cubicBezTo>
                    <a:cubicBezTo>
                      <a:pt x="30" y="79"/>
                      <a:pt x="37" y="82"/>
                      <a:pt x="39" y="81"/>
                    </a:cubicBezTo>
                    <a:cubicBezTo>
                      <a:pt x="41" y="80"/>
                      <a:pt x="44" y="73"/>
                      <a:pt x="47" y="72"/>
                    </a:cubicBezTo>
                    <a:cubicBezTo>
                      <a:pt x="50" y="71"/>
                      <a:pt x="55" y="67"/>
                      <a:pt x="55" y="66"/>
                    </a:cubicBezTo>
                    <a:cubicBezTo>
                      <a:pt x="55" y="64"/>
                      <a:pt x="55" y="63"/>
                      <a:pt x="59" y="62"/>
                    </a:cubicBezTo>
                    <a:cubicBezTo>
                      <a:pt x="66" y="62"/>
                      <a:pt x="66" y="62"/>
                      <a:pt x="66" y="62"/>
                    </a:cubicBezTo>
                    <a:cubicBezTo>
                      <a:pt x="66" y="62"/>
                      <a:pt x="66" y="62"/>
                      <a:pt x="66" y="62"/>
                    </a:cubicBezTo>
                    <a:cubicBezTo>
                      <a:pt x="65" y="56"/>
                      <a:pt x="65" y="56"/>
                      <a:pt x="65" y="56"/>
                    </a:cubicBezTo>
                    <a:cubicBezTo>
                      <a:pt x="65" y="56"/>
                      <a:pt x="86" y="48"/>
                      <a:pt x="87" y="48"/>
                    </a:cubicBezTo>
                    <a:cubicBezTo>
                      <a:pt x="86" y="46"/>
                      <a:pt x="85" y="44"/>
                      <a:pt x="86" y="44"/>
                    </a:cubicBezTo>
                    <a:cubicBezTo>
                      <a:pt x="86" y="44"/>
                      <a:pt x="87" y="38"/>
                      <a:pt x="87" y="36"/>
                    </a:cubicBezTo>
                    <a:cubicBezTo>
                      <a:pt x="87" y="35"/>
                      <a:pt x="92" y="36"/>
                      <a:pt x="90" y="34"/>
                    </a:cubicBezTo>
                    <a:cubicBezTo>
                      <a:pt x="88" y="33"/>
                      <a:pt x="89" y="23"/>
                      <a:pt x="90" y="21"/>
                    </a:cubicBezTo>
                    <a:cubicBezTo>
                      <a:pt x="91" y="19"/>
                      <a:pt x="93" y="21"/>
                      <a:pt x="93" y="19"/>
                    </a:cubicBezTo>
                    <a:cubicBezTo>
                      <a:pt x="93" y="18"/>
                      <a:pt x="90" y="12"/>
                      <a:pt x="89" y="11"/>
                    </a:cubicBezTo>
                    <a:cubicBezTo>
                      <a:pt x="88" y="10"/>
                      <a:pt x="81" y="7"/>
                      <a:pt x="79" y="6"/>
                    </a:cubicBezTo>
                    <a:cubicBezTo>
                      <a:pt x="77" y="6"/>
                      <a:pt x="73" y="3"/>
                      <a:pt x="71"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13">
                <a:extLst>
                  <a:ext uri="{FF2B5EF4-FFF2-40B4-BE49-F238E27FC236}">
                    <a16:creationId xmlns:a16="http://schemas.microsoft.com/office/drawing/2014/main" id="{B558557B-871C-467C-9ECB-FC9F291A5C67}"/>
                  </a:ext>
                </a:extLst>
              </p:cNvPr>
              <p:cNvSpPr>
                <a:spLocks/>
              </p:cNvSpPr>
              <p:nvPr/>
            </p:nvSpPr>
            <p:spPr bwMode="auto">
              <a:xfrm>
                <a:off x="5446699" y="4107364"/>
                <a:ext cx="36387" cy="32623"/>
              </a:xfrm>
              <a:custGeom>
                <a:avLst/>
                <a:gdLst>
                  <a:gd name="T0" fmla="*/ 13 w 16"/>
                  <a:gd name="T1" fmla="*/ 0 h 14"/>
                  <a:gd name="T2" fmla="*/ 8 w 16"/>
                  <a:gd name="T3" fmla="*/ 2 h 14"/>
                  <a:gd name="T4" fmla="*/ 4 w 16"/>
                  <a:gd name="T5" fmla="*/ 2 h 14"/>
                  <a:gd name="T6" fmla="*/ 3 w 16"/>
                  <a:gd name="T7" fmla="*/ 3 h 14"/>
                  <a:gd name="T8" fmla="*/ 2 w 16"/>
                  <a:gd name="T9" fmla="*/ 8 h 14"/>
                  <a:gd name="T10" fmla="*/ 0 w 16"/>
                  <a:gd name="T11" fmla="*/ 11 h 14"/>
                  <a:gd name="T12" fmla="*/ 2 w 16"/>
                  <a:gd name="T13" fmla="*/ 13 h 14"/>
                  <a:gd name="T14" fmla="*/ 4 w 16"/>
                  <a:gd name="T15" fmla="*/ 13 h 14"/>
                  <a:gd name="T16" fmla="*/ 8 w 16"/>
                  <a:gd name="T17" fmla="*/ 11 h 14"/>
                  <a:gd name="T18" fmla="*/ 15 w 16"/>
                  <a:gd name="T19" fmla="*/ 9 h 14"/>
                  <a:gd name="T20" fmla="*/ 14 w 16"/>
                  <a:gd name="T21" fmla="*/ 4 h 14"/>
                  <a:gd name="T22" fmla="*/ 13 w 16"/>
                  <a:gd name="T2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14">
                    <a:moveTo>
                      <a:pt x="13" y="0"/>
                    </a:moveTo>
                    <a:cubicBezTo>
                      <a:pt x="11" y="1"/>
                      <a:pt x="9" y="1"/>
                      <a:pt x="8" y="2"/>
                    </a:cubicBezTo>
                    <a:cubicBezTo>
                      <a:pt x="7" y="2"/>
                      <a:pt x="7" y="3"/>
                      <a:pt x="4" y="2"/>
                    </a:cubicBezTo>
                    <a:cubicBezTo>
                      <a:pt x="4" y="3"/>
                      <a:pt x="4" y="3"/>
                      <a:pt x="3" y="3"/>
                    </a:cubicBezTo>
                    <a:cubicBezTo>
                      <a:pt x="1" y="4"/>
                      <a:pt x="2" y="8"/>
                      <a:pt x="2" y="8"/>
                    </a:cubicBezTo>
                    <a:cubicBezTo>
                      <a:pt x="2" y="8"/>
                      <a:pt x="0" y="8"/>
                      <a:pt x="0" y="11"/>
                    </a:cubicBezTo>
                    <a:cubicBezTo>
                      <a:pt x="0" y="12"/>
                      <a:pt x="1" y="13"/>
                      <a:pt x="2" y="13"/>
                    </a:cubicBezTo>
                    <a:cubicBezTo>
                      <a:pt x="3" y="13"/>
                      <a:pt x="4" y="13"/>
                      <a:pt x="4" y="13"/>
                    </a:cubicBezTo>
                    <a:cubicBezTo>
                      <a:pt x="9" y="14"/>
                      <a:pt x="8" y="11"/>
                      <a:pt x="8" y="11"/>
                    </a:cubicBezTo>
                    <a:cubicBezTo>
                      <a:pt x="8" y="11"/>
                      <a:pt x="15" y="11"/>
                      <a:pt x="15" y="9"/>
                    </a:cubicBezTo>
                    <a:cubicBezTo>
                      <a:pt x="16" y="7"/>
                      <a:pt x="14" y="4"/>
                      <a:pt x="14" y="4"/>
                    </a:cubicBezTo>
                    <a:lnTo>
                      <a:pt x="13" y="0"/>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8" name="Freeform 14">
                <a:extLst>
                  <a:ext uri="{FF2B5EF4-FFF2-40B4-BE49-F238E27FC236}">
                    <a16:creationId xmlns:a16="http://schemas.microsoft.com/office/drawing/2014/main" id="{D15AE1B2-A2E5-4BDD-97B9-8E3F8F6B6CC8}"/>
                  </a:ext>
                </a:extLst>
              </p:cNvPr>
              <p:cNvSpPr>
                <a:spLocks/>
              </p:cNvSpPr>
              <p:nvPr/>
            </p:nvSpPr>
            <p:spPr bwMode="auto">
              <a:xfrm>
                <a:off x="5670041" y="3857674"/>
                <a:ext cx="190718" cy="258473"/>
              </a:xfrm>
              <a:custGeom>
                <a:avLst/>
                <a:gdLst>
                  <a:gd name="T0" fmla="*/ 19 w 83"/>
                  <a:gd name="T1" fmla="*/ 21 h 112"/>
                  <a:gd name="T2" fmla="*/ 25 w 83"/>
                  <a:gd name="T3" fmla="*/ 26 h 112"/>
                  <a:gd name="T4" fmla="*/ 41 w 83"/>
                  <a:gd name="T5" fmla="*/ 32 h 112"/>
                  <a:gd name="T6" fmla="*/ 52 w 83"/>
                  <a:gd name="T7" fmla="*/ 34 h 112"/>
                  <a:gd name="T8" fmla="*/ 55 w 83"/>
                  <a:gd name="T9" fmla="*/ 36 h 112"/>
                  <a:gd name="T10" fmla="*/ 33 w 83"/>
                  <a:gd name="T11" fmla="*/ 58 h 112"/>
                  <a:gd name="T12" fmla="*/ 24 w 83"/>
                  <a:gd name="T13" fmla="*/ 59 h 112"/>
                  <a:gd name="T14" fmla="*/ 14 w 83"/>
                  <a:gd name="T15" fmla="*/ 65 h 112"/>
                  <a:gd name="T16" fmla="*/ 7 w 83"/>
                  <a:gd name="T17" fmla="*/ 66 h 112"/>
                  <a:gd name="T18" fmla="*/ 4 w 83"/>
                  <a:gd name="T19" fmla="*/ 71 h 112"/>
                  <a:gd name="T20" fmla="*/ 0 w 83"/>
                  <a:gd name="T21" fmla="*/ 77 h 112"/>
                  <a:gd name="T22" fmla="*/ 0 w 83"/>
                  <a:gd name="T23" fmla="*/ 106 h 112"/>
                  <a:gd name="T24" fmla="*/ 4 w 83"/>
                  <a:gd name="T25" fmla="*/ 112 h 112"/>
                  <a:gd name="T26" fmla="*/ 22 w 83"/>
                  <a:gd name="T27" fmla="*/ 93 h 112"/>
                  <a:gd name="T28" fmla="*/ 36 w 83"/>
                  <a:gd name="T29" fmla="*/ 83 h 112"/>
                  <a:gd name="T30" fmla="*/ 56 w 83"/>
                  <a:gd name="T31" fmla="*/ 63 h 112"/>
                  <a:gd name="T32" fmla="*/ 65 w 83"/>
                  <a:gd name="T33" fmla="*/ 48 h 112"/>
                  <a:gd name="T34" fmla="*/ 73 w 83"/>
                  <a:gd name="T35" fmla="*/ 36 h 112"/>
                  <a:gd name="T36" fmla="*/ 80 w 83"/>
                  <a:gd name="T37" fmla="*/ 20 h 112"/>
                  <a:gd name="T38" fmla="*/ 83 w 83"/>
                  <a:gd name="T39" fmla="*/ 6 h 112"/>
                  <a:gd name="T40" fmla="*/ 78 w 83"/>
                  <a:gd name="T41" fmla="*/ 3 h 112"/>
                  <a:gd name="T42" fmla="*/ 60 w 83"/>
                  <a:gd name="T43" fmla="*/ 8 h 112"/>
                  <a:gd name="T44" fmla="*/ 47 w 83"/>
                  <a:gd name="T45" fmla="*/ 11 h 112"/>
                  <a:gd name="T46" fmla="*/ 36 w 83"/>
                  <a:gd name="T47" fmla="*/ 13 h 112"/>
                  <a:gd name="T48" fmla="*/ 23 w 83"/>
                  <a:gd name="T49" fmla="*/ 12 h 112"/>
                  <a:gd name="T50" fmla="*/ 19 w 83"/>
                  <a:gd name="T51" fmla="*/ 7 h 112"/>
                  <a:gd name="T52" fmla="*/ 14 w 83"/>
                  <a:gd name="T53" fmla="*/ 14 h 112"/>
                  <a:gd name="T54" fmla="*/ 19 w 83"/>
                  <a:gd name="T55" fmla="*/ 2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3" h="112">
                    <a:moveTo>
                      <a:pt x="19" y="21"/>
                    </a:moveTo>
                    <a:cubicBezTo>
                      <a:pt x="21" y="22"/>
                      <a:pt x="23" y="26"/>
                      <a:pt x="25" y="26"/>
                    </a:cubicBezTo>
                    <a:cubicBezTo>
                      <a:pt x="26" y="27"/>
                      <a:pt x="35" y="30"/>
                      <a:pt x="41" y="32"/>
                    </a:cubicBezTo>
                    <a:cubicBezTo>
                      <a:pt x="47" y="34"/>
                      <a:pt x="50" y="34"/>
                      <a:pt x="52" y="34"/>
                    </a:cubicBezTo>
                    <a:cubicBezTo>
                      <a:pt x="54" y="34"/>
                      <a:pt x="56" y="35"/>
                      <a:pt x="55" y="36"/>
                    </a:cubicBezTo>
                    <a:cubicBezTo>
                      <a:pt x="53" y="37"/>
                      <a:pt x="36" y="55"/>
                      <a:pt x="33" y="58"/>
                    </a:cubicBezTo>
                    <a:cubicBezTo>
                      <a:pt x="31" y="60"/>
                      <a:pt x="30" y="59"/>
                      <a:pt x="24" y="59"/>
                    </a:cubicBezTo>
                    <a:cubicBezTo>
                      <a:pt x="19" y="59"/>
                      <a:pt x="15" y="65"/>
                      <a:pt x="14" y="65"/>
                    </a:cubicBezTo>
                    <a:cubicBezTo>
                      <a:pt x="13" y="65"/>
                      <a:pt x="10" y="65"/>
                      <a:pt x="7" y="66"/>
                    </a:cubicBezTo>
                    <a:cubicBezTo>
                      <a:pt x="4" y="71"/>
                      <a:pt x="4" y="71"/>
                      <a:pt x="4" y="71"/>
                    </a:cubicBezTo>
                    <a:cubicBezTo>
                      <a:pt x="0" y="77"/>
                      <a:pt x="0" y="77"/>
                      <a:pt x="0" y="77"/>
                    </a:cubicBezTo>
                    <a:cubicBezTo>
                      <a:pt x="0" y="106"/>
                      <a:pt x="0" y="106"/>
                      <a:pt x="0" y="106"/>
                    </a:cubicBezTo>
                    <a:cubicBezTo>
                      <a:pt x="4" y="112"/>
                      <a:pt x="4" y="112"/>
                      <a:pt x="4" y="112"/>
                    </a:cubicBezTo>
                    <a:cubicBezTo>
                      <a:pt x="7" y="108"/>
                      <a:pt x="16" y="100"/>
                      <a:pt x="22" y="93"/>
                    </a:cubicBezTo>
                    <a:cubicBezTo>
                      <a:pt x="29" y="86"/>
                      <a:pt x="32" y="85"/>
                      <a:pt x="36" y="83"/>
                    </a:cubicBezTo>
                    <a:cubicBezTo>
                      <a:pt x="40" y="81"/>
                      <a:pt x="50" y="71"/>
                      <a:pt x="56" y="63"/>
                    </a:cubicBezTo>
                    <a:cubicBezTo>
                      <a:pt x="60" y="58"/>
                      <a:pt x="65" y="52"/>
                      <a:pt x="65" y="48"/>
                    </a:cubicBezTo>
                    <a:cubicBezTo>
                      <a:pt x="66" y="44"/>
                      <a:pt x="70" y="39"/>
                      <a:pt x="73" y="36"/>
                    </a:cubicBezTo>
                    <a:cubicBezTo>
                      <a:pt x="75" y="32"/>
                      <a:pt x="80" y="23"/>
                      <a:pt x="80" y="20"/>
                    </a:cubicBezTo>
                    <a:cubicBezTo>
                      <a:pt x="80" y="17"/>
                      <a:pt x="83" y="11"/>
                      <a:pt x="83" y="6"/>
                    </a:cubicBezTo>
                    <a:cubicBezTo>
                      <a:pt x="83" y="1"/>
                      <a:pt x="79" y="0"/>
                      <a:pt x="78" y="3"/>
                    </a:cubicBezTo>
                    <a:cubicBezTo>
                      <a:pt x="76" y="6"/>
                      <a:pt x="66" y="8"/>
                      <a:pt x="60" y="8"/>
                    </a:cubicBezTo>
                    <a:cubicBezTo>
                      <a:pt x="53" y="8"/>
                      <a:pt x="49" y="9"/>
                      <a:pt x="47" y="11"/>
                    </a:cubicBezTo>
                    <a:cubicBezTo>
                      <a:pt x="44" y="13"/>
                      <a:pt x="38" y="10"/>
                      <a:pt x="36" y="13"/>
                    </a:cubicBezTo>
                    <a:cubicBezTo>
                      <a:pt x="34" y="15"/>
                      <a:pt x="26" y="17"/>
                      <a:pt x="23" y="12"/>
                    </a:cubicBezTo>
                    <a:cubicBezTo>
                      <a:pt x="22" y="9"/>
                      <a:pt x="20" y="8"/>
                      <a:pt x="19" y="7"/>
                    </a:cubicBezTo>
                    <a:cubicBezTo>
                      <a:pt x="17" y="9"/>
                      <a:pt x="14" y="13"/>
                      <a:pt x="14" y="14"/>
                    </a:cubicBezTo>
                    <a:cubicBezTo>
                      <a:pt x="15" y="16"/>
                      <a:pt x="18" y="21"/>
                      <a:pt x="19"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15">
                <a:extLst>
                  <a:ext uri="{FF2B5EF4-FFF2-40B4-BE49-F238E27FC236}">
                    <a16:creationId xmlns:a16="http://schemas.microsoft.com/office/drawing/2014/main" id="{D1D4A05E-89F8-4735-8323-CF681D6459FF}"/>
                  </a:ext>
                </a:extLst>
              </p:cNvPr>
              <p:cNvSpPr>
                <a:spLocks/>
              </p:cNvSpPr>
              <p:nvPr/>
            </p:nvSpPr>
            <p:spPr bwMode="auto">
              <a:xfrm>
                <a:off x="4678807" y="3385897"/>
                <a:ext cx="223341" cy="179426"/>
              </a:xfrm>
              <a:custGeom>
                <a:avLst/>
                <a:gdLst>
                  <a:gd name="T0" fmla="*/ 36 w 97"/>
                  <a:gd name="T1" fmla="*/ 78 h 78"/>
                  <a:gd name="T2" fmla="*/ 36 w 97"/>
                  <a:gd name="T3" fmla="*/ 67 h 78"/>
                  <a:gd name="T4" fmla="*/ 49 w 97"/>
                  <a:gd name="T5" fmla="*/ 58 h 78"/>
                  <a:gd name="T6" fmla="*/ 54 w 97"/>
                  <a:gd name="T7" fmla="*/ 57 h 78"/>
                  <a:gd name="T8" fmla="*/ 61 w 97"/>
                  <a:gd name="T9" fmla="*/ 55 h 78"/>
                  <a:gd name="T10" fmla="*/ 65 w 97"/>
                  <a:gd name="T11" fmla="*/ 50 h 78"/>
                  <a:gd name="T12" fmla="*/ 71 w 97"/>
                  <a:gd name="T13" fmla="*/ 48 h 78"/>
                  <a:gd name="T14" fmla="*/ 75 w 97"/>
                  <a:gd name="T15" fmla="*/ 46 h 78"/>
                  <a:gd name="T16" fmla="*/ 76 w 97"/>
                  <a:gd name="T17" fmla="*/ 41 h 78"/>
                  <a:gd name="T18" fmla="*/ 78 w 97"/>
                  <a:gd name="T19" fmla="*/ 39 h 78"/>
                  <a:gd name="T20" fmla="*/ 83 w 97"/>
                  <a:gd name="T21" fmla="*/ 36 h 78"/>
                  <a:gd name="T22" fmla="*/ 95 w 97"/>
                  <a:gd name="T23" fmla="*/ 35 h 78"/>
                  <a:gd name="T24" fmla="*/ 97 w 97"/>
                  <a:gd name="T25" fmla="*/ 32 h 78"/>
                  <a:gd name="T26" fmla="*/ 94 w 97"/>
                  <a:gd name="T27" fmla="*/ 27 h 78"/>
                  <a:gd name="T28" fmla="*/ 93 w 97"/>
                  <a:gd name="T29" fmla="*/ 19 h 78"/>
                  <a:gd name="T30" fmla="*/ 91 w 97"/>
                  <a:gd name="T31" fmla="*/ 11 h 78"/>
                  <a:gd name="T32" fmla="*/ 89 w 97"/>
                  <a:gd name="T33" fmla="*/ 9 h 78"/>
                  <a:gd name="T34" fmla="*/ 80 w 97"/>
                  <a:gd name="T35" fmla="*/ 6 h 78"/>
                  <a:gd name="T36" fmla="*/ 66 w 97"/>
                  <a:gd name="T37" fmla="*/ 5 h 78"/>
                  <a:gd name="T38" fmla="*/ 59 w 97"/>
                  <a:gd name="T39" fmla="*/ 2 h 78"/>
                  <a:gd name="T40" fmla="*/ 50 w 97"/>
                  <a:gd name="T41" fmla="*/ 18 h 78"/>
                  <a:gd name="T42" fmla="*/ 38 w 97"/>
                  <a:gd name="T43" fmla="*/ 24 h 78"/>
                  <a:gd name="T44" fmla="*/ 32 w 97"/>
                  <a:gd name="T45" fmla="*/ 31 h 78"/>
                  <a:gd name="T46" fmla="*/ 27 w 97"/>
                  <a:gd name="T47" fmla="*/ 38 h 78"/>
                  <a:gd name="T48" fmla="*/ 27 w 97"/>
                  <a:gd name="T49" fmla="*/ 51 h 78"/>
                  <a:gd name="T50" fmla="*/ 18 w 97"/>
                  <a:gd name="T51" fmla="*/ 64 h 78"/>
                  <a:gd name="T52" fmla="*/ 6 w 97"/>
                  <a:gd name="T53" fmla="*/ 72 h 78"/>
                  <a:gd name="T54" fmla="*/ 0 w 97"/>
                  <a:gd name="T55" fmla="*/ 75 h 78"/>
                  <a:gd name="T56" fmla="*/ 30 w 97"/>
                  <a:gd name="T57" fmla="*/ 75 h 78"/>
                  <a:gd name="T58" fmla="*/ 36 w 97"/>
                  <a:gd name="T59"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7" h="78">
                    <a:moveTo>
                      <a:pt x="36" y="78"/>
                    </a:moveTo>
                    <a:cubicBezTo>
                      <a:pt x="36" y="72"/>
                      <a:pt x="36" y="67"/>
                      <a:pt x="36" y="67"/>
                    </a:cubicBezTo>
                    <a:cubicBezTo>
                      <a:pt x="36" y="66"/>
                      <a:pt x="47" y="59"/>
                      <a:pt x="49" y="58"/>
                    </a:cubicBezTo>
                    <a:cubicBezTo>
                      <a:pt x="50" y="57"/>
                      <a:pt x="54" y="59"/>
                      <a:pt x="54" y="57"/>
                    </a:cubicBezTo>
                    <a:cubicBezTo>
                      <a:pt x="54" y="55"/>
                      <a:pt x="58" y="56"/>
                      <a:pt x="61" y="55"/>
                    </a:cubicBezTo>
                    <a:cubicBezTo>
                      <a:pt x="63" y="55"/>
                      <a:pt x="65" y="53"/>
                      <a:pt x="65" y="50"/>
                    </a:cubicBezTo>
                    <a:cubicBezTo>
                      <a:pt x="65" y="48"/>
                      <a:pt x="69" y="49"/>
                      <a:pt x="71" y="48"/>
                    </a:cubicBezTo>
                    <a:cubicBezTo>
                      <a:pt x="73" y="48"/>
                      <a:pt x="73" y="46"/>
                      <a:pt x="75" y="46"/>
                    </a:cubicBezTo>
                    <a:cubicBezTo>
                      <a:pt x="76" y="46"/>
                      <a:pt x="76" y="44"/>
                      <a:pt x="76" y="41"/>
                    </a:cubicBezTo>
                    <a:cubicBezTo>
                      <a:pt x="76" y="38"/>
                      <a:pt x="76" y="39"/>
                      <a:pt x="78" y="39"/>
                    </a:cubicBezTo>
                    <a:cubicBezTo>
                      <a:pt x="81" y="39"/>
                      <a:pt x="83" y="38"/>
                      <a:pt x="83" y="36"/>
                    </a:cubicBezTo>
                    <a:cubicBezTo>
                      <a:pt x="83" y="34"/>
                      <a:pt x="93" y="35"/>
                      <a:pt x="95" y="35"/>
                    </a:cubicBezTo>
                    <a:cubicBezTo>
                      <a:pt x="97" y="35"/>
                      <a:pt x="97" y="34"/>
                      <a:pt x="97" y="32"/>
                    </a:cubicBezTo>
                    <a:cubicBezTo>
                      <a:pt x="97" y="31"/>
                      <a:pt x="95" y="27"/>
                      <a:pt x="94" y="27"/>
                    </a:cubicBezTo>
                    <a:cubicBezTo>
                      <a:pt x="92" y="27"/>
                      <a:pt x="93" y="23"/>
                      <a:pt x="93" y="19"/>
                    </a:cubicBezTo>
                    <a:cubicBezTo>
                      <a:pt x="93" y="16"/>
                      <a:pt x="93" y="13"/>
                      <a:pt x="91" y="11"/>
                    </a:cubicBezTo>
                    <a:cubicBezTo>
                      <a:pt x="90" y="11"/>
                      <a:pt x="90" y="10"/>
                      <a:pt x="89" y="9"/>
                    </a:cubicBezTo>
                    <a:cubicBezTo>
                      <a:pt x="87" y="9"/>
                      <a:pt x="83" y="6"/>
                      <a:pt x="80" y="6"/>
                    </a:cubicBezTo>
                    <a:cubicBezTo>
                      <a:pt x="76" y="6"/>
                      <a:pt x="69" y="8"/>
                      <a:pt x="66" y="5"/>
                    </a:cubicBezTo>
                    <a:cubicBezTo>
                      <a:pt x="63" y="2"/>
                      <a:pt x="61" y="0"/>
                      <a:pt x="59" y="2"/>
                    </a:cubicBezTo>
                    <a:cubicBezTo>
                      <a:pt x="57" y="3"/>
                      <a:pt x="53" y="14"/>
                      <a:pt x="50" y="18"/>
                    </a:cubicBezTo>
                    <a:cubicBezTo>
                      <a:pt x="48" y="21"/>
                      <a:pt x="41" y="24"/>
                      <a:pt x="38" y="24"/>
                    </a:cubicBezTo>
                    <a:cubicBezTo>
                      <a:pt x="35" y="24"/>
                      <a:pt x="34" y="29"/>
                      <a:pt x="32" y="31"/>
                    </a:cubicBezTo>
                    <a:cubicBezTo>
                      <a:pt x="29" y="33"/>
                      <a:pt x="30" y="36"/>
                      <a:pt x="27" y="38"/>
                    </a:cubicBezTo>
                    <a:cubicBezTo>
                      <a:pt x="24" y="41"/>
                      <a:pt x="26" y="48"/>
                      <a:pt x="27" y="51"/>
                    </a:cubicBezTo>
                    <a:cubicBezTo>
                      <a:pt x="29" y="53"/>
                      <a:pt x="22" y="61"/>
                      <a:pt x="18" y="64"/>
                    </a:cubicBezTo>
                    <a:cubicBezTo>
                      <a:pt x="14" y="66"/>
                      <a:pt x="12" y="71"/>
                      <a:pt x="6" y="72"/>
                    </a:cubicBezTo>
                    <a:cubicBezTo>
                      <a:pt x="4" y="72"/>
                      <a:pt x="2" y="73"/>
                      <a:pt x="0" y="75"/>
                    </a:cubicBezTo>
                    <a:cubicBezTo>
                      <a:pt x="10" y="75"/>
                      <a:pt x="25" y="75"/>
                      <a:pt x="30" y="75"/>
                    </a:cubicBezTo>
                    <a:cubicBezTo>
                      <a:pt x="36" y="75"/>
                      <a:pt x="35" y="76"/>
                      <a:pt x="36" y="7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C20E01FC-2900-482D-8CCA-BE89728DCD9C}"/>
                  </a:ext>
                </a:extLst>
              </p:cNvPr>
              <p:cNvSpPr>
                <a:spLocks/>
              </p:cNvSpPr>
              <p:nvPr/>
            </p:nvSpPr>
            <p:spPr bwMode="auto">
              <a:xfrm>
                <a:off x="5058989" y="3355784"/>
                <a:ext cx="80302" cy="149312"/>
              </a:xfrm>
              <a:custGeom>
                <a:avLst/>
                <a:gdLst>
                  <a:gd name="T0" fmla="*/ 10 w 35"/>
                  <a:gd name="T1" fmla="*/ 16 h 65"/>
                  <a:gd name="T2" fmla="*/ 7 w 35"/>
                  <a:gd name="T3" fmla="*/ 25 h 65"/>
                  <a:gd name="T4" fmla="*/ 2 w 35"/>
                  <a:gd name="T5" fmla="*/ 30 h 65"/>
                  <a:gd name="T6" fmla="*/ 5 w 35"/>
                  <a:gd name="T7" fmla="*/ 39 h 65"/>
                  <a:gd name="T8" fmla="*/ 9 w 35"/>
                  <a:gd name="T9" fmla="*/ 44 h 65"/>
                  <a:gd name="T10" fmla="*/ 15 w 35"/>
                  <a:gd name="T11" fmla="*/ 49 h 65"/>
                  <a:gd name="T12" fmla="*/ 19 w 35"/>
                  <a:gd name="T13" fmla="*/ 63 h 65"/>
                  <a:gd name="T14" fmla="*/ 19 w 35"/>
                  <a:gd name="T15" fmla="*/ 65 h 65"/>
                  <a:gd name="T16" fmla="*/ 23 w 35"/>
                  <a:gd name="T17" fmla="*/ 62 h 65"/>
                  <a:gd name="T18" fmla="*/ 24 w 35"/>
                  <a:gd name="T19" fmla="*/ 56 h 65"/>
                  <a:gd name="T20" fmla="*/ 25 w 35"/>
                  <a:gd name="T21" fmla="*/ 52 h 65"/>
                  <a:gd name="T22" fmla="*/ 31 w 35"/>
                  <a:gd name="T23" fmla="*/ 46 h 65"/>
                  <a:gd name="T24" fmla="*/ 34 w 35"/>
                  <a:gd name="T25" fmla="*/ 44 h 65"/>
                  <a:gd name="T26" fmla="*/ 35 w 35"/>
                  <a:gd name="T27" fmla="*/ 39 h 65"/>
                  <a:gd name="T28" fmla="*/ 32 w 35"/>
                  <a:gd name="T29" fmla="*/ 36 h 65"/>
                  <a:gd name="T30" fmla="*/ 28 w 35"/>
                  <a:gd name="T31" fmla="*/ 33 h 65"/>
                  <a:gd name="T32" fmla="*/ 22 w 35"/>
                  <a:gd name="T33" fmla="*/ 31 h 65"/>
                  <a:gd name="T34" fmla="*/ 28 w 35"/>
                  <a:gd name="T35" fmla="*/ 25 h 65"/>
                  <a:gd name="T36" fmla="*/ 29 w 35"/>
                  <a:gd name="T37" fmla="*/ 14 h 65"/>
                  <a:gd name="T38" fmla="*/ 30 w 35"/>
                  <a:gd name="T39" fmla="*/ 7 h 65"/>
                  <a:gd name="T40" fmla="*/ 29 w 35"/>
                  <a:gd name="T41" fmla="*/ 4 h 65"/>
                  <a:gd name="T42" fmla="*/ 25 w 35"/>
                  <a:gd name="T43" fmla="*/ 3 h 65"/>
                  <a:gd name="T44" fmla="*/ 14 w 35"/>
                  <a:gd name="T45" fmla="*/ 2 h 65"/>
                  <a:gd name="T46" fmla="*/ 10 w 35"/>
                  <a:gd name="T47" fmla="*/ 4 h 65"/>
                  <a:gd name="T48" fmla="*/ 10 w 35"/>
                  <a:gd name="T49" fmla="*/ 1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 h="65">
                    <a:moveTo>
                      <a:pt x="10" y="16"/>
                    </a:moveTo>
                    <a:cubicBezTo>
                      <a:pt x="12" y="19"/>
                      <a:pt x="9" y="24"/>
                      <a:pt x="7" y="25"/>
                    </a:cubicBezTo>
                    <a:cubicBezTo>
                      <a:pt x="5" y="26"/>
                      <a:pt x="4" y="30"/>
                      <a:pt x="2" y="30"/>
                    </a:cubicBezTo>
                    <a:cubicBezTo>
                      <a:pt x="0" y="30"/>
                      <a:pt x="2" y="37"/>
                      <a:pt x="5" y="39"/>
                    </a:cubicBezTo>
                    <a:cubicBezTo>
                      <a:pt x="9" y="40"/>
                      <a:pt x="9" y="42"/>
                      <a:pt x="9" y="44"/>
                    </a:cubicBezTo>
                    <a:cubicBezTo>
                      <a:pt x="9" y="45"/>
                      <a:pt x="13" y="47"/>
                      <a:pt x="15" y="49"/>
                    </a:cubicBezTo>
                    <a:cubicBezTo>
                      <a:pt x="16" y="50"/>
                      <a:pt x="19" y="59"/>
                      <a:pt x="19" y="63"/>
                    </a:cubicBezTo>
                    <a:cubicBezTo>
                      <a:pt x="19" y="64"/>
                      <a:pt x="19" y="64"/>
                      <a:pt x="19" y="65"/>
                    </a:cubicBezTo>
                    <a:cubicBezTo>
                      <a:pt x="21" y="64"/>
                      <a:pt x="22" y="63"/>
                      <a:pt x="23" y="62"/>
                    </a:cubicBezTo>
                    <a:cubicBezTo>
                      <a:pt x="24" y="60"/>
                      <a:pt x="25" y="56"/>
                      <a:pt x="24" y="56"/>
                    </a:cubicBezTo>
                    <a:cubicBezTo>
                      <a:pt x="24" y="55"/>
                      <a:pt x="24" y="53"/>
                      <a:pt x="25" y="52"/>
                    </a:cubicBezTo>
                    <a:cubicBezTo>
                      <a:pt x="26" y="51"/>
                      <a:pt x="30" y="47"/>
                      <a:pt x="31" y="46"/>
                    </a:cubicBezTo>
                    <a:cubicBezTo>
                      <a:pt x="32" y="46"/>
                      <a:pt x="35" y="46"/>
                      <a:pt x="34" y="44"/>
                    </a:cubicBezTo>
                    <a:cubicBezTo>
                      <a:pt x="34" y="43"/>
                      <a:pt x="35" y="41"/>
                      <a:pt x="35" y="39"/>
                    </a:cubicBezTo>
                    <a:cubicBezTo>
                      <a:pt x="33" y="38"/>
                      <a:pt x="32" y="37"/>
                      <a:pt x="32" y="36"/>
                    </a:cubicBezTo>
                    <a:cubicBezTo>
                      <a:pt x="32" y="35"/>
                      <a:pt x="29" y="32"/>
                      <a:pt x="28" y="33"/>
                    </a:cubicBezTo>
                    <a:cubicBezTo>
                      <a:pt x="27" y="35"/>
                      <a:pt x="23" y="34"/>
                      <a:pt x="22" y="31"/>
                    </a:cubicBezTo>
                    <a:cubicBezTo>
                      <a:pt x="21" y="28"/>
                      <a:pt x="25" y="28"/>
                      <a:pt x="28" y="25"/>
                    </a:cubicBezTo>
                    <a:cubicBezTo>
                      <a:pt x="32" y="22"/>
                      <a:pt x="32" y="17"/>
                      <a:pt x="29" y="14"/>
                    </a:cubicBezTo>
                    <a:cubicBezTo>
                      <a:pt x="25" y="11"/>
                      <a:pt x="27" y="10"/>
                      <a:pt x="30" y="7"/>
                    </a:cubicBezTo>
                    <a:cubicBezTo>
                      <a:pt x="32" y="5"/>
                      <a:pt x="30" y="3"/>
                      <a:pt x="29" y="4"/>
                    </a:cubicBezTo>
                    <a:cubicBezTo>
                      <a:pt x="28" y="5"/>
                      <a:pt x="25" y="6"/>
                      <a:pt x="25" y="3"/>
                    </a:cubicBezTo>
                    <a:cubicBezTo>
                      <a:pt x="25" y="0"/>
                      <a:pt x="17" y="0"/>
                      <a:pt x="14" y="2"/>
                    </a:cubicBezTo>
                    <a:cubicBezTo>
                      <a:pt x="13" y="3"/>
                      <a:pt x="11" y="4"/>
                      <a:pt x="10" y="4"/>
                    </a:cubicBezTo>
                    <a:cubicBezTo>
                      <a:pt x="9" y="8"/>
                      <a:pt x="8" y="14"/>
                      <a:pt x="10" y="1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17">
                <a:extLst>
                  <a:ext uri="{FF2B5EF4-FFF2-40B4-BE49-F238E27FC236}">
                    <a16:creationId xmlns:a16="http://schemas.microsoft.com/office/drawing/2014/main" id="{571FE884-4A1E-403B-B184-759F9539A00D}"/>
                  </a:ext>
                </a:extLst>
              </p:cNvPr>
              <p:cNvSpPr>
                <a:spLocks/>
              </p:cNvSpPr>
              <p:nvPr/>
            </p:nvSpPr>
            <p:spPr bwMode="auto">
              <a:xfrm>
                <a:off x="4761619" y="3360803"/>
                <a:ext cx="385201" cy="370144"/>
              </a:xfrm>
              <a:custGeom>
                <a:avLst/>
                <a:gdLst>
                  <a:gd name="T0" fmla="*/ 57 w 167"/>
                  <a:gd name="T1" fmla="*/ 30 h 161"/>
                  <a:gd name="T2" fmla="*/ 58 w 167"/>
                  <a:gd name="T3" fmla="*/ 38 h 161"/>
                  <a:gd name="T4" fmla="*/ 61 w 167"/>
                  <a:gd name="T5" fmla="*/ 43 h 161"/>
                  <a:gd name="T6" fmla="*/ 59 w 167"/>
                  <a:gd name="T7" fmla="*/ 46 h 161"/>
                  <a:gd name="T8" fmla="*/ 47 w 167"/>
                  <a:gd name="T9" fmla="*/ 47 h 161"/>
                  <a:gd name="T10" fmla="*/ 42 w 167"/>
                  <a:gd name="T11" fmla="*/ 50 h 161"/>
                  <a:gd name="T12" fmla="*/ 40 w 167"/>
                  <a:gd name="T13" fmla="*/ 52 h 161"/>
                  <a:gd name="T14" fmla="*/ 39 w 167"/>
                  <a:gd name="T15" fmla="*/ 57 h 161"/>
                  <a:gd name="T16" fmla="*/ 35 w 167"/>
                  <a:gd name="T17" fmla="*/ 59 h 161"/>
                  <a:gd name="T18" fmla="*/ 29 w 167"/>
                  <a:gd name="T19" fmla="*/ 61 h 161"/>
                  <a:gd name="T20" fmla="*/ 25 w 167"/>
                  <a:gd name="T21" fmla="*/ 66 h 161"/>
                  <a:gd name="T22" fmla="*/ 18 w 167"/>
                  <a:gd name="T23" fmla="*/ 68 h 161"/>
                  <a:gd name="T24" fmla="*/ 13 w 167"/>
                  <a:gd name="T25" fmla="*/ 69 h 161"/>
                  <a:gd name="T26" fmla="*/ 0 w 167"/>
                  <a:gd name="T27" fmla="*/ 78 h 161"/>
                  <a:gd name="T28" fmla="*/ 0 w 167"/>
                  <a:gd name="T29" fmla="*/ 89 h 161"/>
                  <a:gd name="T30" fmla="*/ 1 w 167"/>
                  <a:gd name="T31" fmla="*/ 90 h 161"/>
                  <a:gd name="T32" fmla="*/ 79 w 167"/>
                  <a:gd name="T33" fmla="*/ 142 h 161"/>
                  <a:gd name="T34" fmla="*/ 85 w 167"/>
                  <a:gd name="T35" fmla="*/ 149 h 161"/>
                  <a:gd name="T36" fmla="*/ 94 w 167"/>
                  <a:gd name="T37" fmla="*/ 152 h 161"/>
                  <a:gd name="T38" fmla="*/ 98 w 167"/>
                  <a:gd name="T39" fmla="*/ 161 h 161"/>
                  <a:gd name="T40" fmla="*/ 105 w 167"/>
                  <a:gd name="T41" fmla="*/ 159 h 161"/>
                  <a:gd name="T42" fmla="*/ 118 w 167"/>
                  <a:gd name="T43" fmla="*/ 155 h 161"/>
                  <a:gd name="T44" fmla="*/ 133 w 167"/>
                  <a:gd name="T45" fmla="*/ 143 h 161"/>
                  <a:gd name="T46" fmla="*/ 167 w 167"/>
                  <a:gd name="T47" fmla="*/ 122 h 161"/>
                  <a:gd name="T48" fmla="*/ 167 w 167"/>
                  <a:gd name="T49" fmla="*/ 122 h 161"/>
                  <a:gd name="T50" fmla="*/ 163 w 167"/>
                  <a:gd name="T51" fmla="*/ 115 h 161"/>
                  <a:gd name="T52" fmla="*/ 157 w 167"/>
                  <a:gd name="T53" fmla="*/ 113 h 161"/>
                  <a:gd name="T54" fmla="*/ 152 w 167"/>
                  <a:gd name="T55" fmla="*/ 110 h 161"/>
                  <a:gd name="T56" fmla="*/ 151 w 167"/>
                  <a:gd name="T57" fmla="*/ 104 h 161"/>
                  <a:gd name="T58" fmla="*/ 147 w 167"/>
                  <a:gd name="T59" fmla="*/ 99 h 161"/>
                  <a:gd name="T60" fmla="*/ 151 w 167"/>
                  <a:gd name="T61" fmla="*/ 95 h 161"/>
                  <a:gd name="T62" fmla="*/ 149 w 167"/>
                  <a:gd name="T63" fmla="*/ 91 h 161"/>
                  <a:gd name="T64" fmla="*/ 149 w 167"/>
                  <a:gd name="T65" fmla="*/ 86 h 161"/>
                  <a:gd name="T66" fmla="*/ 150 w 167"/>
                  <a:gd name="T67" fmla="*/ 80 h 161"/>
                  <a:gd name="T68" fmla="*/ 150 w 167"/>
                  <a:gd name="T69" fmla="*/ 72 h 161"/>
                  <a:gd name="T70" fmla="*/ 147 w 167"/>
                  <a:gd name="T71" fmla="*/ 65 h 161"/>
                  <a:gd name="T72" fmla="*/ 148 w 167"/>
                  <a:gd name="T73" fmla="*/ 63 h 161"/>
                  <a:gd name="T74" fmla="*/ 148 w 167"/>
                  <a:gd name="T75" fmla="*/ 61 h 161"/>
                  <a:gd name="T76" fmla="*/ 144 w 167"/>
                  <a:gd name="T77" fmla="*/ 47 h 161"/>
                  <a:gd name="T78" fmla="*/ 138 w 167"/>
                  <a:gd name="T79" fmla="*/ 42 h 161"/>
                  <a:gd name="T80" fmla="*/ 134 w 167"/>
                  <a:gd name="T81" fmla="*/ 37 h 161"/>
                  <a:gd name="T82" fmla="*/ 131 w 167"/>
                  <a:gd name="T83" fmla="*/ 28 h 161"/>
                  <a:gd name="T84" fmla="*/ 136 w 167"/>
                  <a:gd name="T85" fmla="*/ 23 h 161"/>
                  <a:gd name="T86" fmla="*/ 139 w 167"/>
                  <a:gd name="T87" fmla="*/ 14 h 161"/>
                  <a:gd name="T88" fmla="*/ 139 w 167"/>
                  <a:gd name="T89" fmla="*/ 2 h 161"/>
                  <a:gd name="T90" fmla="*/ 131 w 167"/>
                  <a:gd name="T91" fmla="*/ 0 h 161"/>
                  <a:gd name="T92" fmla="*/ 123 w 167"/>
                  <a:gd name="T93" fmla="*/ 1 h 161"/>
                  <a:gd name="T94" fmla="*/ 112 w 167"/>
                  <a:gd name="T95" fmla="*/ 3 h 161"/>
                  <a:gd name="T96" fmla="*/ 82 w 167"/>
                  <a:gd name="T97" fmla="*/ 5 h 161"/>
                  <a:gd name="T98" fmla="*/ 69 w 167"/>
                  <a:gd name="T99" fmla="*/ 12 h 161"/>
                  <a:gd name="T100" fmla="*/ 56 w 167"/>
                  <a:gd name="T101" fmla="*/ 18 h 161"/>
                  <a:gd name="T102" fmla="*/ 53 w 167"/>
                  <a:gd name="T103" fmla="*/ 20 h 161"/>
                  <a:gd name="T104" fmla="*/ 55 w 167"/>
                  <a:gd name="T105" fmla="*/ 22 h 161"/>
                  <a:gd name="T106" fmla="*/ 57 w 167"/>
                  <a:gd name="T107" fmla="*/ 3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7" h="161">
                    <a:moveTo>
                      <a:pt x="57" y="30"/>
                    </a:moveTo>
                    <a:cubicBezTo>
                      <a:pt x="57" y="34"/>
                      <a:pt x="56" y="38"/>
                      <a:pt x="58" y="38"/>
                    </a:cubicBezTo>
                    <a:cubicBezTo>
                      <a:pt x="59" y="38"/>
                      <a:pt x="61" y="42"/>
                      <a:pt x="61" y="43"/>
                    </a:cubicBezTo>
                    <a:cubicBezTo>
                      <a:pt x="61" y="45"/>
                      <a:pt x="61" y="46"/>
                      <a:pt x="59" y="46"/>
                    </a:cubicBezTo>
                    <a:cubicBezTo>
                      <a:pt x="57" y="46"/>
                      <a:pt x="47" y="45"/>
                      <a:pt x="47" y="47"/>
                    </a:cubicBezTo>
                    <a:cubicBezTo>
                      <a:pt x="47" y="49"/>
                      <a:pt x="45" y="50"/>
                      <a:pt x="42" y="50"/>
                    </a:cubicBezTo>
                    <a:cubicBezTo>
                      <a:pt x="40" y="50"/>
                      <a:pt x="40" y="49"/>
                      <a:pt x="40" y="52"/>
                    </a:cubicBezTo>
                    <a:cubicBezTo>
                      <a:pt x="40" y="55"/>
                      <a:pt x="40" y="57"/>
                      <a:pt x="39" y="57"/>
                    </a:cubicBezTo>
                    <a:cubicBezTo>
                      <a:pt x="37" y="57"/>
                      <a:pt x="37" y="59"/>
                      <a:pt x="35" y="59"/>
                    </a:cubicBezTo>
                    <a:cubicBezTo>
                      <a:pt x="33" y="60"/>
                      <a:pt x="29" y="59"/>
                      <a:pt x="29" y="61"/>
                    </a:cubicBezTo>
                    <a:cubicBezTo>
                      <a:pt x="29" y="64"/>
                      <a:pt x="27" y="66"/>
                      <a:pt x="25" y="66"/>
                    </a:cubicBezTo>
                    <a:cubicBezTo>
                      <a:pt x="22" y="67"/>
                      <a:pt x="18" y="66"/>
                      <a:pt x="18" y="68"/>
                    </a:cubicBezTo>
                    <a:cubicBezTo>
                      <a:pt x="18" y="70"/>
                      <a:pt x="14" y="68"/>
                      <a:pt x="13" y="69"/>
                    </a:cubicBezTo>
                    <a:cubicBezTo>
                      <a:pt x="11" y="70"/>
                      <a:pt x="0" y="77"/>
                      <a:pt x="0" y="78"/>
                    </a:cubicBezTo>
                    <a:cubicBezTo>
                      <a:pt x="0" y="78"/>
                      <a:pt x="0" y="83"/>
                      <a:pt x="0" y="89"/>
                    </a:cubicBezTo>
                    <a:cubicBezTo>
                      <a:pt x="0" y="89"/>
                      <a:pt x="1" y="90"/>
                      <a:pt x="1" y="90"/>
                    </a:cubicBezTo>
                    <a:cubicBezTo>
                      <a:pt x="5" y="92"/>
                      <a:pt x="77" y="140"/>
                      <a:pt x="79" y="142"/>
                    </a:cubicBezTo>
                    <a:cubicBezTo>
                      <a:pt x="82" y="144"/>
                      <a:pt x="85" y="149"/>
                      <a:pt x="85" y="149"/>
                    </a:cubicBezTo>
                    <a:cubicBezTo>
                      <a:pt x="85" y="149"/>
                      <a:pt x="90" y="150"/>
                      <a:pt x="94" y="152"/>
                    </a:cubicBezTo>
                    <a:cubicBezTo>
                      <a:pt x="98" y="155"/>
                      <a:pt x="98" y="161"/>
                      <a:pt x="98" y="161"/>
                    </a:cubicBezTo>
                    <a:cubicBezTo>
                      <a:pt x="98" y="161"/>
                      <a:pt x="103" y="160"/>
                      <a:pt x="105" y="159"/>
                    </a:cubicBezTo>
                    <a:cubicBezTo>
                      <a:pt x="108" y="158"/>
                      <a:pt x="118" y="155"/>
                      <a:pt x="118" y="155"/>
                    </a:cubicBezTo>
                    <a:cubicBezTo>
                      <a:pt x="133" y="143"/>
                      <a:pt x="133" y="143"/>
                      <a:pt x="133" y="143"/>
                    </a:cubicBezTo>
                    <a:cubicBezTo>
                      <a:pt x="167" y="122"/>
                      <a:pt x="167" y="122"/>
                      <a:pt x="167" y="122"/>
                    </a:cubicBezTo>
                    <a:cubicBezTo>
                      <a:pt x="167" y="122"/>
                      <a:pt x="167" y="122"/>
                      <a:pt x="167" y="122"/>
                    </a:cubicBezTo>
                    <a:cubicBezTo>
                      <a:pt x="166" y="118"/>
                      <a:pt x="165" y="115"/>
                      <a:pt x="163" y="115"/>
                    </a:cubicBezTo>
                    <a:cubicBezTo>
                      <a:pt x="161" y="115"/>
                      <a:pt x="160" y="113"/>
                      <a:pt x="157" y="113"/>
                    </a:cubicBezTo>
                    <a:cubicBezTo>
                      <a:pt x="155" y="113"/>
                      <a:pt x="152" y="112"/>
                      <a:pt x="152" y="110"/>
                    </a:cubicBezTo>
                    <a:cubicBezTo>
                      <a:pt x="151" y="108"/>
                      <a:pt x="152" y="106"/>
                      <a:pt x="151" y="104"/>
                    </a:cubicBezTo>
                    <a:cubicBezTo>
                      <a:pt x="149" y="101"/>
                      <a:pt x="147" y="100"/>
                      <a:pt x="147" y="99"/>
                    </a:cubicBezTo>
                    <a:cubicBezTo>
                      <a:pt x="147" y="97"/>
                      <a:pt x="150" y="95"/>
                      <a:pt x="151" y="95"/>
                    </a:cubicBezTo>
                    <a:cubicBezTo>
                      <a:pt x="151" y="94"/>
                      <a:pt x="149" y="92"/>
                      <a:pt x="149" y="91"/>
                    </a:cubicBezTo>
                    <a:cubicBezTo>
                      <a:pt x="149" y="90"/>
                      <a:pt x="148" y="87"/>
                      <a:pt x="149" y="86"/>
                    </a:cubicBezTo>
                    <a:cubicBezTo>
                      <a:pt x="151" y="84"/>
                      <a:pt x="151" y="83"/>
                      <a:pt x="150" y="80"/>
                    </a:cubicBezTo>
                    <a:cubicBezTo>
                      <a:pt x="149" y="78"/>
                      <a:pt x="152" y="75"/>
                      <a:pt x="150" y="72"/>
                    </a:cubicBezTo>
                    <a:cubicBezTo>
                      <a:pt x="149" y="69"/>
                      <a:pt x="146" y="66"/>
                      <a:pt x="147" y="65"/>
                    </a:cubicBezTo>
                    <a:cubicBezTo>
                      <a:pt x="147" y="64"/>
                      <a:pt x="147" y="64"/>
                      <a:pt x="148" y="63"/>
                    </a:cubicBezTo>
                    <a:cubicBezTo>
                      <a:pt x="148" y="62"/>
                      <a:pt x="148" y="62"/>
                      <a:pt x="148" y="61"/>
                    </a:cubicBezTo>
                    <a:cubicBezTo>
                      <a:pt x="148" y="57"/>
                      <a:pt x="145" y="48"/>
                      <a:pt x="144" y="47"/>
                    </a:cubicBezTo>
                    <a:cubicBezTo>
                      <a:pt x="142" y="45"/>
                      <a:pt x="138" y="43"/>
                      <a:pt x="138" y="42"/>
                    </a:cubicBezTo>
                    <a:cubicBezTo>
                      <a:pt x="138" y="40"/>
                      <a:pt x="138" y="38"/>
                      <a:pt x="134" y="37"/>
                    </a:cubicBezTo>
                    <a:cubicBezTo>
                      <a:pt x="131" y="35"/>
                      <a:pt x="129" y="28"/>
                      <a:pt x="131" y="28"/>
                    </a:cubicBezTo>
                    <a:cubicBezTo>
                      <a:pt x="133" y="28"/>
                      <a:pt x="134" y="24"/>
                      <a:pt x="136" y="23"/>
                    </a:cubicBezTo>
                    <a:cubicBezTo>
                      <a:pt x="138" y="22"/>
                      <a:pt x="141" y="17"/>
                      <a:pt x="139" y="14"/>
                    </a:cubicBezTo>
                    <a:cubicBezTo>
                      <a:pt x="137" y="12"/>
                      <a:pt x="138" y="6"/>
                      <a:pt x="139" y="2"/>
                    </a:cubicBezTo>
                    <a:cubicBezTo>
                      <a:pt x="136" y="2"/>
                      <a:pt x="132" y="0"/>
                      <a:pt x="131" y="0"/>
                    </a:cubicBezTo>
                    <a:cubicBezTo>
                      <a:pt x="130" y="0"/>
                      <a:pt x="126" y="1"/>
                      <a:pt x="123" y="1"/>
                    </a:cubicBezTo>
                    <a:cubicBezTo>
                      <a:pt x="120" y="1"/>
                      <a:pt x="114" y="5"/>
                      <a:pt x="112" y="3"/>
                    </a:cubicBezTo>
                    <a:cubicBezTo>
                      <a:pt x="110" y="1"/>
                      <a:pt x="88" y="5"/>
                      <a:pt x="82" y="5"/>
                    </a:cubicBezTo>
                    <a:cubicBezTo>
                      <a:pt x="75" y="5"/>
                      <a:pt x="73" y="12"/>
                      <a:pt x="69" y="12"/>
                    </a:cubicBezTo>
                    <a:cubicBezTo>
                      <a:pt x="65" y="12"/>
                      <a:pt x="60" y="15"/>
                      <a:pt x="56" y="18"/>
                    </a:cubicBezTo>
                    <a:cubicBezTo>
                      <a:pt x="56" y="19"/>
                      <a:pt x="55" y="20"/>
                      <a:pt x="53" y="20"/>
                    </a:cubicBezTo>
                    <a:cubicBezTo>
                      <a:pt x="54" y="21"/>
                      <a:pt x="54" y="22"/>
                      <a:pt x="55" y="22"/>
                    </a:cubicBezTo>
                    <a:cubicBezTo>
                      <a:pt x="57" y="24"/>
                      <a:pt x="57" y="27"/>
                      <a:pt x="57" y="3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18">
                <a:extLst>
                  <a:ext uri="{FF2B5EF4-FFF2-40B4-BE49-F238E27FC236}">
                    <a16:creationId xmlns:a16="http://schemas.microsoft.com/office/drawing/2014/main" id="{D03776E1-C0F0-4B1C-B8D0-6EEE18F6D96C}"/>
                  </a:ext>
                </a:extLst>
              </p:cNvPr>
              <p:cNvSpPr>
                <a:spLocks/>
              </p:cNvSpPr>
              <p:nvPr/>
            </p:nvSpPr>
            <p:spPr bwMode="auto">
              <a:xfrm>
                <a:off x="5097886" y="3446124"/>
                <a:ext cx="283568" cy="271021"/>
              </a:xfrm>
              <a:custGeom>
                <a:avLst/>
                <a:gdLst>
                  <a:gd name="T0" fmla="*/ 14 w 123"/>
                  <a:gd name="T1" fmla="*/ 7 h 118"/>
                  <a:gd name="T2" fmla="*/ 8 w 123"/>
                  <a:gd name="T3" fmla="*/ 13 h 118"/>
                  <a:gd name="T4" fmla="*/ 7 w 123"/>
                  <a:gd name="T5" fmla="*/ 17 h 118"/>
                  <a:gd name="T6" fmla="*/ 6 w 123"/>
                  <a:gd name="T7" fmla="*/ 23 h 118"/>
                  <a:gd name="T8" fmla="*/ 1 w 123"/>
                  <a:gd name="T9" fmla="*/ 28 h 118"/>
                  <a:gd name="T10" fmla="*/ 4 w 123"/>
                  <a:gd name="T11" fmla="*/ 35 h 118"/>
                  <a:gd name="T12" fmla="*/ 4 w 123"/>
                  <a:gd name="T13" fmla="*/ 43 h 118"/>
                  <a:gd name="T14" fmla="*/ 3 w 123"/>
                  <a:gd name="T15" fmla="*/ 49 h 118"/>
                  <a:gd name="T16" fmla="*/ 3 w 123"/>
                  <a:gd name="T17" fmla="*/ 54 h 118"/>
                  <a:gd name="T18" fmla="*/ 5 w 123"/>
                  <a:gd name="T19" fmla="*/ 58 h 118"/>
                  <a:gd name="T20" fmla="*/ 1 w 123"/>
                  <a:gd name="T21" fmla="*/ 62 h 118"/>
                  <a:gd name="T22" fmla="*/ 5 w 123"/>
                  <a:gd name="T23" fmla="*/ 67 h 118"/>
                  <a:gd name="T24" fmla="*/ 6 w 123"/>
                  <a:gd name="T25" fmla="*/ 73 h 118"/>
                  <a:gd name="T26" fmla="*/ 11 w 123"/>
                  <a:gd name="T27" fmla="*/ 76 h 118"/>
                  <a:gd name="T28" fmla="*/ 17 w 123"/>
                  <a:gd name="T29" fmla="*/ 78 h 118"/>
                  <a:gd name="T30" fmla="*/ 21 w 123"/>
                  <a:gd name="T31" fmla="*/ 85 h 118"/>
                  <a:gd name="T32" fmla="*/ 33 w 123"/>
                  <a:gd name="T33" fmla="*/ 87 h 118"/>
                  <a:gd name="T34" fmla="*/ 38 w 123"/>
                  <a:gd name="T35" fmla="*/ 92 h 118"/>
                  <a:gd name="T36" fmla="*/ 52 w 123"/>
                  <a:gd name="T37" fmla="*/ 85 h 118"/>
                  <a:gd name="T38" fmla="*/ 113 w 123"/>
                  <a:gd name="T39" fmla="*/ 118 h 118"/>
                  <a:gd name="T40" fmla="*/ 113 w 123"/>
                  <a:gd name="T41" fmla="*/ 113 h 118"/>
                  <a:gd name="T42" fmla="*/ 120 w 123"/>
                  <a:gd name="T43" fmla="*/ 113 h 118"/>
                  <a:gd name="T44" fmla="*/ 120 w 123"/>
                  <a:gd name="T45" fmla="*/ 35 h 118"/>
                  <a:gd name="T46" fmla="*/ 120 w 123"/>
                  <a:gd name="T47" fmla="*/ 23 h 118"/>
                  <a:gd name="T48" fmla="*/ 121 w 123"/>
                  <a:gd name="T49" fmla="*/ 13 h 118"/>
                  <a:gd name="T50" fmla="*/ 122 w 123"/>
                  <a:gd name="T51" fmla="*/ 11 h 118"/>
                  <a:gd name="T52" fmla="*/ 122 w 123"/>
                  <a:gd name="T53" fmla="*/ 10 h 118"/>
                  <a:gd name="T54" fmla="*/ 111 w 123"/>
                  <a:gd name="T55" fmla="*/ 8 h 118"/>
                  <a:gd name="T56" fmla="*/ 99 w 123"/>
                  <a:gd name="T57" fmla="*/ 1 h 118"/>
                  <a:gd name="T58" fmla="*/ 81 w 123"/>
                  <a:gd name="T59" fmla="*/ 10 h 118"/>
                  <a:gd name="T60" fmla="*/ 82 w 123"/>
                  <a:gd name="T61" fmla="*/ 21 h 118"/>
                  <a:gd name="T62" fmla="*/ 70 w 123"/>
                  <a:gd name="T63" fmla="*/ 21 h 118"/>
                  <a:gd name="T64" fmla="*/ 55 w 123"/>
                  <a:gd name="T65" fmla="*/ 16 h 118"/>
                  <a:gd name="T66" fmla="*/ 47 w 123"/>
                  <a:gd name="T67" fmla="*/ 10 h 118"/>
                  <a:gd name="T68" fmla="*/ 42 w 123"/>
                  <a:gd name="T69" fmla="*/ 5 h 118"/>
                  <a:gd name="T70" fmla="*/ 27 w 123"/>
                  <a:gd name="T71" fmla="*/ 2 h 118"/>
                  <a:gd name="T72" fmla="*/ 18 w 123"/>
                  <a:gd name="T73" fmla="*/ 0 h 118"/>
                  <a:gd name="T74" fmla="*/ 17 w 123"/>
                  <a:gd name="T75" fmla="*/ 5 h 118"/>
                  <a:gd name="T76" fmla="*/ 14 w 123"/>
                  <a:gd name="T77" fmla="*/ 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3" h="118">
                    <a:moveTo>
                      <a:pt x="14" y="7"/>
                    </a:moveTo>
                    <a:cubicBezTo>
                      <a:pt x="13" y="8"/>
                      <a:pt x="9" y="12"/>
                      <a:pt x="8" y="13"/>
                    </a:cubicBezTo>
                    <a:cubicBezTo>
                      <a:pt x="7" y="14"/>
                      <a:pt x="7" y="16"/>
                      <a:pt x="7" y="17"/>
                    </a:cubicBezTo>
                    <a:cubicBezTo>
                      <a:pt x="8" y="17"/>
                      <a:pt x="7" y="21"/>
                      <a:pt x="6" y="23"/>
                    </a:cubicBezTo>
                    <a:cubicBezTo>
                      <a:pt x="5" y="25"/>
                      <a:pt x="1" y="26"/>
                      <a:pt x="1" y="28"/>
                    </a:cubicBezTo>
                    <a:cubicBezTo>
                      <a:pt x="0" y="29"/>
                      <a:pt x="3" y="32"/>
                      <a:pt x="4" y="35"/>
                    </a:cubicBezTo>
                    <a:cubicBezTo>
                      <a:pt x="6" y="38"/>
                      <a:pt x="3" y="41"/>
                      <a:pt x="4" y="43"/>
                    </a:cubicBezTo>
                    <a:cubicBezTo>
                      <a:pt x="5" y="46"/>
                      <a:pt x="5" y="47"/>
                      <a:pt x="3" y="49"/>
                    </a:cubicBezTo>
                    <a:cubicBezTo>
                      <a:pt x="2" y="50"/>
                      <a:pt x="3" y="53"/>
                      <a:pt x="3" y="54"/>
                    </a:cubicBezTo>
                    <a:cubicBezTo>
                      <a:pt x="3" y="55"/>
                      <a:pt x="5" y="57"/>
                      <a:pt x="5" y="58"/>
                    </a:cubicBezTo>
                    <a:cubicBezTo>
                      <a:pt x="4" y="58"/>
                      <a:pt x="1" y="60"/>
                      <a:pt x="1" y="62"/>
                    </a:cubicBezTo>
                    <a:cubicBezTo>
                      <a:pt x="1" y="63"/>
                      <a:pt x="3" y="64"/>
                      <a:pt x="5" y="67"/>
                    </a:cubicBezTo>
                    <a:cubicBezTo>
                      <a:pt x="6" y="69"/>
                      <a:pt x="5" y="71"/>
                      <a:pt x="6" y="73"/>
                    </a:cubicBezTo>
                    <a:cubicBezTo>
                      <a:pt x="6" y="75"/>
                      <a:pt x="9" y="76"/>
                      <a:pt x="11" y="76"/>
                    </a:cubicBezTo>
                    <a:cubicBezTo>
                      <a:pt x="14" y="76"/>
                      <a:pt x="15" y="78"/>
                      <a:pt x="17" y="78"/>
                    </a:cubicBezTo>
                    <a:cubicBezTo>
                      <a:pt x="19" y="78"/>
                      <a:pt x="20" y="81"/>
                      <a:pt x="21" y="85"/>
                    </a:cubicBezTo>
                    <a:cubicBezTo>
                      <a:pt x="22" y="85"/>
                      <a:pt x="30" y="85"/>
                      <a:pt x="33" y="87"/>
                    </a:cubicBezTo>
                    <a:cubicBezTo>
                      <a:pt x="36" y="89"/>
                      <a:pt x="38" y="92"/>
                      <a:pt x="38" y="92"/>
                    </a:cubicBezTo>
                    <a:cubicBezTo>
                      <a:pt x="52" y="85"/>
                      <a:pt x="52" y="85"/>
                      <a:pt x="52" y="85"/>
                    </a:cubicBezTo>
                    <a:cubicBezTo>
                      <a:pt x="113" y="118"/>
                      <a:pt x="113" y="118"/>
                      <a:pt x="113" y="118"/>
                    </a:cubicBezTo>
                    <a:cubicBezTo>
                      <a:pt x="113" y="113"/>
                      <a:pt x="113" y="113"/>
                      <a:pt x="113" y="113"/>
                    </a:cubicBezTo>
                    <a:cubicBezTo>
                      <a:pt x="120" y="113"/>
                      <a:pt x="120" y="113"/>
                      <a:pt x="120" y="113"/>
                    </a:cubicBezTo>
                    <a:cubicBezTo>
                      <a:pt x="120" y="113"/>
                      <a:pt x="120" y="40"/>
                      <a:pt x="120" y="35"/>
                    </a:cubicBezTo>
                    <a:cubicBezTo>
                      <a:pt x="120" y="29"/>
                      <a:pt x="118" y="26"/>
                      <a:pt x="120" y="23"/>
                    </a:cubicBezTo>
                    <a:cubicBezTo>
                      <a:pt x="123" y="20"/>
                      <a:pt x="119" y="18"/>
                      <a:pt x="121" y="13"/>
                    </a:cubicBezTo>
                    <a:cubicBezTo>
                      <a:pt x="122" y="12"/>
                      <a:pt x="122" y="11"/>
                      <a:pt x="122" y="11"/>
                    </a:cubicBezTo>
                    <a:cubicBezTo>
                      <a:pt x="122" y="11"/>
                      <a:pt x="122" y="11"/>
                      <a:pt x="122" y="10"/>
                    </a:cubicBezTo>
                    <a:cubicBezTo>
                      <a:pt x="121" y="9"/>
                      <a:pt x="118" y="9"/>
                      <a:pt x="111" y="8"/>
                    </a:cubicBezTo>
                    <a:cubicBezTo>
                      <a:pt x="104" y="7"/>
                      <a:pt x="107" y="2"/>
                      <a:pt x="99" y="1"/>
                    </a:cubicBezTo>
                    <a:cubicBezTo>
                      <a:pt x="91" y="1"/>
                      <a:pt x="81" y="7"/>
                      <a:pt x="81" y="10"/>
                    </a:cubicBezTo>
                    <a:cubicBezTo>
                      <a:pt x="81" y="14"/>
                      <a:pt x="85" y="17"/>
                      <a:pt x="82" y="21"/>
                    </a:cubicBezTo>
                    <a:cubicBezTo>
                      <a:pt x="79" y="24"/>
                      <a:pt x="74" y="25"/>
                      <a:pt x="70" y="21"/>
                    </a:cubicBezTo>
                    <a:cubicBezTo>
                      <a:pt x="66" y="17"/>
                      <a:pt x="60" y="16"/>
                      <a:pt x="55" y="16"/>
                    </a:cubicBezTo>
                    <a:cubicBezTo>
                      <a:pt x="50" y="16"/>
                      <a:pt x="46" y="13"/>
                      <a:pt x="47" y="10"/>
                    </a:cubicBezTo>
                    <a:cubicBezTo>
                      <a:pt x="47" y="7"/>
                      <a:pt x="46" y="6"/>
                      <a:pt x="42" y="5"/>
                    </a:cubicBezTo>
                    <a:cubicBezTo>
                      <a:pt x="38" y="5"/>
                      <a:pt x="34" y="1"/>
                      <a:pt x="27" y="2"/>
                    </a:cubicBezTo>
                    <a:cubicBezTo>
                      <a:pt x="23" y="3"/>
                      <a:pt x="20" y="2"/>
                      <a:pt x="18" y="0"/>
                    </a:cubicBezTo>
                    <a:cubicBezTo>
                      <a:pt x="18" y="2"/>
                      <a:pt x="17" y="4"/>
                      <a:pt x="17" y="5"/>
                    </a:cubicBezTo>
                    <a:cubicBezTo>
                      <a:pt x="18" y="7"/>
                      <a:pt x="15" y="7"/>
                      <a:pt x="14"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19">
                <a:extLst>
                  <a:ext uri="{FF2B5EF4-FFF2-40B4-BE49-F238E27FC236}">
                    <a16:creationId xmlns:a16="http://schemas.microsoft.com/office/drawing/2014/main" id="{A3EB4280-7A5D-4341-B873-31506CAF54D3}"/>
                  </a:ext>
                </a:extLst>
              </p:cNvPr>
              <p:cNvSpPr>
                <a:spLocks/>
              </p:cNvSpPr>
              <p:nvPr/>
            </p:nvSpPr>
            <p:spPr bwMode="auto">
              <a:xfrm>
                <a:off x="4612307" y="3823796"/>
                <a:ext cx="55208" cy="18821"/>
              </a:xfrm>
              <a:custGeom>
                <a:avLst/>
                <a:gdLst>
                  <a:gd name="T0" fmla="*/ 12 w 24"/>
                  <a:gd name="T1" fmla="*/ 5 h 8"/>
                  <a:gd name="T2" fmla="*/ 19 w 24"/>
                  <a:gd name="T3" fmla="*/ 7 h 8"/>
                  <a:gd name="T4" fmla="*/ 24 w 24"/>
                  <a:gd name="T5" fmla="*/ 6 h 8"/>
                  <a:gd name="T6" fmla="*/ 19 w 24"/>
                  <a:gd name="T7" fmla="*/ 5 h 8"/>
                  <a:gd name="T8" fmla="*/ 12 w 24"/>
                  <a:gd name="T9" fmla="*/ 2 h 8"/>
                  <a:gd name="T10" fmla="*/ 1 w 24"/>
                  <a:gd name="T11" fmla="*/ 4 h 8"/>
                  <a:gd name="T12" fmla="*/ 0 w 24"/>
                  <a:gd name="T13" fmla="*/ 8 h 8"/>
                  <a:gd name="T14" fmla="*/ 3 w 24"/>
                  <a:gd name="T15" fmla="*/ 8 h 8"/>
                  <a:gd name="T16" fmla="*/ 12 w 24"/>
                  <a:gd name="T1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8">
                    <a:moveTo>
                      <a:pt x="12" y="5"/>
                    </a:moveTo>
                    <a:cubicBezTo>
                      <a:pt x="14" y="4"/>
                      <a:pt x="16" y="7"/>
                      <a:pt x="19" y="7"/>
                    </a:cubicBezTo>
                    <a:cubicBezTo>
                      <a:pt x="21" y="7"/>
                      <a:pt x="24" y="6"/>
                      <a:pt x="24" y="6"/>
                    </a:cubicBezTo>
                    <a:cubicBezTo>
                      <a:pt x="24" y="6"/>
                      <a:pt x="23" y="5"/>
                      <a:pt x="19" y="5"/>
                    </a:cubicBezTo>
                    <a:cubicBezTo>
                      <a:pt x="15" y="5"/>
                      <a:pt x="15" y="0"/>
                      <a:pt x="12" y="2"/>
                    </a:cubicBezTo>
                    <a:cubicBezTo>
                      <a:pt x="8" y="4"/>
                      <a:pt x="6" y="4"/>
                      <a:pt x="1" y="4"/>
                    </a:cubicBezTo>
                    <a:cubicBezTo>
                      <a:pt x="1" y="5"/>
                      <a:pt x="1" y="7"/>
                      <a:pt x="0" y="8"/>
                    </a:cubicBezTo>
                    <a:cubicBezTo>
                      <a:pt x="2" y="8"/>
                      <a:pt x="2" y="8"/>
                      <a:pt x="3" y="8"/>
                    </a:cubicBezTo>
                    <a:cubicBezTo>
                      <a:pt x="5" y="8"/>
                      <a:pt x="10" y="7"/>
                      <a:pt x="12"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4" name="Freeform 20">
                <a:extLst>
                  <a:ext uri="{FF2B5EF4-FFF2-40B4-BE49-F238E27FC236}">
                    <a16:creationId xmlns:a16="http://schemas.microsoft.com/office/drawing/2014/main" id="{7ACB97B2-81D6-49C3-AE4E-BEE2BCAE24C3}"/>
                  </a:ext>
                </a:extLst>
              </p:cNvPr>
              <p:cNvSpPr>
                <a:spLocks/>
              </p:cNvSpPr>
              <p:nvPr/>
            </p:nvSpPr>
            <p:spPr bwMode="auto">
              <a:xfrm>
                <a:off x="4599759" y="3772353"/>
                <a:ext cx="111671" cy="87831"/>
              </a:xfrm>
              <a:custGeom>
                <a:avLst/>
                <a:gdLst>
                  <a:gd name="T0" fmla="*/ 11 w 48"/>
                  <a:gd name="T1" fmla="*/ 36 h 38"/>
                  <a:gd name="T2" fmla="*/ 16 w 48"/>
                  <a:gd name="T3" fmla="*/ 34 h 38"/>
                  <a:gd name="T4" fmla="*/ 27 w 48"/>
                  <a:gd name="T5" fmla="*/ 33 h 38"/>
                  <a:gd name="T6" fmla="*/ 30 w 48"/>
                  <a:gd name="T7" fmla="*/ 34 h 38"/>
                  <a:gd name="T8" fmla="*/ 30 w 48"/>
                  <a:gd name="T9" fmla="*/ 33 h 38"/>
                  <a:gd name="T10" fmla="*/ 35 w 48"/>
                  <a:gd name="T11" fmla="*/ 36 h 38"/>
                  <a:gd name="T12" fmla="*/ 47 w 48"/>
                  <a:gd name="T13" fmla="*/ 36 h 38"/>
                  <a:gd name="T14" fmla="*/ 48 w 48"/>
                  <a:gd name="T15" fmla="*/ 36 h 38"/>
                  <a:gd name="T16" fmla="*/ 48 w 48"/>
                  <a:gd name="T17" fmla="*/ 31 h 38"/>
                  <a:gd name="T18" fmla="*/ 44 w 48"/>
                  <a:gd name="T19" fmla="*/ 26 h 38"/>
                  <a:gd name="T20" fmla="*/ 42 w 48"/>
                  <a:gd name="T21" fmla="*/ 21 h 38"/>
                  <a:gd name="T22" fmla="*/ 41 w 48"/>
                  <a:gd name="T23" fmla="*/ 18 h 38"/>
                  <a:gd name="T24" fmla="*/ 36 w 48"/>
                  <a:gd name="T25" fmla="*/ 13 h 38"/>
                  <a:gd name="T26" fmla="*/ 31 w 48"/>
                  <a:gd name="T27" fmla="*/ 5 h 38"/>
                  <a:gd name="T28" fmla="*/ 28 w 48"/>
                  <a:gd name="T29" fmla="*/ 5 h 38"/>
                  <a:gd name="T30" fmla="*/ 23 w 48"/>
                  <a:gd name="T31" fmla="*/ 2 h 38"/>
                  <a:gd name="T32" fmla="*/ 17 w 48"/>
                  <a:gd name="T33" fmla="*/ 2 h 38"/>
                  <a:gd name="T34" fmla="*/ 10 w 48"/>
                  <a:gd name="T35" fmla="*/ 2 h 38"/>
                  <a:gd name="T36" fmla="*/ 5 w 48"/>
                  <a:gd name="T37" fmla="*/ 6 h 38"/>
                  <a:gd name="T38" fmla="*/ 5 w 48"/>
                  <a:gd name="T39" fmla="*/ 6 h 38"/>
                  <a:gd name="T40" fmla="*/ 3 w 48"/>
                  <a:gd name="T41" fmla="*/ 13 h 38"/>
                  <a:gd name="T42" fmla="*/ 6 w 48"/>
                  <a:gd name="T43" fmla="*/ 24 h 38"/>
                  <a:gd name="T44" fmla="*/ 6 w 48"/>
                  <a:gd name="T45" fmla="*/ 26 h 38"/>
                  <a:gd name="T46" fmla="*/ 17 w 48"/>
                  <a:gd name="T47" fmla="*/ 24 h 38"/>
                  <a:gd name="T48" fmla="*/ 24 w 48"/>
                  <a:gd name="T49" fmla="*/ 27 h 38"/>
                  <a:gd name="T50" fmla="*/ 29 w 48"/>
                  <a:gd name="T51" fmla="*/ 28 h 38"/>
                  <a:gd name="T52" fmla="*/ 24 w 48"/>
                  <a:gd name="T53" fmla="*/ 29 h 38"/>
                  <a:gd name="T54" fmla="*/ 17 w 48"/>
                  <a:gd name="T55" fmla="*/ 27 h 38"/>
                  <a:gd name="T56" fmla="*/ 8 w 48"/>
                  <a:gd name="T57" fmla="*/ 30 h 38"/>
                  <a:gd name="T58" fmla="*/ 5 w 48"/>
                  <a:gd name="T59" fmla="*/ 30 h 38"/>
                  <a:gd name="T60" fmla="*/ 6 w 48"/>
                  <a:gd name="T61" fmla="*/ 34 h 38"/>
                  <a:gd name="T62" fmla="*/ 7 w 48"/>
                  <a:gd name="T63" fmla="*/ 35 h 38"/>
                  <a:gd name="T64" fmla="*/ 11 w 48"/>
                  <a:gd name="T65" fmla="*/ 3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 h="38">
                    <a:moveTo>
                      <a:pt x="11" y="36"/>
                    </a:moveTo>
                    <a:cubicBezTo>
                      <a:pt x="13" y="36"/>
                      <a:pt x="16" y="34"/>
                      <a:pt x="16" y="34"/>
                    </a:cubicBezTo>
                    <a:cubicBezTo>
                      <a:pt x="16" y="34"/>
                      <a:pt x="26" y="34"/>
                      <a:pt x="27" y="33"/>
                    </a:cubicBezTo>
                    <a:cubicBezTo>
                      <a:pt x="28" y="33"/>
                      <a:pt x="29" y="34"/>
                      <a:pt x="30" y="34"/>
                    </a:cubicBezTo>
                    <a:cubicBezTo>
                      <a:pt x="30" y="34"/>
                      <a:pt x="30" y="33"/>
                      <a:pt x="30" y="33"/>
                    </a:cubicBezTo>
                    <a:cubicBezTo>
                      <a:pt x="30" y="33"/>
                      <a:pt x="35" y="34"/>
                      <a:pt x="35" y="36"/>
                    </a:cubicBezTo>
                    <a:cubicBezTo>
                      <a:pt x="36" y="37"/>
                      <a:pt x="43" y="38"/>
                      <a:pt x="47" y="36"/>
                    </a:cubicBezTo>
                    <a:cubicBezTo>
                      <a:pt x="47" y="36"/>
                      <a:pt x="48" y="36"/>
                      <a:pt x="48" y="36"/>
                    </a:cubicBezTo>
                    <a:cubicBezTo>
                      <a:pt x="48" y="34"/>
                      <a:pt x="48" y="32"/>
                      <a:pt x="48" y="31"/>
                    </a:cubicBezTo>
                    <a:cubicBezTo>
                      <a:pt x="48" y="30"/>
                      <a:pt x="45" y="27"/>
                      <a:pt x="44" y="26"/>
                    </a:cubicBezTo>
                    <a:cubicBezTo>
                      <a:pt x="42" y="24"/>
                      <a:pt x="42" y="21"/>
                      <a:pt x="42" y="21"/>
                    </a:cubicBezTo>
                    <a:cubicBezTo>
                      <a:pt x="41" y="18"/>
                      <a:pt x="41" y="18"/>
                      <a:pt x="41" y="18"/>
                    </a:cubicBezTo>
                    <a:cubicBezTo>
                      <a:pt x="41" y="18"/>
                      <a:pt x="40" y="14"/>
                      <a:pt x="36" y="13"/>
                    </a:cubicBezTo>
                    <a:cubicBezTo>
                      <a:pt x="33" y="12"/>
                      <a:pt x="31" y="5"/>
                      <a:pt x="31" y="5"/>
                    </a:cubicBezTo>
                    <a:cubicBezTo>
                      <a:pt x="28" y="5"/>
                      <a:pt x="28" y="5"/>
                      <a:pt x="28" y="5"/>
                    </a:cubicBezTo>
                    <a:cubicBezTo>
                      <a:pt x="28" y="5"/>
                      <a:pt x="26" y="3"/>
                      <a:pt x="23" y="2"/>
                    </a:cubicBezTo>
                    <a:cubicBezTo>
                      <a:pt x="21" y="0"/>
                      <a:pt x="17" y="2"/>
                      <a:pt x="17" y="2"/>
                    </a:cubicBezTo>
                    <a:cubicBezTo>
                      <a:pt x="17" y="2"/>
                      <a:pt x="13" y="3"/>
                      <a:pt x="10" y="2"/>
                    </a:cubicBezTo>
                    <a:cubicBezTo>
                      <a:pt x="7" y="2"/>
                      <a:pt x="8" y="5"/>
                      <a:pt x="5" y="6"/>
                    </a:cubicBezTo>
                    <a:cubicBezTo>
                      <a:pt x="5" y="6"/>
                      <a:pt x="5" y="6"/>
                      <a:pt x="5" y="6"/>
                    </a:cubicBezTo>
                    <a:cubicBezTo>
                      <a:pt x="5" y="8"/>
                      <a:pt x="4" y="11"/>
                      <a:pt x="3" y="13"/>
                    </a:cubicBezTo>
                    <a:cubicBezTo>
                      <a:pt x="0" y="17"/>
                      <a:pt x="4" y="22"/>
                      <a:pt x="6" y="24"/>
                    </a:cubicBezTo>
                    <a:cubicBezTo>
                      <a:pt x="6" y="24"/>
                      <a:pt x="7" y="25"/>
                      <a:pt x="6" y="26"/>
                    </a:cubicBezTo>
                    <a:cubicBezTo>
                      <a:pt x="11" y="26"/>
                      <a:pt x="13" y="26"/>
                      <a:pt x="17" y="24"/>
                    </a:cubicBezTo>
                    <a:cubicBezTo>
                      <a:pt x="20" y="22"/>
                      <a:pt x="20" y="27"/>
                      <a:pt x="24" y="27"/>
                    </a:cubicBezTo>
                    <a:cubicBezTo>
                      <a:pt x="28" y="27"/>
                      <a:pt x="29" y="28"/>
                      <a:pt x="29" y="28"/>
                    </a:cubicBezTo>
                    <a:cubicBezTo>
                      <a:pt x="29" y="28"/>
                      <a:pt x="26" y="29"/>
                      <a:pt x="24" y="29"/>
                    </a:cubicBezTo>
                    <a:cubicBezTo>
                      <a:pt x="21" y="29"/>
                      <a:pt x="19" y="26"/>
                      <a:pt x="17" y="27"/>
                    </a:cubicBezTo>
                    <a:cubicBezTo>
                      <a:pt x="15" y="29"/>
                      <a:pt x="10" y="30"/>
                      <a:pt x="8" y="30"/>
                    </a:cubicBezTo>
                    <a:cubicBezTo>
                      <a:pt x="7" y="30"/>
                      <a:pt x="7" y="30"/>
                      <a:pt x="5" y="30"/>
                    </a:cubicBezTo>
                    <a:cubicBezTo>
                      <a:pt x="5" y="32"/>
                      <a:pt x="5" y="33"/>
                      <a:pt x="6" y="34"/>
                    </a:cubicBezTo>
                    <a:cubicBezTo>
                      <a:pt x="7" y="34"/>
                      <a:pt x="7" y="35"/>
                      <a:pt x="7" y="35"/>
                    </a:cubicBezTo>
                    <a:cubicBezTo>
                      <a:pt x="11" y="34"/>
                      <a:pt x="10" y="36"/>
                      <a:pt x="11" y="3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5" name="Freeform 21">
                <a:extLst>
                  <a:ext uri="{FF2B5EF4-FFF2-40B4-BE49-F238E27FC236}">
                    <a16:creationId xmlns:a16="http://schemas.microsoft.com/office/drawing/2014/main" id="{6E767A31-D2EC-4C31-8A0F-FCA2A8034DBE}"/>
                  </a:ext>
                </a:extLst>
              </p:cNvPr>
              <p:cNvSpPr>
                <a:spLocks/>
              </p:cNvSpPr>
              <p:nvPr/>
            </p:nvSpPr>
            <p:spPr bwMode="auto">
              <a:xfrm>
                <a:off x="4616071" y="3848891"/>
                <a:ext cx="52698" cy="32623"/>
              </a:xfrm>
              <a:custGeom>
                <a:avLst/>
                <a:gdLst>
                  <a:gd name="T0" fmla="*/ 12 w 23"/>
                  <a:gd name="T1" fmla="*/ 13 h 14"/>
                  <a:gd name="T2" fmla="*/ 18 w 23"/>
                  <a:gd name="T3" fmla="*/ 9 h 14"/>
                  <a:gd name="T4" fmla="*/ 21 w 23"/>
                  <a:gd name="T5" fmla="*/ 8 h 14"/>
                  <a:gd name="T6" fmla="*/ 21 w 23"/>
                  <a:gd name="T7" fmla="*/ 4 h 14"/>
                  <a:gd name="T8" fmla="*/ 23 w 23"/>
                  <a:gd name="T9" fmla="*/ 1 h 14"/>
                  <a:gd name="T10" fmla="*/ 20 w 23"/>
                  <a:gd name="T11" fmla="*/ 0 h 14"/>
                  <a:gd name="T12" fmla="*/ 9 w 23"/>
                  <a:gd name="T13" fmla="*/ 1 h 14"/>
                  <a:gd name="T14" fmla="*/ 4 w 23"/>
                  <a:gd name="T15" fmla="*/ 3 h 14"/>
                  <a:gd name="T16" fmla="*/ 0 w 23"/>
                  <a:gd name="T17" fmla="*/ 2 h 14"/>
                  <a:gd name="T18" fmla="*/ 7 w 23"/>
                  <a:gd name="T19" fmla="*/ 7 h 14"/>
                  <a:gd name="T20" fmla="*/ 10 w 23"/>
                  <a:gd name="T21" fmla="*/ 13 h 14"/>
                  <a:gd name="T22" fmla="*/ 11 w 23"/>
                  <a:gd name="T23" fmla="*/ 14 h 14"/>
                  <a:gd name="T24" fmla="*/ 12 w 23"/>
                  <a:gd name="T25"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 h="14">
                    <a:moveTo>
                      <a:pt x="12" y="13"/>
                    </a:moveTo>
                    <a:cubicBezTo>
                      <a:pt x="14" y="12"/>
                      <a:pt x="17" y="8"/>
                      <a:pt x="18" y="9"/>
                    </a:cubicBezTo>
                    <a:cubicBezTo>
                      <a:pt x="20" y="10"/>
                      <a:pt x="21" y="8"/>
                      <a:pt x="21" y="8"/>
                    </a:cubicBezTo>
                    <a:cubicBezTo>
                      <a:pt x="21" y="7"/>
                      <a:pt x="19" y="5"/>
                      <a:pt x="21" y="4"/>
                    </a:cubicBezTo>
                    <a:cubicBezTo>
                      <a:pt x="22" y="4"/>
                      <a:pt x="22" y="2"/>
                      <a:pt x="23" y="1"/>
                    </a:cubicBezTo>
                    <a:cubicBezTo>
                      <a:pt x="22" y="1"/>
                      <a:pt x="21" y="0"/>
                      <a:pt x="20" y="0"/>
                    </a:cubicBezTo>
                    <a:cubicBezTo>
                      <a:pt x="19" y="1"/>
                      <a:pt x="9" y="1"/>
                      <a:pt x="9" y="1"/>
                    </a:cubicBezTo>
                    <a:cubicBezTo>
                      <a:pt x="9" y="1"/>
                      <a:pt x="6" y="3"/>
                      <a:pt x="4" y="3"/>
                    </a:cubicBezTo>
                    <a:cubicBezTo>
                      <a:pt x="3" y="3"/>
                      <a:pt x="4" y="1"/>
                      <a:pt x="0" y="2"/>
                    </a:cubicBezTo>
                    <a:cubicBezTo>
                      <a:pt x="2" y="5"/>
                      <a:pt x="2" y="6"/>
                      <a:pt x="7" y="7"/>
                    </a:cubicBezTo>
                    <a:cubicBezTo>
                      <a:pt x="11" y="8"/>
                      <a:pt x="6" y="11"/>
                      <a:pt x="10" y="13"/>
                    </a:cubicBezTo>
                    <a:cubicBezTo>
                      <a:pt x="10" y="13"/>
                      <a:pt x="11" y="14"/>
                      <a:pt x="11" y="14"/>
                    </a:cubicBezTo>
                    <a:cubicBezTo>
                      <a:pt x="11" y="13"/>
                      <a:pt x="12" y="13"/>
                      <a:pt x="12"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6" name="Freeform 22">
                <a:extLst>
                  <a:ext uri="{FF2B5EF4-FFF2-40B4-BE49-F238E27FC236}">
                    <a16:creationId xmlns:a16="http://schemas.microsoft.com/office/drawing/2014/main" id="{D22E562F-F50A-4B34-8D0A-49DB668C5F47}"/>
                  </a:ext>
                </a:extLst>
              </p:cNvPr>
              <p:cNvSpPr>
                <a:spLocks/>
              </p:cNvSpPr>
              <p:nvPr/>
            </p:nvSpPr>
            <p:spPr bwMode="auto">
              <a:xfrm>
                <a:off x="5190735" y="3876495"/>
                <a:ext cx="228360" cy="161860"/>
              </a:xfrm>
              <a:custGeom>
                <a:avLst/>
                <a:gdLst>
                  <a:gd name="T0" fmla="*/ 91 w 99"/>
                  <a:gd name="T1" fmla="*/ 40 h 70"/>
                  <a:gd name="T2" fmla="*/ 88 w 99"/>
                  <a:gd name="T3" fmla="*/ 35 h 70"/>
                  <a:gd name="T4" fmla="*/ 83 w 99"/>
                  <a:gd name="T5" fmla="*/ 30 h 70"/>
                  <a:gd name="T6" fmla="*/ 80 w 99"/>
                  <a:gd name="T7" fmla="*/ 25 h 70"/>
                  <a:gd name="T8" fmla="*/ 74 w 99"/>
                  <a:gd name="T9" fmla="*/ 22 h 70"/>
                  <a:gd name="T10" fmla="*/ 73 w 99"/>
                  <a:gd name="T11" fmla="*/ 20 h 70"/>
                  <a:gd name="T12" fmla="*/ 69 w 99"/>
                  <a:gd name="T13" fmla="*/ 19 h 70"/>
                  <a:gd name="T14" fmla="*/ 70 w 99"/>
                  <a:gd name="T15" fmla="*/ 16 h 70"/>
                  <a:gd name="T16" fmla="*/ 70 w 99"/>
                  <a:gd name="T17" fmla="*/ 9 h 70"/>
                  <a:gd name="T18" fmla="*/ 64 w 99"/>
                  <a:gd name="T19" fmla="*/ 2 h 70"/>
                  <a:gd name="T20" fmla="*/ 62 w 99"/>
                  <a:gd name="T21" fmla="*/ 1 h 70"/>
                  <a:gd name="T22" fmla="*/ 56 w 99"/>
                  <a:gd name="T23" fmla="*/ 4 h 70"/>
                  <a:gd name="T24" fmla="*/ 54 w 99"/>
                  <a:gd name="T25" fmla="*/ 8 h 70"/>
                  <a:gd name="T26" fmla="*/ 46 w 99"/>
                  <a:gd name="T27" fmla="*/ 16 h 70"/>
                  <a:gd name="T28" fmla="*/ 35 w 99"/>
                  <a:gd name="T29" fmla="*/ 18 h 70"/>
                  <a:gd name="T30" fmla="*/ 34 w 99"/>
                  <a:gd name="T31" fmla="*/ 23 h 70"/>
                  <a:gd name="T32" fmla="*/ 27 w 99"/>
                  <a:gd name="T33" fmla="*/ 26 h 70"/>
                  <a:gd name="T34" fmla="*/ 18 w 99"/>
                  <a:gd name="T35" fmla="*/ 29 h 70"/>
                  <a:gd name="T36" fmla="*/ 13 w 99"/>
                  <a:gd name="T37" fmla="*/ 29 h 70"/>
                  <a:gd name="T38" fmla="*/ 9 w 99"/>
                  <a:gd name="T39" fmla="*/ 31 h 70"/>
                  <a:gd name="T40" fmla="*/ 8 w 99"/>
                  <a:gd name="T41" fmla="*/ 30 h 70"/>
                  <a:gd name="T42" fmla="*/ 4 w 99"/>
                  <a:gd name="T43" fmla="*/ 35 h 70"/>
                  <a:gd name="T44" fmla="*/ 0 w 99"/>
                  <a:gd name="T45" fmla="*/ 43 h 70"/>
                  <a:gd name="T46" fmla="*/ 1 w 99"/>
                  <a:gd name="T47" fmla="*/ 50 h 70"/>
                  <a:gd name="T48" fmla="*/ 3 w 99"/>
                  <a:gd name="T49" fmla="*/ 56 h 70"/>
                  <a:gd name="T50" fmla="*/ 5 w 99"/>
                  <a:gd name="T51" fmla="*/ 61 h 70"/>
                  <a:gd name="T52" fmla="*/ 6 w 99"/>
                  <a:gd name="T53" fmla="*/ 64 h 70"/>
                  <a:gd name="T54" fmla="*/ 12 w 99"/>
                  <a:gd name="T55" fmla="*/ 69 h 70"/>
                  <a:gd name="T56" fmla="*/ 13 w 99"/>
                  <a:gd name="T57" fmla="*/ 70 h 70"/>
                  <a:gd name="T58" fmla="*/ 14 w 99"/>
                  <a:gd name="T59" fmla="*/ 69 h 70"/>
                  <a:gd name="T60" fmla="*/ 15 w 99"/>
                  <a:gd name="T61" fmla="*/ 63 h 70"/>
                  <a:gd name="T62" fmla="*/ 19 w 99"/>
                  <a:gd name="T63" fmla="*/ 62 h 70"/>
                  <a:gd name="T64" fmla="*/ 23 w 99"/>
                  <a:gd name="T65" fmla="*/ 61 h 70"/>
                  <a:gd name="T66" fmla="*/ 30 w 99"/>
                  <a:gd name="T67" fmla="*/ 62 h 70"/>
                  <a:gd name="T68" fmla="*/ 30 w 99"/>
                  <a:gd name="T69" fmla="*/ 57 h 70"/>
                  <a:gd name="T70" fmla="*/ 38 w 99"/>
                  <a:gd name="T71" fmla="*/ 50 h 70"/>
                  <a:gd name="T72" fmla="*/ 45 w 99"/>
                  <a:gd name="T73" fmla="*/ 55 h 70"/>
                  <a:gd name="T74" fmla="*/ 60 w 99"/>
                  <a:gd name="T75" fmla="*/ 58 h 70"/>
                  <a:gd name="T76" fmla="*/ 63 w 99"/>
                  <a:gd name="T77" fmla="*/ 52 h 70"/>
                  <a:gd name="T78" fmla="*/ 69 w 99"/>
                  <a:gd name="T79" fmla="*/ 52 h 70"/>
                  <a:gd name="T80" fmla="*/ 77 w 99"/>
                  <a:gd name="T81" fmla="*/ 50 h 70"/>
                  <a:gd name="T82" fmla="*/ 84 w 99"/>
                  <a:gd name="T83" fmla="*/ 49 h 70"/>
                  <a:gd name="T84" fmla="*/ 93 w 99"/>
                  <a:gd name="T85" fmla="*/ 50 h 70"/>
                  <a:gd name="T86" fmla="*/ 99 w 99"/>
                  <a:gd name="T87" fmla="*/ 49 h 70"/>
                  <a:gd name="T88" fmla="*/ 97 w 99"/>
                  <a:gd name="T89" fmla="*/ 44 h 70"/>
                  <a:gd name="T90" fmla="*/ 91 w 99"/>
                  <a:gd name="T91"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70">
                    <a:moveTo>
                      <a:pt x="91" y="40"/>
                    </a:moveTo>
                    <a:cubicBezTo>
                      <a:pt x="91" y="39"/>
                      <a:pt x="91" y="37"/>
                      <a:pt x="88" y="35"/>
                    </a:cubicBezTo>
                    <a:cubicBezTo>
                      <a:pt x="85" y="32"/>
                      <a:pt x="83" y="32"/>
                      <a:pt x="83" y="30"/>
                    </a:cubicBezTo>
                    <a:cubicBezTo>
                      <a:pt x="83" y="29"/>
                      <a:pt x="82" y="28"/>
                      <a:pt x="80" y="25"/>
                    </a:cubicBezTo>
                    <a:cubicBezTo>
                      <a:pt x="77" y="22"/>
                      <a:pt x="74" y="22"/>
                      <a:pt x="74" y="22"/>
                    </a:cubicBezTo>
                    <a:cubicBezTo>
                      <a:pt x="73" y="20"/>
                      <a:pt x="73" y="20"/>
                      <a:pt x="73" y="20"/>
                    </a:cubicBezTo>
                    <a:cubicBezTo>
                      <a:pt x="69" y="19"/>
                      <a:pt x="69" y="19"/>
                      <a:pt x="69" y="19"/>
                    </a:cubicBezTo>
                    <a:cubicBezTo>
                      <a:pt x="69" y="19"/>
                      <a:pt x="67" y="18"/>
                      <a:pt x="70" y="16"/>
                    </a:cubicBezTo>
                    <a:cubicBezTo>
                      <a:pt x="73" y="15"/>
                      <a:pt x="70" y="11"/>
                      <a:pt x="70" y="9"/>
                    </a:cubicBezTo>
                    <a:cubicBezTo>
                      <a:pt x="69" y="8"/>
                      <a:pt x="65" y="3"/>
                      <a:pt x="64" y="2"/>
                    </a:cubicBezTo>
                    <a:cubicBezTo>
                      <a:pt x="63" y="2"/>
                      <a:pt x="63" y="2"/>
                      <a:pt x="62" y="1"/>
                    </a:cubicBezTo>
                    <a:cubicBezTo>
                      <a:pt x="61" y="0"/>
                      <a:pt x="57" y="2"/>
                      <a:pt x="56" y="4"/>
                    </a:cubicBezTo>
                    <a:cubicBezTo>
                      <a:pt x="54" y="6"/>
                      <a:pt x="55" y="7"/>
                      <a:pt x="54" y="8"/>
                    </a:cubicBezTo>
                    <a:cubicBezTo>
                      <a:pt x="53" y="9"/>
                      <a:pt x="49" y="13"/>
                      <a:pt x="46" y="16"/>
                    </a:cubicBezTo>
                    <a:cubicBezTo>
                      <a:pt x="44" y="19"/>
                      <a:pt x="37" y="17"/>
                      <a:pt x="35" y="18"/>
                    </a:cubicBezTo>
                    <a:cubicBezTo>
                      <a:pt x="33" y="19"/>
                      <a:pt x="36" y="21"/>
                      <a:pt x="34" y="23"/>
                    </a:cubicBezTo>
                    <a:cubicBezTo>
                      <a:pt x="33" y="24"/>
                      <a:pt x="29" y="26"/>
                      <a:pt x="27" y="26"/>
                    </a:cubicBezTo>
                    <a:cubicBezTo>
                      <a:pt x="26" y="27"/>
                      <a:pt x="20" y="27"/>
                      <a:pt x="18" y="29"/>
                    </a:cubicBezTo>
                    <a:cubicBezTo>
                      <a:pt x="17" y="31"/>
                      <a:pt x="15" y="27"/>
                      <a:pt x="13" y="29"/>
                    </a:cubicBezTo>
                    <a:cubicBezTo>
                      <a:pt x="12" y="31"/>
                      <a:pt x="10" y="32"/>
                      <a:pt x="9" y="31"/>
                    </a:cubicBezTo>
                    <a:cubicBezTo>
                      <a:pt x="8" y="31"/>
                      <a:pt x="8" y="30"/>
                      <a:pt x="8" y="30"/>
                    </a:cubicBezTo>
                    <a:cubicBezTo>
                      <a:pt x="6" y="31"/>
                      <a:pt x="5" y="33"/>
                      <a:pt x="4" y="35"/>
                    </a:cubicBezTo>
                    <a:cubicBezTo>
                      <a:pt x="3" y="38"/>
                      <a:pt x="0" y="41"/>
                      <a:pt x="0" y="43"/>
                    </a:cubicBezTo>
                    <a:cubicBezTo>
                      <a:pt x="0" y="45"/>
                      <a:pt x="1" y="47"/>
                      <a:pt x="1" y="50"/>
                    </a:cubicBezTo>
                    <a:cubicBezTo>
                      <a:pt x="1" y="52"/>
                      <a:pt x="2" y="54"/>
                      <a:pt x="3" y="56"/>
                    </a:cubicBezTo>
                    <a:cubicBezTo>
                      <a:pt x="5" y="58"/>
                      <a:pt x="5" y="61"/>
                      <a:pt x="5" y="61"/>
                    </a:cubicBezTo>
                    <a:cubicBezTo>
                      <a:pt x="5" y="61"/>
                      <a:pt x="5" y="62"/>
                      <a:pt x="6" y="64"/>
                    </a:cubicBezTo>
                    <a:cubicBezTo>
                      <a:pt x="8" y="65"/>
                      <a:pt x="11" y="67"/>
                      <a:pt x="12" y="69"/>
                    </a:cubicBezTo>
                    <a:cubicBezTo>
                      <a:pt x="12" y="69"/>
                      <a:pt x="12" y="70"/>
                      <a:pt x="13" y="70"/>
                    </a:cubicBezTo>
                    <a:cubicBezTo>
                      <a:pt x="13" y="70"/>
                      <a:pt x="13" y="70"/>
                      <a:pt x="14" y="69"/>
                    </a:cubicBezTo>
                    <a:cubicBezTo>
                      <a:pt x="15" y="67"/>
                      <a:pt x="15" y="63"/>
                      <a:pt x="15" y="63"/>
                    </a:cubicBezTo>
                    <a:cubicBezTo>
                      <a:pt x="19" y="62"/>
                      <a:pt x="19" y="62"/>
                      <a:pt x="19" y="62"/>
                    </a:cubicBezTo>
                    <a:cubicBezTo>
                      <a:pt x="23" y="61"/>
                      <a:pt x="23" y="61"/>
                      <a:pt x="23" y="61"/>
                    </a:cubicBezTo>
                    <a:cubicBezTo>
                      <a:pt x="30" y="62"/>
                      <a:pt x="30" y="62"/>
                      <a:pt x="30" y="62"/>
                    </a:cubicBezTo>
                    <a:cubicBezTo>
                      <a:pt x="30" y="57"/>
                      <a:pt x="30" y="57"/>
                      <a:pt x="30" y="57"/>
                    </a:cubicBezTo>
                    <a:cubicBezTo>
                      <a:pt x="30" y="57"/>
                      <a:pt x="35" y="50"/>
                      <a:pt x="38" y="50"/>
                    </a:cubicBezTo>
                    <a:cubicBezTo>
                      <a:pt x="42" y="50"/>
                      <a:pt x="45" y="55"/>
                      <a:pt x="45" y="55"/>
                    </a:cubicBezTo>
                    <a:cubicBezTo>
                      <a:pt x="60" y="58"/>
                      <a:pt x="60" y="58"/>
                      <a:pt x="60" y="58"/>
                    </a:cubicBezTo>
                    <a:cubicBezTo>
                      <a:pt x="60" y="58"/>
                      <a:pt x="61" y="53"/>
                      <a:pt x="63" y="52"/>
                    </a:cubicBezTo>
                    <a:cubicBezTo>
                      <a:pt x="64" y="51"/>
                      <a:pt x="67" y="53"/>
                      <a:pt x="69" y="52"/>
                    </a:cubicBezTo>
                    <a:cubicBezTo>
                      <a:pt x="71" y="51"/>
                      <a:pt x="74" y="50"/>
                      <a:pt x="77" y="50"/>
                    </a:cubicBezTo>
                    <a:cubicBezTo>
                      <a:pt x="81" y="50"/>
                      <a:pt x="82" y="52"/>
                      <a:pt x="84" y="49"/>
                    </a:cubicBezTo>
                    <a:cubicBezTo>
                      <a:pt x="85" y="46"/>
                      <a:pt x="93" y="50"/>
                      <a:pt x="93" y="50"/>
                    </a:cubicBezTo>
                    <a:cubicBezTo>
                      <a:pt x="99" y="49"/>
                      <a:pt x="99" y="49"/>
                      <a:pt x="99" y="49"/>
                    </a:cubicBezTo>
                    <a:cubicBezTo>
                      <a:pt x="97" y="44"/>
                      <a:pt x="97" y="44"/>
                      <a:pt x="97" y="44"/>
                    </a:cubicBezTo>
                    <a:cubicBezTo>
                      <a:pt x="97" y="44"/>
                      <a:pt x="91" y="42"/>
                      <a:pt x="91" y="4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 name="Freeform 23">
                <a:extLst>
                  <a:ext uri="{FF2B5EF4-FFF2-40B4-BE49-F238E27FC236}">
                    <a16:creationId xmlns:a16="http://schemas.microsoft.com/office/drawing/2014/main" id="{E6613EBA-CBB4-407C-8806-B431A840661F}"/>
                  </a:ext>
                </a:extLst>
              </p:cNvPr>
              <p:cNvSpPr>
                <a:spLocks/>
              </p:cNvSpPr>
              <p:nvPr/>
            </p:nvSpPr>
            <p:spPr bwMode="auto">
              <a:xfrm>
                <a:off x="4973668" y="3826306"/>
                <a:ext cx="220832" cy="181935"/>
              </a:xfrm>
              <a:custGeom>
                <a:avLst/>
                <a:gdLst>
                  <a:gd name="T0" fmla="*/ 59 w 96"/>
                  <a:gd name="T1" fmla="*/ 58 h 79"/>
                  <a:gd name="T2" fmla="*/ 64 w 96"/>
                  <a:gd name="T3" fmla="*/ 57 h 79"/>
                  <a:gd name="T4" fmla="*/ 69 w 96"/>
                  <a:gd name="T5" fmla="*/ 61 h 79"/>
                  <a:gd name="T6" fmla="*/ 73 w 96"/>
                  <a:gd name="T7" fmla="*/ 57 h 79"/>
                  <a:gd name="T8" fmla="*/ 79 w 96"/>
                  <a:gd name="T9" fmla="*/ 45 h 79"/>
                  <a:gd name="T10" fmla="*/ 83 w 96"/>
                  <a:gd name="T11" fmla="*/ 40 h 79"/>
                  <a:gd name="T12" fmla="*/ 83 w 96"/>
                  <a:gd name="T13" fmla="*/ 36 h 79"/>
                  <a:gd name="T14" fmla="*/ 85 w 96"/>
                  <a:gd name="T15" fmla="*/ 31 h 79"/>
                  <a:gd name="T16" fmla="*/ 90 w 96"/>
                  <a:gd name="T17" fmla="*/ 22 h 79"/>
                  <a:gd name="T18" fmla="*/ 95 w 96"/>
                  <a:gd name="T19" fmla="*/ 19 h 79"/>
                  <a:gd name="T20" fmla="*/ 94 w 96"/>
                  <a:gd name="T21" fmla="*/ 14 h 79"/>
                  <a:gd name="T22" fmla="*/ 91 w 96"/>
                  <a:gd name="T23" fmla="*/ 11 h 79"/>
                  <a:gd name="T24" fmla="*/ 92 w 96"/>
                  <a:gd name="T25" fmla="*/ 7 h 79"/>
                  <a:gd name="T26" fmla="*/ 88 w 96"/>
                  <a:gd name="T27" fmla="*/ 3 h 79"/>
                  <a:gd name="T28" fmla="*/ 86 w 96"/>
                  <a:gd name="T29" fmla="*/ 2 h 79"/>
                  <a:gd name="T30" fmla="*/ 80 w 96"/>
                  <a:gd name="T31" fmla="*/ 7 h 79"/>
                  <a:gd name="T32" fmla="*/ 73 w 96"/>
                  <a:gd name="T33" fmla="*/ 5 h 79"/>
                  <a:gd name="T34" fmla="*/ 63 w 96"/>
                  <a:gd name="T35" fmla="*/ 5 h 79"/>
                  <a:gd name="T36" fmla="*/ 57 w 96"/>
                  <a:gd name="T37" fmla="*/ 9 h 79"/>
                  <a:gd name="T38" fmla="*/ 49 w 96"/>
                  <a:gd name="T39" fmla="*/ 9 h 79"/>
                  <a:gd name="T40" fmla="*/ 43 w 96"/>
                  <a:gd name="T41" fmla="*/ 6 h 79"/>
                  <a:gd name="T42" fmla="*/ 36 w 96"/>
                  <a:gd name="T43" fmla="*/ 7 h 79"/>
                  <a:gd name="T44" fmla="*/ 32 w 96"/>
                  <a:gd name="T45" fmla="*/ 3 h 79"/>
                  <a:gd name="T46" fmla="*/ 25 w 96"/>
                  <a:gd name="T47" fmla="*/ 1 h 79"/>
                  <a:gd name="T48" fmla="*/ 21 w 96"/>
                  <a:gd name="T49" fmla="*/ 3 h 79"/>
                  <a:gd name="T50" fmla="*/ 13 w 96"/>
                  <a:gd name="T51" fmla="*/ 3 h 79"/>
                  <a:gd name="T52" fmla="*/ 11 w 96"/>
                  <a:gd name="T53" fmla="*/ 9 h 79"/>
                  <a:gd name="T54" fmla="*/ 8 w 96"/>
                  <a:gd name="T55" fmla="*/ 15 h 79"/>
                  <a:gd name="T56" fmla="*/ 7 w 96"/>
                  <a:gd name="T57" fmla="*/ 17 h 79"/>
                  <a:gd name="T58" fmla="*/ 8 w 96"/>
                  <a:gd name="T59" fmla="*/ 22 h 79"/>
                  <a:gd name="T60" fmla="*/ 7 w 96"/>
                  <a:gd name="T61" fmla="*/ 33 h 79"/>
                  <a:gd name="T62" fmla="*/ 4 w 96"/>
                  <a:gd name="T63" fmla="*/ 38 h 79"/>
                  <a:gd name="T64" fmla="*/ 1 w 96"/>
                  <a:gd name="T65" fmla="*/ 44 h 79"/>
                  <a:gd name="T66" fmla="*/ 1 w 96"/>
                  <a:gd name="T67" fmla="*/ 53 h 79"/>
                  <a:gd name="T68" fmla="*/ 3 w 96"/>
                  <a:gd name="T69" fmla="*/ 60 h 79"/>
                  <a:gd name="T70" fmla="*/ 3 w 96"/>
                  <a:gd name="T71" fmla="*/ 60 h 79"/>
                  <a:gd name="T72" fmla="*/ 15 w 96"/>
                  <a:gd name="T73" fmla="*/ 63 h 79"/>
                  <a:gd name="T74" fmla="*/ 23 w 96"/>
                  <a:gd name="T75" fmla="*/ 71 h 79"/>
                  <a:gd name="T76" fmla="*/ 27 w 96"/>
                  <a:gd name="T77" fmla="*/ 78 h 79"/>
                  <a:gd name="T78" fmla="*/ 35 w 96"/>
                  <a:gd name="T79" fmla="*/ 76 h 79"/>
                  <a:gd name="T80" fmla="*/ 46 w 96"/>
                  <a:gd name="T81" fmla="*/ 75 h 79"/>
                  <a:gd name="T82" fmla="*/ 47 w 96"/>
                  <a:gd name="T83" fmla="*/ 75 h 79"/>
                  <a:gd name="T84" fmla="*/ 50 w 96"/>
                  <a:gd name="T85" fmla="*/ 66 h 79"/>
                  <a:gd name="T86" fmla="*/ 59 w 96"/>
                  <a:gd name="T87" fmla="*/ 5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 h="79">
                    <a:moveTo>
                      <a:pt x="59" y="58"/>
                    </a:moveTo>
                    <a:cubicBezTo>
                      <a:pt x="60" y="57"/>
                      <a:pt x="62" y="58"/>
                      <a:pt x="64" y="57"/>
                    </a:cubicBezTo>
                    <a:cubicBezTo>
                      <a:pt x="65" y="56"/>
                      <a:pt x="69" y="59"/>
                      <a:pt x="69" y="61"/>
                    </a:cubicBezTo>
                    <a:cubicBezTo>
                      <a:pt x="70" y="63"/>
                      <a:pt x="71" y="60"/>
                      <a:pt x="73" y="57"/>
                    </a:cubicBezTo>
                    <a:cubicBezTo>
                      <a:pt x="74" y="55"/>
                      <a:pt x="79" y="47"/>
                      <a:pt x="79" y="45"/>
                    </a:cubicBezTo>
                    <a:cubicBezTo>
                      <a:pt x="79" y="43"/>
                      <a:pt x="83" y="41"/>
                      <a:pt x="83" y="40"/>
                    </a:cubicBezTo>
                    <a:cubicBezTo>
                      <a:pt x="83" y="39"/>
                      <a:pt x="82" y="36"/>
                      <a:pt x="83" y="36"/>
                    </a:cubicBezTo>
                    <a:cubicBezTo>
                      <a:pt x="85" y="35"/>
                      <a:pt x="86" y="32"/>
                      <a:pt x="85" y="31"/>
                    </a:cubicBezTo>
                    <a:cubicBezTo>
                      <a:pt x="85" y="30"/>
                      <a:pt x="89" y="23"/>
                      <a:pt x="90" y="22"/>
                    </a:cubicBezTo>
                    <a:cubicBezTo>
                      <a:pt x="91" y="21"/>
                      <a:pt x="95" y="21"/>
                      <a:pt x="95" y="19"/>
                    </a:cubicBezTo>
                    <a:cubicBezTo>
                      <a:pt x="95" y="17"/>
                      <a:pt x="96" y="15"/>
                      <a:pt x="94" y="14"/>
                    </a:cubicBezTo>
                    <a:cubicBezTo>
                      <a:pt x="93" y="14"/>
                      <a:pt x="91" y="12"/>
                      <a:pt x="91" y="11"/>
                    </a:cubicBezTo>
                    <a:cubicBezTo>
                      <a:pt x="91" y="10"/>
                      <a:pt x="91" y="8"/>
                      <a:pt x="92" y="7"/>
                    </a:cubicBezTo>
                    <a:cubicBezTo>
                      <a:pt x="90" y="6"/>
                      <a:pt x="90" y="4"/>
                      <a:pt x="88" y="3"/>
                    </a:cubicBezTo>
                    <a:cubicBezTo>
                      <a:pt x="87" y="2"/>
                      <a:pt x="87" y="1"/>
                      <a:pt x="86" y="2"/>
                    </a:cubicBezTo>
                    <a:cubicBezTo>
                      <a:pt x="84" y="2"/>
                      <a:pt x="82" y="6"/>
                      <a:pt x="80" y="7"/>
                    </a:cubicBezTo>
                    <a:cubicBezTo>
                      <a:pt x="78" y="8"/>
                      <a:pt x="75" y="6"/>
                      <a:pt x="73" y="5"/>
                    </a:cubicBezTo>
                    <a:cubicBezTo>
                      <a:pt x="72" y="5"/>
                      <a:pt x="65" y="5"/>
                      <a:pt x="63" y="5"/>
                    </a:cubicBezTo>
                    <a:cubicBezTo>
                      <a:pt x="61" y="5"/>
                      <a:pt x="59" y="8"/>
                      <a:pt x="57" y="9"/>
                    </a:cubicBezTo>
                    <a:cubicBezTo>
                      <a:pt x="55" y="10"/>
                      <a:pt x="51" y="9"/>
                      <a:pt x="49" y="9"/>
                    </a:cubicBezTo>
                    <a:cubicBezTo>
                      <a:pt x="48" y="8"/>
                      <a:pt x="44" y="6"/>
                      <a:pt x="43" y="6"/>
                    </a:cubicBezTo>
                    <a:cubicBezTo>
                      <a:pt x="42" y="6"/>
                      <a:pt x="39" y="6"/>
                      <a:pt x="36" y="7"/>
                    </a:cubicBezTo>
                    <a:cubicBezTo>
                      <a:pt x="34" y="9"/>
                      <a:pt x="33" y="5"/>
                      <a:pt x="32" y="3"/>
                    </a:cubicBezTo>
                    <a:cubicBezTo>
                      <a:pt x="30" y="1"/>
                      <a:pt x="27" y="3"/>
                      <a:pt x="25" y="1"/>
                    </a:cubicBezTo>
                    <a:cubicBezTo>
                      <a:pt x="24" y="0"/>
                      <a:pt x="22" y="3"/>
                      <a:pt x="21" y="3"/>
                    </a:cubicBezTo>
                    <a:cubicBezTo>
                      <a:pt x="19" y="3"/>
                      <a:pt x="15" y="2"/>
                      <a:pt x="13" y="3"/>
                    </a:cubicBezTo>
                    <a:cubicBezTo>
                      <a:pt x="12" y="4"/>
                      <a:pt x="12" y="9"/>
                      <a:pt x="11" y="9"/>
                    </a:cubicBezTo>
                    <a:cubicBezTo>
                      <a:pt x="11" y="10"/>
                      <a:pt x="8" y="13"/>
                      <a:pt x="8" y="15"/>
                    </a:cubicBezTo>
                    <a:cubicBezTo>
                      <a:pt x="8" y="16"/>
                      <a:pt x="8" y="16"/>
                      <a:pt x="7" y="17"/>
                    </a:cubicBezTo>
                    <a:cubicBezTo>
                      <a:pt x="7" y="19"/>
                      <a:pt x="8" y="21"/>
                      <a:pt x="8" y="22"/>
                    </a:cubicBezTo>
                    <a:cubicBezTo>
                      <a:pt x="8" y="24"/>
                      <a:pt x="9" y="32"/>
                      <a:pt x="7" y="33"/>
                    </a:cubicBezTo>
                    <a:cubicBezTo>
                      <a:pt x="5" y="35"/>
                      <a:pt x="4" y="38"/>
                      <a:pt x="4" y="38"/>
                    </a:cubicBezTo>
                    <a:cubicBezTo>
                      <a:pt x="4" y="38"/>
                      <a:pt x="1" y="40"/>
                      <a:pt x="1" y="44"/>
                    </a:cubicBezTo>
                    <a:cubicBezTo>
                      <a:pt x="0" y="48"/>
                      <a:pt x="1" y="50"/>
                      <a:pt x="1" y="53"/>
                    </a:cubicBezTo>
                    <a:cubicBezTo>
                      <a:pt x="1" y="56"/>
                      <a:pt x="2" y="57"/>
                      <a:pt x="3" y="60"/>
                    </a:cubicBezTo>
                    <a:cubicBezTo>
                      <a:pt x="3" y="60"/>
                      <a:pt x="3" y="60"/>
                      <a:pt x="3" y="60"/>
                    </a:cubicBezTo>
                    <a:cubicBezTo>
                      <a:pt x="5" y="62"/>
                      <a:pt x="12" y="62"/>
                      <a:pt x="15" y="63"/>
                    </a:cubicBezTo>
                    <a:cubicBezTo>
                      <a:pt x="19" y="64"/>
                      <a:pt x="23" y="69"/>
                      <a:pt x="23" y="71"/>
                    </a:cubicBezTo>
                    <a:cubicBezTo>
                      <a:pt x="23" y="73"/>
                      <a:pt x="25" y="77"/>
                      <a:pt x="27" y="78"/>
                    </a:cubicBezTo>
                    <a:cubicBezTo>
                      <a:pt x="29" y="79"/>
                      <a:pt x="33" y="76"/>
                      <a:pt x="35" y="76"/>
                    </a:cubicBezTo>
                    <a:cubicBezTo>
                      <a:pt x="37" y="76"/>
                      <a:pt x="45" y="76"/>
                      <a:pt x="46" y="75"/>
                    </a:cubicBezTo>
                    <a:cubicBezTo>
                      <a:pt x="47" y="75"/>
                      <a:pt x="47" y="75"/>
                      <a:pt x="47" y="75"/>
                    </a:cubicBezTo>
                    <a:cubicBezTo>
                      <a:pt x="49" y="70"/>
                      <a:pt x="50" y="66"/>
                      <a:pt x="50" y="66"/>
                    </a:cubicBezTo>
                    <a:cubicBezTo>
                      <a:pt x="50" y="66"/>
                      <a:pt x="58" y="58"/>
                      <a:pt x="59" y="5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8" name="Freeform 24">
                <a:extLst>
                  <a:ext uri="{FF2B5EF4-FFF2-40B4-BE49-F238E27FC236}">
                    <a16:creationId xmlns:a16="http://schemas.microsoft.com/office/drawing/2014/main" id="{9B7E9B4C-FC9E-4A3C-B375-BA3B89EF82D8}"/>
                  </a:ext>
                </a:extLst>
              </p:cNvPr>
              <p:cNvSpPr>
                <a:spLocks/>
              </p:cNvSpPr>
              <p:nvPr/>
            </p:nvSpPr>
            <p:spPr bwMode="auto">
              <a:xfrm>
                <a:off x="4937281" y="3853910"/>
                <a:ext cx="56463" cy="115435"/>
              </a:xfrm>
              <a:custGeom>
                <a:avLst/>
                <a:gdLst>
                  <a:gd name="T0" fmla="*/ 17 w 25"/>
                  <a:gd name="T1" fmla="*/ 32 h 50"/>
                  <a:gd name="T2" fmla="*/ 20 w 25"/>
                  <a:gd name="T3" fmla="*/ 26 h 50"/>
                  <a:gd name="T4" fmla="*/ 23 w 25"/>
                  <a:gd name="T5" fmla="*/ 21 h 50"/>
                  <a:gd name="T6" fmla="*/ 24 w 25"/>
                  <a:gd name="T7" fmla="*/ 10 h 50"/>
                  <a:gd name="T8" fmla="*/ 23 w 25"/>
                  <a:gd name="T9" fmla="*/ 5 h 50"/>
                  <a:gd name="T10" fmla="*/ 21 w 25"/>
                  <a:gd name="T11" fmla="*/ 4 h 50"/>
                  <a:gd name="T12" fmla="*/ 18 w 25"/>
                  <a:gd name="T13" fmla="*/ 1 h 50"/>
                  <a:gd name="T14" fmla="*/ 15 w 25"/>
                  <a:gd name="T15" fmla="*/ 4 h 50"/>
                  <a:gd name="T16" fmla="*/ 13 w 25"/>
                  <a:gd name="T17" fmla="*/ 8 h 50"/>
                  <a:gd name="T18" fmla="*/ 6 w 25"/>
                  <a:gd name="T19" fmla="*/ 9 h 50"/>
                  <a:gd name="T20" fmla="*/ 2 w 25"/>
                  <a:gd name="T21" fmla="*/ 12 h 50"/>
                  <a:gd name="T22" fmla="*/ 0 w 25"/>
                  <a:gd name="T23" fmla="*/ 12 h 50"/>
                  <a:gd name="T24" fmla="*/ 5 w 25"/>
                  <a:gd name="T25" fmla="*/ 20 h 50"/>
                  <a:gd name="T26" fmla="*/ 6 w 25"/>
                  <a:gd name="T27" fmla="*/ 26 h 50"/>
                  <a:gd name="T28" fmla="*/ 8 w 25"/>
                  <a:gd name="T29" fmla="*/ 35 h 50"/>
                  <a:gd name="T30" fmla="*/ 8 w 25"/>
                  <a:gd name="T31" fmla="*/ 50 h 50"/>
                  <a:gd name="T32" fmla="*/ 14 w 25"/>
                  <a:gd name="T33" fmla="*/ 50 h 50"/>
                  <a:gd name="T34" fmla="*/ 19 w 25"/>
                  <a:gd name="T35" fmla="*/ 48 h 50"/>
                  <a:gd name="T36" fmla="*/ 17 w 25"/>
                  <a:gd name="T37" fmla="*/ 41 h 50"/>
                  <a:gd name="T38" fmla="*/ 17 w 25"/>
                  <a:gd name="T39"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 h="50">
                    <a:moveTo>
                      <a:pt x="17" y="32"/>
                    </a:moveTo>
                    <a:cubicBezTo>
                      <a:pt x="17" y="28"/>
                      <a:pt x="20" y="26"/>
                      <a:pt x="20" y="26"/>
                    </a:cubicBezTo>
                    <a:cubicBezTo>
                      <a:pt x="20" y="26"/>
                      <a:pt x="21" y="23"/>
                      <a:pt x="23" y="21"/>
                    </a:cubicBezTo>
                    <a:cubicBezTo>
                      <a:pt x="25" y="20"/>
                      <a:pt x="24" y="12"/>
                      <a:pt x="24" y="10"/>
                    </a:cubicBezTo>
                    <a:cubicBezTo>
                      <a:pt x="24" y="9"/>
                      <a:pt x="23" y="7"/>
                      <a:pt x="23" y="5"/>
                    </a:cubicBezTo>
                    <a:cubicBezTo>
                      <a:pt x="23" y="5"/>
                      <a:pt x="22" y="5"/>
                      <a:pt x="21" y="4"/>
                    </a:cubicBezTo>
                    <a:cubicBezTo>
                      <a:pt x="18" y="4"/>
                      <a:pt x="20" y="1"/>
                      <a:pt x="18" y="1"/>
                    </a:cubicBezTo>
                    <a:cubicBezTo>
                      <a:pt x="16" y="0"/>
                      <a:pt x="15" y="3"/>
                      <a:pt x="15" y="4"/>
                    </a:cubicBezTo>
                    <a:cubicBezTo>
                      <a:pt x="16" y="6"/>
                      <a:pt x="14" y="6"/>
                      <a:pt x="13" y="8"/>
                    </a:cubicBezTo>
                    <a:cubicBezTo>
                      <a:pt x="12" y="9"/>
                      <a:pt x="8" y="9"/>
                      <a:pt x="6" y="9"/>
                    </a:cubicBezTo>
                    <a:cubicBezTo>
                      <a:pt x="5" y="9"/>
                      <a:pt x="3" y="12"/>
                      <a:pt x="2" y="12"/>
                    </a:cubicBezTo>
                    <a:cubicBezTo>
                      <a:pt x="1" y="12"/>
                      <a:pt x="1" y="12"/>
                      <a:pt x="0" y="12"/>
                    </a:cubicBezTo>
                    <a:cubicBezTo>
                      <a:pt x="1" y="18"/>
                      <a:pt x="2" y="18"/>
                      <a:pt x="5" y="20"/>
                    </a:cubicBezTo>
                    <a:cubicBezTo>
                      <a:pt x="8" y="22"/>
                      <a:pt x="5" y="24"/>
                      <a:pt x="6" y="26"/>
                    </a:cubicBezTo>
                    <a:cubicBezTo>
                      <a:pt x="8" y="27"/>
                      <a:pt x="7" y="31"/>
                      <a:pt x="8" y="35"/>
                    </a:cubicBezTo>
                    <a:cubicBezTo>
                      <a:pt x="8" y="38"/>
                      <a:pt x="8" y="45"/>
                      <a:pt x="8" y="50"/>
                    </a:cubicBezTo>
                    <a:cubicBezTo>
                      <a:pt x="10" y="50"/>
                      <a:pt x="12" y="50"/>
                      <a:pt x="14" y="50"/>
                    </a:cubicBezTo>
                    <a:cubicBezTo>
                      <a:pt x="16" y="50"/>
                      <a:pt x="18" y="46"/>
                      <a:pt x="19" y="48"/>
                    </a:cubicBezTo>
                    <a:cubicBezTo>
                      <a:pt x="18" y="45"/>
                      <a:pt x="17" y="44"/>
                      <a:pt x="17" y="41"/>
                    </a:cubicBezTo>
                    <a:cubicBezTo>
                      <a:pt x="17" y="38"/>
                      <a:pt x="16" y="36"/>
                      <a:pt x="17" y="3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9" name="Freeform 25">
                <a:extLst>
                  <a:ext uri="{FF2B5EF4-FFF2-40B4-BE49-F238E27FC236}">
                    <a16:creationId xmlns:a16="http://schemas.microsoft.com/office/drawing/2014/main" id="{B226C2BC-3080-4FC1-8129-4F10D69BDB6F}"/>
                  </a:ext>
                </a:extLst>
              </p:cNvPr>
              <p:cNvSpPr>
                <a:spLocks/>
              </p:cNvSpPr>
              <p:nvPr/>
            </p:nvSpPr>
            <p:spPr bwMode="auto">
              <a:xfrm>
                <a:off x="4920969" y="3879004"/>
                <a:ext cx="33878" cy="96614"/>
              </a:xfrm>
              <a:custGeom>
                <a:avLst/>
                <a:gdLst>
                  <a:gd name="T0" fmla="*/ 13 w 15"/>
                  <a:gd name="T1" fmla="*/ 15 h 42"/>
                  <a:gd name="T2" fmla="*/ 12 w 15"/>
                  <a:gd name="T3" fmla="*/ 9 h 42"/>
                  <a:gd name="T4" fmla="*/ 7 w 15"/>
                  <a:gd name="T5" fmla="*/ 1 h 42"/>
                  <a:gd name="T6" fmla="*/ 1 w 15"/>
                  <a:gd name="T7" fmla="*/ 0 h 42"/>
                  <a:gd name="T8" fmla="*/ 0 w 15"/>
                  <a:gd name="T9" fmla="*/ 0 h 42"/>
                  <a:gd name="T10" fmla="*/ 2 w 15"/>
                  <a:gd name="T11" fmla="*/ 5 h 42"/>
                  <a:gd name="T12" fmla="*/ 4 w 15"/>
                  <a:gd name="T13" fmla="*/ 10 h 42"/>
                  <a:gd name="T14" fmla="*/ 4 w 15"/>
                  <a:gd name="T15" fmla="*/ 22 h 42"/>
                  <a:gd name="T16" fmla="*/ 6 w 15"/>
                  <a:gd name="T17" fmla="*/ 33 h 42"/>
                  <a:gd name="T18" fmla="*/ 9 w 15"/>
                  <a:gd name="T19" fmla="*/ 42 h 42"/>
                  <a:gd name="T20" fmla="*/ 11 w 15"/>
                  <a:gd name="T21" fmla="*/ 41 h 42"/>
                  <a:gd name="T22" fmla="*/ 15 w 15"/>
                  <a:gd name="T23" fmla="*/ 39 h 42"/>
                  <a:gd name="T24" fmla="*/ 15 w 15"/>
                  <a:gd name="T25" fmla="*/ 24 h 42"/>
                  <a:gd name="T26" fmla="*/ 13 w 15"/>
                  <a:gd name="T27" fmla="*/ 1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42">
                    <a:moveTo>
                      <a:pt x="13" y="15"/>
                    </a:moveTo>
                    <a:cubicBezTo>
                      <a:pt x="12" y="13"/>
                      <a:pt x="15" y="11"/>
                      <a:pt x="12" y="9"/>
                    </a:cubicBezTo>
                    <a:cubicBezTo>
                      <a:pt x="9" y="7"/>
                      <a:pt x="8" y="7"/>
                      <a:pt x="7" y="1"/>
                    </a:cubicBezTo>
                    <a:cubicBezTo>
                      <a:pt x="6" y="1"/>
                      <a:pt x="3" y="0"/>
                      <a:pt x="1" y="0"/>
                    </a:cubicBezTo>
                    <a:cubicBezTo>
                      <a:pt x="1" y="0"/>
                      <a:pt x="1" y="0"/>
                      <a:pt x="0" y="0"/>
                    </a:cubicBezTo>
                    <a:cubicBezTo>
                      <a:pt x="1" y="3"/>
                      <a:pt x="1" y="5"/>
                      <a:pt x="2" y="5"/>
                    </a:cubicBezTo>
                    <a:cubicBezTo>
                      <a:pt x="3" y="6"/>
                      <a:pt x="4" y="8"/>
                      <a:pt x="4" y="10"/>
                    </a:cubicBezTo>
                    <a:cubicBezTo>
                      <a:pt x="4" y="13"/>
                      <a:pt x="3" y="19"/>
                      <a:pt x="4" y="22"/>
                    </a:cubicBezTo>
                    <a:cubicBezTo>
                      <a:pt x="5" y="24"/>
                      <a:pt x="6" y="28"/>
                      <a:pt x="6" y="33"/>
                    </a:cubicBezTo>
                    <a:cubicBezTo>
                      <a:pt x="6" y="35"/>
                      <a:pt x="8" y="39"/>
                      <a:pt x="9" y="42"/>
                    </a:cubicBezTo>
                    <a:cubicBezTo>
                      <a:pt x="10" y="41"/>
                      <a:pt x="10" y="41"/>
                      <a:pt x="11" y="41"/>
                    </a:cubicBezTo>
                    <a:cubicBezTo>
                      <a:pt x="12" y="40"/>
                      <a:pt x="14" y="39"/>
                      <a:pt x="15" y="39"/>
                    </a:cubicBezTo>
                    <a:cubicBezTo>
                      <a:pt x="15" y="34"/>
                      <a:pt x="15" y="27"/>
                      <a:pt x="15" y="24"/>
                    </a:cubicBezTo>
                    <a:cubicBezTo>
                      <a:pt x="14" y="20"/>
                      <a:pt x="15" y="16"/>
                      <a:pt x="13"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0" name="Freeform 26">
                <a:extLst>
                  <a:ext uri="{FF2B5EF4-FFF2-40B4-BE49-F238E27FC236}">
                    <a16:creationId xmlns:a16="http://schemas.microsoft.com/office/drawing/2014/main" id="{D3C41865-341D-493A-8B9E-31A51B569851}"/>
                  </a:ext>
                </a:extLst>
              </p:cNvPr>
              <p:cNvSpPr>
                <a:spLocks/>
              </p:cNvSpPr>
              <p:nvPr/>
            </p:nvSpPr>
            <p:spPr bwMode="auto">
              <a:xfrm>
                <a:off x="5081574" y="3842617"/>
                <a:ext cx="139275" cy="212049"/>
              </a:xfrm>
              <a:custGeom>
                <a:avLst/>
                <a:gdLst>
                  <a:gd name="T0" fmla="*/ 25 w 60"/>
                  <a:gd name="T1" fmla="*/ 88 h 92"/>
                  <a:gd name="T2" fmla="*/ 47 w 60"/>
                  <a:gd name="T3" fmla="*/ 88 h 92"/>
                  <a:gd name="T4" fmla="*/ 58 w 60"/>
                  <a:gd name="T5" fmla="*/ 92 h 92"/>
                  <a:gd name="T6" fmla="*/ 60 w 60"/>
                  <a:gd name="T7" fmla="*/ 85 h 92"/>
                  <a:gd name="T8" fmla="*/ 59 w 60"/>
                  <a:gd name="T9" fmla="*/ 84 h 92"/>
                  <a:gd name="T10" fmla="*/ 53 w 60"/>
                  <a:gd name="T11" fmla="*/ 79 h 92"/>
                  <a:gd name="T12" fmla="*/ 52 w 60"/>
                  <a:gd name="T13" fmla="*/ 76 h 92"/>
                  <a:gd name="T14" fmla="*/ 50 w 60"/>
                  <a:gd name="T15" fmla="*/ 71 h 92"/>
                  <a:gd name="T16" fmla="*/ 48 w 60"/>
                  <a:gd name="T17" fmla="*/ 65 h 92"/>
                  <a:gd name="T18" fmla="*/ 47 w 60"/>
                  <a:gd name="T19" fmla="*/ 58 h 92"/>
                  <a:gd name="T20" fmla="*/ 51 w 60"/>
                  <a:gd name="T21" fmla="*/ 50 h 92"/>
                  <a:gd name="T22" fmla="*/ 55 w 60"/>
                  <a:gd name="T23" fmla="*/ 45 h 92"/>
                  <a:gd name="T24" fmla="*/ 53 w 60"/>
                  <a:gd name="T25" fmla="*/ 39 h 92"/>
                  <a:gd name="T26" fmla="*/ 46 w 60"/>
                  <a:gd name="T27" fmla="*/ 32 h 92"/>
                  <a:gd name="T28" fmla="*/ 44 w 60"/>
                  <a:gd name="T29" fmla="*/ 27 h 92"/>
                  <a:gd name="T30" fmla="*/ 51 w 60"/>
                  <a:gd name="T31" fmla="*/ 26 h 92"/>
                  <a:gd name="T32" fmla="*/ 54 w 60"/>
                  <a:gd name="T33" fmla="*/ 24 h 92"/>
                  <a:gd name="T34" fmla="*/ 51 w 60"/>
                  <a:gd name="T35" fmla="*/ 14 h 92"/>
                  <a:gd name="T36" fmla="*/ 50 w 60"/>
                  <a:gd name="T37" fmla="*/ 7 h 92"/>
                  <a:gd name="T38" fmla="*/ 45 w 60"/>
                  <a:gd name="T39" fmla="*/ 0 h 92"/>
                  <a:gd name="T40" fmla="*/ 45 w 60"/>
                  <a:gd name="T41" fmla="*/ 0 h 92"/>
                  <a:gd name="T42" fmla="*/ 44 w 60"/>
                  <a:gd name="T43" fmla="*/ 4 h 92"/>
                  <a:gd name="T44" fmla="*/ 47 w 60"/>
                  <a:gd name="T45" fmla="*/ 7 h 92"/>
                  <a:gd name="T46" fmla="*/ 48 w 60"/>
                  <a:gd name="T47" fmla="*/ 12 h 92"/>
                  <a:gd name="T48" fmla="*/ 43 w 60"/>
                  <a:gd name="T49" fmla="*/ 15 h 92"/>
                  <a:gd name="T50" fmla="*/ 38 w 60"/>
                  <a:gd name="T51" fmla="*/ 24 h 92"/>
                  <a:gd name="T52" fmla="*/ 36 w 60"/>
                  <a:gd name="T53" fmla="*/ 29 h 92"/>
                  <a:gd name="T54" fmla="*/ 36 w 60"/>
                  <a:gd name="T55" fmla="*/ 33 h 92"/>
                  <a:gd name="T56" fmla="*/ 32 w 60"/>
                  <a:gd name="T57" fmla="*/ 38 h 92"/>
                  <a:gd name="T58" fmla="*/ 26 w 60"/>
                  <a:gd name="T59" fmla="*/ 50 h 92"/>
                  <a:gd name="T60" fmla="*/ 22 w 60"/>
                  <a:gd name="T61" fmla="*/ 54 h 92"/>
                  <a:gd name="T62" fmla="*/ 17 w 60"/>
                  <a:gd name="T63" fmla="*/ 50 h 92"/>
                  <a:gd name="T64" fmla="*/ 12 w 60"/>
                  <a:gd name="T65" fmla="*/ 51 h 92"/>
                  <a:gd name="T66" fmla="*/ 3 w 60"/>
                  <a:gd name="T67" fmla="*/ 59 h 92"/>
                  <a:gd name="T68" fmla="*/ 0 w 60"/>
                  <a:gd name="T69" fmla="*/ 68 h 92"/>
                  <a:gd name="T70" fmla="*/ 4 w 60"/>
                  <a:gd name="T71" fmla="*/ 72 h 92"/>
                  <a:gd name="T72" fmla="*/ 10 w 60"/>
                  <a:gd name="T73" fmla="*/ 74 h 92"/>
                  <a:gd name="T74" fmla="*/ 12 w 60"/>
                  <a:gd name="T75" fmla="*/ 82 h 92"/>
                  <a:gd name="T76" fmla="*/ 11 w 60"/>
                  <a:gd name="T77" fmla="*/ 89 h 92"/>
                  <a:gd name="T78" fmla="*/ 22 w 60"/>
                  <a:gd name="T79" fmla="*/ 89 h 92"/>
                  <a:gd name="T80" fmla="*/ 25 w 60"/>
                  <a:gd name="T81" fmla="*/ 8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92">
                    <a:moveTo>
                      <a:pt x="25" y="88"/>
                    </a:moveTo>
                    <a:cubicBezTo>
                      <a:pt x="25" y="88"/>
                      <a:pt x="44" y="89"/>
                      <a:pt x="47" y="88"/>
                    </a:cubicBezTo>
                    <a:cubicBezTo>
                      <a:pt x="49" y="88"/>
                      <a:pt x="58" y="92"/>
                      <a:pt x="58" y="92"/>
                    </a:cubicBezTo>
                    <a:cubicBezTo>
                      <a:pt x="58" y="92"/>
                      <a:pt x="58" y="88"/>
                      <a:pt x="60" y="85"/>
                    </a:cubicBezTo>
                    <a:cubicBezTo>
                      <a:pt x="59" y="85"/>
                      <a:pt x="59" y="84"/>
                      <a:pt x="59" y="84"/>
                    </a:cubicBezTo>
                    <a:cubicBezTo>
                      <a:pt x="58" y="82"/>
                      <a:pt x="55" y="80"/>
                      <a:pt x="53" y="79"/>
                    </a:cubicBezTo>
                    <a:cubicBezTo>
                      <a:pt x="52" y="77"/>
                      <a:pt x="52" y="76"/>
                      <a:pt x="52" y="76"/>
                    </a:cubicBezTo>
                    <a:cubicBezTo>
                      <a:pt x="52" y="76"/>
                      <a:pt x="52" y="73"/>
                      <a:pt x="50" y="71"/>
                    </a:cubicBezTo>
                    <a:cubicBezTo>
                      <a:pt x="49" y="69"/>
                      <a:pt x="48" y="67"/>
                      <a:pt x="48" y="65"/>
                    </a:cubicBezTo>
                    <a:cubicBezTo>
                      <a:pt x="48" y="62"/>
                      <a:pt x="47" y="60"/>
                      <a:pt x="47" y="58"/>
                    </a:cubicBezTo>
                    <a:cubicBezTo>
                      <a:pt x="47" y="56"/>
                      <a:pt x="50" y="53"/>
                      <a:pt x="51" y="50"/>
                    </a:cubicBezTo>
                    <a:cubicBezTo>
                      <a:pt x="52" y="48"/>
                      <a:pt x="53" y="46"/>
                      <a:pt x="55" y="45"/>
                    </a:cubicBezTo>
                    <a:cubicBezTo>
                      <a:pt x="54" y="44"/>
                      <a:pt x="53" y="42"/>
                      <a:pt x="53" y="39"/>
                    </a:cubicBezTo>
                    <a:cubicBezTo>
                      <a:pt x="52" y="36"/>
                      <a:pt x="49" y="35"/>
                      <a:pt x="46" y="32"/>
                    </a:cubicBezTo>
                    <a:cubicBezTo>
                      <a:pt x="43" y="29"/>
                      <a:pt x="44" y="28"/>
                      <a:pt x="44" y="27"/>
                    </a:cubicBezTo>
                    <a:cubicBezTo>
                      <a:pt x="44" y="25"/>
                      <a:pt x="48" y="25"/>
                      <a:pt x="51" y="26"/>
                    </a:cubicBezTo>
                    <a:cubicBezTo>
                      <a:pt x="54" y="26"/>
                      <a:pt x="55" y="25"/>
                      <a:pt x="54" y="24"/>
                    </a:cubicBezTo>
                    <a:cubicBezTo>
                      <a:pt x="53" y="24"/>
                      <a:pt x="51" y="18"/>
                      <a:pt x="51" y="14"/>
                    </a:cubicBezTo>
                    <a:cubicBezTo>
                      <a:pt x="51" y="11"/>
                      <a:pt x="50" y="9"/>
                      <a:pt x="50" y="7"/>
                    </a:cubicBezTo>
                    <a:cubicBezTo>
                      <a:pt x="50" y="5"/>
                      <a:pt x="47" y="0"/>
                      <a:pt x="45" y="0"/>
                    </a:cubicBezTo>
                    <a:cubicBezTo>
                      <a:pt x="45" y="0"/>
                      <a:pt x="45" y="0"/>
                      <a:pt x="45" y="0"/>
                    </a:cubicBezTo>
                    <a:cubicBezTo>
                      <a:pt x="44" y="1"/>
                      <a:pt x="44" y="3"/>
                      <a:pt x="44" y="4"/>
                    </a:cubicBezTo>
                    <a:cubicBezTo>
                      <a:pt x="44" y="5"/>
                      <a:pt x="46" y="7"/>
                      <a:pt x="47" y="7"/>
                    </a:cubicBezTo>
                    <a:cubicBezTo>
                      <a:pt x="49" y="8"/>
                      <a:pt x="48" y="10"/>
                      <a:pt x="48" y="12"/>
                    </a:cubicBezTo>
                    <a:cubicBezTo>
                      <a:pt x="48" y="14"/>
                      <a:pt x="44" y="14"/>
                      <a:pt x="43" y="15"/>
                    </a:cubicBezTo>
                    <a:cubicBezTo>
                      <a:pt x="42" y="16"/>
                      <a:pt x="38" y="23"/>
                      <a:pt x="38" y="24"/>
                    </a:cubicBezTo>
                    <a:cubicBezTo>
                      <a:pt x="39" y="25"/>
                      <a:pt x="38" y="28"/>
                      <a:pt x="36" y="29"/>
                    </a:cubicBezTo>
                    <a:cubicBezTo>
                      <a:pt x="35" y="29"/>
                      <a:pt x="36" y="32"/>
                      <a:pt x="36" y="33"/>
                    </a:cubicBezTo>
                    <a:cubicBezTo>
                      <a:pt x="36" y="34"/>
                      <a:pt x="32" y="36"/>
                      <a:pt x="32" y="38"/>
                    </a:cubicBezTo>
                    <a:cubicBezTo>
                      <a:pt x="32" y="40"/>
                      <a:pt x="27" y="48"/>
                      <a:pt x="26" y="50"/>
                    </a:cubicBezTo>
                    <a:cubicBezTo>
                      <a:pt x="24" y="53"/>
                      <a:pt x="23" y="56"/>
                      <a:pt x="22" y="54"/>
                    </a:cubicBezTo>
                    <a:cubicBezTo>
                      <a:pt x="22" y="52"/>
                      <a:pt x="18" y="49"/>
                      <a:pt x="17" y="50"/>
                    </a:cubicBezTo>
                    <a:cubicBezTo>
                      <a:pt x="15" y="51"/>
                      <a:pt x="13" y="50"/>
                      <a:pt x="12" y="51"/>
                    </a:cubicBezTo>
                    <a:cubicBezTo>
                      <a:pt x="11" y="51"/>
                      <a:pt x="3" y="59"/>
                      <a:pt x="3" y="59"/>
                    </a:cubicBezTo>
                    <a:cubicBezTo>
                      <a:pt x="3" y="59"/>
                      <a:pt x="2" y="63"/>
                      <a:pt x="0" y="68"/>
                    </a:cubicBezTo>
                    <a:cubicBezTo>
                      <a:pt x="1" y="69"/>
                      <a:pt x="3" y="71"/>
                      <a:pt x="4" y="72"/>
                    </a:cubicBezTo>
                    <a:cubicBezTo>
                      <a:pt x="5" y="75"/>
                      <a:pt x="9" y="73"/>
                      <a:pt x="10" y="74"/>
                    </a:cubicBezTo>
                    <a:cubicBezTo>
                      <a:pt x="11" y="74"/>
                      <a:pt x="13" y="80"/>
                      <a:pt x="12" y="82"/>
                    </a:cubicBezTo>
                    <a:cubicBezTo>
                      <a:pt x="12" y="83"/>
                      <a:pt x="10" y="87"/>
                      <a:pt x="11" y="89"/>
                    </a:cubicBezTo>
                    <a:cubicBezTo>
                      <a:pt x="22" y="89"/>
                      <a:pt x="22" y="89"/>
                      <a:pt x="22" y="89"/>
                    </a:cubicBezTo>
                    <a:lnTo>
                      <a:pt x="25" y="8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1" name="Freeform 27">
                <a:extLst>
                  <a:ext uri="{FF2B5EF4-FFF2-40B4-BE49-F238E27FC236}">
                    <a16:creationId xmlns:a16="http://schemas.microsoft.com/office/drawing/2014/main" id="{C0C25430-6E1D-49CD-9B8B-2D007336412F}"/>
                  </a:ext>
                </a:extLst>
              </p:cNvPr>
              <p:cNvSpPr>
                <a:spLocks/>
              </p:cNvSpPr>
              <p:nvPr/>
            </p:nvSpPr>
            <p:spPr bwMode="auto">
              <a:xfrm>
                <a:off x="4761619" y="3886533"/>
                <a:ext cx="115435" cy="116689"/>
              </a:xfrm>
              <a:custGeom>
                <a:avLst/>
                <a:gdLst>
                  <a:gd name="T0" fmla="*/ 47 w 50"/>
                  <a:gd name="T1" fmla="*/ 43 h 51"/>
                  <a:gd name="T2" fmla="*/ 44 w 50"/>
                  <a:gd name="T3" fmla="*/ 34 h 51"/>
                  <a:gd name="T4" fmla="*/ 47 w 50"/>
                  <a:gd name="T5" fmla="*/ 26 h 51"/>
                  <a:gd name="T6" fmla="*/ 50 w 50"/>
                  <a:gd name="T7" fmla="*/ 21 h 51"/>
                  <a:gd name="T8" fmla="*/ 47 w 50"/>
                  <a:gd name="T9" fmla="*/ 8 h 51"/>
                  <a:gd name="T10" fmla="*/ 46 w 50"/>
                  <a:gd name="T11" fmla="*/ 8 h 51"/>
                  <a:gd name="T12" fmla="*/ 36 w 50"/>
                  <a:gd name="T13" fmla="*/ 9 h 51"/>
                  <a:gd name="T14" fmla="*/ 29 w 50"/>
                  <a:gd name="T15" fmla="*/ 5 h 51"/>
                  <a:gd name="T16" fmla="*/ 23 w 50"/>
                  <a:gd name="T17" fmla="*/ 3 h 51"/>
                  <a:gd name="T18" fmla="*/ 20 w 50"/>
                  <a:gd name="T19" fmla="*/ 2 h 51"/>
                  <a:gd name="T20" fmla="*/ 16 w 50"/>
                  <a:gd name="T21" fmla="*/ 3 h 51"/>
                  <a:gd name="T22" fmla="*/ 12 w 50"/>
                  <a:gd name="T23" fmla="*/ 5 h 51"/>
                  <a:gd name="T24" fmla="*/ 8 w 50"/>
                  <a:gd name="T25" fmla="*/ 4 h 51"/>
                  <a:gd name="T26" fmla="*/ 5 w 50"/>
                  <a:gd name="T27" fmla="*/ 4 h 51"/>
                  <a:gd name="T28" fmla="*/ 5 w 50"/>
                  <a:gd name="T29" fmla="*/ 11 h 51"/>
                  <a:gd name="T30" fmla="*/ 6 w 50"/>
                  <a:gd name="T31" fmla="*/ 15 h 51"/>
                  <a:gd name="T32" fmla="*/ 8 w 50"/>
                  <a:gd name="T33" fmla="*/ 20 h 51"/>
                  <a:gd name="T34" fmla="*/ 4 w 50"/>
                  <a:gd name="T35" fmla="*/ 20 h 51"/>
                  <a:gd name="T36" fmla="*/ 5 w 50"/>
                  <a:gd name="T37" fmla="*/ 25 h 51"/>
                  <a:gd name="T38" fmla="*/ 2 w 50"/>
                  <a:gd name="T39" fmla="*/ 29 h 51"/>
                  <a:gd name="T40" fmla="*/ 1 w 50"/>
                  <a:gd name="T41" fmla="*/ 35 h 51"/>
                  <a:gd name="T42" fmla="*/ 4 w 50"/>
                  <a:gd name="T43" fmla="*/ 38 h 51"/>
                  <a:gd name="T44" fmla="*/ 10 w 50"/>
                  <a:gd name="T45" fmla="*/ 44 h 51"/>
                  <a:gd name="T46" fmla="*/ 8 w 50"/>
                  <a:gd name="T47" fmla="*/ 51 h 51"/>
                  <a:gd name="T48" fmla="*/ 32 w 50"/>
                  <a:gd name="T49" fmla="*/ 46 h 51"/>
                  <a:gd name="T50" fmla="*/ 47 w 50"/>
                  <a:gd name="T51" fmla="*/ 47 h 51"/>
                  <a:gd name="T52" fmla="*/ 47 w 50"/>
                  <a:gd name="T53" fmla="*/ 4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1">
                    <a:moveTo>
                      <a:pt x="47" y="43"/>
                    </a:moveTo>
                    <a:cubicBezTo>
                      <a:pt x="46" y="42"/>
                      <a:pt x="44" y="35"/>
                      <a:pt x="44" y="34"/>
                    </a:cubicBezTo>
                    <a:cubicBezTo>
                      <a:pt x="44" y="33"/>
                      <a:pt x="47" y="28"/>
                      <a:pt x="47" y="26"/>
                    </a:cubicBezTo>
                    <a:cubicBezTo>
                      <a:pt x="47" y="24"/>
                      <a:pt x="50" y="23"/>
                      <a:pt x="50" y="21"/>
                    </a:cubicBezTo>
                    <a:cubicBezTo>
                      <a:pt x="50" y="19"/>
                      <a:pt x="49" y="13"/>
                      <a:pt x="47" y="8"/>
                    </a:cubicBezTo>
                    <a:cubicBezTo>
                      <a:pt x="47" y="8"/>
                      <a:pt x="46" y="8"/>
                      <a:pt x="46" y="8"/>
                    </a:cubicBezTo>
                    <a:cubicBezTo>
                      <a:pt x="44" y="6"/>
                      <a:pt x="38" y="6"/>
                      <a:pt x="36" y="9"/>
                    </a:cubicBezTo>
                    <a:cubicBezTo>
                      <a:pt x="34" y="11"/>
                      <a:pt x="30" y="7"/>
                      <a:pt x="29" y="5"/>
                    </a:cubicBezTo>
                    <a:cubicBezTo>
                      <a:pt x="29" y="4"/>
                      <a:pt x="25" y="2"/>
                      <a:pt x="23" y="3"/>
                    </a:cubicBezTo>
                    <a:cubicBezTo>
                      <a:pt x="21" y="5"/>
                      <a:pt x="20" y="4"/>
                      <a:pt x="20" y="2"/>
                    </a:cubicBezTo>
                    <a:cubicBezTo>
                      <a:pt x="20" y="0"/>
                      <a:pt x="17" y="1"/>
                      <a:pt x="16" y="3"/>
                    </a:cubicBezTo>
                    <a:cubicBezTo>
                      <a:pt x="16" y="5"/>
                      <a:pt x="13" y="6"/>
                      <a:pt x="12" y="5"/>
                    </a:cubicBezTo>
                    <a:cubicBezTo>
                      <a:pt x="11" y="4"/>
                      <a:pt x="9" y="2"/>
                      <a:pt x="8" y="4"/>
                    </a:cubicBezTo>
                    <a:cubicBezTo>
                      <a:pt x="7" y="5"/>
                      <a:pt x="6" y="5"/>
                      <a:pt x="5" y="4"/>
                    </a:cubicBezTo>
                    <a:cubicBezTo>
                      <a:pt x="4" y="7"/>
                      <a:pt x="4" y="10"/>
                      <a:pt x="5" y="11"/>
                    </a:cubicBezTo>
                    <a:cubicBezTo>
                      <a:pt x="6" y="12"/>
                      <a:pt x="7" y="14"/>
                      <a:pt x="6" y="15"/>
                    </a:cubicBezTo>
                    <a:cubicBezTo>
                      <a:pt x="6" y="16"/>
                      <a:pt x="9" y="18"/>
                      <a:pt x="8" y="20"/>
                    </a:cubicBezTo>
                    <a:cubicBezTo>
                      <a:pt x="6" y="21"/>
                      <a:pt x="5" y="18"/>
                      <a:pt x="4" y="20"/>
                    </a:cubicBezTo>
                    <a:cubicBezTo>
                      <a:pt x="3" y="22"/>
                      <a:pt x="6" y="24"/>
                      <a:pt x="5" y="25"/>
                    </a:cubicBezTo>
                    <a:cubicBezTo>
                      <a:pt x="4" y="26"/>
                      <a:pt x="2" y="27"/>
                      <a:pt x="2" y="29"/>
                    </a:cubicBezTo>
                    <a:cubicBezTo>
                      <a:pt x="3" y="32"/>
                      <a:pt x="3" y="34"/>
                      <a:pt x="1" y="35"/>
                    </a:cubicBezTo>
                    <a:cubicBezTo>
                      <a:pt x="0" y="36"/>
                      <a:pt x="2" y="36"/>
                      <a:pt x="4" y="38"/>
                    </a:cubicBezTo>
                    <a:cubicBezTo>
                      <a:pt x="7" y="39"/>
                      <a:pt x="11" y="41"/>
                      <a:pt x="10" y="44"/>
                    </a:cubicBezTo>
                    <a:cubicBezTo>
                      <a:pt x="10" y="46"/>
                      <a:pt x="9" y="47"/>
                      <a:pt x="8" y="51"/>
                    </a:cubicBezTo>
                    <a:cubicBezTo>
                      <a:pt x="13" y="51"/>
                      <a:pt x="22" y="48"/>
                      <a:pt x="32" y="46"/>
                    </a:cubicBezTo>
                    <a:cubicBezTo>
                      <a:pt x="38" y="45"/>
                      <a:pt x="43" y="46"/>
                      <a:pt x="47" y="47"/>
                    </a:cubicBezTo>
                    <a:cubicBezTo>
                      <a:pt x="48" y="45"/>
                      <a:pt x="48" y="44"/>
                      <a:pt x="47" y="4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2" name="Freeform 28">
                <a:extLst>
                  <a:ext uri="{FF2B5EF4-FFF2-40B4-BE49-F238E27FC236}">
                    <a16:creationId xmlns:a16="http://schemas.microsoft.com/office/drawing/2014/main" id="{BC0F3890-7774-4285-B53B-4370ACD070DC}"/>
                  </a:ext>
                </a:extLst>
              </p:cNvPr>
              <p:cNvSpPr>
                <a:spLocks/>
              </p:cNvSpPr>
              <p:nvPr/>
            </p:nvSpPr>
            <p:spPr bwMode="auto">
              <a:xfrm>
                <a:off x="4863252" y="3879004"/>
                <a:ext cx="77793" cy="120454"/>
              </a:xfrm>
              <a:custGeom>
                <a:avLst/>
                <a:gdLst>
                  <a:gd name="T0" fmla="*/ 29 w 34"/>
                  <a:gd name="T1" fmla="*/ 22 h 52"/>
                  <a:gd name="T2" fmla="*/ 29 w 34"/>
                  <a:gd name="T3" fmla="*/ 10 h 52"/>
                  <a:gd name="T4" fmla="*/ 27 w 34"/>
                  <a:gd name="T5" fmla="*/ 5 h 52"/>
                  <a:gd name="T6" fmla="*/ 25 w 34"/>
                  <a:gd name="T7" fmla="*/ 0 h 52"/>
                  <a:gd name="T8" fmla="*/ 23 w 34"/>
                  <a:gd name="T9" fmla="*/ 2 h 52"/>
                  <a:gd name="T10" fmla="*/ 3 w 34"/>
                  <a:gd name="T11" fmla="*/ 2 h 52"/>
                  <a:gd name="T12" fmla="*/ 4 w 34"/>
                  <a:gd name="T13" fmla="*/ 10 h 52"/>
                  <a:gd name="T14" fmla="*/ 3 w 34"/>
                  <a:gd name="T15" fmla="*/ 11 h 52"/>
                  <a:gd name="T16" fmla="*/ 6 w 34"/>
                  <a:gd name="T17" fmla="*/ 24 h 52"/>
                  <a:gd name="T18" fmla="*/ 3 w 34"/>
                  <a:gd name="T19" fmla="*/ 29 h 52"/>
                  <a:gd name="T20" fmla="*/ 0 w 34"/>
                  <a:gd name="T21" fmla="*/ 37 h 52"/>
                  <a:gd name="T22" fmla="*/ 3 w 34"/>
                  <a:gd name="T23" fmla="*/ 46 h 52"/>
                  <a:gd name="T24" fmla="*/ 3 w 34"/>
                  <a:gd name="T25" fmla="*/ 50 h 52"/>
                  <a:gd name="T26" fmla="*/ 9 w 34"/>
                  <a:gd name="T27" fmla="*/ 52 h 52"/>
                  <a:gd name="T28" fmla="*/ 25 w 34"/>
                  <a:gd name="T29" fmla="*/ 46 h 52"/>
                  <a:gd name="T30" fmla="*/ 34 w 34"/>
                  <a:gd name="T31" fmla="*/ 42 h 52"/>
                  <a:gd name="T32" fmla="*/ 31 w 34"/>
                  <a:gd name="T33" fmla="*/ 33 h 52"/>
                  <a:gd name="T34" fmla="*/ 29 w 34"/>
                  <a:gd name="T35"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52">
                    <a:moveTo>
                      <a:pt x="29" y="22"/>
                    </a:moveTo>
                    <a:cubicBezTo>
                      <a:pt x="28" y="19"/>
                      <a:pt x="29" y="13"/>
                      <a:pt x="29" y="10"/>
                    </a:cubicBezTo>
                    <a:cubicBezTo>
                      <a:pt x="29" y="8"/>
                      <a:pt x="28" y="6"/>
                      <a:pt x="27" y="5"/>
                    </a:cubicBezTo>
                    <a:cubicBezTo>
                      <a:pt x="26" y="5"/>
                      <a:pt x="26" y="3"/>
                      <a:pt x="25" y="0"/>
                    </a:cubicBezTo>
                    <a:cubicBezTo>
                      <a:pt x="24" y="1"/>
                      <a:pt x="24" y="3"/>
                      <a:pt x="23" y="2"/>
                    </a:cubicBezTo>
                    <a:cubicBezTo>
                      <a:pt x="23" y="1"/>
                      <a:pt x="4" y="0"/>
                      <a:pt x="3" y="2"/>
                    </a:cubicBezTo>
                    <a:cubicBezTo>
                      <a:pt x="2" y="3"/>
                      <a:pt x="5" y="8"/>
                      <a:pt x="4" y="10"/>
                    </a:cubicBezTo>
                    <a:cubicBezTo>
                      <a:pt x="4" y="11"/>
                      <a:pt x="4" y="11"/>
                      <a:pt x="3" y="11"/>
                    </a:cubicBezTo>
                    <a:cubicBezTo>
                      <a:pt x="5" y="16"/>
                      <a:pt x="6" y="22"/>
                      <a:pt x="6" y="24"/>
                    </a:cubicBezTo>
                    <a:cubicBezTo>
                      <a:pt x="6" y="26"/>
                      <a:pt x="3" y="27"/>
                      <a:pt x="3" y="29"/>
                    </a:cubicBezTo>
                    <a:cubicBezTo>
                      <a:pt x="3" y="31"/>
                      <a:pt x="0" y="36"/>
                      <a:pt x="0" y="37"/>
                    </a:cubicBezTo>
                    <a:cubicBezTo>
                      <a:pt x="0" y="38"/>
                      <a:pt x="2" y="45"/>
                      <a:pt x="3" y="46"/>
                    </a:cubicBezTo>
                    <a:cubicBezTo>
                      <a:pt x="4" y="47"/>
                      <a:pt x="4" y="48"/>
                      <a:pt x="3" y="50"/>
                    </a:cubicBezTo>
                    <a:cubicBezTo>
                      <a:pt x="7" y="51"/>
                      <a:pt x="9" y="52"/>
                      <a:pt x="9" y="52"/>
                    </a:cubicBezTo>
                    <a:cubicBezTo>
                      <a:pt x="11" y="52"/>
                      <a:pt x="21" y="48"/>
                      <a:pt x="25" y="46"/>
                    </a:cubicBezTo>
                    <a:cubicBezTo>
                      <a:pt x="28" y="44"/>
                      <a:pt x="32" y="43"/>
                      <a:pt x="34" y="42"/>
                    </a:cubicBezTo>
                    <a:cubicBezTo>
                      <a:pt x="33" y="39"/>
                      <a:pt x="31" y="35"/>
                      <a:pt x="31" y="33"/>
                    </a:cubicBezTo>
                    <a:cubicBezTo>
                      <a:pt x="31" y="28"/>
                      <a:pt x="30" y="24"/>
                      <a:pt x="29"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3" name="Freeform 29">
                <a:extLst>
                  <a:ext uri="{FF2B5EF4-FFF2-40B4-BE49-F238E27FC236}">
                    <a16:creationId xmlns:a16="http://schemas.microsoft.com/office/drawing/2014/main" id="{575CECD2-8A40-4478-9071-E8AC630159C6}"/>
                  </a:ext>
                </a:extLst>
              </p:cNvPr>
              <p:cNvSpPr>
                <a:spLocks/>
              </p:cNvSpPr>
              <p:nvPr/>
            </p:nvSpPr>
            <p:spPr bwMode="auto">
              <a:xfrm>
                <a:off x="4641165" y="3848891"/>
                <a:ext cx="140529" cy="106652"/>
              </a:xfrm>
              <a:custGeom>
                <a:avLst/>
                <a:gdLst>
                  <a:gd name="T0" fmla="*/ 20 w 61"/>
                  <a:gd name="T1" fmla="*/ 25 h 46"/>
                  <a:gd name="T2" fmla="*/ 24 w 61"/>
                  <a:gd name="T3" fmla="*/ 24 h 46"/>
                  <a:gd name="T4" fmla="*/ 30 w 61"/>
                  <a:gd name="T5" fmla="*/ 23 h 46"/>
                  <a:gd name="T6" fmla="*/ 37 w 61"/>
                  <a:gd name="T7" fmla="*/ 31 h 46"/>
                  <a:gd name="T8" fmla="*/ 38 w 61"/>
                  <a:gd name="T9" fmla="*/ 35 h 46"/>
                  <a:gd name="T10" fmla="*/ 38 w 61"/>
                  <a:gd name="T11" fmla="*/ 36 h 46"/>
                  <a:gd name="T12" fmla="*/ 44 w 61"/>
                  <a:gd name="T13" fmla="*/ 35 h 46"/>
                  <a:gd name="T14" fmla="*/ 46 w 61"/>
                  <a:gd name="T15" fmla="*/ 42 h 46"/>
                  <a:gd name="T16" fmla="*/ 50 w 61"/>
                  <a:gd name="T17" fmla="*/ 45 h 46"/>
                  <a:gd name="T18" fmla="*/ 53 w 61"/>
                  <a:gd name="T19" fmla="*/ 42 h 46"/>
                  <a:gd name="T20" fmla="*/ 55 w 61"/>
                  <a:gd name="T21" fmla="*/ 43 h 46"/>
                  <a:gd name="T22" fmla="*/ 57 w 61"/>
                  <a:gd name="T23" fmla="*/ 41 h 46"/>
                  <a:gd name="T24" fmla="*/ 56 w 61"/>
                  <a:gd name="T25" fmla="*/ 36 h 46"/>
                  <a:gd name="T26" fmla="*/ 60 w 61"/>
                  <a:gd name="T27" fmla="*/ 36 h 46"/>
                  <a:gd name="T28" fmla="*/ 58 w 61"/>
                  <a:gd name="T29" fmla="*/ 31 h 46"/>
                  <a:gd name="T30" fmla="*/ 57 w 61"/>
                  <a:gd name="T31" fmla="*/ 27 h 46"/>
                  <a:gd name="T32" fmla="*/ 57 w 61"/>
                  <a:gd name="T33" fmla="*/ 20 h 46"/>
                  <a:gd name="T34" fmla="*/ 56 w 61"/>
                  <a:gd name="T35" fmla="*/ 19 h 46"/>
                  <a:gd name="T36" fmla="*/ 54 w 61"/>
                  <a:gd name="T37" fmla="*/ 15 h 46"/>
                  <a:gd name="T38" fmla="*/ 54 w 61"/>
                  <a:gd name="T39" fmla="*/ 12 h 46"/>
                  <a:gd name="T40" fmla="*/ 51 w 61"/>
                  <a:gd name="T41" fmla="*/ 8 h 46"/>
                  <a:gd name="T42" fmla="*/ 48 w 61"/>
                  <a:gd name="T43" fmla="*/ 2 h 46"/>
                  <a:gd name="T44" fmla="*/ 42 w 61"/>
                  <a:gd name="T45" fmla="*/ 6 h 46"/>
                  <a:gd name="T46" fmla="*/ 37 w 61"/>
                  <a:gd name="T47" fmla="*/ 6 h 46"/>
                  <a:gd name="T48" fmla="*/ 32 w 61"/>
                  <a:gd name="T49" fmla="*/ 6 h 46"/>
                  <a:gd name="T50" fmla="*/ 30 w 61"/>
                  <a:gd name="T51" fmla="*/ 4 h 46"/>
                  <a:gd name="T52" fmla="*/ 30 w 61"/>
                  <a:gd name="T53" fmla="*/ 3 h 46"/>
                  <a:gd name="T54" fmla="*/ 29 w 61"/>
                  <a:gd name="T55" fmla="*/ 3 h 46"/>
                  <a:gd name="T56" fmla="*/ 17 w 61"/>
                  <a:gd name="T57" fmla="*/ 3 h 46"/>
                  <a:gd name="T58" fmla="*/ 12 w 61"/>
                  <a:gd name="T59" fmla="*/ 0 h 46"/>
                  <a:gd name="T60" fmla="*/ 10 w 61"/>
                  <a:gd name="T61" fmla="*/ 4 h 46"/>
                  <a:gd name="T62" fmla="*/ 10 w 61"/>
                  <a:gd name="T63" fmla="*/ 8 h 46"/>
                  <a:gd name="T64" fmla="*/ 7 w 61"/>
                  <a:gd name="T65" fmla="*/ 9 h 46"/>
                  <a:gd name="T66" fmla="*/ 1 w 61"/>
                  <a:gd name="T67" fmla="*/ 13 h 46"/>
                  <a:gd name="T68" fmla="*/ 0 w 61"/>
                  <a:gd name="T69" fmla="*/ 14 h 46"/>
                  <a:gd name="T70" fmla="*/ 6 w 61"/>
                  <a:gd name="T71" fmla="*/ 21 h 46"/>
                  <a:gd name="T72" fmla="*/ 15 w 61"/>
                  <a:gd name="T73" fmla="*/ 31 h 46"/>
                  <a:gd name="T74" fmla="*/ 20 w 61"/>
                  <a:gd name="T75" fmla="*/ 2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46">
                    <a:moveTo>
                      <a:pt x="20" y="25"/>
                    </a:moveTo>
                    <a:cubicBezTo>
                      <a:pt x="20" y="23"/>
                      <a:pt x="22" y="23"/>
                      <a:pt x="24" y="24"/>
                    </a:cubicBezTo>
                    <a:cubicBezTo>
                      <a:pt x="26" y="24"/>
                      <a:pt x="28" y="23"/>
                      <a:pt x="30" y="23"/>
                    </a:cubicBezTo>
                    <a:cubicBezTo>
                      <a:pt x="32" y="23"/>
                      <a:pt x="37" y="29"/>
                      <a:pt x="37" y="31"/>
                    </a:cubicBezTo>
                    <a:cubicBezTo>
                      <a:pt x="37" y="32"/>
                      <a:pt x="37" y="34"/>
                      <a:pt x="38" y="35"/>
                    </a:cubicBezTo>
                    <a:cubicBezTo>
                      <a:pt x="38" y="36"/>
                      <a:pt x="38" y="36"/>
                      <a:pt x="38" y="36"/>
                    </a:cubicBezTo>
                    <a:cubicBezTo>
                      <a:pt x="41" y="35"/>
                      <a:pt x="43" y="35"/>
                      <a:pt x="44" y="35"/>
                    </a:cubicBezTo>
                    <a:cubicBezTo>
                      <a:pt x="45" y="35"/>
                      <a:pt x="46" y="39"/>
                      <a:pt x="46" y="42"/>
                    </a:cubicBezTo>
                    <a:cubicBezTo>
                      <a:pt x="46" y="44"/>
                      <a:pt x="49" y="46"/>
                      <a:pt x="50" y="45"/>
                    </a:cubicBezTo>
                    <a:cubicBezTo>
                      <a:pt x="51" y="43"/>
                      <a:pt x="53" y="41"/>
                      <a:pt x="53" y="42"/>
                    </a:cubicBezTo>
                    <a:cubicBezTo>
                      <a:pt x="53" y="43"/>
                      <a:pt x="54" y="43"/>
                      <a:pt x="55" y="43"/>
                    </a:cubicBezTo>
                    <a:cubicBezTo>
                      <a:pt x="55" y="42"/>
                      <a:pt x="56" y="42"/>
                      <a:pt x="57" y="41"/>
                    </a:cubicBezTo>
                    <a:cubicBezTo>
                      <a:pt x="58" y="40"/>
                      <a:pt x="55" y="38"/>
                      <a:pt x="56" y="36"/>
                    </a:cubicBezTo>
                    <a:cubicBezTo>
                      <a:pt x="57" y="34"/>
                      <a:pt x="58" y="37"/>
                      <a:pt x="60" y="36"/>
                    </a:cubicBezTo>
                    <a:cubicBezTo>
                      <a:pt x="61" y="34"/>
                      <a:pt x="58" y="32"/>
                      <a:pt x="58" y="31"/>
                    </a:cubicBezTo>
                    <a:cubicBezTo>
                      <a:pt x="59" y="30"/>
                      <a:pt x="58" y="28"/>
                      <a:pt x="57" y="27"/>
                    </a:cubicBezTo>
                    <a:cubicBezTo>
                      <a:pt x="56" y="26"/>
                      <a:pt x="56" y="23"/>
                      <a:pt x="57" y="20"/>
                    </a:cubicBezTo>
                    <a:cubicBezTo>
                      <a:pt x="56" y="20"/>
                      <a:pt x="56" y="20"/>
                      <a:pt x="56" y="19"/>
                    </a:cubicBezTo>
                    <a:cubicBezTo>
                      <a:pt x="55" y="18"/>
                      <a:pt x="56" y="15"/>
                      <a:pt x="54" y="15"/>
                    </a:cubicBezTo>
                    <a:cubicBezTo>
                      <a:pt x="52" y="15"/>
                      <a:pt x="52" y="12"/>
                      <a:pt x="54" y="12"/>
                    </a:cubicBezTo>
                    <a:cubicBezTo>
                      <a:pt x="55" y="11"/>
                      <a:pt x="51" y="10"/>
                      <a:pt x="51" y="8"/>
                    </a:cubicBezTo>
                    <a:cubicBezTo>
                      <a:pt x="51" y="6"/>
                      <a:pt x="49" y="2"/>
                      <a:pt x="48" y="2"/>
                    </a:cubicBezTo>
                    <a:cubicBezTo>
                      <a:pt x="47" y="2"/>
                      <a:pt x="44" y="6"/>
                      <a:pt x="42" y="6"/>
                    </a:cubicBezTo>
                    <a:cubicBezTo>
                      <a:pt x="41" y="6"/>
                      <a:pt x="38" y="3"/>
                      <a:pt x="37" y="6"/>
                    </a:cubicBezTo>
                    <a:cubicBezTo>
                      <a:pt x="36" y="8"/>
                      <a:pt x="34" y="5"/>
                      <a:pt x="32" y="6"/>
                    </a:cubicBezTo>
                    <a:cubicBezTo>
                      <a:pt x="31" y="8"/>
                      <a:pt x="30" y="4"/>
                      <a:pt x="30" y="4"/>
                    </a:cubicBezTo>
                    <a:cubicBezTo>
                      <a:pt x="30" y="4"/>
                      <a:pt x="30" y="4"/>
                      <a:pt x="30" y="3"/>
                    </a:cubicBezTo>
                    <a:cubicBezTo>
                      <a:pt x="30" y="3"/>
                      <a:pt x="29" y="3"/>
                      <a:pt x="29" y="3"/>
                    </a:cubicBezTo>
                    <a:cubicBezTo>
                      <a:pt x="25" y="5"/>
                      <a:pt x="18" y="4"/>
                      <a:pt x="17" y="3"/>
                    </a:cubicBezTo>
                    <a:cubicBezTo>
                      <a:pt x="17" y="1"/>
                      <a:pt x="12" y="0"/>
                      <a:pt x="12" y="0"/>
                    </a:cubicBezTo>
                    <a:cubicBezTo>
                      <a:pt x="12" y="0"/>
                      <a:pt x="12" y="3"/>
                      <a:pt x="10" y="4"/>
                    </a:cubicBezTo>
                    <a:cubicBezTo>
                      <a:pt x="8" y="5"/>
                      <a:pt x="10" y="7"/>
                      <a:pt x="10" y="8"/>
                    </a:cubicBezTo>
                    <a:cubicBezTo>
                      <a:pt x="10" y="8"/>
                      <a:pt x="9" y="10"/>
                      <a:pt x="7" y="9"/>
                    </a:cubicBezTo>
                    <a:cubicBezTo>
                      <a:pt x="6" y="8"/>
                      <a:pt x="3" y="12"/>
                      <a:pt x="1" y="13"/>
                    </a:cubicBezTo>
                    <a:cubicBezTo>
                      <a:pt x="1" y="13"/>
                      <a:pt x="0" y="13"/>
                      <a:pt x="0" y="14"/>
                    </a:cubicBezTo>
                    <a:cubicBezTo>
                      <a:pt x="3" y="16"/>
                      <a:pt x="2" y="18"/>
                      <a:pt x="6" y="21"/>
                    </a:cubicBezTo>
                    <a:cubicBezTo>
                      <a:pt x="9" y="23"/>
                      <a:pt x="13" y="26"/>
                      <a:pt x="15" y="31"/>
                    </a:cubicBezTo>
                    <a:cubicBezTo>
                      <a:pt x="17" y="29"/>
                      <a:pt x="20" y="26"/>
                      <a:pt x="2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4" name="Freeform 30">
                <a:extLst>
                  <a:ext uri="{FF2B5EF4-FFF2-40B4-BE49-F238E27FC236}">
                    <a16:creationId xmlns:a16="http://schemas.microsoft.com/office/drawing/2014/main" id="{780996E7-D27F-4BF3-B82D-7BBE9CF9CDFE}"/>
                  </a:ext>
                </a:extLst>
              </p:cNvPr>
              <p:cNvSpPr>
                <a:spLocks/>
              </p:cNvSpPr>
              <p:nvPr/>
            </p:nvSpPr>
            <p:spPr bwMode="auto">
              <a:xfrm>
                <a:off x="4708920" y="3929193"/>
                <a:ext cx="77793" cy="74029"/>
              </a:xfrm>
              <a:custGeom>
                <a:avLst/>
                <a:gdLst>
                  <a:gd name="T0" fmla="*/ 27 w 34"/>
                  <a:gd name="T1" fmla="*/ 19 h 32"/>
                  <a:gd name="T2" fmla="*/ 24 w 34"/>
                  <a:gd name="T3" fmla="*/ 16 h 32"/>
                  <a:gd name="T4" fmla="*/ 25 w 34"/>
                  <a:gd name="T5" fmla="*/ 10 h 32"/>
                  <a:gd name="T6" fmla="*/ 26 w 34"/>
                  <a:gd name="T7" fmla="*/ 8 h 32"/>
                  <a:gd name="T8" fmla="*/ 24 w 34"/>
                  <a:gd name="T9" fmla="*/ 7 h 32"/>
                  <a:gd name="T10" fmla="*/ 21 w 34"/>
                  <a:gd name="T11" fmla="*/ 10 h 32"/>
                  <a:gd name="T12" fmla="*/ 17 w 34"/>
                  <a:gd name="T13" fmla="*/ 7 h 32"/>
                  <a:gd name="T14" fmla="*/ 15 w 34"/>
                  <a:gd name="T15" fmla="*/ 0 h 32"/>
                  <a:gd name="T16" fmla="*/ 9 w 34"/>
                  <a:gd name="T17" fmla="*/ 1 h 32"/>
                  <a:gd name="T18" fmla="*/ 8 w 34"/>
                  <a:gd name="T19" fmla="*/ 5 h 32"/>
                  <a:gd name="T20" fmla="*/ 2 w 34"/>
                  <a:gd name="T21" fmla="*/ 10 h 32"/>
                  <a:gd name="T22" fmla="*/ 0 w 34"/>
                  <a:gd name="T23" fmla="*/ 13 h 32"/>
                  <a:gd name="T24" fmla="*/ 10 w 34"/>
                  <a:gd name="T25" fmla="*/ 20 h 32"/>
                  <a:gd name="T26" fmla="*/ 29 w 34"/>
                  <a:gd name="T27" fmla="*/ 32 h 32"/>
                  <a:gd name="T28" fmla="*/ 31 w 34"/>
                  <a:gd name="T29" fmla="*/ 32 h 32"/>
                  <a:gd name="T30" fmla="*/ 33 w 34"/>
                  <a:gd name="T31" fmla="*/ 25 h 32"/>
                  <a:gd name="T32" fmla="*/ 27 w 34"/>
                  <a:gd name="T33" fmla="*/ 19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32">
                    <a:moveTo>
                      <a:pt x="27" y="19"/>
                    </a:moveTo>
                    <a:cubicBezTo>
                      <a:pt x="25" y="17"/>
                      <a:pt x="23" y="17"/>
                      <a:pt x="24" y="16"/>
                    </a:cubicBezTo>
                    <a:cubicBezTo>
                      <a:pt x="26" y="15"/>
                      <a:pt x="26" y="13"/>
                      <a:pt x="25" y="10"/>
                    </a:cubicBezTo>
                    <a:cubicBezTo>
                      <a:pt x="25" y="9"/>
                      <a:pt x="25" y="9"/>
                      <a:pt x="26" y="8"/>
                    </a:cubicBezTo>
                    <a:cubicBezTo>
                      <a:pt x="25" y="8"/>
                      <a:pt x="24" y="8"/>
                      <a:pt x="24" y="7"/>
                    </a:cubicBezTo>
                    <a:cubicBezTo>
                      <a:pt x="24" y="6"/>
                      <a:pt x="22" y="8"/>
                      <a:pt x="21" y="10"/>
                    </a:cubicBezTo>
                    <a:cubicBezTo>
                      <a:pt x="20" y="11"/>
                      <a:pt x="17" y="9"/>
                      <a:pt x="17" y="7"/>
                    </a:cubicBezTo>
                    <a:cubicBezTo>
                      <a:pt x="17" y="4"/>
                      <a:pt x="16" y="0"/>
                      <a:pt x="15" y="0"/>
                    </a:cubicBezTo>
                    <a:cubicBezTo>
                      <a:pt x="14" y="0"/>
                      <a:pt x="12" y="0"/>
                      <a:pt x="9" y="1"/>
                    </a:cubicBezTo>
                    <a:cubicBezTo>
                      <a:pt x="9" y="2"/>
                      <a:pt x="8" y="4"/>
                      <a:pt x="8" y="5"/>
                    </a:cubicBezTo>
                    <a:cubicBezTo>
                      <a:pt x="8" y="7"/>
                      <a:pt x="3" y="9"/>
                      <a:pt x="2" y="10"/>
                    </a:cubicBezTo>
                    <a:cubicBezTo>
                      <a:pt x="1" y="11"/>
                      <a:pt x="0" y="12"/>
                      <a:pt x="0" y="13"/>
                    </a:cubicBezTo>
                    <a:cubicBezTo>
                      <a:pt x="3" y="15"/>
                      <a:pt x="7" y="18"/>
                      <a:pt x="10" y="20"/>
                    </a:cubicBezTo>
                    <a:cubicBezTo>
                      <a:pt x="16" y="24"/>
                      <a:pt x="25" y="30"/>
                      <a:pt x="29" y="32"/>
                    </a:cubicBezTo>
                    <a:cubicBezTo>
                      <a:pt x="30" y="32"/>
                      <a:pt x="30" y="32"/>
                      <a:pt x="31" y="32"/>
                    </a:cubicBezTo>
                    <a:cubicBezTo>
                      <a:pt x="32" y="28"/>
                      <a:pt x="33" y="27"/>
                      <a:pt x="33" y="25"/>
                    </a:cubicBezTo>
                    <a:cubicBezTo>
                      <a:pt x="34" y="22"/>
                      <a:pt x="30" y="20"/>
                      <a:pt x="27"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5" name="Freeform 31">
                <a:extLst>
                  <a:ext uri="{FF2B5EF4-FFF2-40B4-BE49-F238E27FC236}">
                    <a16:creationId xmlns:a16="http://schemas.microsoft.com/office/drawing/2014/main" id="{18725BD7-A584-4D10-8C40-E21BC348F4B9}"/>
                  </a:ext>
                </a:extLst>
              </p:cNvPr>
              <p:cNvSpPr>
                <a:spLocks/>
              </p:cNvSpPr>
              <p:nvPr/>
            </p:nvSpPr>
            <p:spPr bwMode="auto">
              <a:xfrm>
                <a:off x="4676298" y="3901589"/>
                <a:ext cx="52698" cy="57717"/>
              </a:xfrm>
              <a:custGeom>
                <a:avLst/>
                <a:gdLst>
                  <a:gd name="T0" fmla="*/ 22 w 23"/>
                  <a:gd name="T1" fmla="*/ 17 h 25"/>
                  <a:gd name="T2" fmla="*/ 23 w 23"/>
                  <a:gd name="T3" fmla="*/ 12 h 25"/>
                  <a:gd name="T4" fmla="*/ 22 w 23"/>
                  <a:gd name="T5" fmla="*/ 8 h 25"/>
                  <a:gd name="T6" fmla="*/ 15 w 23"/>
                  <a:gd name="T7" fmla="*/ 0 h 25"/>
                  <a:gd name="T8" fmla="*/ 9 w 23"/>
                  <a:gd name="T9" fmla="*/ 1 h 25"/>
                  <a:gd name="T10" fmla="*/ 5 w 23"/>
                  <a:gd name="T11" fmla="*/ 2 h 25"/>
                  <a:gd name="T12" fmla="*/ 0 w 23"/>
                  <a:gd name="T13" fmla="*/ 8 h 25"/>
                  <a:gd name="T14" fmla="*/ 1 w 23"/>
                  <a:gd name="T15" fmla="*/ 11 h 25"/>
                  <a:gd name="T16" fmla="*/ 7 w 23"/>
                  <a:gd name="T17" fmla="*/ 21 h 25"/>
                  <a:gd name="T18" fmla="*/ 14 w 23"/>
                  <a:gd name="T19" fmla="*/ 25 h 25"/>
                  <a:gd name="T20" fmla="*/ 16 w 23"/>
                  <a:gd name="T21" fmla="*/ 22 h 25"/>
                  <a:gd name="T22" fmla="*/ 22 w 23"/>
                  <a:gd name="T23" fmla="*/ 1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25">
                    <a:moveTo>
                      <a:pt x="22" y="17"/>
                    </a:moveTo>
                    <a:cubicBezTo>
                      <a:pt x="22" y="15"/>
                      <a:pt x="23" y="14"/>
                      <a:pt x="23" y="12"/>
                    </a:cubicBezTo>
                    <a:cubicBezTo>
                      <a:pt x="22" y="11"/>
                      <a:pt x="22" y="9"/>
                      <a:pt x="22" y="8"/>
                    </a:cubicBezTo>
                    <a:cubicBezTo>
                      <a:pt x="22" y="6"/>
                      <a:pt x="17" y="0"/>
                      <a:pt x="15" y="0"/>
                    </a:cubicBezTo>
                    <a:cubicBezTo>
                      <a:pt x="13" y="0"/>
                      <a:pt x="11" y="1"/>
                      <a:pt x="9" y="1"/>
                    </a:cubicBezTo>
                    <a:cubicBezTo>
                      <a:pt x="7" y="0"/>
                      <a:pt x="5" y="0"/>
                      <a:pt x="5" y="2"/>
                    </a:cubicBezTo>
                    <a:cubicBezTo>
                      <a:pt x="5" y="3"/>
                      <a:pt x="2" y="6"/>
                      <a:pt x="0" y="8"/>
                    </a:cubicBezTo>
                    <a:cubicBezTo>
                      <a:pt x="0" y="9"/>
                      <a:pt x="1" y="10"/>
                      <a:pt x="1" y="11"/>
                    </a:cubicBezTo>
                    <a:cubicBezTo>
                      <a:pt x="3" y="17"/>
                      <a:pt x="5" y="19"/>
                      <a:pt x="7" y="21"/>
                    </a:cubicBezTo>
                    <a:cubicBezTo>
                      <a:pt x="9" y="22"/>
                      <a:pt x="11" y="23"/>
                      <a:pt x="14" y="25"/>
                    </a:cubicBezTo>
                    <a:cubicBezTo>
                      <a:pt x="14" y="24"/>
                      <a:pt x="15" y="23"/>
                      <a:pt x="16" y="22"/>
                    </a:cubicBezTo>
                    <a:cubicBezTo>
                      <a:pt x="17" y="21"/>
                      <a:pt x="22" y="19"/>
                      <a:pt x="22" y="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6" name="Freeform 32">
                <a:extLst>
                  <a:ext uri="{FF2B5EF4-FFF2-40B4-BE49-F238E27FC236}">
                    <a16:creationId xmlns:a16="http://schemas.microsoft.com/office/drawing/2014/main" id="{B5E2B236-82A2-48EF-9BA0-A15705CE0171}"/>
                  </a:ext>
                </a:extLst>
              </p:cNvPr>
              <p:cNvSpPr>
                <a:spLocks/>
              </p:cNvSpPr>
              <p:nvPr/>
            </p:nvSpPr>
            <p:spPr bwMode="auto">
              <a:xfrm>
                <a:off x="4607288" y="3559049"/>
                <a:ext cx="154331" cy="124218"/>
              </a:xfrm>
              <a:custGeom>
                <a:avLst/>
                <a:gdLst>
                  <a:gd name="T0" fmla="*/ 31 w 67"/>
                  <a:gd name="T1" fmla="*/ 42 h 54"/>
                  <a:gd name="T2" fmla="*/ 40 w 67"/>
                  <a:gd name="T3" fmla="*/ 36 h 54"/>
                  <a:gd name="T4" fmla="*/ 40 w 67"/>
                  <a:gd name="T5" fmla="*/ 14 h 54"/>
                  <a:gd name="T6" fmla="*/ 67 w 67"/>
                  <a:gd name="T7" fmla="*/ 14 h 54"/>
                  <a:gd name="T8" fmla="*/ 67 w 67"/>
                  <a:gd name="T9" fmla="*/ 3 h 54"/>
                  <a:gd name="T10" fmla="*/ 61 w 67"/>
                  <a:gd name="T11" fmla="*/ 0 h 54"/>
                  <a:gd name="T12" fmla="*/ 31 w 67"/>
                  <a:gd name="T13" fmla="*/ 0 h 54"/>
                  <a:gd name="T14" fmla="*/ 27 w 67"/>
                  <a:gd name="T15" fmla="*/ 7 h 54"/>
                  <a:gd name="T16" fmla="*/ 16 w 67"/>
                  <a:gd name="T17" fmla="*/ 22 h 54"/>
                  <a:gd name="T18" fmla="*/ 2 w 67"/>
                  <a:gd name="T19" fmla="*/ 47 h 54"/>
                  <a:gd name="T20" fmla="*/ 0 w 67"/>
                  <a:gd name="T21" fmla="*/ 54 h 54"/>
                  <a:gd name="T22" fmla="*/ 31 w 67"/>
                  <a:gd name="T23" fmla="*/ 54 h 54"/>
                  <a:gd name="T24" fmla="*/ 31 w 67"/>
                  <a:gd name="T25"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 h="54">
                    <a:moveTo>
                      <a:pt x="31" y="42"/>
                    </a:moveTo>
                    <a:cubicBezTo>
                      <a:pt x="31" y="40"/>
                      <a:pt x="40" y="38"/>
                      <a:pt x="40" y="36"/>
                    </a:cubicBezTo>
                    <a:cubicBezTo>
                      <a:pt x="40" y="34"/>
                      <a:pt x="40" y="14"/>
                      <a:pt x="40" y="14"/>
                    </a:cubicBezTo>
                    <a:cubicBezTo>
                      <a:pt x="40" y="14"/>
                      <a:pt x="66" y="15"/>
                      <a:pt x="67" y="14"/>
                    </a:cubicBezTo>
                    <a:cubicBezTo>
                      <a:pt x="67" y="14"/>
                      <a:pt x="67" y="8"/>
                      <a:pt x="67" y="3"/>
                    </a:cubicBezTo>
                    <a:cubicBezTo>
                      <a:pt x="66" y="1"/>
                      <a:pt x="67" y="0"/>
                      <a:pt x="61" y="0"/>
                    </a:cubicBezTo>
                    <a:cubicBezTo>
                      <a:pt x="56" y="0"/>
                      <a:pt x="41" y="0"/>
                      <a:pt x="31" y="0"/>
                    </a:cubicBezTo>
                    <a:cubicBezTo>
                      <a:pt x="29" y="2"/>
                      <a:pt x="28" y="5"/>
                      <a:pt x="27" y="7"/>
                    </a:cubicBezTo>
                    <a:cubicBezTo>
                      <a:pt x="25" y="11"/>
                      <a:pt x="16" y="16"/>
                      <a:pt x="16" y="22"/>
                    </a:cubicBezTo>
                    <a:cubicBezTo>
                      <a:pt x="16" y="27"/>
                      <a:pt x="7" y="35"/>
                      <a:pt x="2" y="47"/>
                    </a:cubicBezTo>
                    <a:cubicBezTo>
                      <a:pt x="0" y="50"/>
                      <a:pt x="0" y="52"/>
                      <a:pt x="0" y="54"/>
                    </a:cubicBezTo>
                    <a:cubicBezTo>
                      <a:pt x="31" y="54"/>
                      <a:pt x="31" y="54"/>
                      <a:pt x="31" y="54"/>
                    </a:cubicBezTo>
                    <a:cubicBezTo>
                      <a:pt x="31" y="54"/>
                      <a:pt x="31" y="44"/>
                      <a:pt x="31" y="4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7" name="Freeform 33">
                <a:extLst>
                  <a:ext uri="{FF2B5EF4-FFF2-40B4-BE49-F238E27FC236}">
                    <a16:creationId xmlns:a16="http://schemas.microsoft.com/office/drawing/2014/main" id="{F2022576-33F5-4876-93AE-1AE54A6147C7}"/>
                  </a:ext>
                </a:extLst>
              </p:cNvPr>
              <p:cNvSpPr>
                <a:spLocks/>
              </p:cNvSpPr>
              <p:nvPr/>
            </p:nvSpPr>
            <p:spPr bwMode="auto">
              <a:xfrm>
                <a:off x="4604778" y="3565323"/>
                <a:ext cx="225851" cy="247181"/>
              </a:xfrm>
              <a:custGeom>
                <a:avLst/>
                <a:gdLst>
                  <a:gd name="T0" fmla="*/ 8 w 98"/>
                  <a:gd name="T1" fmla="*/ 92 h 107"/>
                  <a:gd name="T2" fmla="*/ 15 w 98"/>
                  <a:gd name="T3" fmla="*/ 92 h 107"/>
                  <a:gd name="T4" fmla="*/ 21 w 98"/>
                  <a:gd name="T5" fmla="*/ 92 h 107"/>
                  <a:gd name="T6" fmla="*/ 26 w 98"/>
                  <a:gd name="T7" fmla="*/ 95 h 107"/>
                  <a:gd name="T8" fmla="*/ 29 w 98"/>
                  <a:gd name="T9" fmla="*/ 95 h 107"/>
                  <a:gd name="T10" fmla="*/ 34 w 98"/>
                  <a:gd name="T11" fmla="*/ 103 h 107"/>
                  <a:gd name="T12" fmla="*/ 38 w 98"/>
                  <a:gd name="T13" fmla="*/ 107 h 107"/>
                  <a:gd name="T14" fmla="*/ 42 w 98"/>
                  <a:gd name="T15" fmla="*/ 104 h 107"/>
                  <a:gd name="T16" fmla="*/ 47 w 98"/>
                  <a:gd name="T17" fmla="*/ 102 h 107"/>
                  <a:gd name="T18" fmla="*/ 52 w 98"/>
                  <a:gd name="T19" fmla="*/ 101 h 107"/>
                  <a:gd name="T20" fmla="*/ 57 w 98"/>
                  <a:gd name="T21" fmla="*/ 102 h 107"/>
                  <a:gd name="T22" fmla="*/ 62 w 98"/>
                  <a:gd name="T23" fmla="*/ 100 h 107"/>
                  <a:gd name="T24" fmla="*/ 93 w 98"/>
                  <a:gd name="T25" fmla="*/ 100 h 107"/>
                  <a:gd name="T26" fmla="*/ 94 w 98"/>
                  <a:gd name="T27" fmla="*/ 93 h 107"/>
                  <a:gd name="T28" fmla="*/ 92 w 98"/>
                  <a:gd name="T29" fmla="*/ 91 h 107"/>
                  <a:gd name="T30" fmla="*/ 84 w 98"/>
                  <a:gd name="T31" fmla="*/ 20 h 107"/>
                  <a:gd name="T32" fmla="*/ 98 w 98"/>
                  <a:gd name="T33" fmla="*/ 20 h 107"/>
                  <a:gd name="T34" fmla="*/ 69 w 98"/>
                  <a:gd name="T35" fmla="*/ 1 h 107"/>
                  <a:gd name="T36" fmla="*/ 68 w 98"/>
                  <a:gd name="T37" fmla="*/ 0 h 107"/>
                  <a:gd name="T38" fmla="*/ 68 w 98"/>
                  <a:gd name="T39" fmla="*/ 11 h 107"/>
                  <a:gd name="T40" fmla="*/ 41 w 98"/>
                  <a:gd name="T41" fmla="*/ 11 h 107"/>
                  <a:gd name="T42" fmla="*/ 41 w 98"/>
                  <a:gd name="T43" fmla="*/ 33 h 107"/>
                  <a:gd name="T44" fmla="*/ 32 w 98"/>
                  <a:gd name="T45" fmla="*/ 39 h 107"/>
                  <a:gd name="T46" fmla="*/ 32 w 98"/>
                  <a:gd name="T47" fmla="*/ 51 h 107"/>
                  <a:gd name="T48" fmla="*/ 1 w 98"/>
                  <a:gd name="T49" fmla="*/ 51 h 107"/>
                  <a:gd name="T50" fmla="*/ 5 w 98"/>
                  <a:gd name="T51" fmla="*/ 60 h 107"/>
                  <a:gd name="T52" fmla="*/ 7 w 98"/>
                  <a:gd name="T53" fmla="*/ 73 h 107"/>
                  <a:gd name="T54" fmla="*/ 4 w 98"/>
                  <a:gd name="T55" fmla="*/ 89 h 107"/>
                  <a:gd name="T56" fmla="*/ 3 w 98"/>
                  <a:gd name="T57" fmla="*/ 96 h 107"/>
                  <a:gd name="T58" fmla="*/ 3 w 98"/>
                  <a:gd name="T59" fmla="*/ 96 h 107"/>
                  <a:gd name="T60" fmla="*/ 8 w 98"/>
                  <a:gd name="T61" fmla="*/ 9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8" h="107">
                    <a:moveTo>
                      <a:pt x="8" y="92"/>
                    </a:moveTo>
                    <a:cubicBezTo>
                      <a:pt x="11" y="93"/>
                      <a:pt x="15" y="92"/>
                      <a:pt x="15" y="92"/>
                    </a:cubicBezTo>
                    <a:cubicBezTo>
                      <a:pt x="15" y="92"/>
                      <a:pt x="19" y="90"/>
                      <a:pt x="21" y="92"/>
                    </a:cubicBezTo>
                    <a:cubicBezTo>
                      <a:pt x="24" y="93"/>
                      <a:pt x="26" y="95"/>
                      <a:pt x="26" y="95"/>
                    </a:cubicBezTo>
                    <a:cubicBezTo>
                      <a:pt x="29" y="95"/>
                      <a:pt x="29" y="95"/>
                      <a:pt x="29" y="95"/>
                    </a:cubicBezTo>
                    <a:cubicBezTo>
                      <a:pt x="29" y="95"/>
                      <a:pt x="31" y="102"/>
                      <a:pt x="34" y="103"/>
                    </a:cubicBezTo>
                    <a:cubicBezTo>
                      <a:pt x="36" y="103"/>
                      <a:pt x="38" y="105"/>
                      <a:pt x="38" y="107"/>
                    </a:cubicBezTo>
                    <a:cubicBezTo>
                      <a:pt x="41" y="107"/>
                      <a:pt x="42" y="106"/>
                      <a:pt x="42" y="104"/>
                    </a:cubicBezTo>
                    <a:cubicBezTo>
                      <a:pt x="42" y="102"/>
                      <a:pt x="44" y="99"/>
                      <a:pt x="47" y="102"/>
                    </a:cubicBezTo>
                    <a:cubicBezTo>
                      <a:pt x="51" y="105"/>
                      <a:pt x="51" y="103"/>
                      <a:pt x="52" y="101"/>
                    </a:cubicBezTo>
                    <a:cubicBezTo>
                      <a:pt x="52" y="100"/>
                      <a:pt x="55" y="102"/>
                      <a:pt x="57" y="102"/>
                    </a:cubicBezTo>
                    <a:cubicBezTo>
                      <a:pt x="59" y="102"/>
                      <a:pt x="62" y="100"/>
                      <a:pt x="62" y="100"/>
                    </a:cubicBezTo>
                    <a:cubicBezTo>
                      <a:pt x="62" y="100"/>
                      <a:pt x="92" y="101"/>
                      <a:pt x="93" y="100"/>
                    </a:cubicBezTo>
                    <a:cubicBezTo>
                      <a:pt x="95" y="99"/>
                      <a:pt x="94" y="93"/>
                      <a:pt x="94" y="93"/>
                    </a:cubicBezTo>
                    <a:cubicBezTo>
                      <a:pt x="92" y="91"/>
                      <a:pt x="92" y="91"/>
                      <a:pt x="92" y="91"/>
                    </a:cubicBezTo>
                    <a:cubicBezTo>
                      <a:pt x="84" y="20"/>
                      <a:pt x="84" y="20"/>
                      <a:pt x="84" y="20"/>
                    </a:cubicBezTo>
                    <a:cubicBezTo>
                      <a:pt x="98" y="20"/>
                      <a:pt x="98" y="20"/>
                      <a:pt x="98" y="20"/>
                    </a:cubicBezTo>
                    <a:cubicBezTo>
                      <a:pt x="83" y="10"/>
                      <a:pt x="71" y="2"/>
                      <a:pt x="69" y="1"/>
                    </a:cubicBezTo>
                    <a:cubicBezTo>
                      <a:pt x="69" y="1"/>
                      <a:pt x="68" y="0"/>
                      <a:pt x="68" y="0"/>
                    </a:cubicBezTo>
                    <a:cubicBezTo>
                      <a:pt x="68" y="5"/>
                      <a:pt x="68" y="11"/>
                      <a:pt x="68" y="11"/>
                    </a:cubicBezTo>
                    <a:cubicBezTo>
                      <a:pt x="67" y="12"/>
                      <a:pt x="41" y="11"/>
                      <a:pt x="41" y="11"/>
                    </a:cubicBezTo>
                    <a:cubicBezTo>
                      <a:pt x="41" y="11"/>
                      <a:pt x="41" y="31"/>
                      <a:pt x="41" y="33"/>
                    </a:cubicBezTo>
                    <a:cubicBezTo>
                      <a:pt x="41" y="35"/>
                      <a:pt x="32" y="37"/>
                      <a:pt x="32" y="39"/>
                    </a:cubicBezTo>
                    <a:cubicBezTo>
                      <a:pt x="32" y="41"/>
                      <a:pt x="32" y="51"/>
                      <a:pt x="32" y="51"/>
                    </a:cubicBezTo>
                    <a:cubicBezTo>
                      <a:pt x="1" y="51"/>
                      <a:pt x="1" y="51"/>
                      <a:pt x="1" y="51"/>
                    </a:cubicBezTo>
                    <a:cubicBezTo>
                      <a:pt x="0" y="56"/>
                      <a:pt x="3" y="58"/>
                      <a:pt x="5" y="60"/>
                    </a:cubicBezTo>
                    <a:cubicBezTo>
                      <a:pt x="8" y="63"/>
                      <a:pt x="3" y="68"/>
                      <a:pt x="7" y="73"/>
                    </a:cubicBezTo>
                    <a:cubicBezTo>
                      <a:pt x="11" y="78"/>
                      <a:pt x="6" y="86"/>
                      <a:pt x="4" y="89"/>
                    </a:cubicBezTo>
                    <a:cubicBezTo>
                      <a:pt x="3" y="91"/>
                      <a:pt x="3" y="93"/>
                      <a:pt x="3" y="96"/>
                    </a:cubicBezTo>
                    <a:cubicBezTo>
                      <a:pt x="3" y="96"/>
                      <a:pt x="3" y="96"/>
                      <a:pt x="3" y="96"/>
                    </a:cubicBezTo>
                    <a:cubicBezTo>
                      <a:pt x="6" y="95"/>
                      <a:pt x="5" y="92"/>
                      <a:pt x="8" y="9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8" name="Freeform 34">
                <a:extLst>
                  <a:ext uri="{FF2B5EF4-FFF2-40B4-BE49-F238E27FC236}">
                    <a16:creationId xmlns:a16="http://schemas.microsoft.com/office/drawing/2014/main" id="{7CCEC966-C8C6-4469-BA47-662FC47867C4}"/>
                  </a:ext>
                </a:extLst>
              </p:cNvPr>
              <p:cNvSpPr>
                <a:spLocks/>
              </p:cNvSpPr>
              <p:nvPr/>
            </p:nvSpPr>
            <p:spPr bwMode="auto">
              <a:xfrm>
                <a:off x="4692609" y="3611748"/>
                <a:ext cx="311172" cy="288587"/>
              </a:xfrm>
              <a:custGeom>
                <a:avLst/>
                <a:gdLst>
                  <a:gd name="T0" fmla="*/ 128 w 135"/>
                  <a:gd name="T1" fmla="*/ 52 h 125"/>
                  <a:gd name="T2" fmla="*/ 124 w 135"/>
                  <a:gd name="T3" fmla="*/ 43 h 125"/>
                  <a:gd name="T4" fmla="*/ 115 w 135"/>
                  <a:gd name="T5" fmla="*/ 40 h 125"/>
                  <a:gd name="T6" fmla="*/ 109 w 135"/>
                  <a:gd name="T7" fmla="*/ 33 h 125"/>
                  <a:gd name="T8" fmla="*/ 60 w 135"/>
                  <a:gd name="T9" fmla="*/ 0 h 125"/>
                  <a:gd name="T10" fmla="*/ 46 w 135"/>
                  <a:gd name="T11" fmla="*/ 0 h 125"/>
                  <a:gd name="T12" fmla="*/ 54 w 135"/>
                  <a:gd name="T13" fmla="*/ 71 h 125"/>
                  <a:gd name="T14" fmla="*/ 56 w 135"/>
                  <a:gd name="T15" fmla="*/ 73 h 125"/>
                  <a:gd name="T16" fmla="*/ 55 w 135"/>
                  <a:gd name="T17" fmla="*/ 80 h 125"/>
                  <a:gd name="T18" fmla="*/ 24 w 135"/>
                  <a:gd name="T19" fmla="*/ 80 h 125"/>
                  <a:gd name="T20" fmla="*/ 19 w 135"/>
                  <a:gd name="T21" fmla="*/ 82 h 125"/>
                  <a:gd name="T22" fmla="*/ 14 w 135"/>
                  <a:gd name="T23" fmla="*/ 81 h 125"/>
                  <a:gd name="T24" fmla="*/ 9 w 135"/>
                  <a:gd name="T25" fmla="*/ 82 h 125"/>
                  <a:gd name="T26" fmla="*/ 4 w 135"/>
                  <a:gd name="T27" fmla="*/ 84 h 125"/>
                  <a:gd name="T28" fmla="*/ 0 w 135"/>
                  <a:gd name="T29" fmla="*/ 87 h 125"/>
                  <a:gd name="T30" fmla="*/ 1 w 135"/>
                  <a:gd name="T31" fmla="*/ 88 h 125"/>
                  <a:gd name="T32" fmla="*/ 2 w 135"/>
                  <a:gd name="T33" fmla="*/ 91 h 125"/>
                  <a:gd name="T34" fmla="*/ 4 w 135"/>
                  <a:gd name="T35" fmla="*/ 96 h 125"/>
                  <a:gd name="T36" fmla="*/ 8 w 135"/>
                  <a:gd name="T37" fmla="*/ 101 h 125"/>
                  <a:gd name="T38" fmla="*/ 8 w 135"/>
                  <a:gd name="T39" fmla="*/ 107 h 125"/>
                  <a:gd name="T40" fmla="*/ 10 w 135"/>
                  <a:gd name="T41" fmla="*/ 109 h 125"/>
                  <a:gd name="T42" fmla="*/ 15 w 135"/>
                  <a:gd name="T43" fmla="*/ 109 h 125"/>
                  <a:gd name="T44" fmla="*/ 20 w 135"/>
                  <a:gd name="T45" fmla="*/ 109 h 125"/>
                  <a:gd name="T46" fmla="*/ 26 w 135"/>
                  <a:gd name="T47" fmla="*/ 105 h 125"/>
                  <a:gd name="T48" fmla="*/ 29 w 135"/>
                  <a:gd name="T49" fmla="*/ 111 h 125"/>
                  <a:gd name="T50" fmla="*/ 32 w 135"/>
                  <a:gd name="T51" fmla="*/ 115 h 125"/>
                  <a:gd name="T52" fmla="*/ 32 w 135"/>
                  <a:gd name="T53" fmla="*/ 118 h 125"/>
                  <a:gd name="T54" fmla="*/ 34 w 135"/>
                  <a:gd name="T55" fmla="*/ 122 h 125"/>
                  <a:gd name="T56" fmla="*/ 38 w 135"/>
                  <a:gd name="T57" fmla="*/ 123 h 125"/>
                  <a:gd name="T58" fmla="*/ 42 w 135"/>
                  <a:gd name="T59" fmla="*/ 124 h 125"/>
                  <a:gd name="T60" fmla="*/ 46 w 135"/>
                  <a:gd name="T61" fmla="*/ 122 h 125"/>
                  <a:gd name="T62" fmla="*/ 50 w 135"/>
                  <a:gd name="T63" fmla="*/ 121 h 125"/>
                  <a:gd name="T64" fmla="*/ 53 w 135"/>
                  <a:gd name="T65" fmla="*/ 122 h 125"/>
                  <a:gd name="T66" fmla="*/ 55 w 135"/>
                  <a:gd name="T67" fmla="*/ 122 h 125"/>
                  <a:gd name="T68" fmla="*/ 58 w 135"/>
                  <a:gd name="T69" fmla="*/ 116 h 125"/>
                  <a:gd name="T70" fmla="*/ 57 w 135"/>
                  <a:gd name="T71" fmla="*/ 110 h 125"/>
                  <a:gd name="T72" fmla="*/ 63 w 135"/>
                  <a:gd name="T73" fmla="*/ 108 h 125"/>
                  <a:gd name="T74" fmla="*/ 66 w 135"/>
                  <a:gd name="T75" fmla="*/ 103 h 125"/>
                  <a:gd name="T76" fmla="*/ 69 w 135"/>
                  <a:gd name="T77" fmla="*/ 97 h 125"/>
                  <a:gd name="T78" fmla="*/ 74 w 135"/>
                  <a:gd name="T79" fmla="*/ 97 h 125"/>
                  <a:gd name="T80" fmla="*/ 77 w 135"/>
                  <a:gd name="T81" fmla="*/ 93 h 125"/>
                  <a:gd name="T82" fmla="*/ 81 w 135"/>
                  <a:gd name="T83" fmla="*/ 91 h 125"/>
                  <a:gd name="T84" fmla="*/ 84 w 135"/>
                  <a:gd name="T85" fmla="*/ 89 h 125"/>
                  <a:gd name="T86" fmla="*/ 91 w 135"/>
                  <a:gd name="T87" fmla="*/ 87 h 125"/>
                  <a:gd name="T88" fmla="*/ 97 w 135"/>
                  <a:gd name="T89" fmla="*/ 84 h 125"/>
                  <a:gd name="T90" fmla="*/ 107 w 135"/>
                  <a:gd name="T91" fmla="*/ 84 h 125"/>
                  <a:gd name="T92" fmla="*/ 114 w 135"/>
                  <a:gd name="T93" fmla="*/ 82 h 125"/>
                  <a:gd name="T94" fmla="*/ 126 w 135"/>
                  <a:gd name="T95" fmla="*/ 81 h 125"/>
                  <a:gd name="T96" fmla="*/ 131 w 135"/>
                  <a:gd name="T97" fmla="*/ 78 h 125"/>
                  <a:gd name="T98" fmla="*/ 134 w 135"/>
                  <a:gd name="T99" fmla="*/ 72 h 125"/>
                  <a:gd name="T100" fmla="*/ 134 w 135"/>
                  <a:gd name="T101" fmla="*/ 50 h 125"/>
                  <a:gd name="T102" fmla="*/ 128 w 135"/>
                  <a:gd name="T103" fmla="*/ 5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5" h="125">
                    <a:moveTo>
                      <a:pt x="128" y="52"/>
                    </a:moveTo>
                    <a:cubicBezTo>
                      <a:pt x="128" y="52"/>
                      <a:pt x="128" y="46"/>
                      <a:pt x="124" y="43"/>
                    </a:cubicBezTo>
                    <a:cubicBezTo>
                      <a:pt x="120" y="41"/>
                      <a:pt x="115" y="40"/>
                      <a:pt x="115" y="40"/>
                    </a:cubicBezTo>
                    <a:cubicBezTo>
                      <a:pt x="115" y="40"/>
                      <a:pt x="112" y="35"/>
                      <a:pt x="109" y="33"/>
                    </a:cubicBezTo>
                    <a:cubicBezTo>
                      <a:pt x="108" y="32"/>
                      <a:pt x="82" y="14"/>
                      <a:pt x="60" y="0"/>
                    </a:cubicBezTo>
                    <a:cubicBezTo>
                      <a:pt x="46" y="0"/>
                      <a:pt x="46" y="0"/>
                      <a:pt x="46" y="0"/>
                    </a:cubicBezTo>
                    <a:cubicBezTo>
                      <a:pt x="54" y="71"/>
                      <a:pt x="54" y="71"/>
                      <a:pt x="54" y="71"/>
                    </a:cubicBezTo>
                    <a:cubicBezTo>
                      <a:pt x="56" y="73"/>
                      <a:pt x="56" y="73"/>
                      <a:pt x="56" y="73"/>
                    </a:cubicBezTo>
                    <a:cubicBezTo>
                      <a:pt x="56" y="73"/>
                      <a:pt x="57" y="79"/>
                      <a:pt x="55" y="80"/>
                    </a:cubicBezTo>
                    <a:cubicBezTo>
                      <a:pt x="54" y="81"/>
                      <a:pt x="24" y="80"/>
                      <a:pt x="24" y="80"/>
                    </a:cubicBezTo>
                    <a:cubicBezTo>
                      <a:pt x="24" y="80"/>
                      <a:pt x="21" y="82"/>
                      <a:pt x="19" y="82"/>
                    </a:cubicBezTo>
                    <a:cubicBezTo>
                      <a:pt x="17" y="82"/>
                      <a:pt x="14" y="80"/>
                      <a:pt x="14" y="81"/>
                    </a:cubicBezTo>
                    <a:cubicBezTo>
                      <a:pt x="13" y="83"/>
                      <a:pt x="13" y="85"/>
                      <a:pt x="9" y="82"/>
                    </a:cubicBezTo>
                    <a:cubicBezTo>
                      <a:pt x="6" y="79"/>
                      <a:pt x="4" y="82"/>
                      <a:pt x="4" y="84"/>
                    </a:cubicBezTo>
                    <a:cubicBezTo>
                      <a:pt x="4" y="86"/>
                      <a:pt x="3" y="87"/>
                      <a:pt x="0" y="87"/>
                    </a:cubicBezTo>
                    <a:cubicBezTo>
                      <a:pt x="1" y="88"/>
                      <a:pt x="1" y="88"/>
                      <a:pt x="1" y="88"/>
                    </a:cubicBezTo>
                    <a:cubicBezTo>
                      <a:pt x="2" y="91"/>
                      <a:pt x="2" y="91"/>
                      <a:pt x="2" y="91"/>
                    </a:cubicBezTo>
                    <a:cubicBezTo>
                      <a:pt x="2" y="91"/>
                      <a:pt x="2" y="94"/>
                      <a:pt x="4" y="96"/>
                    </a:cubicBezTo>
                    <a:cubicBezTo>
                      <a:pt x="5" y="97"/>
                      <a:pt x="8" y="100"/>
                      <a:pt x="8" y="101"/>
                    </a:cubicBezTo>
                    <a:cubicBezTo>
                      <a:pt x="8" y="102"/>
                      <a:pt x="8" y="107"/>
                      <a:pt x="8" y="107"/>
                    </a:cubicBezTo>
                    <a:cubicBezTo>
                      <a:pt x="8" y="107"/>
                      <a:pt x="9" y="111"/>
                      <a:pt x="10" y="109"/>
                    </a:cubicBezTo>
                    <a:cubicBezTo>
                      <a:pt x="12" y="108"/>
                      <a:pt x="14" y="111"/>
                      <a:pt x="15" y="109"/>
                    </a:cubicBezTo>
                    <a:cubicBezTo>
                      <a:pt x="16" y="106"/>
                      <a:pt x="19" y="109"/>
                      <a:pt x="20" y="109"/>
                    </a:cubicBezTo>
                    <a:cubicBezTo>
                      <a:pt x="22" y="109"/>
                      <a:pt x="25" y="105"/>
                      <a:pt x="26" y="105"/>
                    </a:cubicBezTo>
                    <a:cubicBezTo>
                      <a:pt x="27" y="105"/>
                      <a:pt x="29" y="109"/>
                      <a:pt x="29" y="111"/>
                    </a:cubicBezTo>
                    <a:cubicBezTo>
                      <a:pt x="29" y="113"/>
                      <a:pt x="33" y="114"/>
                      <a:pt x="32" y="115"/>
                    </a:cubicBezTo>
                    <a:cubicBezTo>
                      <a:pt x="30" y="115"/>
                      <a:pt x="30" y="118"/>
                      <a:pt x="32" y="118"/>
                    </a:cubicBezTo>
                    <a:cubicBezTo>
                      <a:pt x="34" y="118"/>
                      <a:pt x="33" y="121"/>
                      <a:pt x="34" y="122"/>
                    </a:cubicBezTo>
                    <a:cubicBezTo>
                      <a:pt x="35" y="124"/>
                      <a:pt x="37" y="125"/>
                      <a:pt x="38" y="123"/>
                    </a:cubicBezTo>
                    <a:cubicBezTo>
                      <a:pt x="39" y="121"/>
                      <a:pt x="41" y="123"/>
                      <a:pt x="42" y="124"/>
                    </a:cubicBezTo>
                    <a:cubicBezTo>
                      <a:pt x="43" y="125"/>
                      <a:pt x="46" y="124"/>
                      <a:pt x="46" y="122"/>
                    </a:cubicBezTo>
                    <a:cubicBezTo>
                      <a:pt x="47" y="120"/>
                      <a:pt x="50" y="119"/>
                      <a:pt x="50" y="121"/>
                    </a:cubicBezTo>
                    <a:cubicBezTo>
                      <a:pt x="50" y="123"/>
                      <a:pt x="51" y="124"/>
                      <a:pt x="53" y="122"/>
                    </a:cubicBezTo>
                    <a:cubicBezTo>
                      <a:pt x="54" y="122"/>
                      <a:pt x="55" y="122"/>
                      <a:pt x="55" y="122"/>
                    </a:cubicBezTo>
                    <a:cubicBezTo>
                      <a:pt x="56" y="119"/>
                      <a:pt x="57" y="117"/>
                      <a:pt x="58" y="116"/>
                    </a:cubicBezTo>
                    <a:cubicBezTo>
                      <a:pt x="58" y="114"/>
                      <a:pt x="56" y="111"/>
                      <a:pt x="57" y="110"/>
                    </a:cubicBezTo>
                    <a:cubicBezTo>
                      <a:pt x="58" y="110"/>
                      <a:pt x="62" y="111"/>
                      <a:pt x="63" y="108"/>
                    </a:cubicBezTo>
                    <a:cubicBezTo>
                      <a:pt x="65" y="104"/>
                      <a:pt x="66" y="103"/>
                      <a:pt x="66" y="103"/>
                    </a:cubicBezTo>
                    <a:cubicBezTo>
                      <a:pt x="66" y="103"/>
                      <a:pt x="67" y="95"/>
                      <a:pt x="69" y="97"/>
                    </a:cubicBezTo>
                    <a:cubicBezTo>
                      <a:pt x="71" y="98"/>
                      <a:pt x="73" y="100"/>
                      <a:pt x="74" y="97"/>
                    </a:cubicBezTo>
                    <a:cubicBezTo>
                      <a:pt x="74" y="94"/>
                      <a:pt x="77" y="96"/>
                      <a:pt x="77" y="93"/>
                    </a:cubicBezTo>
                    <a:cubicBezTo>
                      <a:pt x="78" y="90"/>
                      <a:pt x="79" y="91"/>
                      <a:pt x="81" y="91"/>
                    </a:cubicBezTo>
                    <a:cubicBezTo>
                      <a:pt x="83" y="92"/>
                      <a:pt x="84" y="91"/>
                      <a:pt x="84" y="89"/>
                    </a:cubicBezTo>
                    <a:cubicBezTo>
                      <a:pt x="84" y="88"/>
                      <a:pt x="88" y="89"/>
                      <a:pt x="91" y="87"/>
                    </a:cubicBezTo>
                    <a:cubicBezTo>
                      <a:pt x="94" y="84"/>
                      <a:pt x="96" y="83"/>
                      <a:pt x="97" y="84"/>
                    </a:cubicBezTo>
                    <a:cubicBezTo>
                      <a:pt x="98" y="85"/>
                      <a:pt x="106" y="85"/>
                      <a:pt x="107" y="84"/>
                    </a:cubicBezTo>
                    <a:cubicBezTo>
                      <a:pt x="108" y="84"/>
                      <a:pt x="111" y="82"/>
                      <a:pt x="114" y="82"/>
                    </a:cubicBezTo>
                    <a:cubicBezTo>
                      <a:pt x="117" y="83"/>
                      <a:pt x="123" y="81"/>
                      <a:pt x="126" y="81"/>
                    </a:cubicBezTo>
                    <a:cubicBezTo>
                      <a:pt x="129" y="81"/>
                      <a:pt x="130" y="79"/>
                      <a:pt x="131" y="78"/>
                    </a:cubicBezTo>
                    <a:cubicBezTo>
                      <a:pt x="132" y="77"/>
                      <a:pt x="133" y="72"/>
                      <a:pt x="134" y="72"/>
                    </a:cubicBezTo>
                    <a:cubicBezTo>
                      <a:pt x="135" y="71"/>
                      <a:pt x="134" y="56"/>
                      <a:pt x="134" y="50"/>
                    </a:cubicBezTo>
                    <a:cubicBezTo>
                      <a:pt x="132" y="51"/>
                      <a:pt x="128" y="52"/>
                      <a:pt x="128" y="5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9" name="Freeform 35">
                <a:extLst>
                  <a:ext uri="{FF2B5EF4-FFF2-40B4-BE49-F238E27FC236}">
                    <a16:creationId xmlns:a16="http://schemas.microsoft.com/office/drawing/2014/main" id="{4779085A-F5F9-4EF5-87A3-DDB98712ADC6}"/>
                  </a:ext>
                </a:extLst>
              </p:cNvPr>
              <p:cNvSpPr>
                <a:spLocks/>
              </p:cNvSpPr>
              <p:nvPr/>
            </p:nvSpPr>
            <p:spPr bwMode="auto">
              <a:xfrm>
                <a:off x="4819336" y="3802466"/>
                <a:ext cx="154331" cy="109161"/>
              </a:xfrm>
              <a:custGeom>
                <a:avLst/>
                <a:gdLst>
                  <a:gd name="T0" fmla="*/ 66 w 67"/>
                  <a:gd name="T1" fmla="*/ 26 h 47"/>
                  <a:gd name="T2" fmla="*/ 63 w 67"/>
                  <a:gd name="T3" fmla="*/ 25 h 47"/>
                  <a:gd name="T4" fmla="*/ 62 w 67"/>
                  <a:gd name="T5" fmla="*/ 20 h 47"/>
                  <a:gd name="T6" fmla="*/ 58 w 67"/>
                  <a:gd name="T7" fmla="*/ 21 h 47"/>
                  <a:gd name="T8" fmla="*/ 55 w 67"/>
                  <a:gd name="T9" fmla="*/ 18 h 47"/>
                  <a:gd name="T10" fmla="*/ 54 w 67"/>
                  <a:gd name="T11" fmla="*/ 15 h 47"/>
                  <a:gd name="T12" fmla="*/ 50 w 67"/>
                  <a:gd name="T13" fmla="*/ 11 h 47"/>
                  <a:gd name="T14" fmla="*/ 47 w 67"/>
                  <a:gd name="T15" fmla="*/ 6 h 47"/>
                  <a:gd name="T16" fmla="*/ 47 w 67"/>
                  <a:gd name="T17" fmla="*/ 2 h 47"/>
                  <a:gd name="T18" fmla="*/ 42 w 67"/>
                  <a:gd name="T19" fmla="*/ 1 h 47"/>
                  <a:gd name="T20" fmla="*/ 36 w 67"/>
                  <a:gd name="T21" fmla="*/ 4 h 47"/>
                  <a:gd name="T22" fmla="*/ 29 w 67"/>
                  <a:gd name="T23" fmla="*/ 6 h 47"/>
                  <a:gd name="T24" fmla="*/ 26 w 67"/>
                  <a:gd name="T25" fmla="*/ 8 h 47"/>
                  <a:gd name="T26" fmla="*/ 22 w 67"/>
                  <a:gd name="T27" fmla="*/ 10 h 47"/>
                  <a:gd name="T28" fmla="*/ 19 w 67"/>
                  <a:gd name="T29" fmla="*/ 14 h 47"/>
                  <a:gd name="T30" fmla="*/ 14 w 67"/>
                  <a:gd name="T31" fmla="*/ 14 h 47"/>
                  <a:gd name="T32" fmla="*/ 11 w 67"/>
                  <a:gd name="T33" fmla="*/ 20 h 47"/>
                  <a:gd name="T34" fmla="*/ 8 w 67"/>
                  <a:gd name="T35" fmla="*/ 25 h 47"/>
                  <a:gd name="T36" fmla="*/ 2 w 67"/>
                  <a:gd name="T37" fmla="*/ 27 h 47"/>
                  <a:gd name="T38" fmla="*/ 3 w 67"/>
                  <a:gd name="T39" fmla="*/ 33 h 47"/>
                  <a:gd name="T40" fmla="*/ 0 w 67"/>
                  <a:gd name="T41" fmla="*/ 39 h 47"/>
                  <a:gd name="T42" fmla="*/ 4 w 67"/>
                  <a:gd name="T43" fmla="*/ 41 h 47"/>
                  <a:gd name="T44" fmla="*/ 11 w 67"/>
                  <a:gd name="T45" fmla="*/ 45 h 47"/>
                  <a:gd name="T46" fmla="*/ 21 w 67"/>
                  <a:gd name="T47" fmla="*/ 44 h 47"/>
                  <a:gd name="T48" fmla="*/ 23 w 67"/>
                  <a:gd name="T49" fmla="*/ 43 h 47"/>
                  <a:gd name="T50" fmla="*/ 22 w 67"/>
                  <a:gd name="T51" fmla="*/ 35 h 47"/>
                  <a:gd name="T52" fmla="*/ 42 w 67"/>
                  <a:gd name="T53" fmla="*/ 35 h 47"/>
                  <a:gd name="T54" fmla="*/ 45 w 67"/>
                  <a:gd name="T55" fmla="*/ 33 h 47"/>
                  <a:gd name="T56" fmla="*/ 53 w 67"/>
                  <a:gd name="T57" fmla="*/ 34 h 47"/>
                  <a:gd name="T58" fmla="*/ 57 w 67"/>
                  <a:gd name="T59" fmla="*/ 31 h 47"/>
                  <a:gd name="T60" fmla="*/ 64 w 67"/>
                  <a:gd name="T61" fmla="*/ 30 h 47"/>
                  <a:gd name="T62" fmla="*/ 66 w 67"/>
                  <a:gd name="T63" fmla="*/ 26 h 47"/>
                  <a:gd name="T64" fmla="*/ 66 w 67"/>
                  <a:gd name="T6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 h="47">
                    <a:moveTo>
                      <a:pt x="66" y="26"/>
                    </a:moveTo>
                    <a:cubicBezTo>
                      <a:pt x="65" y="25"/>
                      <a:pt x="63" y="25"/>
                      <a:pt x="63" y="25"/>
                    </a:cubicBezTo>
                    <a:cubicBezTo>
                      <a:pt x="62" y="25"/>
                      <a:pt x="63" y="21"/>
                      <a:pt x="62" y="20"/>
                    </a:cubicBezTo>
                    <a:cubicBezTo>
                      <a:pt x="62" y="20"/>
                      <a:pt x="60" y="22"/>
                      <a:pt x="58" y="21"/>
                    </a:cubicBezTo>
                    <a:cubicBezTo>
                      <a:pt x="57" y="20"/>
                      <a:pt x="56" y="18"/>
                      <a:pt x="55" y="18"/>
                    </a:cubicBezTo>
                    <a:cubicBezTo>
                      <a:pt x="54" y="18"/>
                      <a:pt x="54" y="17"/>
                      <a:pt x="54" y="15"/>
                    </a:cubicBezTo>
                    <a:cubicBezTo>
                      <a:pt x="54" y="13"/>
                      <a:pt x="51" y="12"/>
                      <a:pt x="50" y="11"/>
                    </a:cubicBezTo>
                    <a:cubicBezTo>
                      <a:pt x="48" y="10"/>
                      <a:pt x="48" y="7"/>
                      <a:pt x="47" y="6"/>
                    </a:cubicBezTo>
                    <a:cubicBezTo>
                      <a:pt x="47" y="6"/>
                      <a:pt x="47" y="4"/>
                      <a:pt x="47" y="2"/>
                    </a:cubicBezTo>
                    <a:cubicBezTo>
                      <a:pt x="45" y="2"/>
                      <a:pt x="43" y="2"/>
                      <a:pt x="42" y="1"/>
                    </a:cubicBezTo>
                    <a:cubicBezTo>
                      <a:pt x="41" y="0"/>
                      <a:pt x="39" y="1"/>
                      <a:pt x="36" y="4"/>
                    </a:cubicBezTo>
                    <a:cubicBezTo>
                      <a:pt x="33" y="6"/>
                      <a:pt x="29" y="5"/>
                      <a:pt x="29" y="6"/>
                    </a:cubicBezTo>
                    <a:cubicBezTo>
                      <a:pt x="29" y="8"/>
                      <a:pt x="28" y="9"/>
                      <a:pt x="26" y="8"/>
                    </a:cubicBezTo>
                    <a:cubicBezTo>
                      <a:pt x="24" y="8"/>
                      <a:pt x="23" y="7"/>
                      <a:pt x="22" y="10"/>
                    </a:cubicBezTo>
                    <a:cubicBezTo>
                      <a:pt x="22" y="13"/>
                      <a:pt x="19" y="11"/>
                      <a:pt x="19" y="14"/>
                    </a:cubicBezTo>
                    <a:cubicBezTo>
                      <a:pt x="18" y="17"/>
                      <a:pt x="16" y="15"/>
                      <a:pt x="14" y="14"/>
                    </a:cubicBezTo>
                    <a:cubicBezTo>
                      <a:pt x="12" y="12"/>
                      <a:pt x="11" y="20"/>
                      <a:pt x="11" y="20"/>
                    </a:cubicBezTo>
                    <a:cubicBezTo>
                      <a:pt x="11" y="20"/>
                      <a:pt x="10" y="21"/>
                      <a:pt x="8" y="25"/>
                    </a:cubicBezTo>
                    <a:cubicBezTo>
                      <a:pt x="7" y="28"/>
                      <a:pt x="3" y="27"/>
                      <a:pt x="2" y="27"/>
                    </a:cubicBezTo>
                    <a:cubicBezTo>
                      <a:pt x="1" y="28"/>
                      <a:pt x="3" y="31"/>
                      <a:pt x="3" y="33"/>
                    </a:cubicBezTo>
                    <a:cubicBezTo>
                      <a:pt x="2" y="34"/>
                      <a:pt x="1" y="36"/>
                      <a:pt x="0" y="39"/>
                    </a:cubicBezTo>
                    <a:cubicBezTo>
                      <a:pt x="2" y="39"/>
                      <a:pt x="4" y="41"/>
                      <a:pt x="4" y="41"/>
                    </a:cubicBezTo>
                    <a:cubicBezTo>
                      <a:pt x="5" y="43"/>
                      <a:pt x="9" y="47"/>
                      <a:pt x="11" y="45"/>
                    </a:cubicBezTo>
                    <a:cubicBezTo>
                      <a:pt x="13" y="42"/>
                      <a:pt x="19" y="42"/>
                      <a:pt x="21" y="44"/>
                    </a:cubicBezTo>
                    <a:cubicBezTo>
                      <a:pt x="22" y="45"/>
                      <a:pt x="23" y="44"/>
                      <a:pt x="23" y="43"/>
                    </a:cubicBezTo>
                    <a:cubicBezTo>
                      <a:pt x="24" y="41"/>
                      <a:pt x="21" y="36"/>
                      <a:pt x="22" y="35"/>
                    </a:cubicBezTo>
                    <a:cubicBezTo>
                      <a:pt x="23" y="33"/>
                      <a:pt x="42" y="34"/>
                      <a:pt x="42" y="35"/>
                    </a:cubicBezTo>
                    <a:cubicBezTo>
                      <a:pt x="43" y="36"/>
                      <a:pt x="43" y="33"/>
                      <a:pt x="45" y="33"/>
                    </a:cubicBezTo>
                    <a:cubicBezTo>
                      <a:pt x="48" y="33"/>
                      <a:pt x="51" y="35"/>
                      <a:pt x="53" y="34"/>
                    </a:cubicBezTo>
                    <a:cubicBezTo>
                      <a:pt x="54" y="34"/>
                      <a:pt x="56" y="31"/>
                      <a:pt x="57" y="31"/>
                    </a:cubicBezTo>
                    <a:cubicBezTo>
                      <a:pt x="59" y="31"/>
                      <a:pt x="63" y="31"/>
                      <a:pt x="64" y="30"/>
                    </a:cubicBezTo>
                    <a:cubicBezTo>
                      <a:pt x="65" y="28"/>
                      <a:pt x="67" y="28"/>
                      <a:pt x="66" y="26"/>
                    </a:cubicBezTo>
                    <a:cubicBezTo>
                      <a:pt x="66" y="26"/>
                      <a:pt x="66" y="26"/>
                      <a:pt x="66"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0" name="Freeform 36">
                <a:extLst>
                  <a:ext uri="{FF2B5EF4-FFF2-40B4-BE49-F238E27FC236}">
                    <a16:creationId xmlns:a16="http://schemas.microsoft.com/office/drawing/2014/main" id="{828F52D2-F599-4452-8D0F-1352385E92AA}"/>
                  </a:ext>
                </a:extLst>
              </p:cNvPr>
              <p:cNvSpPr>
                <a:spLocks/>
              </p:cNvSpPr>
              <p:nvPr/>
            </p:nvSpPr>
            <p:spPr bwMode="auto">
              <a:xfrm>
                <a:off x="4927243" y="3641861"/>
                <a:ext cx="288587" cy="223341"/>
              </a:xfrm>
              <a:custGeom>
                <a:avLst/>
                <a:gdLst>
                  <a:gd name="T0" fmla="*/ 119 w 125"/>
                  <a:gd name="T1" fmla="*/ 14 h 97"/>
                  <a:gd name="T2" fmla="*/ 118 w 125"/>
                  <a:gd name="T3" fmla="*/ 4 h 97"/>
                  <a:gd name="T4" fmla="*/ 112 w 125"/>
                  <a:gd name="T5" fmla="*/ 7 h 97"/>
                  <a:gd name="T6" fmla="*/ 107 w 125"/>
                  <a:gd name="T7" fmla="*/ 2 h 97"/>
                  <a:gd name="T8" fmla="*/ 95 w 125"/>
                  <a:gd name="T9" fmla="*/ 0 h 97"/>
                  <a:gd name="T10" fmla="*/ 61 w 125"/>
                  <a:gd name="T11" fmla="*/ 21 h 97"/>
                  <a:gd name="T12" fmla="*/ 46 w 125"/>
                  <a:gd name="T13" fmla="*/ 33 h 97"/>
                  <a:gd name="T14" fmla="*/ 33 w 125"/>
                  <a:gd name="T15" fmla="*/ 37 h 97"/>
                  <a:gd name="T16" fmla="*/ 32 w 125"/>
                  <a:gd name="T17" fmla="*/ 37 h 97"/>
                  <a:gd name="T18" fmla="*/ 32 w 125"/>
                  <a:gd name="T19" fmla="*/ 59 h 97"/>
                  <a:gd name="T20" fmla="*/ 29 w 125"/>
                  <a:gd name="T21" fmla="*/ 65 h 97"/>
                  <a:gd name="T22" fmla="*/ 24 w 125"/>
                  <a:gd name="T23" fmla="*/ 68 h 97"/>
                  <a:gd name="T24" fmla="*/ 12 w 125"/>
                  <a:gd name="T25" fmla="*/ 69 h 97"/>
                  <a:gd name="T26" fmla="*/ 5 w 125"/>
                  <a:gd name="T27" fmla="*/ 71 h 97"/>
                  <a:gd name="T28" fmla="*/ 0 w 125"/>
                  <a:gd name="T29" fmla="*/ 72 h 97"/>
                  <a:gd name="T30" fmla="*/ 0 w 125"/>
                  <a:gd name="T31" fmla="*/ 76 h 97"/>
                  <a:gd name="T32" fmla="*/ 3 w 125"/>
                  <a:gd name="T33" fmla="*/ 81 h 97"/>
                  <a:gd name="T34" fmla="*/ 7 w 125"/>
                  <a:gd name="T35" fmla="*/ 85 h 97"/>
                  <a:gd name="T36" fmla="*/ 8 w 125"/>
                  <a:gd name="T37" fmla="*/ 88 h 97"/>
                  <a:gd name="T38" fmla="*/ 11 w 125"/>
                  <a:gd name="T39" fmla="*/ 91 h 97"/>
                  <a:gd name="T40" fmla="*/ 15 w 125"/>
                  <a:gd name="T41" fmla="*/ 90 h 97"/>
                  <a:gd name="T42" fmla="*/ 16 w 125"/>
                  <a:gd name="T43" fmla="*/ 95 h 97"/>
                  <a:gd name="T44" fmla="*/ 19 w 125"/>
                  <a:gd name="T45" fmla="*/ 96 h 97"/>
                  <a:gd name="T46" fmla="*/ 22 w 125"/>
                  <a:gd name="T47" fmla="*/ 93 h 97"/>
                  <a:gd name="T48" fmla="*/ 25 w 125"/>
                  <a:gd name="T49" fmla="*/ 96 h 97"/>
                  <a:gd name="T50" fmla="*/ 28 w 125"/>
                  <a:gd name="T51" fmla="*/ 95 h 97"/>
                  <a:gd name="T52" fmla="*/ 31 w 125"/>
                  <a:gd name="T53" fmla="*/ 89 h 97"/>
                  <a:gd name="T54" fmla="*/ 33 w 125"/>
                  <a:gd name="T55" fmla="*/ 83 h 97"/>
                  <a:gd name="T56" fmla="*/ 41 w 125"/>
                  <a:gd name="T57" fmla="*/ 83 h 97"/>
                  <a:gd name="T58" fmla="*/ 45 w 125"/>
                  <a:gd name="T59" fmla="*/ 81 h 97"/>
                  <a:gd name="T60" fmla="*/ 52 w 125"/>
                  <a:gd name="T61" fmla="*/ 83 h 97"/>
                  <a:gd name="T62" fmla="*/ 56 w 125"/>
                  <a:gd name="T63" fmla="*/ 87 h 97"/>
                  <a:gd name="T64" fmla="*/ 63 w 125"/>
                  <a:gd name="T65" fmla="*/ 86 h 97"/>
                  <a:gd name="T66" fmla="*/ 69 w 125"/>
                  <a:gd name="T67" fmla="*/ 89 h 97"/>
                  <a:gd name="T68" fmla="*/ 77 w 125"/>
                  <a:gd name="T69" fmla="*/ 89 h 97"/>
                  <a:gd name="T70" fmla="*/ 83 w 125"/>
                  <a:gd name="T71" fmla="*/ 85 h 97"/>
                  <a:gd name="T72" fmla="*/ 93 w 125"/>
                  <a:gd name="T73" fmla="*/ 85 h 97"/>
                  <a:gd name="T74" fmla="*/ 100 w 125"/>
                  <a:gd name="T75" fmla="*/ 87 h 97"/>
                  <a:gd name="T76" fmla="*/ 106 w 125"/>
                  <a:gd name="T77" fmla="*/ 82 h 97"/>
                  <a:gd name="T78" fmla="*/ 107 w 125"/>
                  <a:gd name="T79" fmla="*/ 82 h 97"/>
                  <a:gd name="T80" fmla="*/ 107 w 125"/>
                  <a:gd name="T81" fmla="*/ 79 h 97"/>
                  <a:gd name="T82" fmla="*/ 108 w 125"/>
                  <a:gd name="T83" fmla="*/ 72 h 97"/>
                  <a:gd name="T84" fmla="*/ 121 w 125"/>
                  <a:gd name="T85" fmla="*/ 56 h 97"/>
                  <a:gd name="T86" fmla="*/ 122 w 125"/>
                  <a:gd name="T87" fmla="*/ 36 h 97"/>
                  <a:gd name="T88" fmla="*/ 124 w 125"/>
                  <a:gd name="T89" fmla="*/ 27 h 97"/>
                  <a:gd name="T90" fmla="*/ 122 w 125"/>
                  <a:gd name="T91" fmla="*/ 21 h 97"/>
                  <a:gd name="T92" fmla="*/ 119 w 125"/>
                  <a:gd name="T93" fmla="*/ 1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 h="97">
                    <a:moveTo>
                      <a:pt x="119" y="14"/>
                    </a:moveTo>
                    <a:cubicBezTo>
                      <a:pt x="119" y="13"/>
                      <a:pt x="119" y="8"/>
                      <a:pt x="118" y="4"/>
                    </a:cubicBezTo>
                    <a:cubicBezTo>
                      <a:pt x="112" y="7"/>
                      <a:pt x="112" y="7"/>
                      <a:pt x="112" y="7"/>
                    </a:cubicBezTo>
                    <a:cubicBezTo>
                      <a:pt x="112" y="7"/>
                      <a:pt x="110" y="4"/>
                      <a:pt x="107" y="2"/>
                    </a:cubicBezTo>
                    <a:cubicBezTo>
                      <a:pt x="104" y="0"/>
                      <a:pt x="95" y="0"/>
                      <a:pt x="95" y="0"/>
                    </a:cubicBezTo>
                    <a:cubicBezTo>
                      <a:pt x="61" y="21"/>
                      <a:pt x="61" y="21"/>
                      <a:pt x="61" y="21"/>
                    </a:cubicBezTo>
                    <a:cubicBezTo>
                      <a:pt x="46" y="33"/>
                      <a:pt x="46" y="33"/>
                      <a:pt x="46" y="33"/>
                    </a:cubicBezTo>
                    <a:cubicBezTo>
                      <a:pt x="46" y="33"/>
                      <a:pt x="36" y="36"/>
                      <a:pt x="33" y="37"/>
                    </a:cubicBezTo>
                    <a:cubicBezTo>
                      <a:pt x="33" y="37"/>
                      <a:pt x="33" y="37"/>
                      <a:pt x="32" y="37"/>
                    </a:cubicBezTo>
                    <a:cubicBezTo>
                      <a:pt x="32" y="43"/>
                      <a:pt x="33" y="58"/>
                      <a:pt x="32" y="59"/>
                    </a:cubicBezTo>
                    <a:cubicBezTo>
                      <a:pt x="31" y="59"/>
                      <a:pt x="30" y="64"/>
                      <a:pt x="29" y="65"/>
                    </a:cubicBezTo>
                    <a:cubicBezTo>
                      <a:pt x="28" y="66"/>
                      <a:pt x="27" y="68"/>
                      <a:pt x="24" y="68"/>
                    </a:cubicBezTo>
                    <a:cubicBezTo>
                      <a:pt x="21" y="68"/>
                      <a:pt x="15" y="70"/>
                      <a:pt x="12" y="69"/>
                    </a:cubicBezTo>
                    <a:cubicBezTo>
                      <a:pt x="9" y="69"/>
                      <a:pt x="6" y="71"/>
                      <a:pt x="5" y="71"/>
                    </a:cubicBezTo>
                    <a:cubicBezTo>
                      <a:pt x="5" y="72"/>
                      <a:pt x="2" y="72"/>
                      <a:pt x="0" y="72"/>
                    </a:cubicBezTo>
                    <a:cubicBezTo>
                      <a:pt x="0" y="74"/>
                      <a:pt x="0" y="76"/>
                      <a:pt x="0" y="76"/>
                    </a:cubicBezTo>
                    <a:cubicBezTo>
                      <a:pt x="1" y="77"/>
                      <a:pt x="1" y="80"/>
                      <a:pt x="3" y="81"/>
                    </a:cubicBezTo>
                    <a:cubicBezTo>
                      <a:pt x="4" y="82"/>
                      <a:pt x="7" y="83"/>
                      <a:pt x="7" y="85"/>
                    </a:cubicBezTo>
                    <a:cubicBezTo>
                      <a:pt x="7" y="87"/>
                      <a:pt x="7" y="88"/>
                      <a:pt x="8" y="88"/>
                    </a:cubicBezTo>
                    <a:cubicBezTo>
                      <a:pt x="9" y="88"/>
                      <a:pt x="10" y="90"/>
                      <a:pt x="11" y="91"/>
                    </a:cubicBezTo>
                    <a:cubicBezTo>
                      <a:pt x="13" y="92"/>
                      <a:pt x="15" y="90"/>
                      <a:pt x="15" y="90"/>
                    </a:cubicBezTo>
                    <a:cubicBezTo>
                      <a:pt x="16" y="91"/>
                      <a:pt x="15" y="95"/>
                      <a:pt x="16" y="95"/>
                    </a:cubicBezTo>
                    <a:cubicBezTo>
                      <a:pt x="16" y="95"/>
                      <a:pt x="18" y="95"/>
                      <a:pt x="19" y="96"/>
                    </a:cubicBezTo>
                    <a:cubicBezTo>
                      <a:pt x="19" y="94"/>
                      <a:pt x="20" y="92"/>
                      <a:pt x="22" y="93"/>
                    </a:cubicBezTo>
                    <a:cubicBezTo>
                      <a:pt x="24" y="93"/>
                      <a:pt x="22" y="96"/>
                      <a:pt x="25" y="96"/>
                    </a:cubicBezTo>
                    <a:cubicBezTo>
                      <a:pt x="27" y="97"/>
                      <a:pt x="28" y="97"/>
                      <a:pt x="28" y="95"/>
                    </a:cubicBezTo>
                    <a:cubicBezTo>
                      <a:pt x="28" y="93"/>
                      <a:pt x="31" y="90"/>
                      <a:pt x="31" y="89"/>
                    </a:cubicBezTo>
                    <a:cubicBezTo>
                      <a:pt x="32" y="89"/>
                      <a:pt x="32" y="84"/>
                      <a:pt x="33" y="83"/>
                    </a:cubicBezTo>
                    <a:cubicBezTo>
                      <a:pt x="35" y="82"/>
                      <a:pt x="39" y="83"/>
                      <a:pt x="41" y="83"/>
                    </a:cubicBezTo>
                    <a:cubicBezTo>
                      <a:pt x="42" y="83"/>
                      <a:pt x="44" y="80"/>
                      <a:pt x="45" y="81"/>
                    </a:cubicBezTo>
                    <a:cubicBezTo>
                      <a:pt x="47" y="83"/>
                      <a:pt x="50" y="81"/>
                      <a:pt x="52" y="83"/>
                    </a:cubicBezTo>
                    <a:cubicBezTo>
                      <a:pt x="53" y="85"/>
                      <a:pt x="54" y="89"/>
                      <a:pt x="56" y="87"/>
                    </a:cubicBezTo>
                    <a:cubicBezTo>
                      <a:pt x="59" y="86"/>
                      <a:pt x="62" y="86"/>
                      <a:pt x="63" y="86"/>
                    </a:cubicBezTo>
                    <a:cubicBezTo>
                      <a:pt x="64" y="86"/>
                      <a:pt x="68" y="88"/>
                      <a:pt x="69" y="89"/>
                    </a:cubicBezTo>
                    <a:cubicBezTo>
                      <a:pt x="71" y="89"/>
                      <a:pt x="75" y="90"/>
                      <a:pt x="77" y="89"/>
                    </a:cubicBezTo>
                    <a:cubicBezTo>
                      <a:pt x="79" y="88"/>
                      <a:pt x="81" y="85"/>
                      <a:pt x="83" y="85"/>
                    </a:cubicBezTo>
                    <a:cubicBezTo>
                      <a:pt x="85" y="85"/>
                      <a:pt x="92" y="85"/>
                      <a:pt x="93" y="85"/>
                    </a:cubicBezTo>
                    <a:cubicBezTo>
                      <a:pt x="95" y="86"/>
                      <a:pt x="98" y="88"/>
                      <a:pt x="100" y="87"/>
                    </a:cubicBezTo>
                    <a:cubicBezTo>
                      <a:pt x="102" y="86"/>
                      <a:pt x="104" y="82"/>
                      <a:pt x="106" y="82"/>
                    </a:cubicBezTo>
                    <a:cubicBezTo>
                      <a:pt x="106" y="82"/>
                      <a:pt x="106" y="82"/>
                      <a:pt x="107" y="82"/>
                    </a:cubicBezTo>
                    <a:cubicBezTo>
                      <a:pt x="107" y="81"/>
                      <a:pt x="107" y="80"/>
                      <a:pt x="107" y="79"/>
                    </a:cubicBezTo>
                    <a:cubicBezTo>
                      <a:pt x="107" y="75"/>
                      <a:pt x="108" y="76"/>
                      <a:pt x="108" y="72"/>
                    </a:cubicBezTo>
                    <a:cubicBezTo>
                      <a:pt x="109" y="68"/>
                      <a:pt x="120" y="57"/>
                      <a:pt x="121" y="56"/>
                    </a:cubicBezTo>
                    <a:cubicBezTo>
                      <a:pt x="122" y="55"/>
                      <a:pt x="122" y="38"/>
                      <a:pt x="122" y="36"/>
                    </a:cubicBezTo>
                    <a:cubicBezTo>
                      <a:pt x="122" y="34"/>
                      <a:pt x="123" y="31"/>
                      <a:pt x="124" y="27"/>
                    </a:cubicBezTo>
                    <a:cubicBezTo>
                      <a:pt x="125" y="24"/>
                      <a:pt x="122" y="24"/>
                      <a:pt x="122" y="21"/>
                    </a:cubicBezTo>
                    <a:cubicBezTo>
                      <a:pt x="122" y="18"/>
                      <a:pt x="119" y="16"/>
                      <a:pt x="119"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1" name="Freeform 37">
                <a:extLst>
                  <a:ext uri="{FF2B5EF4-FFF2-40B4-BE49-F238E27FC236}">
                    <a16:creationId xmlns:a16="http://schemas.microsoft.com/office/drawing/2014/main" id="{A3EACAFC-2BB1-4FAB-BA1D-D307DBEE4FD6}"/>
                  </a:ext>
                </a:extLst>
              </p:cNvPr>
              <p:cNvSpPr>
                <a:spLocks/>
              </p:cNvSpPr>
              <p:nvPr/>
            </p:nvSpPr>
            <p:spPr bwMode="auto">
              <a:xfrm>
                <a:off x="5174424" y="3641861"/>
                <a:ext cx="186954" cy="308662"/>
              </a:xfrm>
              <a:custGeom>
                <a:avLst/>
                <a:gdLst>
                  <a:gd name="T0" fmla="*/ 80 w 81"/>
                  <a:gd name="T1" fmla="*/ 33 h 134"/>
                  <a:gd name="T2" fmla="*/ 19 w 81"/>
                  <a:gd name="T3" fmla="*/ 0 h 134"/>
                  <a:gd name="T4" fmla="*/ 11 w 81"/>
                  <a:gd name="T5" fmla="*/ 4 h 134"/>
                  <a:gd name="T6" fmla="*/ 12 w 81"/>
                  <a:gd name="T7" fmla="*/ 14 h 134"/>
                  <a:gd name="T8" fmla="*/ 15 w 81"/>
                  <a:gd name="T9" fmla="*/ 21 h 134"/>
                  <a:gd name="T10" fmla="*/ 17 w 81"/>
                  <a:gd name="T11" fmla="*/ 27 h 134"/>
                  <a:gd name="T12" fmla="*/ 15 w 81"/>
                  <a:gd name="T13" fmla="*/ 36 h 134"/>
                  <a:gd name="T14" fmla="*/ 14 w 81"/>
                  <a:gd name="T15" fmla="*/ 56 h 134"/>
                  <a:gd name="T16" fmla="*/ 1 w 81"/>
                  <a:gd name="T17" fmla="*/ 72 h 134"/>
                  <a:gd name="T18" fmla="*/ 0 w 81"/>
                  <a:gd name="T19" fmla="*/ 79 h 134"/>
                  <a:gd name="T20" fmla="*/ 0 w 81"/>
                  <a:gd name="T21" fmla="*/ 82 h 134"/>
                  <a:gd name="T22" fmla="*/ 1 w 81"/>
                  <a:gd name="T23" fmla="*/ 83 h 134"/>
                  <a:gd name="T24" fmla="*/ 5 w 81"/>
                  <a:gd name="T25" fmla="*/ 87 h 134"/>
                  <a:gd name="T26" fmla="*/ 10 w 81"/>
                  <a:gd name="T27" fmla="*/ 94 h 134"/>
                  <a:gd name="T28" fmla="*/ 11 w 81"/>
                  <a:gd name="T29" fmla="*/ 101 h 134"/>
                  <a:gd name="T30" fmla="*/ 14 w 81"/>
                  <a:gd name="T31" fmla="*/ 111 h 134"/>
                  <a:gd name="T32" fmla="*/ 11 w 81"/>
                  <a:gd name="T33" fmla="*/ 113 h 134"/>
                  <a:gd name="T34" fmla="*/ 4 w 81"/>
                  <a:gd name="T35" fmla="*/ 114 h 134"/>
                  <a:gd name="T36" fmla="*/ 6 w 81"/>
                  <a:gd name="T37" fmla="*/ 119 h 134"/>
                  <a:gd name="T38" fmla="*/ 13 w 81"/>
                  <a:gd name="T39" fmla="*/ 126 h 134"/>
                  <a:gd name="T40" fmla="*/ 16 w 81"/>
                  <a:gd name="T41" fmla="*/ 133 h 134"/>
                  <a:gd name="T42" fmla="*/ 20 w 81"/>
                  <a:gd name="T43" fmla="*/ 131 h 134"/>
                  <a:gd name="T44" fmla="*/ 25 w 81"/>
                  <a:gd name="T45" fmla="*/ 131 h 134"/>
                  <a:gd name="T46" fmla="*/ 34 w 81"/>
                  <a:gd name="T47" fmla="*/ 128 h 134"/>
                  <a:gd name="T48" fmla="*/ 41 w 81"/>
                  <a:gd name="T49" fmla="*/ 125 h 134"/>
                  <a:gd name="T50" fmla="*/ 42 w 81"/>
                  <a:gd name="T51" fmla="*/ 120 h 134"/>
                  <a:gd name="T52" fmla="*/ 53 w 81"/>
                  <a:gd name="T53" fmla="*/ 118 h 134"/>
                  <a:gd name="T54" fmla="*/ 61 w 81"/>
                  <a:gd name="T55" fmla="*/ 110 h 134"/>
                  <a:gd name="T56" fmla="*/ 63 w 81"/>
                  <a:gd name="T57" fmla="*/ 106 h 134"/>
                  <a:gd name="T58" fmla="*/ 69 w 81"/>
                  <a:gd name="T59" fmla="*/ 103 h 134"/>
                  <a:gd name="T60" fmla="*/ 71 w 81"/>
                  <a:gd name="T61" fmla="*/ 104 h 134"/>
                  <a:gd name="T62" fmla="*/ 71 w 81"/>
                  <a:gd name="T63" fmla="*/ 103 h 134"/>
                  <a:gd name="T64" fmla="*/ 72 w 81"/>
                  <a:gd name="T65" fmla="*/ 100 h 134"/>
                  <a:gd name="T66" fmla="*/ 68 w 81"/>
                  <a:gd name="T67" fmla="*/ 95 h 134"/>
                  <a:gd name="T68" fmla="*/ 66 w 81"/>
                  <a:gd name="T69" fmla="*/ 89 h 134"/>
                  <a:gd name="T70" fmla="*/ 65 w 81"/>
                  <a:gd name="T71" fmla="*/ 85 h 134"/>
                  <a:gd name="T72" fmla="*/ 66 w 81"/>
                  <a:gd name="T73" fmla="*/ 79 h 134"/>
                  <a:gd name="T74" fmla="*/ 69 w 81"/>
                  <a:gd name="T75" fmla="*/ 73 h 134"/>
                  <a:gd name="T76" fmla="*/ 72 w 81"/>
                  <a:gd name="T77" fmla="*/ 68 h 134"/>
                  <a:gd name="T78" fmla="*/ 79 w 81"/>
                  <a:gd name="T79" fmla="*/ 63 h 134"/>
                  <a:gd name="T80" fmla="*/ 80 w 81"/>
                  <a:gd name="T81" fmla="*/ 55 h 134"/>
                  <a:gd name="T82" fmla="*/ 80 w 81"/>
                  <a:gd name="T83" fmla="*/ 3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 h="134">
                    <a:moveTo>
                      <a:pt x="80" y="33"/>
                    </a:moveTo>
                    <a:cubicBezTo>
                      <a:pt x="19" y="0"/>
                      <a:pt x="19" y="0"/>
                      <a:pt x="19" y="0"/>
                    </a:cubicBezTo>
                    <a:cubicBezTo>
                      <a:pt x="11" y="4"/>
                      <a:pt x="11" y="4"/>
                      <a:pt x="11" y="4"/>
                    </a:cubicBezTo>
                    <a:cubicBezTo>
                      <a:pt x="12" y="8"/>
                      <a:pt x="12" y="13"/>
                      <a:pt x="12" y="14"/>
                    </a:cubicBezTo>
                    <a:cubicBezTo>
                      <a:pt x="12" y="16"/>
                      <a:pt x="15" y="18"/>
                      <a:pt x="15" y="21"/>
                    </a:cubicBezTo>
                    <a:cubicBezTo>
                      <a:pt x="15" y="24"/>
                      <a:pt x="18" y="24"/>
                      <a:pt x="17" y="27"/>
                    </a:cubicBezTo>
                    <a:cubicBezTo>
                      <a:pt x="16" y="31"/>
                      <a:pt x="15" y="34"/>
                      <a:pt x="15" y="36"/>
                    </a:cubicBezTo>
                    <a:cubicBezTo>
                      <a:pt x="15" y="38"/>
                      <a:pt x="15" y="55"/>
                      <a:pt x="14" y="56"/>
                    </a:cubicBezTo>
                    <a:cubicBezTo>
                      <a:pt x="13" y="57"/>
                      <a:pt x="2" y="68"/>
                      <a:pt x="1" y="72"/>
                    </a:cubicBezTo>
                    <a:cubicBezTo>
                      <a:pt x="1" y="76"/>
                      <a:pt x="0" y="75"/>
                      <a:pt x="0" y="79"/>
                    </a:cubicBezTo>
                    <a:cubicBezTo>
                      <a:pt x="0" y="80"/>
                      <a:pt x="0" y="81"/>
                      <a:pt x="0" y="82"/>
                    </a:cubicBezTo>
                    <a:cubicBezTo>
                      <a:pt x="0" y="82"/>
                      <a:pt x="1" y="83"/>
                      <a:pt x="1" y="83"/>
                    </a:cubicBezTo>
                    <a:cubicBezTo>
                      <a:pt x="3" y="85"/>
                      <a:pt x="3" y="87"/>
                      <a:pt x="5" y="87"/>
                    </a:cubicBezTo>
                    <a:cubicBezTo>
                      <a:pt x="7" y="87"/>
                      <a:pt x="10" y="92"/>
                      <a:pt x="10" y="94"/>
                    </a:cubicBezTo>
                    <a:cubicBezTo>
                      <a:pt x="10" y="96"/>
                      <a:pt x="11" y="98"/>
                      <a:pt x="11" y="101"/>
                    </a:cubicBezTo>
                    <a:cubicBezTo>
                      <a:pt x="11" y="105"/>
                      <a:pt x="13" y="111"/>
                      <a:pt x="14" y="111"/>
                    </a:cubicBezTo>
                    <a:cubicBezTo>
                      <a:pt x="15" y="112"/>
                      <a:pt x="14" y="113"/>
                      <a:pt x="11" y="113"/>
                    </a:cubicBezTo>
                    <a:cubicBezTo>
                      <a:pt x="8" y="112"/>
                      <a:pt x="4" y="112"/>
                      <a:pt x="4" y="114"/>
                    </a:cubicBezTo>
                    <a:cubicBezTo>
                      <a:pt x="4" y="115"/>
                      <a:pt x="3" y="116"/>
                      <a:pt x="6" y="119"/>
                    </a:cubicBezTo>
                    <a:cubicBezTo>
                      <a:pt x="9" y="122"/>
                      <a:pt x="12" y="123"/>
                      <a:pt x="13" y="126"/>
                    </a:cubicBezTo>
                    <a:cubicBezTo>
                      <a:pt x="14" y="129"/>
                      <a:pt x="15" y="132"/>
                      <a:pt x="16" y="133"/>
                    </a:cubicBezTo>
                    <a:cubicBezTo>
                      <a:pt x="17" y="134"/>
                      <a:pt x="19" y="133"/>
                      <a:pt x="20" y="131"/>
                    </a:cubicBezTo>
                    <a:cubicBezTo>
                      <a:pt x="22" y="129"/>
                      <a:pt x="24" y="133"/>
                      <a:pt x="25" y="131"/>
                    </a:cubicBezTo>
                    <a:cubicBezTo>
                      <a:pt x="27" y="129"/>
                      <a:pt x="33" y="129"/>
                      <a:pt x="34" y="128"/>
                    </a:cubicBezTo>
                    <a:cubicBezTo>
                      <a:pt x="36" y="128"/>
                      <a:pt x="40" y="126"/>
                      <a:pt x="41" y="125"/>
                    </a:cubicBezTo>
                    <a:cubicBezTo>
                      <a:pt x="43" y="123"/>
                      <a:pt x="40" y="121"/>
                      <a:pt x="42" y="120"/>
                    </a:cubicBezTo>
                    <a:cubicBezTo>
                      <a:pt x="44" y="119"/>
                      <a:pt x="51" y="121"/>
                      <a:pt x="53" y="118"/>
                    </a:cubicBezTo>
                    <a:cubicBezTo>
                      <a:pt x="56" y="115"/>
                      <a:pt x="60" y="111"/>
                      <a:pt x="61" y="110"/>
                    </a:cubicBezTo>
                    <a:cubicBezTo>
                      <a:pt x="62" y="109"/>
                      <a:pt x="61" y="108"/>
                      <a:pt x="63" y="106"/>
                    </a:cubicBezTo>
                    <a:cubicBezTo>
                      <a:pt x="64" y="104"/>
                      <a:pt x="68" y="102"/>
                      <a:pt x="69" y="103"/>
                    </a:cubicBezTo>
                    <a:cubicBezTo>
                      <a:pt x="70" y="104"/>
                      <a:pt x="70" y="104"/>
                      <a:pt x="71" y="104"/>
                    </a:cubicBezTo>
                    <a:cubicBezTo>
                      <a:pt x="71" y="103"/>
                      <a:pt x="71" y="103"/>
                      <a:pt x="71" y="103"/>
                    </a:cubicBezTo>
                    <a:cubicBezTo>
                      <a:pt x="72" y="100"/>
                      <a:pt x="72" y="100"/>
                      <a:pt x="72" y="100"/>
                    </a:cubicBezTo>
                    <a:cubicBezTo>
                      <a:pt x="72" y="100"/>
                      <a:pt x="68" y="98"/>
                      <a:pt x="68" y="95"/>
                    </a:cubicBezTo>
                    <a:cubicBezTo>
                      <a:pt x="68" y="92"/>
                      <a:pt x="69" y="89"/>
                      <a:pt x="66" y="89"/>
                    </a:cubicBezTo>
                    <a:cubicBezTo>
                      <a:pt x="64" y="89"/>
                      <a:pt x="63" y="86"/>
                      <a:pt x="65" y="85"/>
                    </a:cubicBezTo>
                    <a:cubicBezTo>
                      <a:pt x="67" y="83"/>
                      <a:pt x="62" y="79"/>
                      <a:pt x="66" y="79"/>
                    </a:cubicBezTo>
                    <a:cubicBezTo>
                      <a:pt x="69" y="79"/>
                      <a:pt x="67" y="73"/>
                      <a:pt x="69" y="73"/>
                    </a:cubicBezTo>
                    <a:cubicBezTo>
                      <a:pt x="72" y="72"/>
                      <a:pt x="72" y="70"/>
                      <a:pt x="72" y="68"/>
                    </a:cubicBezTo>
                    <a:cubicBezTo>
                      <a:pt x="72" y="65"/>
                      <a:pt x="78" y="64"/>
                      <a:pt x="79" y="63"/>
                    </a:cubicBezTo>
                    <a:cubicBezTo>
                      <a:pt x="81" y="63"/>
                      <a:pt x="80" y="55"/>
                      <a:pt x="80" y="55"/>
                    </a:cubicBezTo>
                    <a:lnTo>
                      <a:pt x="80" y="33"/>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2" name="Freeform 38">
                <a:extLst>
                  <a:ext uri="{FF2B5EF4-FFF2-40B4-BE49-F238E27FC236}">
                    <a16:creationId xmlns:a16="http://schemas.microsoft.com/office/drawing/2014/main" id="{2F1B6B63-AB0F-4CAF-B189-2A9A31010505}"/>
                  </a:ext>
                </a:extLst>
              </p:cNvPr>
              <p:cNvSpPr>
                <a:spLocks/>
              </p:cNvSpPr>
              <p:nvPr/>
            </p:nvSpPr>
            <p:spPr bwMode="auto">
              <a:xfrm>
                <a:off x="5370161" y="3471218"/>
                <a:ext cx="203266" cy="200756"/>
              </a:xfrm>
              <a:custGeom>
                <a:avLst/>
                <a:gdLst>
                  <a:gd name="T0" fmla="*/ 82 w 88"/>
                  <a:gd name="T1" fmla="*/ 19 h 87"/>
                  <a:gd name="T2" fmla="*/ 76 w 88"/>
                  <a:gd name="T3" fmla="*/ 5 h 87"/>
                  <a:gd name="T4" fmla="*/ 76 w 88"/>
                  <a:gd name="T5" fmla="*/ 6 h 87"/>
                  <a:gd name="T6" fmla="*/ 67 w 88"/>
                  <a:gd name="T7" fmla="*/ 5 h 87"/>
                  <a:gd name="T8" fmla="*/ 57 w 88"/>
                  <a:gd name="T9" fmla="*/ 3 h 87"/>
                  <a:gd name="T10" fmla="*/ 40 w 88"/>
                  <a:gd name="T11" fmla="*/ 6 h 87"/>
                  <a:gd name="T12" fmla="*/ 31 w 88"/>
                  <a:gd name="T13" fmla="*/ 7 h 87"/>
                  <a:gd name="T14" fmla="*/ 16 w 88"/>
                  <a:gd name="T15" fmla="*/ 3 h 87"/>
                  <a:gd name="T16" fmla="*/ 4 w 88"/>
                  <a:gd name="T17" fmla="*/ 0 h 87"/>
                  <a:gd name="T18" fmla="*/ 3 w 88"/>
                  <a:gd name="T19" fmla="*/ 2 h 87"/>
                  <a:gd name="T20" fmla="*/ 2 w 88"/>
                  <a:gd name="T21" fmla="*/ 12 h 87"/>
                  <a:gd name="T22" fmla="*/ 2 w 88"/>
                  <a:gd name="T23" fmla="*/ 24 h 87"/>
                  <a:gd name="T24" fmla="*/ 2 w 88"/>
                  <a:gd name="T25" fmla="*/ 86 h 87"/>
                  <a:gd name="T26" fmla="*/ 52 w 88"/>
                  <a:gd name="T27" fmla="*/ 86 h 87"/>
                  <a:gd name="T28" fmla="*/ 54 w 88"/>
                  <a:gd name="T29" fmla="*/ 84 h 87"/>
                  <a:gd name="T30" fmla="*/ 58 w 88"/>
                  <a:gd name="T31" fmla="*/ 85 h 87"/>
                  <a:gd name="T32" fmla="*/ 69 w 88"/>
                  <a:gd name="T33" fmla="*/ 85 h 87"/>
                  <a:gd name="T34" fmla="*/ 73 w 88"/>
                  <a:gd name="T35" fmla="*/ 87 h 87"/>
                  <a:gd name="T36" fmla="*/ 78 w 88"/>
                  <a:gd name="T37" fmla="*/ 84 h 87"/>
                  <a:gd name="T38" fmla="*/ 83 w 88"/>
                  <a:gd name="T39" fmla="*/ 78 h 87"/>
                  <a:gd name="T40" fmla="*/ 87 w 88"/>
                  <a:gd name="T41" fmla="*/ 75 h 87"/>
                  <a:gd name="T42" fmla="*/ 87 w 88"/>
                  <a:gd name="T43" fmla="*/ 75 h 87"/>
                  <a:gd name="T44" fmla="*/ 87 w 88"/>
                  <a:gd name="T45" fmla="*/ 72 h 87"/>
                  <a:gd name="T46" fmla="*/ 84 w 88"/>
                  <a:gd name="T47" fmla="*/ 63 h 87"/>
                  <a:gd name="T48" fmla="*/ 75 w 88"/>
                  <a:gd name="T49" fmla="*/ 46 h 87"/>
                  <a:gd name="T50" fmla="*/ 71 w 88"/>
                  <a:gd name="T51" fmla="*/ 38 h 87"/>
                  <a:gd name="T52" fmla="*/ 66 w 88"/>
                  <a:gd name="T53" fmla="*/ 29 h 87"/>
                  <a:gd name="T54" fmla="*/ 62 w 88"/>
                  <a:gd name="T55" fmla="*/ 14 h 87"/>
                  <a:gd name="T56" fmla="*/ 68 w 88"/>
                  <a:gd name="T57" fmla="*/ 25 h 87"/>
                  <a:gd name="T58" fmla="*/ 76 w 88"/>
                  <a:gd name="T59" fmla="*/ 35 h 87"/>
                  <a:gd name="T60" fmla="*/ 81 w 88"/>
                  <a:gd name="T61" fmla="*/ 24 h 87"/>
                  <a:gd name="T62" fmla="*/ 81 w 88"/>
                  <a:gd name="T63" fmla="*/ 24 h 87"/>
                  <a:gd name="T64" fmla="*/ 81 w 88"/>
                  <a:gd name="T65" fmla="*/ 22 h 87"/>
                  <a:gd name="T66" fmla="*/ 82 w 88"/>
                  <a:gd name="T67" fmla="*/ 1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 h="87">
                    <a:moveTo>
                      <a:pt x="82" y="19"/>
                    </a:moveTo>
                    <a:cubicBezTo>
                      <a:pt x="76" y="5"/>
                      <a:pt x="76" y="5"/>
                      <a:pt x="76" y="5"/>
                    </a:cubicBezTo>
                    <a:cubicBezTo>
                      <a:pt x="76" y="5"/>
                      <a:pt x="76" y="6"/>
                      <a:pt x="76" y="6"/>
                    </a:cubicBezTo>
                    <a:cubicBezTo>
                      <a:pt x="75" y="7"/>
                      <a:pt x="71" y="4"/>
                      <a:pt x="67" y="5"/>
                    </a:cubicBezTo>
                    <a:cubicBezTo>
                      <a:pt x="63" y="6"/>
                      <a:pt x="60" y="5"/>
                      <a:pt x="57" y="3"/>
                    </a:cubicBezTo>
                    <a:cubicBezTo>
                      <a:pt x="53" y="2"/>
                      <a:pt x="42" y="4"/>
                      <a:pt x="40" y="6"/>
                    </a:cubicBezTo>
                    <a:cubicBezTo>
                      <a:pt x="39" y="8"/>
                      <a:pt x="35" y="8"/>
                      <a:pt x="31" y="7"/>
                    </a:cubicBezTo>
                    <a:cubicBezTo>
                      <a:pt x="28" y="5"/>
                      <a:pt x="23" y="3"/>
                      <a:pt x="16" y="3"/>
                    </a:cubicBezTo>
                    <a:cubicBezTo>
                      <a:pt x="10" y="2"/>
                      <a:pt x="5" y="1"/>
                      <a:pt x="4" y="0"/>
                    </a:cubicBezTo>
                    <a:cubicBezTo>
                      <a:pt x="4" y="0"/>
                      <a:pt x="4" y="1"/>
                      <a:pt x="3" y="2"/>
                    </a:cubicBezTo>
                    <a:cubicBezTo>
                      <a:pt x="1" y="7"/>
                      <a:pt x="5" y="9"/>
                      <a:pt x="2" y="12"/>
                    </a:cubicBezTo>
                    <a:cubicBezTo>
                      <a:pt x="0" y="15"/>
                      <a:pt x="2" y="18"/>
                      <a:pt x="2" y="24"/>
                    </a:cubicBezTo>
                    <a:cubicBezTo>
                      <a:pt x="2" y="27"/>
                      <a:pt x="2" y="64"/>
                      <a:pt x="2" y="86"/>
                    </a:cubicBezTo>
                    <a:cubicBezTo>
                      <a:pt x="52" y="86"/>
                      <a:pt x="52" y="86"/>
                      <a:pt x="52" y="86"/>
                    </a:cubicBezTo>
                    <a:cubicBezTo>
                      <a:pt x="52" y="86"/>
                      <a:pt x="53" y="85"/>
                      <a:pt x="54" y="84"/>
                    </a:cubicBezTo>
                    <a:cubicBezTo>
                      <a:pt x="56" y="83"/>
                      <a:pt x="58" y="85"/>
                      <a:pt x="58" y="85"/>
                    </a:cubicBezTo>
                    <a:cubicBezTo>
                      <a:pt x="69" y="85"/>
                      <a:pt x="69" y="85"/>
                      <a:pt x="69" y="85"/>
                    </a:cubicBezTo>
                    <a:cubicBezTo>
                      <a:pt x="69" y="85"/>
                      <a:pt x="71" y="87"/>
                      <a:pt x="73" y="87"/>
                    </a:cubicBezTo>
                    <a:cubicBezTo>
                      <a:pt x="75" y="87"/>
                      <a:pt x="74" y="84"/>
                      <a:pt x="78" y="84"/>
                    </a:cubicBezTo>
                    <a:cubicBezTo>
                      <a:pt x="81" y="84"/>
                      <a:pt x="81" y="78"/>
                      <a:pt x="83" y="78"/>
                    </a:cubicBezTo>
                    <a:cubicBezTo>
                      <a:pt x="85" y="78"/>
                      <a:pt x="85" y="78"/>
                      <a:pt x="87" y="75"/>
                    </a:cubicBezTo>
                    <a:cubicBezTo>
                      <a:pt x="87" y="75"/>
                      <a:pt x="87" y="75"/>
                      <a:pt x="87" y="75"/>
                    </a:cubicBezTo>
                    <a:cubicBezTo>
                      <a:pt x="87" y="74"/>
                      <a:pt x="87" y="73"/>
                      <a:pt x="87" y="72"/>
                    </a:cubicBezTo>
                    <a:cubicBezTo>
                      <a:pt x="88" y="68"/>
                      <a:pt x="85" y="68"/>
                      <a:pt x="84" y="63"/>
                    </a:cubicBezTo>
                    <a:cubicBezTo>
                      <a:pt x="82" y="57"/>
                      <a:pt x="75" y="49"/>
                      <a:pt x="75" y="46"/>
                    </a:cubicBezTo>
                    <a:cubicBezTo>
                      <a:pt x="75" y="43"/>
                      <a:pt x="71" y="41"/>
                      <a:pt x="71" y="38"/>
                    </a:cubicBezTo>
                    <a:cubicBezTo>
                      <a:pt x="71" y="35"/>
                      <a:pt x="70" y="34"/>
                      <a:pt x="66" y="29"/>
                    </a:cubicBezTo>
                    <a:cubicBezTo>
                      <a:pt x="62" y="24"/>
                      <a:pt x="61" y="15"/>
                      <a:pt x="62" y="14"/>
                    </a:cubicBezTo>
                    <a:cubicBezTo>
                      <a:pt x="63" y="14"/>
                      <a:pt x="66" y="22"/>
                      <a:pt x="68" y="25"/>
                    </a:cubicBezTo>
                    <a:cubicBezTo>
                      <a:pt x="69" y="27"/>
                      <a:pt x="73" y="35"/>
                      <a:pt x="76" y="35"/>
                    </a:cubicBezTo>
                    <a:cubicBezTo>
                      <a:pt x="79" y="35"/>
                      <a:pt x="80" y="23"/>
                      <a:pt x="81" y="24"/>
                    </a:cubicBezTo>
                    <a:cubicBezTo>
                      <a:pt x="81" y="24"/>
                      <a:pt x="81" y="24"/>
                      <a:pt x="81" y="24"/>
                    </a:cubicBezTo>
                    <a:cubicBezTo>
                      <a:pt x="81" y="22"/>
                      <a:pt x="81" y="22"/>
                      <a:pt x="81" y="22"/>
                    </a:cubicBezTo>
                    <a:lnTo>
                      <a:pt x="82" y="19"/>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3" name="Freeform 39">
                <a:extLst>
                  <a:ext uri="{FF2B5EF4-FFF2-40B4-BE49-F238E27FC236}">
                    <a16:creationId xmlns:a16="http://schemas.microsoft.com/office/drawing/2014/main" id="{A80F478D-59A4-4753-A337-467FF719E4E1}"/>
                  </a:ext>
                </a:extLst>
              </p:cNvPr>
              <p:cNvSpPr>
                <a:spLocks/>
              </p:cNvSpPr>
              <p:nvPr/>
            </p:nvSpPr>
            <p:spPr bwMode="auto">
              <a:xfrm>
                <a:off x="5086593" y="4044628"/>
                <a:ext cx="104142" cy="115435"/>
              </a:xfrm>
              <a:custGeom>
                <a:avLst/>
                <a:gdLst>
                  <a:gd name="T0" fmla="*/ 22 w 45"/>
                  <a:gd name="T1" fmla="*/ 48 h 50"/>
                  <a:gd name="T2" fmla="*/ 23 w 45"/>
                  <a:gd name="T3" fmla="*/ 41 h 50"/>
                  <a:gd name="T4" fmla="*/ 28 w 45"/>
                  <a:gd name="T5" fmla="*/ 38 h 50"/>
                  <a:gd name="T6" fmla="*/ 32 w 45"/>
                  <a:gd name="T7" fmla="*/ 33 h 50"/>
                  <a:gd name="T8" fmla="*/ 36 w 45"/>
                  <a:gd name="T9" fmla="*/ 38 h 50"/>
                  <a:gd name="T10" fmla="*/ 42 w 45"/>
                  <a:gd name="T11" fmla="*/ 39 h 50"/>
                  <a:gd name="T12" fmla="*/ 45 w 45"/>
                  <a:gd name="T13" fmla="*/ 30 h 50"/>
                  <a:gd name="T14" fmla="*/ 43 w 45"/>
                  <a:gd name="T15" fmla="*/ 21 h 50"/>
                  <a:gd name="T16" fmla="*/ 41 w 45"/>
                  <a:gd name="T17" fmla="*/ 15 h 50"/>
                  <a:gd name="T18" fmla="*/ 42 w 45"/>
                  <a:gd name="T19" fmla="*/ 9 h 50"/>
                  <a:gd name="T20" fmla="*/ 34 w 45"/>
                  <a:gd name="T21" fmla="*/ 9 h 50"/>
                  <a:gd name="T22" fmla="*/ 35 w 45"/>
                  <a:gd name="T23" fmla="*/ 0 h 50"/>
                  <a:gd name="T24" fmla="*/ 23 w 45"/>
                  <a:gd name="T25" fmla="*/ 0 h 50"/>
                  <a:gd name="T26" fmla="*/ 22 w 45"/>
                  <a:gd name="T27" fmla="*/ 0 h 50"/>
                  <a:gd name="T28" fmla="*/ 21 w 45"/>
                  <a:gd name="T29" fmla="*/ 11 h 50"/>
                  <a:gd name="T30" fmla="*/ 11 w 45"/>
                  <a:gd name="T31" fmla="*/ 11 h 50"/>
                  <a:gd name="T32" fmla="*/ 7 w 45"/>
                  <a:gd name="T33" fmla="*/ 12 h 50"/>
                  <a:gd name="T34" fmla="*/ 5 w 45"/>
                  <a:gd name="T35" fmla="*/ 13 h 50"/>
                  <a:gd name="T36" fmla="*/ 9 w 45"/>
                  <a:gd name="T37" fmla="*/ 17 h 50"/>
                  <a:gd name="T38" fmla="*/ 4 w 45"/>
                  <a:gd name="T39" fmla="*/ 21 h 50"/>
                  <a:gd name="T40" fmla="*/ 1 w 45"/>
                  <a:gd name="T41" fmla="*/ 26 h 50"/>
                  <a:gd name="T42" fmla="*/ 5 w 45"/>
                  <a:gd name="T43" fmla="*/ 33 h 50"/>
                  <a:gd name="T44" fmla="*/ 11 w 45"/>
                  <a:gd name="T45" fmla="*/ 40 h 50"/>
                  <a:gd name="T46" fmla="*/ 19 w 45"/>
                  <a:gd name="T47" fmla="*/ 50 h 50"/>
                  <a:gd name="T48" fmla="*/ 22 w 45"/>
                  <a:gd name="T49"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50">
                    <a:moveTo>
                      <a:pt x="22" y="48"/>
                    </a:moveTo>
                    <a:cubicBezTo>
                      <a:pt x="26" y="48"/>
                      <a:pt x="25" y="45"/>
                      <a:pt x="23" y="41"/>
                    </a:cubicBezTo>
                    <a:cubicBezTo>
                      <a:pt x="22" y="37"/>
                      <a:pt x="26" y="38"/>
                      <a:pt x="28" y="38"/>
                    </a:cubicBezTo>
                    <a:cubicBezTo>
                      <a:pt x="31" y="38"/>
                      <a:pt x="30" y="33"/>
                      <a:pt x="32" y="33"/>
                    </a:cubicBezTo>
                    <a:cubicBezTo>
                      <a:pt x="34" y="33"/>
                      <a:pt x="34" y="39"/>
                      <a:pt x="36" y="38"/>
                    </a:cubicBezTo>
                    <a:cubicBezTo>
                      <a:pt x="38" y="38"/>
                      <a:pt x="40" y="40"/>
                      <a:pt x="42" y="39"/>
                    </a:cubicBezTo>
                    <a:cubicBezTo>
                      <a:pt x="45" y="39"/>
                      <a:pt x="45" y="34"/>
                      <a:pt x="45" y="30"/>
                    </a:cubicBezTo>
                    <a:cubicBezTo>
                      <a:pt x="45" y="26"/>
                      <a:pt x="45" y="23"/>
                      <a:pt x="43" y="21"/>
                    </a:cubicBezTo>
                    <a:cubicBezTo>
                      <a:pt x="40" y="20"/>
                      <a:pt x="38" y="17"/>
                      <a:pt x="41" y="15"/>
                    </a:cubicBezTo>
                    <a:cubicBezTo>
                      <a:pt x="44" y="14"/>
                      <a:pt x="45" y="11"/>
                      <a:pt x="42" y="9"/>
                    </a:cubicBezTo>
                    <a:cubicBezTo>
                      <a:pt x="40" y="7"/>
                      <a:pt x="34" y="11"/>
                      <a:pt x="34" y="9"/>
                    </a:cubicBezTo>
                    <a:cubicBezTo>
                      <a:pt x="34" y="7"/>
                      <a:pt x="35" y="4"/>
                      <a:pt x="35" y="0"/>
                    </a:cubicBezTo>
                    <a:cubicBezTo>
                      <a:pt x="29" y="0"/>
                      <a:pt x="23" y="0"/>
                      <a:pt x="23" y="0"/>
                    </a:cubicBezTo>
                    <a:cubicBezTo>
                      <a:pt x="22" y="0"/>
                      <a:pt x="22" y="0"/>
                      <a:pt x="22" y="0"/>
                    </a:cubicBezTo>
                    <a:cubicBezTo>
                      <a:pt x="22" y="6"/>
                      <a:pt x="21" y="11"/>
                      <a:pt x="21" y="11"/>
                    </a:cubicBezTo>
                    <a:cubicBezTo>
                      <a:pt x="21" y="11"/>
                      <a:pt x="13" y="11"/>
                      <a:pt x="11" y="11"/>
                    </a:cubicBezTo>
                    <a:cubicBezTo>
                      <a:pt x="10" y="11"/>
                      <a:pt x="9" y="11"/>
                      <a:pt x="7" y="12"/>
                    </a:cubicBezTo>
                    <a:cubicBezTo>
                      <a:pt x="6" y="12"/>
                      <a:pt x="6" y="13"/>
                      <a:pt x="5" y="13"/>
                    </a:cubicBezTo>
                    <a:cubicBezTo>
                      <a:pt x="4" y="14"/>
                      <a:pt x="8" y="16"/>
                      <a:pt x="9" y="17"/>
                    </a:cubicBezTo>
                    <a:cubicBezTo>
                      <a:pt x="9" y="19"/>
                      <a:pt x="4" y="18"/>
                      <a:pt x="4" y="21"/>
                    </a:cubicBezTo>
                    <a:cubicBezTo>
                      <a:pt x="4" y="23"/>
                      <a:pt x="2" y="25"/>
                      <a:pt x="1" y="26"/>
                    </a:cubicBezTo>
                    <a:cubicBezTo>
                      <a:pt x="0" y="27"/>
                      <a:pt x="5" y="31"/>
                      <a:pt x="5" y="33"/>
                    </a:cubicBezTo>
                    <a:cubicBezTo>
                      <a:pt x="5" y="34"/>
                      <a:pt x="6" y="36"/>
                      <a:pt x="11" y="40"/>
                    </a:cubicBezTo>
                    <a:cubicBezTo>
                      <a:pt x="15" y="44"/>
                      <a:pt x="13" y="46"/>
                      <a:pt x="19" y="50"/>
                    </a:cubicBezTo>
                    <a:cubicBezTo>
                      <a:pt x="19" y="49"/>
                      <a:pt x="21" y="48"/>
                      <a:pt x="22" y="4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4" name="Freeform 40">
                <a:extLst>
                  <a:ext uri="{FF2B5EF4-FFF2-40B4-BE49-F238E27FC236}">
                    <a16:creationId xmlns:a16="http://schemas.microsoft.com/office/drawing/2014/main" id="{D5010F8C-02F1-4F49-84B6-4CC769FC453C}"/>
                  </a:ext>
                </a:extLst>
              </p:cNvPr>
              <p:cNvSpPr>
                <a:spLocks/>
              </p:cNvSpPr>
              <p:nvPr/>
            </p:nvSpPr>
            <p:spPr bwMode="auto">
              <a:xfrm>
                <a:off x="5095376" y="4044628"/>
                <a:ext cx="41406" cy="27604"/>
              </a:xfrm>
              <a:custGeom>
                <a:avLst/>
                <a:gdLst>
                  <a:gd name="T0" fmla="*/ 17 w 18"/>
                  <a:gd name="T1" fmla="*/ 11 h 12"/>
                  <a:gd name="T2" fmla="*/ 18 w 18"/>
                  <a:gd name="T3" fmla="*/ 0 h 12"/>
                  <a:gd name="T4" fmla="*/ 16 w 18"/>
                  <a:gd name="T5" fmla="*/ 1 h 12"/>
                  <a:gd name="T6" fmla="*/ 5 w 18"/>
                  <a:gd name="T7" fmla="*/ 1 h 12"/>
                  <a:gd name="T8" fmla="*/ 5 w 18"/>
                  <a:gd name="T9" fmla="*/ 1 h 12"/>
                  <a:gd name="T10" fmla="*/ 3 w 18"/>
                  <a:gd name="T11" fmla="*/ 6 h 12"/>
                  <a:gd name="T12" fmla="*/ 3 w 18"/>
                  <a:gd name="T13" fmla="*/ 9 h 12"/>
                  <a:gd name="T14" fmla="*/ 3 w 18"/>
                  <a:gd name="T15" fmla="*/ 12 h 12"/>
                  <a:gd name="T16" fmla="*/ 7 w 18"/>
                  <a:gd name="T17" fmla="*/ 11 h 12"/>
                  <a:gd name="T18" fmla="*/ 17 w 18"/>
                  <a:gd name="T19"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2">
                    <a:moveTo>
                      <a:pt x="17" y="11"/>
                    </a:moveTo>
                    <a:cubicBezTo>
                      <a:pt x="17" y="11"/>
                      <a:pt x="18" y="6"/>
                      <a:pt x="18" y="0"/>
                    </a:cubicBezTo>
                    <a:cubicBezTo>
                      <a:pt x="16" y="1"/>
                      <a:pt x="16" y="1"/>
                      <a:pt x="16" y="1"/>
                    </a:cubicBezTo>
                    <a:cubicBezTo>
                      <a:pt x="5" y="1"/>
                      <a:pt x="5" y="1"/>
                      <a:pt x="5" y="1"/>
                    </a:cubicBezTo>
                    <a:cubicBezTo>
                      <a:pt x="5" y="1"/>
                      <a:pt x="5" y="1"/>
                      <a:pt x="5" y="1"/>
                    </a:cubicBezTo>
                    <a:cubicBezTo>
                      <a:pt x="6" y="3"/>
                      <a:pt x="5" y="5"/>
                      <a:pt x="3" y="6"/>
                    </a:cubicBezTo>
                    <a:cubicBezTo>
                      <a:pt x="0" y="7"/>
                      <a:pt x="1" y="9"/>
                      <a:pt x="3" y="9"/>
                    </a:cubicBezTo>
                    <a:cubicBezTo>
                      <a:pt x="4" y="10"/>
                      <a:pt x="3" y="11"/>
                      <a:pt x="3" y="12"/>
                    </a:cubicBezTo>
                    <a:cubicBezTo>
                      <a:pt x="5" y="11"/>
                      <a:pt x="6" y="11"/>
                      <a:pt x="7" y="11"/>
                    </a:cubicBezTo>
                    <a:cubicBezTo>
                      <a:pt x="9" y="11"/>
                      <a:pt x="17" y="11"/>
                      <a:pt x="17"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5" name="Freeform 41">
                <a:extLst>
                  <a:ext uri="{FF2B5EF4-FFF2-40B4-BE49-F238E27FC236}">
                    <a16:creationId xmlns:a16="http://schemas.microsoft.com/office/drawing/2014/main" id="{3B206DDF-3670-4A02-98B3-F5FEF4325085}"/>
                  </a:ext>
                </a:extLst>
              </p:cNvPr>
              <p:cNvSpPr>
                <a:spLocks/>
              </p:cNvSpPr>
              <p:nvPr/>
            </p:nvSpPr>
            <p:spPr bwMode="auto">
              <a:xfrm>
                <a:off x="5130508" y="4017024"/>
                <a:ext cx="129237" cy="164369"/>
              </a:xfrm>
              <a:custGeom>
                <a:avLst/>
                <a:gdLst>
                  <a:gd name="T0" fmla="*/ 15 w 56"/>
                  <a:gd name="T1" fmla="*/ 67 h 71"/>
                  <a:gd name="T2" fmla="*/ 20 w 56"/>
                  <a:gd name="T3" fmla="*/ 68 h 71"/>
                  <a:gd name="T4" fmla="*/ 27 w 56"/>
                  <a:gd name="T5" fmla="*/ 68 h 71"/>
                  <a:gd name="T6" fmla="*/ 30 w 56"/>
                  <a:gd name="T7" fmla="*/ 68 h 71"/>
                  <a:gd name="T8" fmla="*/ 35 w 56"/>
                  <a:gd name="T9" fmla="*/ 63 h 71"/>
                  <a:gd name="T10" fmla="*/ 38 w 56"/>
                  <a:gd name="T11" fmla="*/ 57 h 71"/>
                  <a:gd name="T12" fmla="*/ 39 w 56"/>
                  <a:gd name="T13" fmla="*/ 44 h 71"/>
                  <a:gd name="T14" fmla="*/ 46 w 56"/>
                  <a:gd name="T15" fmla="*/ 35 h 71"/>
                  <a:gd name="T16" fmla="*/ 52 w 56"/>
                  <a:gd name="T17" fmla="*/ 18 h 71"/>
                  <a:gd name="T18" fmla="*/ 55 w 56"/>
                  <a:gd name="T19" fmla="*/ 10 h 71"/>
                  <a:gd name="T20" fmla="*/ 56 w 56"/>
                  <a:gd name="T21" fmla="*/ 1 h 71"/>
                  <a:gd name="T22" fmla="*/ 56 w 56"/>
                  <a:gd name="T23" fmla="*/ 1 h 71"/>
                  <a:gd name="T24" fmla="*/ 49 w 56"/>
                  <a:gd name="T25" fmla="*/ 0 h 71"/>
                  <a:gd name="T26" fmla="*/ 45 w 56"/>
                  <a:gd name="T27" fmla="*/ 1 h 71"/>
                  <a:gd name="T28" fmla="*/ 41 w 56"/>
                  <a:gd name="T29" fmla="*/ 2 h 71"/>
                  <a:gd name="T30" fmla="*/ 40 w 56"/>
                  <a:gd name="T31" fmla="*/ 8 h 71"/>
                  <a:gd name="T32" fmla="*/ 37 w 56"/>
                  <a:gd name="T33" fmla="*/ 16 h 71"/>
                  <a:gd name="T34" fmla="*/ 26 w 56"/>
                  <a:gd name="T35" fmla="*/ 12 h 71"/>
                  <a:gd name="T36" fmla="*/ 16 w 56"/>
                  <a:gd name="T37" fmla="*/ 12 h 71"/>
                  <a:gd name="T38" fmla="*/ 15 w 56"/>
                  <a:gd name="T39" fmla="*/ 21 h 71"/>
                  <a:gd name="T40" fmla="*/ 23 w 56"/>
                  <a:gd name="T41" fmla="*/ 21 h 71"/>
                  <a:gd name="T42" fmla="*/ 22 w 56"/>
                  <a:gd name="T43" fmla="*/ 27 h 71"/>
                  <a:gd name="T44" fmla="*/ 24 w 56"/>
                  <a:gd name="T45" fmla="*/ 33 h 71"/>
                  <a:gd name="T46" fmla="*/ 26 w 56"/>
                  <a:gd name="T47" fmla="*/ 42 h 71"/>
                  <a:gd name="T48" fmla="*/ 23 w 56"/>
                  <a:gd name="T49" fmla="*/ 51 h 71"/>
                  <a:gd name="T50" fmla="*/ 17 w 56"/>
                  <a:gd name="T51" fmla="*/ 50 h 71"/>
                  <a:gd name="T52" fmla="*/ 13 w 56"/>
                  <a:gd name="T53" fmla="*/ 45 h 71"/>
                  <a:gd name="T54" fmla="*/ 9 w 56"/>
                  <a:gd name="T55" fmla="*/ 50 h 71"/>
                  <a:gd name="T56" fmla="*/ 4 w 56"/>
                  <a:gd name="T57" fmla="*/ 53 h 71"/>
                  <a:gd name="T58" fmla="*/ 3 w 56"/>
                  <a:gd name="T59" fmla="*/ 60 h 71"/>
                  <a:gd name="T60" fmla="*/ 0 w 56"/>
                  <a:gd name="T61" fmla="*/ 62 h 71"/>
                  <a:gd name="T62" fmla="*/ 0 w 56"/>
                  <a:gd name="T63" fmla="*/ 63 h 71"/>
                  <a:gd name="T64" fmla="*/ 7 w 56"/>
                  <a:gd name="T65" fmla="*/ 71 h 71"/>
                  <a:gd name="T66" fmla="*/ 15 w 56"/>
                  <a:gd name="T67" fmla="*/ 6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6" h="71">
                    <a:moveTo>
                      <a:pt x="15" y="67"/>
                    </a:moveTo>
                    <a:cubicBezTo>
                      <a:pt x="16" y="68"/>
                      <a:pt x="17" y="70"/>
                      <a:pt x="20" y="68"/>
                    </a:cubicBezTo>
                    <a:cubicBezTo>
                      <a:pt x="23" y="65"/>
                      <a:pt x="27" y="66"/>
                      <a:pt x="27" y="68"/>
                    </a:cubicBezTo>
                    <a:cubicBezTo>
                      <a:pt x="27" y="71"/>
                      <a:pt x="28" y="70"/>
                      <a:pt x="30" y="68"/>
                    </a:cubicBezTo>
                    <a:cubicBezTo>
                      <a:pt x="33" y="65"/>
                      <a:pt x="35" y="68"/>
                      <a:pt x="35" y="63"/>
                    </a:cubicBezTo>
                    <a:cubicBezTo>
                      <a:pt x="35" y="58"/>
                      <a:pt x="38" y="63"/>
                      <a:pt x="38" y="57"/>
                    </a:cubicBezTo>
                    <a:cubicBezTo>
                      <a:pt x="38" y="52"/>
                      <a:pt x="39" y="46"/>
                      <a:pt x="39" y="44"/>
                    </a:cubicBezTo>
                    <a:cubicBezTo>
                      <a:pt x="39" y="41"/>
                      <a:pt x="46" y="39"/>
                      <a:pt x="46" y="35"/>
                    </a:cubicBezTo>
                    <a:cubicBezTo>
                      <a:pt x="46" y="31"/>
                      <a:pt x="52" y="23"/>
                      <a:pt x="52" y="18"/>
                    </a:cubicBezTo>
                    <a:cubicBezTo>
                      <a:pt x="52" y="13"/>
                      <a:pt x="53" y="12"/>
                      <a:pt x="55" y="10"/>
                    </a:cubicBezTo>
                    <a:cubicBezTo>
                      <a:pt x="56" y="8"/>
                      <a:pt x="56" y="5"/>
                      <a:pt x="56" y="1"/>
                    </a:cubicBezTo>
                    <a:cubicBezTo>
                      <a:pt x="56" y="1"/>
                      <a:pt x="56" y="1"/>
                      <a:pt x="56" y="1"/>
                    </a:cubicBezTo>
                    <a:cubicBezTo>
                      <a:pt x="49" y="0"/>
                      <a:pt x="49" y="0"/>
                      <a:pt x="49" y="0"/>
                    </a:cubicBezTo>
                    <a:cubicBezTo>
                      <a:pt x="45" y="1"/>
                      <a:pt x="45" y="1"/>
                      <a:pt x="45" y="1"/>
                    </a:cubicBezTo>
                    <a:cubicBezTo>
                      <a:pt x="41" y="2"/>
                      <a:pt x="41" y="2"/>
                      <a:pt x="41" y="2"/>
                    </a:cubicBezTo>
                    <a:cubicBezTo>
                      <a:pt x="41" y="2"/>
                      <a:pt x="41" y="6"/>
                      <a:pt x="40" y="8"/>
                    </a:cubicBezTo>
                    <a:cubicBezTo>
                      <a:pt x="38" y="11"/>
                      <a:pt x="37" y="16"/>
                      <a:pt x="37" y="16"/>
                    </a:cubicBezTo>
                    <a:cubicBezTo>
                      <a:pt x="37" y="16"/>
                      <a:pt x="28" y="12"/>
                      <a:pt x="26" y="12"/>
                    </a:cubicBezTo>
                    <a:cubicBezTo>
                      <a:pt x="25" y="12"/>
                      <a:pt x="21" y="12"/>
                      <a:pt x="16" y="12"/>
                    </a:cubicBezTo>
                    <a:cubicBezTo>
                      <a:pt x="16" y="16"/>
                      <a:pt x="15" y="19"/>
                      <a:pt x="15" y="21"/>
                    </a:cubicBezTo>
                    <a:cubicBezTo>
                      <a:pt x="15" y="23"/>
                      <a:pt x="21" y="19"/>
                      <a:pt x="23" y="21"/>
                    </a:cubicBezTo>
                    <a:cubicBezTo>
                      <a:pt x="26" y="23"/>
                      <a:pt x="25" y="26"/>
                      <a:pt x="22" y="27"/>
                    </a:cubicBezTo>
                    <a:cubicBezTo>
                      <a:pt x="19" y="29"/>
                      <a:pt x="21" y="32"/>
                      <a:pt x="24" y="33"/>
                    </a:cubicBezTo>
                    <a:cubicBezTo>
                      <a:pt x="26" y="35"/>
                      <a:pt x="26" y="38"/>
                      <a:pt x="26" y="42"/>
                    </a:cubicBezTo>
                    <a:cubicBezTo>
                      <a:pt x="26" y="46"/>
                      <a:pt x="26" y="51"/>
                      <a:pt x="23" y="51"/>
                    </a:cubicBezTo>
                    <a:cubicBezTo>
                      <a:pt x="21" y="52"/>
                      <a:pt x="19" y="50"/>
                      <a:pt x="17" y="50"/>
                    </a:cubicBezTo>
                    <a:cubicBezTo>
                      <a:pt x="15" y="51"/>
                      <a:pt x="15" y="45"/>
                      <a:pt x="13" y="45"/>
                    </a:cubicBezTo>
                    <a:cubicBezTo>
                      <a:pt x="11" y="45"/>
                      <a:pt x="12" y="50"/>
                      <a:pt x="9" y="50"/>
                    </a:cubicBezTo>
                    <a:cubicBezTo>
                      <a:pt x="7" y="50"/>
                      <a:pt x="3" y="49"/>
                      <a:pt x="4" y="53"/>
                    </a:cubicBezTo>
                    <a:cubicBezTo>
                      <a:pt x="6" y="57"/>
                      <a:pt x="7" y="60"/>
                      <a:pt x="3" y="60"/>
                    </a:cubicBezTo>
                    <a:cubicBezTo>
                      <a:pt x="2" y="60"/>
                      <a:pt x="0" y="61"/>
                      <a:pt x="0" y="62"/>
                    </a:cubicBezTo>
                    <a:cubicBezTo>
                      <a:pt x="0" y="62"/>
                      <a:pt x="0" y="63"/>
                      <a:pt x="0" y="63"/>
                    </a:cubicBezTo>
                    <a:cubicBezTo>
                      <a:pt x="4" y="65"/>
                      <a:pt x="6" y="68"/>
                      <a:pt x="7" y="71"/>
                    </a:cubicBezTo>
                    <a:cubicBezTo>
                      <a:pt x="11" y="69"/>
                      <a:pt x="14" y="67"/>
                      <a:pt x="15" y="6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6" name="Freeform 42">
                <a:extLst>
                  <a:ext uri="{FF2B5EF4-FFF2-40B4-BE49-F238E27FC236}">
                    <a16:creationId xmlns:a16="http://schemas.microsoft.com/office/drawing/2014/main" id="{39A9E284-A783-4F82-B2E5-9EF38B62302B}"/>
                  </a:ext>
                </a:extLst>
              </p:cNvPr>
              <p:cNvSpPr>
                <a:spLocks/>
              </p:cNvSpPr>
              <p:nvPr/>
            </p:nvSpPr>
            <p:spPr bwMode="auto">
              <a:xfrm>
                <a:off x="5317463" y="3644371"/>
                <a:ext cx="308663" cy="377672"/>
              </a:xfrm>
              <a:custGeom>
                <a:avLst/>
                <a:gdLst>
                  <a:gd name="T0" fmla="*/ 101 w 134"/>
                  <a:gd name="T1" fmla="*/ 9 h 164"/>
                  <a:gd name="T2" fmla="*/ 92 w 134"/>
                  <a:gd name="T3" fmla="*/ 10 h 164"/>
                  <a:gd name="T4" fmla="*/ 77 w 134"/>
                  <a:gd name="T5" fmla="*/ 9 h 164"/>
                  <a:gd name="T6" fmla="*/ 25 w 134"/>
                  <a:gd name="T7" fmla="*/ 11 h 164"/>
                  <a:gd name="T8" fmla="*/ 18 w 134"/>
                  <a:gd name="T9" fmla="*/ 27 h 164"/>
                  <a:gd name="T10" fmla="*/ 17 w 134"/>
                  <a:gd name="T11" fmla="*/ 62 h 164"/>
                  <a:gd name="T12" fmla="*/ 7 w 134"/>
                  <a:gd name="T13" fmla="*/ 72 h 164"/>
                  <a:gd name="T14" fmla="*/ 3 w 134"/>
                  <a:gd name="T15" fmla="*/ 84 h 164"/>
                  <a:gd name="T16" fmla="*/ 6 w 134"/>
                  <a:gd name="T17" fmla="*/ 94 h 164"/>
                  <a:gd name="T18" fmla="*/ 9 w 134"/>
                  <a:gd name="T19" fmla="*/ 102 h 164"/>
                  <a:gd name="T20" fmla="*/ 15 w 134"/>
                  <a:gd name="T21" fmla="*/ 117 h 164"/>
                  <a:gd name="T22" fmla="*/ 18 w 134"/>
                  <a:gd name="T23" fmla="*/ 121 h 164"/>
                  <a:gd name="T24" fmla="*/ 25 w 134"/>
                  <a:gd name="T25" fmla="*/ 126 h 164"/>
                  <a:gd name="T26" fmla="*/ 33 w 134"/>
                  <a:gd name="T27" fmla="*/ 136 h 164"/>
                  <a:gd name="T28" fmla="*/ 42 w 134"/>
                  <a:gd name="T29" fmla="*/ 145 h 164"/>
                  <a:gd name="T30" fmla="*/ 46 w 134"/>
                  <a:gd name="T31" fmla="*/ 152 h 164"/>
                  <a:gd name="T32" fmla="*/ 54 w 134"/>
                  <a:gd name="T33" fmla="*/ 156 h 164"/>
                  <a:gd name="T34" fmla="*/ 63 w 134"/>
                  <a:gd name="T35" fmla="*/ 155 h 164"/>
                  <a:gd name="T36" fmla="*/ 78 w 134"/>
                  <a:gd name="T37" fmla="*/ 161 h 164"/>
                  <a:gd name="T38" fmla="*/ 89 w 134"/>
                  <a:gd name="T39" fmla="*/ 161 h 164"/>
                  <a:gd name="T40" fmla="*/ 97 w 134"/>
                  <a:gd name="T41" fmla="*/ 158 h 164"/>
                  <a:gd name="T42" fmla="*/ 104 w 134"/>
                  <a:gd name="T43" fmla="*/ 153 h 164"/>
                  <a:gd name="T44" fmla="*/ 111 w 134"/>
                  <a:gd name="T45" fmla="*/ 154 h 164"/>
                  <a:gd name="T46" fmla="*/ 103 w 134"/>
                  <a:gd name="T47" fmla="*/ 141 h 164"/>
                  <a:gd name="T48" fmla="*/ 89 w 134"/>
                  <a:gd name="T49" fmla="*/ 128 h 164"/>
                  <a:gd name="T50" fmla="*/ 97 w 134"/>
                  <a:gd name="T51" fmla="*/ 122 h 164"/>
                  <a:gd name="T52" fmla="*/ 100 w 134"/>
                  <a:gd name="T53" fmla="*/ 106 h 164"/>
                  <a:gd name="T54" fmla="*/ 106 w 134"/>
                  <a:gd name="T55" fmla="*/ 95 h 164"/>
                  <a:gd name="T56" fmla="*/ 115 w 134"/>
                  <a:gd name="T57" fmla="*/ 85 h 164"/>
                  <a:gd name="T58" fmla="*/ 118 w 134"/>
                  <a:gd name="T59" fmla="*/ 64 h 164"/>
                  <a:gd name="T60" fmla="*/ 126 w 134"/>
                  <a:gd name="T61" fmla="*/ 52 h 164"/>
                  <a:gd name="T62" fmla="*/ 129 w 134"/>
                  <a:gd name="T63" fmla="*/ 40 h 164"/>
                  <a:gd name="T64" fmla="*/ 122 w 134"/>
                  <a:gd name="T65" fmla="*/ 14 h 164"/>
                  <a:gd name="T66" fmla="*/ 110 w 134"/>
                  <a:gd name="T67" fmla="*/ 0 h 164"/>
                  <a:gd name="T68" fmla="*/ 106 w 134"/>
                  <a:gd name="T69" fmla="*/ 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4" h="164">
                    <a:moveTo>
                      <a:pt x="106" y="3"/>
                    </a:moveTo>
                    <a:cubicBezTo>
                      <a:pt x="104" y="3"/>
                      <a:pt x="104" y="9"/>
                      <a:pt x="101" y="9"/>
                    </a:cubicBezTo>
                    <a:cubicBezTo>
                      <a:pt x="97" y="9"/>
                      <a:pt x="98" y="12"/>
                      <a:pt x="96" y="12"/>
                    </a:cubicBezTo>
                    <a:cubicBezTo>
                      <a:pt x="94" y="12"/>
                      <a:pt x="92" y="10"/>
                      <a:pt x="92" y="10"/>
                    </a:cubicBezTo>
                    <a:cubicBezTo>
                      <a:pt x="81" y="10"/>
                      <a:pt x="81" y="10"/>
                      <a:pt x="81" y="10"/>
                    </a:cubicBezTo>
                    <a:cubicBezTo>
                      <a:pt x="81" y="10"/>
                      <a:pt x="79" y="8"/>
                      <a:pt x="77" y="9"/>
                    </a:cubicBezTo>
                    <a:cubicBezTo>
                      <a:pt x="76" y="10"/>
                      <a:pt x="75" y="11"/>
                      <a:pt x="75" y="11"/>
                    </a:cubicBezTo>
                    <a:cubicBezTo>
                      <a:pt x="25" y="11"/>
                      <a:pt x="25" y="11"/>
                      <a:pt x="25" y="11"/>
                    </a:cubicBezTo>
                    <a:cubicBezTo>
                      <a:pt x="25" y="20"/>
                      <a:pt x="25" y="27"/>
                      <a:pt x="25" y="27"/>
                    </a:cubicBezTo>
                    <a:cubicBezTo>
                      <a:pt x="18" y="27"/>
                      <a:pt x="18" y="27"/>
                      <a:pt x="18" y="27"/>
                    </a:cubicBezTo>
                    <a:cubicBezTo>
                      <a:pt x="18" y="54"/>
                      <a:pt x="18" y="54"/>
                      <a:pt x="18" y="54"/>
                    </a:cubicBezTo>
                    <a:cubicBezTo>
                      <a:pt x="18" y="54"/>
                      <a:pt x="19" y="62"/>
                      <a:pt x="17" y="62"/>
                    </a:cubicBezTo>
                    <a:cubicBezTo>
                      <a:pt x="16" y="63"/>
                      <a:pt x="10" y="64"/>
                      <a:pt x="10" y="67"/>
                    </a:cubicBezTo>
                    <a:cubicBezTo>
                      <a:pt x="10" y="69"/>
                      <a:pt x="10" y="71"/>
                      <a:pt x="7" y="72"/>
                    </a:cubicBezTo>
                    <a:cubicBezTo>
                      <a:pt x="5" y="72"/>
                      <a:pt x="7" y="78"/>
                      <a:pt x="4" y="78"/>
                    </a:cubicBezTo>
                    <a:cubicBezTo>
                      <a:pt x="0" y="78"/>
                      <a:pt x="5" y="82"/>
                      <a:pt x="3" y="84"/>
                    </a:cubicBezTo>
                    <a:cubicBezTo>
                      <a:pt x="1" y="85"/>
                      <a:pt x="2" y="88"/>
                      <a:pt x="4" y="88"/>
                    </a:cubicBezTo>
                    <a:cubicBezTo>
                      <a:pt x="7" y="88"/>
                      <a:pt x="6" y="91"/>
                      <a:pt x="6" y="94"/>
                    </a:cubicBezTo>
                    <a:cubicBezTo>
                      <a:pt x="6" y="97"/>
                      <a:pt x="10" y="99"/>
                      <a:pt x="10" y="99"/>
                    </a:cubicBezTo>
                    <a:cubicBezTo>
                      <a:pt x="9" y="102"/>
                      <a:pt x="9" y="102"/>
                      <a:pt x="9" y="102"/>
                    </a:cubicBezTo>
                    <a:cubicBezTo>
                      <a:pt x="9" y="102"/>
                      <a:pt x="14" y="109"/>
                      <a:pt x="15" y="110"/>
                    </a:cubicBezTo>
                    <a:cubicBezTo>
                      <a:pt x="15" y="112"/>
                      <a:pt x="18" y="116"/>
                      <a:pt x="15" y="117"/>
                    </a:cubicBezTo>
                    <a:cubicBezTo>
                      <a:pt x="12" y="119"/>
                      <a:pt x="14" y="120"/>
                      <a:pt x="14" y="120"/>
                    </a:cubicBezTo>
                    <a:cubicBezTo>
                      <a:pt x="18" y="121"/>
                      <a:pt x="18" y="121"/>
                      <a:pt x="18" y="121"/>
                    </a:cubicBezTo>
                    <a:cubicBezTo>
                      <a:pt x="19" y="123"/>
                      <a:pt x="19" y="123"/>
                      <a:pt x="19" y="123"/>
                    </a:cubicBezTo>
                    <a:cubicBezTo>
                      <a:pt x="19" y="123"/>
                      <a:pt x="22" y="123"/>
                      <a:pt x="25" y="126"/>
                    </a:cubicBezTo>
                    <a:cubicBezTo>
                      <a:pt x="27" y="129"/>
                      <a:pt x="28" y="130"/>
                      <a:pt x="28" y="131"/>
                    </a:cubicBezTo>
                    <a:cubicBezTo>
                      <a:pt x="28" y="133"/>
                      <a:pt x="30" y="133"/>
                      <a:pt x="33" y="136"/>
                    </a:cubicBezTo>
                    <a:cubicBezTo>
                      <a:pt x="36" y="138"/>
                      <a:pt x="36" y="140"/>
                      <a:pt x="36" y="141"/>
                    </a:cubicBezTo>
                    <a:cubicBezTo>
                      <a:pt x="36" y="143"/>
                      <a:pt x="42" y="145"/>
                      <a:pt x="42" y="145"/>
                    </a:cubicBezTo>
                    <a:cubicBezTo>
                      <a:pt x="44" y="150"/>
                      <a:pt x="44" y="150"/>
                      <a:pt x="44" y="150"/>
                    </a:cubicBezTo>
                    <a:cubicBezTo>
                      <a:pt x="45" y="150"/>
                      <a:pt x="45" y="151"/>
                      <a:pt x="46" y="152"/>
                    </a:cubicBezTo>
                    <a:cubicBezTo>
                      <a:pt x="47" y="154"/>
                      <a:pt x="49" y="156"/>
                      <a:pt x="49" y="156"/>
                    </a:cubicBezTo>
                    <a:cubicBezTo>
                      <a:pt x="49" y="156"/>
                      <a:pt x="52" y="158"/>
                      <a:pt x="54" y="156"/>
                    </a:cubicBezTo>
                    <a:cubicBezTo>
                      <a:pt x="56" y="154"/>
                      <a:pt x="59" y="156"/>
                      <a:pt x="59" y="156"/>
                    </a:cubicBezTo>
                    <a:cubicBezTo>
                      <a:pt x="59" y="156"/>
                      <a:pt x="61" y="154"/>
                      <a:pt x="63" y="155"/>
                    </a:cubicBezTo>
                    <a:cubicBezTo>
                      <a:pt x="64" y="156"/>
                      <a:pt x="68" y="160"/>
                      <a:pt x="72" y="163"/>
                    </a:cubicBezTo>
                    <a:cubicBezTo>
                      <a:pt x="73" y="163"/>
                      <a:pt x="76" y="161"/>
                      <a:pt x="78" y="161"/>
                    </a:cubicBezTo>
                    <a:cubicBezTo>
                      <a:pt x="80" y="161"/>
                      <a:pt x="82" y="164"/>
                      <a:pt x="83" y="163"/>
                    </a:cubicBezTo>
                    <a:cubicBezTo>
                      <a:pt x="84" y="162"/>
                      <a:pt x="87" y="160"/>
                      <a:pt x="89" y="161"/>
                    </a:cubicBezTo>
                    <a:cubicBezTo>
                      <a:pt x="90" y="162"/>
                      <a:pt x="94" y="162"/>
                      <a:pt x="94" y="161"/>
                    </a:cubicBezTo>
                    <a:cubicBezTo>
                      <a:pt x="94" y="160"/>
                      <a:pt x="95" y="159"/>
                      <a:pt x="97" y="158"/>
                    </a:cubicBezTo>
                    <a:cubicBezTo>
                      <a:pt x="97" y="158"/>
                      <a:pt x="97" y="157"/>
                      <a:pt x="98" y="157"/>
                    </a:cubicBezTo>
                    <a:cubicBezTo>
                      <a:pt x="98" y="155"/>
                      <a:pt x="102" y="153"/>
                      <a:pt x="104" y="153"/>
                    </a:cubicBezTo>
                    <a:cubicBezTo>
                      <a:pt x="106" y="152"/>
                      <a:pt x="108" y="152"/>
                      <a:pt x="109" y="153"/>
                    </a:cubicBezTo>
                    <a:cubicBezTo>
                      <a:pt x="109" y="154"/>
                      <a:pt x="110" y="154"/>
                      <a:pt x="111" y="154"/>
                    </a:cubicBezTo>
                    <a:cubicBezTo>
                      <a:pt x="111" y="150"/>
                      <a:pt x="112" y="147"/>
                      <a:pt x="111" y="147"/>
                    </a:cubicBezTo>
                    <a:cubicBezTo>
                      <a:pt x="109" y="147"/>
                      <a:pt x="105" y="145"/>
                      <a:pt x="103" y="141"/>
                    </a:cubicBezTo>
                    <a:cubicBezTo>
                      <a:pt x="102" y="137"/>
                      <a:pt x="97" y="135"/>
                      <a:pt x="96" y="132"/>
                    </a:cubicBezTo>
                    <a:cubicBezTo>
                      <a:pt x="95" y="130"/>
                      <a:pt x="90" y="130"/>
                      <a:pt x="89" y="128"/>
                    </a:cubicBezTo>
                    <a:cubicBezTo>
                      <a:pt x="88" y="126"/>
                      <a:pt x="91" y="126"/>
                      <a:pt x="91" y="124"/>
                    </a:cubicBezTo>
                    <a:cubicBezTo>
                      <a:pt x="91" y="121"/>
                      <a:pt x="96" y="123"/>
                      <a:pt x="97" y="122"/>
                    </a:cubicBezTo>
                    <a:cubicBezTo>
                      <a:pt x="97" y="122"/>
                      <a:pt x="98" y="116"/>
                      <a:pt x="98" y="113"/>
                    </a:cubicBezTo>
                    <a:cubicBezTo>
                      <a:pt x="98" y="110"/>
                      <a:pt x="102" y="108"/>
                      <a:pt x="100" y="106"/>
                    </a:cubicBezTo>
                    <a:cubicBezTo>
                      <a:pt x="99" y="105"/>
                      <a:pt x="102" y="104"/>
                      <a:pt x="104" y="103"/>
                    </a:cubicBezTo>
                    <a:cubicBezTo>
                      <a:pt x="106" y="101"/>
                      <a:pt x="104" y="97"/>
                      <a:pt x="106" y="95"/>
                    </a:cubicBezTo>
                    <a:cubicBezTo>
                      <a:pt x="108" y="93"/>
                      <a:pt x="110" y="89"/>
                      <a:pt x="111" y="89"/>
                    </a:cubicBezTo>
                    <a:cubicBezTo>
                      <a:pt x="113" y="89"/>
                      <a:pt x="115" y="87"/>
                      <a:pt x="115" y="85"/>
                    </a:cubicBezTo>
                    <a:cubicBezTo>
                      <a:pt x="115" y="83"/>
                      <a:pt x="118" y="79"/>
                      <a:pt x="118" y="75"/>
                    </a:cubicBezTo>
                    <a:cubicBezTo>
                      <a:pt x="117" y="72"/>
                      <a:pt x="116" y="67"/>
                      <a:pt x="118" y="64"/>
                    </a:cubicBezTo>
                    <a:cubicBezTo>
                      <a:pt x="121" y="61"/>
                      <a:pt x="122" y="59"/>
                      <a:pt x="121" y="56"/>
                    </a:cubicBezTo>
                    <a:cubicBezTo>
                      <a:pt x="121" y="54"/>
                      <a:pt x="124" y="53"/>
                      <a:pt x="126" y="52"/>
                    </a:cubicBezTo>
                    <a:cubicBezTo>
                      <a:pt x="127" y="51"/>
                      <a:pt x="131" y="49"/>
                      <a:pt x="134" y="45"/>
                    </a:cubicBezTo>
                    <a:cubicBezTo>
                      <a:pt x="132" y="42"/>
                      <a:pt x="130" y="41"/>
                      <a:pt x="129" y="40"/>
                    </a:cubicBezTo>
                    <a:cubicBezTo>
                      <a:pt x="126" y="39"/>
                      <a:pt x="124" y="34"/>
                      <a:pt x="124" y="27"/>
                    </a:cubicBezTo>
                    <a:cubicBezTo>
                      <a:pt x="124" y="21"/>
                      <a:pt x="122" y="16"/>
                      <a:pt x="122" y="14"/>
                    </a:cubicBezTo>
                    <a:cubicBezTo>
                      <a:pt x="122" y="12"/>
                      <a:pt x="119" y="8"/>
                      <a:pt x="115" y="6"/>
                    </a:cubicBezTo>
                    <a:cubicBezTo>
                      <a:pt x="112" y="4"/>
                      <a:pt x="111" y="2"/>
                      <a:pt x="110" y="0"/>
                    </a:cubicBezTo>
                    <a:cubicBezTo>
                      <a:pt x="110" y="0"/>
                      <a:pt x="110" y="0"/>
                      <a:pt x="110" y="0"/>
                    </a:cubicBezTo>
                    <a:cubicBezTo>
                      <a:pt x="108" y="3"/>
                      <a:pt x="108" y="3"/>
                      <a:pt x="106"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7" name="Freeform 43">
                <a:extLst>
                  <a:ext uri="{FF2B5EF4-FFF2-40B4-BE49-F238E27FC236}">
                    <a16:creationId xmlns:a16="http://schemas.microsoft.com/office/drawing/2014/main" id="{F4D7AA82-BE90-40D2-BDA6-42017DACCE06}"/>
                  </a:ext>
                </a:extLst>
              </p:cNvPr>
              <p:cNvSpPr>
                <a:spLocks/>
              </p:cNvSpPr>
              <p:nvPr/>
            </p:nvSpPr>
            <p:spPr bwMode="auto">
              <a:xfrm>
                <a:off x="5683843" y="3848891"/>
                <a:ext cx="33878" cy="35132"/>
              </a:xfrm>
              <a:custGeom>
                <a:avLst/>
                <a:gdLst>
                  <a:gd name="T0" fmla="*/ 5 w 15"/>
                  <a:gd name="T1" fmla="*/ 2 h 15"/>
                  <a:gd name="T2" fmla="*/ 1 w 15"/>
                  <a:gd name="T3" fmla="*/ 7 h 15"/>
                  <a:gd name="T4" fmla="*/ 1 w 15"/>
                  <a:gd name="T5" fmla="*/ 14 h 15"/>
                  <a:gd name="T6" fmla="*/ 6 w 15"/>
                  <a:gd name="T7" fmla="*/ 14 h 15"/>
                  <a:gd name="T8" fmla="*/ 9 w 15"/>
                  <a:gd name="T9" fmla="*/ 15 h 15"/>
                  <a:gd name="T10" fmla="*/ 13 w 15"/>
                  <a:gd name="T11" fmla="*/ 11 h 15"/>
                  <a:gd name="T12" fmla="*/ 9 w 15"/>
                  <a:gd name="T13" fmla="*/ 9 h 15"/>
                  <a:gd name="T14" fmla="*/ 13 w 15"/>
                  <a:gd name="T15" fmla="*/ 6 h 15"/>
                  <a:gd name="T16" fmla="*/ 12 w 15"/>
                  <a:gd name="T17" fmla="*/ 1 h 15"/>
                  <a:gd name="T18" fmla="*/ 11 w 15"/>
                  <a:gd name="T19" fmla="*/ 0 h 15"/>
                  <a:gd name="T20" fmla="*/ 9 w 15"/>
                  <a:gd name="T21" fmla="*/ 1 h 15"/>
                  <a:gd name="T22" fmla="*/ 5 w 15"/>
                  <a:gd name="T2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5" y="2"/>
                    </a:moveTo>
                    <a:cubicBezTo>
                      <a:pt x="5" y="2"/>
                      <a:pt x="3" y="6"/>
                      <a:pt x="1" y="7"/>
                    </a:cubicBezTo>
                    <a:cubicBezTo>
                      <a:pt x="0" y="9"/>
                      <a:pt x="1" y="13"/>
                      <a:pt x="1" y="14"/>
                    </a:cubicBezTo>
                    <a:cubicBezTo>
                      <a:pt x="2" y="15"/>
                      <a:pt x="4" y="15"/>
                      <a:pt x="6" y="14"/>
                    </a:cubicBezTo>
                    <a:cubicBezTo>
                      <a:pt x="7" y="13"/>
                      <a:pt x="8" y="13"/>
                      <a:pt x="9" y="15"/>
                    </a:cubicBezTo>
                    <a:cubicBezTo>
                      <a:pt x="10" y="14"/>
                      <a:pt x="12" y="12"/>
                      <a:pt x="13" y="11"/>
                    </a:cubicBezTo>
                    <a:cubicBezTo>
                      <a:pt x="11" y="10"/>
                      <a:pt x="9" y="10"/>
                      <a:pt x="9" y="9"/>
                    </a:cubicBezTo>
                    <a:cubicBezTo>
                      <a:pt x="8" y="8"/>
                      <a:pt x="11" y="6"/>
                      <a:pt x="13" y="6"/>
                    </a:cubicBezTo>
                    <a:cubicBezTo>
                      <a:pt x="15" y="5"/>
                      <a:pt x="14" y="3"/>
                      <a:pt x="12" y="1"/>
                    </a:cubicBezTo>
                    <a:cubicBezTo>
                      <a:pt x="12" y="1"/>
                      <a:pt x="12" y="0"/>
                      <a:pt x="11" y="0"/>
                    </a:cubicBezTo>
                    <a:cubicBezTo>
                      <a:pt x="10" y="1"/>
                      <a:pt x="9" y="1"/>
                      <a:pt x="9" y="1"/>
                    </a:cubicBezTo>
                    <a:cubicBezTo>
                      <a:pt x="9" y="2"/>
                      <a:pt x="7" y="2"/>
                      <a:pt x="5"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8" name="Freeform 44">
                <a:extLst>
                  <a:ext uri="{FF2B5EF4-FFF2-40B4-BE49-F238E27FC236}">
                    <a16:creationId xmlns:a16="http://schemas.microsoft.com/office/drawing/2014/main" id="{AAD8FB33-12BF-4E0A-8311-5D3421690AFC}"/>
                  </a:ext>
                </a:extLst>
              </p:cNvPr>
              <p:cNvSpPr>
                <a:spLocks/>
              </p:cNvSpPr>
              <p:nvPr/>
            </p:nvSpPr>
            <p:spPr bwMode="auto">
              <a:xfrm>
                <a:off x="5584719" y="3747258"/>
                <a:ext cx="124218" cy="106652"/>
              </a:xfrm>
              <a:custGeom>
                <a:avLst/>
                <a:gdLst>
                  <a:gd name="T0" fmla="*/ 10 w 54"/>
                  <a:gd name="T1" fmla="*/ 7 h 46"/>
                  <a:gd name="T2" fmla="*/ 5 w 54"/>
                  <a:gd name="T3" fmla="*/ 11 h 46"/>
                  <a:gd name="T4" fmla="*/ 2 w 54"/>
                  <a:gd name="T5" fmla="*/ 19 h 46"/>
                  <a:gd name="T6" fmla="*/ 2 w 54"/>
                  <a:gd name="T7" fmla="*/ 30 h 46"/>
                  <a:gd name="T8" fmla="*/ 9 w 54"/>
                  <a:gd name="T9" fmla="*/ 30 h 46"/>
                  <a:gd name="T10" fmla="*/ 11 w 54"/>
                  <a:gd name="T11" fmla="*/ 28 h 46"/>
                  <a:gd name="T12" fmla="*/ 15 w 54"/>
                  <a:gd name="T13" fmla="*/ 27 h 46"/>
                  <a:gd name="T14" fmla="*/ 20 w 54"/>
                  <a:gd name="T15" fmla="*/ 29 h 46"/>
                  <a:gd name="T16" fmla="*/ 23 w 54"/>
                  <a:gd name="T17" fmla="*/ 29 h 46"/>
                  <a:gd name="T18" fmla="*/ 31 w 54"/>
                  <a:gd name="T19" fmla="*/ 29 h 46"/>
                  <a:gd name="T20" fmla="*/ 48 w 54"/>
                  <a:gd name="T21" fmla="*/ 46 h 46"/>
                  <a:gd name="T22" fmla="*/ 48 w 54"/>
                  <a:gd name="T23" fmla="*/ 46 h 46"/>
                  <a:gd name="T24" fmla="*/ 52 w 54"/>
                  <a:gd name="T25" fmla="*/ 45 h 46"/>
                  <a:gd name="T26" fmla="*/ 54 w 54"/>
                  <a:gd name="T27" fmla="*/ 44 h 46"/>
                  <a:gd name="T28" fmla="*/ 46 w 54"/>
                  <a:gd name="T29" fmla="*/ 34 h 46"/>
                  <a:gd name="T30" fmla="*/ 33 w 54"/>
                  <a:gd name="T31" fmla="*/ 25 h 46"/>
                  <a:gd name="T32" fmla="*/ 28 w 54"/>
                  <a:gd name="T33" fmla="*/ 20 h 46"/>
                  <a:gd name="T34" fmla="*/ 22 w 54"/>
                  <a:gd name="T35" fmla="*/ 9 h 46"/>
                  <a:gd name="T36" fmla="*/ 18 w 54"/>
                  <a:gd name="T37" fmla="*/ 0 h 46"/>
                  <a:gd name="T38" fmla="*/ 10 w 54"/>
                  <a:gd name="T39" fmla="*/ 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 h="46">
                    <a:moveTo>
                      <a:pt x="10" y="7"/>
                    </a:moveTo>
                    <a:cubicBezTo>
                      <a:pt x="8" y="8"/>
                      <a:pt x="5" y="9"/>
                      <a:pt x="5" y="11"/>
                    </a:cubicBezTo>
                    <a:cubicBezTo>
                      <a:pt x="6" y="14"/>
                      <a:pt x="5" y="16"/>
                      <a:pt x="2" y="19"/>
                    </a:cubicBezTo>
                    <a:cubicBezTo>
                      <a:pt x="0" y="22"/>
                      <a:pt x="1" y="27"/>
                      <a:pt x="2" y="30"/>
                    </a:cubicBezTo>
                    <a:cubicBezTo>
                      <a:pt x="5" y="30"/>
                      <a:pt x="8" y="30"/>
                      <a:pt x="9" y="30"/>
                    </a:cubicBezTo>
                    <a:cubicBezTo>
                      <a:pt x="10" y="32"/>
                      <a:pt x="10" y="30"/>
                      <a:pt x="11" y="28"/>
                    </a:cubicBezTo>
                    <a:cubicBezTo>
                      <a:pt x="12" y="25"/>
                      <a:pt x="13" y="26"/>
                      <a:pt x="15" y="27"/>
                    </a:cubicBezTo>
                    <a:cubicBezTo>
                      <a:pt x="16" y="28"/>
                      <a:pt x="17" y="30"/>
                      <a:pt x="20" y="29"/>
                    </a:cubicBezTo>
                    <a:cubicBezTo>
                      <a:pt x="22" y="28"/>
                      <a:pt x="22" y="28"/>
                      <a:pt x="23" y="29"/>
                    </a:cubicBezTo>
                    <a:cubicBezTo>
                      <a:pt x="25" y="29"/>
                      <a:pt x="30" y="29"/>
                      <a:pt x="31" y="29"/>
                    </a:cubicBezTo>
                    <a:cubicBezTo>
                      <a:pt x="33" y="29"/>
                      <a:pt x="48" y="46"/>
                      <a:pt x="48" y="46"/>
                    </a:cubicBezTo>
                    <a:cubicBezTo>
                      <a:pt x="48" y="46"/>
                      <a:pt x="48" y="46"/>
                      <a:pt x="48" y="46"/>
                    </a:cubicBezTo>
                    <a:cubicBezTo>
                      <a:pt x="50" y="46"/>
                      <a:pt x="52" y="46"/>
                      <a:pt x="52" y="45"/>
                    </a:cubicBezTo>
                    <a:cubicBezTo>
                      <a:pt x="52" y="45"/>
                      <a:pt x="53" y="45"/>
                      <a:pt x="54" y="44"/>
                    </a:cubicBezTo>
                    <a:cubicBezTo>
                      <a:pt x="52" y="42"/>
                      <a:pt x="50" y="39"/>
                      <a:pt x="46" y="34"/>
                    </a:cubicBezTo>
                    <a:cubicBezTo>
                      <a:pt x="41" y="29"/>
                      <a:pt x="36" y="25"/>
                      <a:pt x="33" y="25"/>
                    </a:cubicBezTo>
                    <a:cubicBezTo>
                      <a:pt x="30" y="25"/>
                      <a:pt x="30" y="21"/>
                      <a:pt x="28" y="20"/>
                    </a:cubicBezTo>
                    <a:cubicBezTo>
                      <a:pt x="26" y="20"/>
                      <a:pt x="22" y="13"/>
                      <a:pt x="22" y="9"/>
                    </a:cubicBezTo>
                    <a:cubicBezTo>
                      <a:pt x="22" y="6"/>
                      <a:pt x="20" y="3"/>
                      <a:pt x="18" y="0"/>
                    </a:cubicBezTo>
                    <a:cubicBezTo>
                      <a:pt x="15" y="4"/>
                      <a:pt x="11" y="6"/>
                      <a:pt x="10"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9" name="Freeform 45">
                <a:extLst>
                  <a:ext uri="{FF2B5EF4-FFF2-40B4-BE49-F238E27FC236}">
                    <a16:creationId xmlns:a16="http://schemas.microsoft.com/office/drawing/2014/main" id="{98B96C6B-A698-4715-8B4F-5F313F2DA07E}"/>
                  </a:ext>
                </a:extLst>
              </p:cNvPr>
              <p:cNvSpPr>
                <a:spLocks/>
              </p:cNvSpPr>
              <p:nvPr/>
            </p:nvSpPr>
            <p:spPr bwMode="auto">
              <a:xfrm>
                <a:off x="5519473" y="3804975"/>
                <a:ext cx="279804" cy="219577"/>
              </a:xfrm>
              <a:custGeom>
                <a:avLst/>
                <a:gdLst>
                  <a:gd name="T0" fmla="*/ 8 w 121"/>
                  <a:gd name="T1" fmla="*/ 62 h 95"/>
                  <a:gd name="T2" fmla="*/ 15 w 121"/>
                  <a:gd name="T3" fmla="*/ 71 h 95"/>
                  <a:gd name="T4" fmla="*/ 23 w 121"/>
                  <a:gd name="T5" fmla="*/ 77 h 95"/>
                  <a:gd name="T6" fmla="*/ 23 w 121"/>
                  <a:gd name="T7" fmla="*/ 84 h 95"/>
                  <a:gd name="T8" fmla="*/ 25 w 121"/>
                  <a:gd name="T9" fmla="*/ 85 h 95"/>
                  <a:gd name="T10" fmla="*/ 34 w 121"/>
                  <a:gd name="T11" fmla="*/ 87 h 95"/>
                  <a:gd name="T12" fmla="*/ 43 w 121"/>
                  <a:gd name="T13" fmla="*/ 92 h 95"/>
                  <a:gd name="T14" fmla="*/ 52 w 121"/>
                  <a:gd name="T15" fmla="*/ 94 h 95"/>
                  <a:gd name="T16" fmla="*/ 58 w 121"/>
                  <a:gd name="T17" fmla="*/ 90 h 95"/>
                  <a:gd name="T18" fmla="*/ 64 w 121"/>
                  <a:gd name="T19" fmla="*/ 88 h 95"/>
                  <a:gd name="T20" fmla="*/ 68 w 121"/>
                  <a:gd name="T21" fmla="*/ 90 h 95"/>
                  <a:gd name="T22" fmla="*/ 72 w 121"/>
                  <a:gd name="T23" fmla="*/ 89 h 95"/>
                  <a:gd name="T24" fmla="*/ 79 w 121"/>
                  <a:gd name="T25" fmla="*/ 88 h 95"/>
                  <a:gd name="T26" fmla="*/ 89 w 121"/>
                  <a:gd name="T27" fmla="*/ 82 h 95"/>
                  <a:gd name="T28" fmla="*/ 98 w 121"/>
                  <a:gd name="T29" fmla="*/ 81 h 95"/>
                  <a:gd name="T30" fmla="*/ 120 w 121"/>
                  <a:gd name="T31" fmla="*/ 59 h 95"/>
                  <a:gd name="T32" fmla="*/ 117 w 121"/>
                  <a:gd name="T33" fmla="*/ 57 h 95"/>
                  <a:gd name="T34" fmla="*/ 106 w 121"/>
                  <a:gd name="T35" fmla="*/ 55 h 95"/>
                  <a:gd name="T36" fmla="*/ 90 w 121"/>
                  <a:gd name="T37" fmla="*/ 49 h 95"/>
                  <a:gd name="T38" fmla="*/ 84 w 121"/>
                  <a:gd name="T39" fmla="*/ 44 h 95"/>
                  <a:gd name="T40" fmla="*/ 79 w 121"/>
                  <a:gd name="T41" fmla="*/ 37 h 95"/>
                  <a:gd name="T42" fmla="*/ 80 w 121"/>
                  <a:gd name="T43" fmla="*/ 34 h 95"/>
                  <a:gd name="T44" fmla="*/ 77 w 121"/>
                  <a:gd name="T45" fmla="*/ 33 h 95"/>
                  <a:gd name="T46" fmla="*/ 72 w 121"/>
                  <a:gd name="T47" fmla="*/ 33 h 95"/>
                  <a:gd name="T48" fmla="*/ 72 w 121"/>
                  <a:gd name="T49" fmla="*/ 26 h 95"/>
                  <a:gd name="T50" fmla="*/ 76 w 121"/>
                  <a:gd name="T51" fmla="*/ 21 h 95"/>
                  <a:gd name="T52" fmla="*/ 59 w 121"/>
                  <a:gd name="T53" fmla="*/ 4 h 95"/>
                  <a:gd name="T54" fmla="*/ 51 w 121"/>
                  <a:gd name="T55" fmla="*/ 4 h 95"/>
                  <a:gd name="T56" fmla="*/ 48 w 121"/>
                  <a:gd name="T57" fmla="*/ 4 h 95"/>
                  <a:gd name="T58" fmla="*/ 43 w 121"/>
                  <a:gd name="T59" fmla="*/ 2 h 95"/>
                  <a:gd name="T60" fmla="*/ 39 w 121"/>
                  <a:gd name="T61" fmla="*/ 3 h 95"/>
                  <a:gd name="T62" fmla="*/ 37 w 121"/>
                  <a:gd name="T63" fmla="*/ 5 h 95"/>
                  <a:gd name="T64" fmla="*/ 30 w 121"/>
                  <a:gd name="T65" fmla="*/ 5 h 95"/>
                  <a:gd name="T66" fmla="*/ 30 w 121"/>
                  <a:gd name="T67" fmla="*/ 5 h 95"/>
                  <a:gd name="T68" fmla="*/ 27 w 121"/>
                  <a:gd name="T69" fmla="*/ 15 h 95"/>
                  <a:gd name="T70" fmla="*/ 23 w 121"/>
                  <a:gd name="T71" fmla="*/ 19 h 95"/>
                  <a:gd name="T72" fmla="*/ 18 w 121"/>
                  <a:gd name="T73" fmla="*/ 25 h 95"/>
                  <a:gd name="T74" fmla="*/ 16 w 121"/>
                  <a:gd name="T75" fmla="*/ 33 h 95"/>
                  <a:gd name="T76" fmla="*/ 12 w 121"/>
                  <a:gd name="T77" fmla="*/ 36 h 95"/>
                  <a:gd name="T78" fmla="*/ 10 w 121"/>
                  <a:gd name="T79" fmla="*/ 43 h 95"/>
                  <a:gd name="T80" fmla="*/ 9 w 121"/>
                  <a:gd name="T81" fmla="*/ 52 h 95"/>
                  <a:gd name="T82" fmla="*/ 3 w 121"/>
                  <a:gd name="T83" fmla="*/ 54 h 95"/>
                  <a:gd name="T84" fmla="*/ 1 w 121"/>
                  <a:gd name="T85" fmla="*/ 58 h 95"/>
                  <a:gd name="T86" fmla="*/ 8 w 121"/>
                  <a:gd name="T87" fmla="*/ 6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1" h="95">
                    <a:moveTo>
                      <a:pt x="8" y="62"/>
                    </a:moveTo>
                    <a:cubicBezTo>
                      <a:pt x="9" y="65"/>
                      <a:pt x="14" y="67"/>
                      <a:pt x="15" y="71"/>
                    </a:cubicBezTo>
                    <a:cubicBezTo>
                      <a:pt x="17" y="75"/>
                      <a:pt x="21" y="77"/>
                      <a:pt x="23" y="77"/>
                    </a:cubicBezTo>
                    <a:cubicBezTo>
                      <a:pt x="24" y="77"/>
                      <a:pt x="23" y="80"/>
                      <a:pt x="23" y="84"/>
                    </a:cubicBezTo>
                    <a:cubicBezTo>
                      <a:pt x="24" y="85"/>
                      <a:pt x="25" y="85"/>
                      <a:pt x="25" y="85"/>
                    </a:cubicBezTo>
                    <a:cubicBezTo>
                      <a:pt x="27" y="86"/>
                      <a:pt x="32" y="85"/>
                      <a:pt x="34" y="87"/>
                    </a:cubicBezTo>
                    <a:cubicBezTo>
                      <a:pt x="35" y="89"/>
                      <a:pt x="41" y="92"/>
                      <a:pt x="43" y="92"/>
                    </a:cubicBezTo>
                    <a:cubicBezTo>
                      <a:pt x="45" y="92"/>
                      <a:pt x="51" y="93"/>
                      <a:pt x="52" y="94"/>
                    </a:cubicBezTo>
                    <a:cubicBezTo>
                      <a:pt x="53" y="95"/>
                      <a:pt x="55" y="91"/>
                      <a:pt x="58" y="90"/>
                    </a:cubicBezTo>
                    <a:cubicBezTo>
                      <a:pt x="60" y="88"/>
                      <a:pt x="64" y="87"/>
                      <a:pt x="64" y="88"/>
                    </a:cubicBezTo>
                    <a:cubicBezTo>
                      <a:pt x="65" y="90"/>
                      <a:pt x="67" y="91"/>
                      <a:pt x="68" y="90"/>
                    </a:cubicBezTo>
                    <a:cubicBezTo>
                      <a:pt x="69" y="90"/>
                      <a:pt x="71" y="89"/>
                      <a:pt x="72" y="89"/>
                    </a:cubicBezTo>
                    <a:cubicBezTo>
                      <a:pt x="75" y="88"/>
                      <a:pt x="78" y="88"/>
                      <a:pt x="79" y="88"/>
                    </a:cubicBezTo>
                    <a:cubicBezTo>
                      <a:pt x="80" y="88"/>
                      <a:pt x="84" y="82"/>
                      <a:pt x="89" y="82"/>
                    </a:cubicBezTo>
                    <a:cubicBezTo>
                      <a:pt x="95" y="82"/>
                      <a:pt x="96" y="83"/>
                      <a:pt x="98" y="81"/>
                    </a:cubicBezTo>
                    <a:cubicBezTo>
                      <a:pt x="101" y="78"/>
                      <a:pt x="118" y="60"/>
                      <a:pt x="120" y="59"/>
                    </a:cubicBezTo>
                    <a:cubicBezTo>
                      <a:pt x="121" y="58"/>
                      <a:pt x="119" y="57"/>
                      <a:pt x="117" y="57"/>
                    </a:cubicBezTo>
                    <a:cubicBezTo>
                      <a:pt x="115" y="57"/>
                      <a:pt x="112" y="57"/>
                      <a:pt x="106" y="55"/>
                    </a:cubicBezTo>
                    <a:cubicBezTo>
                      <a:pt x="100" y="53"/>
                      <a:pt x="91" y="50"/>
                      <a:pt x="90" y="49"/>
                    </a:cubicBezTo>
                    <a:cubicBezTo>
                      <a:pt x="88" y="49"/>
                      <a:pt x="86" y="45"/>
                      <a:pt x="84" y="44"/>
                    </a:cubicBezTo>
                    <a:cubicBezTo>
                      <a:pt x="83" y="44"/>
                      <a:pt x="80" y="39"/>
                      <a:pt x="79" y="37"/>
                    </a:cubicBezTo>
                    <a:cubicBezTo>
                      <a:pt x="79" y="37"/>
                      <a:pt x="80" y="35"/>
                      <a:pt x="80" y="34"/>
                    </a:cubicBezTo>
                    <a:cubicBezTo>
                      <a:pt x="79" y="32"/>
                      <a:pt x="78" y="32"/>
                      <a:pt x="77" y="33"/>
                    </a:cubicBezTo>
                    <a:cubicBezTo>
                      <a:pt x="75" y="34"/>
                      <a:pt x="73" y="34"/>
                      <a:pt x="72" y="33"/>
                    </a:cubicBezTo>
                    <a:cubicBezTo>
                      <a:pt x="72" y="32"/>
                      <a:pt x="71" y="28"/>
                      <a:pt x="72" y="26"/>
                    </a:cubicBezTo>
                    <a:cubicBezTo>
                      <a:pt x="74" y="24"/>
                      <a:pt x="76" y="21"/>
                      <a:pt x="76" y="21"/>
                    </a:cubicBezTo>
                    <a:cubicBezTo>
                      <a:pt x="76" y="21"/>
                      <a:pt x="61" y="4"/>
                      <a:pt x="59" y="4"/>
                    </a:cubicBezTo>
                    <a:cubicBezTo>
                      <a:pt x="58" y="4"/>
                      <a:pt x="53" y="4"/>
                      <a:pt x="51" y="4"/>
                    </a:cubicBezTo>
                    <a:cubicBezTo>
                      <a:pt x="50" y="3"/>
                      <a:pt x="50" y="3"/>
                      <a:pt x="48" y="4"/>
                    </a:cubicBezTo>
                    <a:cubicBezTo>
                      <a:pt x="45" y="5"/>
                      <a:pt x="44" y="3"/>
                      <a:pt x="43" y="2"/>
                    </a:cubicBezTo>
                    <a:cubicBezTo>
                      <a:pt x="41" y="1"/>
                      <a:pt x="40" y="0"/>
                      <a:pt x="39" y="3"/>
                    </a:cubicBezTo>
                    <a:cubicBezTo>
                      <a:pt x="38" y="5"/>
                      <a:pt x="38" y="7"/>
                      <a:pt x="37" y="5"/>
                    </a:cubicBezTo>
                    <a:cubicBezTo>
                      <a:pt x="36" y="5"/>
                      <a:pt x="33" y="5"/>
                      <a:pt x="30" y="5"/>
                    </a:cubicBezTo>
                    <a:cubicBezTo>
                      <a:pt x="30" y="5"/>
                      <a:pt x="30" y="5"/>
                      <a:pt x="30" y="5"/>
                    </a:cubicBezTo>
                    <a:cubicBezTo>
                      <a:pt x="30" y="9"/>
                      <a:pt x="27" y="13"/>
                      <a:pt x="27" y="15"/>
                    </a:cubicBezTo>
                    <a:cubicBezTo>
                      <a:pt x="27" y="17"/>
                      <a:pt x="25" y="19"/>
                      <a:pt x="23" y="19"/>
                    </a:cubicBezTo>
                    <a:cubicBezTo>
                      <a:pt x="22" y="19"/>
                      <a:pt x="20" y="23"/>
                      <a:pt x="18" y="25"/>
                    </a:cubicBezTo>
                    <a:cubicBezTo>
                      <a:pt x="16" y="27"/>
                      <a:pt x="18" y="31"/>
                      <a:pt x="16" y="33"/>
                    </a:cubicBezTo>
                    <a:cubicBezTo>
                      <a:pt x="14" y="34"/>
                      <a:pt x="11" y="35"/>
                      <a:pt x="12" y="36"/>
                    </a:cubicBezTo>
                    <a:cubicBezTo>
                      <a:pt x="14" y="38"/>
                      <a:pt x="10" y="40"/>
                      <a:pt x="10" y="43"/>
                    </a:cubicBezTo>
                    <a:cubicBezTo>
                      <a:pt x="10" y="46"/>
                      <a:pt x="9" y="52"/>
                      <a:pt x="9" y="52"/>
                    </a:cubicBezTo>
                    <a:cubicBezTo>
                      <a:pt x="8" y="53"/>
                      <a:pt x="3" y="51"/>
                      <a:pt x="3" y="54"/>
                    </a:cubicBezTo>
                    <a:cubicBezTo>
                      <a:pt x="3" y="56"/>
                      <a:pt x="0" y="56"/>
                      <a:pt x="1" y="58"/>
                    </a:cubicBezTo>
                    <a:cubicBezTo>
                      <a:pt x="2" y="60"/>
                      <a:pt x="7" y="60"/>
                      <a:pt x="8" y="6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0" name="Freeform 46">
                <a:extLst>
                  <a:ext uri="{FF2B5EF4-FFF2-40B4-BE49-F238E27FC236}">
                    <a16:creationId xmlns:a16="http://schemas.microsoft.com/office/drawing/2014/main" id="{A6090E3A-43AE-4E03-9FB2-A622A4E5726E}"/>
                  </a:ext>
                </a:extLst>
              </p:cNvPr>
              <p:cNvSpPr>
                <a:spLocks/>
              </p:cNvSpPr>
              <p:nvPr/>
            </p:nvSpPr>
            <p:spPr bwMode="auto">
              <a:xfrm>
                <a:off x="5563389" y="3408482"/>
                <a:ext cx="27604" cy="35132"/>
              </a:xfrm>
              <a:custGeom>
                <a:avLst/>
                <a:gdLst>
                  <a:gd name="T0" fmla="*/ 10 w 12"/>
                  <a:gd name="T1" fmla="*/ 7 h 15"/>
                  <a:gd name="T2" fmla="*/ 6 w 12"/>
                  <a:gd name="T3" fmla="*/ 0 h 15"/>
                  <a:gd name="T4" fmla="*/ 6 w 12"/>
                  <a:gd name="T5" fmla="*/ 2 h 15"/>
                  <a:gd name="T6" fmla="*/ 0 w 12"/>
                  <a:gd name="T7" fmla="*/ 14 h 15"/>
                  <a:gd name="T8" fmla="*/ 4 w 12"/>
                  <a:gd name="T9" fmla="*/ 15 h 15"/>
                  <a:gd name="T10" fmla="*/ 10 w 12"/>
                  <a:gd name="T11" fmla="*/ 7 h 15"/>
                </a:gdLst>
                <a:ahLst/>
                <a:cxnLst>
                  <a:cxn ang="0">
                    <a:pos x="T0" y="T1"/>
                  </a:cxn>
                  <a:cxn ang="0">
                    <a:pos x="T2" y="T3"/>
                  </a:cxn>
                  <a:cxn ang="0">
                    <a:pos x="T4" y="T5"/>
                  </a:cxn>
                  <a:cxn ang="0">
                    <a:pos x="T6" y="T7"/>
                  </a:cxn>
                  <a:cxn ang="0">
                    <a:pos x="T8" y="T9"/>
                  </a:cxn>
                  <a:cxn ang="0">
                    <a:pos x="T10" y="T11"/>
                  </a:cxn>
                </a:cxnLst>
                <a:rect l="0" t="0" r="r" b="b"/>
                <a:pathLst>
                  <a:path w="12" h="15">
                    <a:moveTo>
                      <a:pt x="10" y="7"/>
                    </a:moveTo>
                    <a:cubicBezTo>
                      <a:pt x="12" y="5"/>
                      <a:pt x="12" y="0"/>
                      <a:pt x="6" y="0"/>
                    </a:cubicBezTo>
                    <a:cubicBezTo>
                      <a:pt x="6" y="1"/>
                      <a:pt x="6" y="1"/>
                      <a:pt x="6" y="2"/>
                    </a:cubicBezTo>
                    <a:cubicBezTo>
                      <a:pt x="6" y="4"/>
                      <a:pt x="2" y="9"/>
                      <a:pt x="0" y="14"/>
                    </a:cubicBezTo>
                    <a:cubicBezTo>
                      <a:pt x="4" y="15"/>
                      <a:pt x="4" y="15"/>
                      <a:pt x="4" y="15"/>
                    </a:cubicBezTo>
                    <a:cubicBezTo>
                      <a:pt x="6" y="12"/>
                      <a:pt x="9" y="8"/>
                      <a:pt x="10"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1" name="Freeform 47">
                <a:extLst>
                  <a:ext uri="{FF2B5EF4-FFF2-40B4-BE49-F238E27FC236}">
                    <a16:creationId xmlns:a16="http://schemas.microsoft.com/office/drawing/2014/main" id="{7C81DFD2-D99E-4375-944B-7DB815B46D6E}"/>
                  </a:ext>
                </a:extLst>
              </p:cNvPr>
              <p:cNvSpPr>
                <a:spLocks/>
              </p:cNvSpPr>
              <p:nvPr/>
            </p:nvSpPr>
            <p:spPr bwMode="auto">
              <a:xfrm>
                <a:off x="5573427" y="3358293"/>
                <a:ext cx="126727" cy="101633"/>
              </a:xfrm>
              <a:custGeom>
                <a:avLst/>
                <a:gdLst>
                  <a:gd name="T0" fmla="*/ 6 w 55"/>
                  <a:gd name="T1" fmla="*/ 29 h 44"/>
                  <a:gd name="T2" fmla="*/ 0 w 55"/>
                  <a:gd name="T3" fmla="*/ 37 h 44"/>
                  <a:gd name="T4" fmla="*/ 0 w 55"/>
                  <a:gd name="T5" fmla="*/ 37 h 44"/>
                  <a:gd name="T6" fmla="*/ 1 w 55"/>
                  <a:gd name="T7" fmla="*/ 40 h 44"/>
                  <a:gd name="T8" fmla="*/ 8 w 55"/>
                  <a:gd name="T9" fmla="*/ 44 h 44"/>
                  <a:gd name="T10" fmla="*/ 16 w 55"/>
                  <a:gd name="T11" fmla="*/ 40 h 44"/>
                  <a:gd name="T12" fmla="*/ 43 w 55"/>
                  <a:gd name="T13" fmla="*/ 26 h 44"/>
                  <a:gd name="T14" fmla="*/ 45 w 55"/>
                  <a:gd name="T15" fmla="*/ 21 h 44"/>
                  <a:gd name="T16" fmla="*/ 46 w 55"/>
                  <a:gd name="T17" fmla="*/ 15 h 44"/>
                  <a:gd name="T18" fmla="*/ 45 w 55"/>
                  <a:gd name="T19" fmla="*/ 8 h 44"/>
                  <a:gd name="T20" fmla="*/ 50 w 55"/>
                  <a:gd name="T21" fmla="*/ 4 h 44"/>
                  <a:gd name="T22" fmla="*/ 55 w 55"/>
                  <a:gd name="T23" fmla="*/ 1 h 44"/>
                  <a:gd name="T24" fmla="*/ 52 w 55"/>
                  <a:gd name="T25" fmla="*/ 0 h 44"/>
                  <a:gd name="T26" fmla="*/ 43 w 55"/>
                  <a:gd name="T27" fmla="*/ 1 h 44"/>
                  <a:gd name="T28" fmla="*/ 32 w 55"/>
                  <a:gd name="T29" fmla="*/ 4 h 44"/>
                  <a:gd name="T30" fmla="*/ 23 w 55"/>
                  <a:gd name="T31" fmla="*/ 4 h 44"/>
                  <a:gd name="T32" fmla="*/ 18 w 55"/>
                  <a:gd name="T33" fmla="*/ 5 h 44"/>
                  <a:gd name="T34" fmla="*/ 11 w 55"/>
                  <a:gd name="T35" fmla="*/ 5 h 44"/>
                  <a:gd name="T36" fmla="*/ 8 w 55"/>
                  <a:gd name="T37" fmla="*/ 7 h 44"/>
                  <a:gd name="T38" fmla="*/ 3 w 55"/>
                  <a:gd name="T39" fmla="*/ 12 h 44"/>
                  <a:gd name="T40" fmla="*/ 3 w 55"/>
                  <a:gd name="T41" fmla="*/ 16 h 44"/>
                  <a:gd name="T42" fmla="*/ 2 w 55"/>
                  <a:gd name="T43" fmla="*/ 22 h 44"/>
                  <a:gd name="T44" fmla="*/ 6 w 55"/>
                  <a:gd name="T45" fmla="*/ 2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44">
                    <a:moveTo>
                      <a:pt x="6" y="29"/>
                    </a:moveTo>
                    <a:cubicBezTo>
                      <a:pt x="5" y="30"/>
                      <a:pt x="2" y="34"/>
                      <a:pt x="0" y="37"/>
                    </a:cubicBezTo>
                    <a:cubicBezTo>
                      <a:pt x="0" y="37"/>
                      <a:pt x="0" y="37"/>
                      <a:pt x="0" y="37"/>
                    </a:cubicBezTo>
                    <a:cubicBezTo>
                      <a:pt x="1" y="40"/>
                      <a:pt x="1" y="40"/>
                      <a:pt x="1" y="40"/>
                    </a:cubicBezTo>
                    <a:cubicBezTo>
                      <a:pt x="8" y="44"/>
                      <a:pt x="8" y="44"/>
                      <a:pt x="8" y="44"/>
                    </a:cubicBezTo>
                    <a:cubicBezTo>
                      <a:pt x="8" y="44"/>
                      <a:pt x="14" y="40"/>
                      <a:pt x="16" y="40"/>
                    </a:cubicBezTo>
                    <a:cubicBezTo>
                      <a:pt x="18" y="40"/>
                      <a:pt x="43" y="26"/>
                      <a:pt x="43" y="26"/>
                    </a:cubicBezTo>
                    <a:cubicBezTo>
                      <a:pt x="43" y="26"/>
                      <a:pt x="46" y="22"/>
                      <a:pt x="45" y="21"/>
                    </a:cubicBezTo>
                    <a:cubicBezTo>
                      <a:pt x="45" y="20"/>
                      <a:pt x="45" y="16"/>
                      <a:pt x="46" y="15"/>
                    </a:cubicBezTo>
                    <a:cubicBezTo>
                      <a:pt x="47" y="13"/>
                      <a:pt x="44" y="11"/>
                      <a:pt x="45" y="8"/>
                    </a:cubicBezTo>
                    <a:cubicBezTo>
                      <a:pt x="46" y="6"/>
                      <a:pt x="50" y="4"/>
                      <a:pt x="50" y="4"/>
                    </a:cubicBezTo>
                    <a:cubicBezTo>
                      <a:pt x="55" y="1"/>
                      <a:pt x="55" y="1"/>
                      <a:pt x="55" y="1"/>
                    </a:cubicBezTo>
                    <a:cubicBezTo>
                      <a:pt x="52" y="0"/>
                      <a:pt x="52" y="0"/>
                      <a:pt x="52" y="0"/>
                    </a:cubicBezTo>
                    <a:cubicBezTo>
                      <a:pt x="52" y="0"/>
                      <a:pt x="48" y="1"/>
                      <a:pt x="43" y="1"/>
                    </a:cubicBezTo>
                    <a:cubicBezTo>
                      <a:pt x="38" y="1"/>
                      <a:pt x="37" y="4"/>
                      <a:pt x="32" y="4"/>
                    </a:cubicBezTo>
                    <a:cubicBezTo>
                      <a:pt x="27" y="4"/>
                      <a:pt x="24" y="6"/>
                      <a:pt x="23" y="4"/>
                    </a:cubicBezTo>
                    <a:cubicBezTo>
                      <a:pt x="22" y="2"/>
                      <a:pt x="22" y="3"/>
                      <a:pt x="18" y="5"/>
                    </a:cubicBezTo>
                    <a:cubicBezTo>
                      <a:pt x="15" y="7"/>
                      <a:pt x="12" y="6"/>
                      <a:pt x="11" y="5"/>
                    </a:cubicBezTo>
                    <a:cubicBezTo>
                      <a:pt x="9" y="4"/>
                      <a:pt x="8" y="5"/>
                      <a:pt x="8" y="7"/>
                    </a:cubicBezTo>
                    <a:cubicBezTo>
                      <a:pt x="7" y="8"/>
                      <a:pt x="8" y="12"/>
                      <a:pt x="3" y="12"/>
                    </a:cubicBezTo>
                    <a:cubicBezTo>
                      <a:pt x="2" y="14"/>
                      <a:pt x="2" y="15"/>
                      <a:pt x="3" y="16"/>
                    </a:cubicBezTo>
                    <a:cubicBezTo>
                      <a:pt x="4" y="18"/>
                      <a:pt x="3" y="20"/>
                      <a:pt x="2" y="22"/>
                    </a:cubicBezTo>
                    <a:cubicBezTo>
                      <a:pt x="8" y="22"/>
                      <a:pt x="8" y="27"/>
                      <a:pt x="6"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2" name="Freeform 48">
                <a:extLst>
                  <a:ext uri="{FF2B5EF4-FFF2-40B4-BE49-F238E27FC236}">
                    <a16:creationId xmlns:a16="http://schemas.microsoft.com/office/drawing/2014/main" id="{55C546C5-5962-4B14-BDB2-44F92F7B4E68}"/>
                  </a:ext>
                </a:extLst>
              </p:cNvPr>
              <p:cNvSpPr>
                <a:spLocks/>
              </p:cNvSpPr>
              <p:nvPr/>
            </p:nvSpPr>
            <p:spPr bwMode="auto">
              <a:xfrm>
                <a:off x="7242212" y="3334453"/>
                <a:ext cx="69010" cy="87831"/>
              </a:xfrm>
              <a:custGeom>
                <a:avLst/>
                <a:gdLst>
                  <a:gd name="T0" fmla="*/ 7 w 30"/>
                  <a:gd name="T1" fmla="*/ 3 h 38"/>
                  <a:gd name="T2" fmla="*/ 2 w 30"/>
                  <a:gd name="T3" fmla="*/ 7 h 38"/>
                  <a:gd name="T4" fmla="*/ 5 w 30"/>
                  <a:gd name="T5" fmla="*/ 11 h 38"/>
                  <a:gd name="T6" fmla="*/ 5 w 30"/>
                  <a:gd name="T7" fmla="*/ 14 h 38"/>
                  <a:gd name="T8" fmla="*/ 4 w 30"/>
                  <a:gd name="T9" fmla="*/ 22 h 38"/>
                  <a:gd name="T10" fmla="*/ 2 w 30"/>
                  <a:gd name="T11" fmla="*/ 32 h 38"/>
                  <a:gd name="T12" fmla="*/ 3 w 30"/>
                  <a:gd name="T13" fmla="*/ 37 h 38"/>
                  <a:gd name="T14" fmla="*/ 18 w 30"/>
                  <a:gd name="T15" fmla="*/ 32 h 38"/>
                  <a:gd name="T16" fmla="*/ 26 w 30"/>
                  <a:gd name="T17" fmla="*/ 29 h 38"/>
                  <a:gd name="T18" fmla="*/ 29 w 30"/>
                  <a:gd name="T19" fmla="*/ 25 h 38"/>
                  <a:gd name="T20" fmla="*/ 27 w 30"/>
                  <a:gd name="T21" fmla="*/ 14 h 38"/>
                  <a:gd name="T22" fmla="*/ 19 w 30"/>
                  <a:gd name="T23" fmla="*/ 0 h 38"/>
                  <a:gd name="T24" fmla="*/ 15 w 30"/>
                  <a:gd name="T25" fmla="*/ 2 h 38"/>
                  <a:gd name="T26" fmla="*/ 7 w 30"/>
                  <a:gd name="T27" fmla="*/ 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7" y="3"/>
                    </a:moveTo>
                    <a:cubicBezTo>
                      <a:pt x="6" y="4"/>
                      <a:pt x="4" y="5"/>
                      <a:pt x="2" y="7"/>
                    </a:cubicBezTo>
                    <a:cubicBezTo>
                      <a:pt x="3" y="8"/>
                      <a:pt x="3" y="11"/>
                      <a:pt x="5" y="11"/>
                    </a:cubicBezTo>
                    <a:cubicBezTo>
                      <a:pt x="7" y="11"/>
                      <a:pt x="7" y="15"/>
                      <a:pt x="5" y="14"/>
                    </a:cubicBezTo>
                    <a:cubicBezTo>
                      <a:pt x="2" y="14"/>
                      <a:pt x="2" y="18"/>
                      <a:pt x="4" y="22"/>
                    </a:cubicBezTo>
                    <a:cubicBezTo>
                      <a:pt x="7" y="26"/>
                      <a:pt x="0" y="30"/>
                      <a:pt x="2" y="32"/>
                    </a:cubicBezTo>
                    <a:cubicBezTo>
                      <a:pt x="3" y="34"/>
                      <a:pt x="2" y="36"/>
                      <a:pt x="3" y="37"/>
                    </a:cubicBezTo>
                    <a:cubicBezTo>
                      <a:pt x="4" y="38"/>
                      <a:pt x="14" y="36"/>
                      <a:pt x="18" y="32"/>
                    </a:cubicBezTo>
                    <a:cubicBezTo>
                      <a:pt x="22" y="27"/>
                      <a:pt x="24" y="28"/>
                      <a:pt x="26" y="29"/>
                    </a:cubicBezTo>
                    <a:cubicBezTo>
                      <a:pt x="28" y="29"/>
                      <a:pt x="30" y="27"/>
                      <a:pt x="29" y="25"/>
                    </a:cubicBezTo>
                    <a:cubicBezTo>
                      <a:pt x="28" y="23"/>
                      <a:pt x="27" y="19"/>
                      <a:pt x="27" y="14"/>
                    </a:cubicBezTo>
                    <a:cubicBezTo>
                      <a:pt x="27" y="10"/>
                      <a:pt x="23" y="5"/>
                      <a:pt x="19" y="0"/>
                    </a:cubicBezTo>
                    <a:cubicBezTo>
                      <a:pt x="17" y="1"/>
                      <a:pt x="16" y="2"/>
                      <a:pt x="15" y="2"/>
                    </a:cubicBezTo>
                    <a:cubicBezTo>
                      <a:pt x="12" y="2"/>
                      <a:pt x="8" y="2"/>
                      <a:pt x="7"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3" name="Freeform 49">
                <a:extLst>
                  <a:ext uri="{FF2B5EF4-FFF2-40B4-BE49-F238E27FC236}">
                    <a16:creationId xmlns:a16="http://schemas.microsoft.com/office/drawing/2014/main" id="{13D6A0AA-CB35-43E0-8E21-0BCD4100360E}"/>
                  </a:ext>
                </a:extLst>
              </p:cNvPr>
              <p:cNvSpPr>
                <a:spLocks/>
              </p:cNvSpPr>
              <p:nvPr/>
            </p:nvSpPr>
            <p:spPr bwMode="auto">
              <a:xfrm>
                <a:off x="6543330" y="3584144"/>
                <a:ext cx="82812" cy="107906"/>
              </a:xfrm>
              <a:custGeom>
                <a:avLst/>
                <a:gdLst>
                  <a:gd name="T0" fmla="*/ 36 w 36"/>
                  <a:gd name="T1" fmla="*/ 39 h 47"/>
                  <a:gd name="T2" fmla="*/ 33 w 36"/>
                  <a:gd name="T3" fmla="*/ 24 h 47"/>
                  <a:gd name="T4" fmla="*/ 27 w 36"/>
                  <a:gd name="T5" fmla="*/ 30 h 47"/>
                  <a:gd name="T6" fmla="*/ 27 w 36"/>
                  <a:gd name="T7" fmla="*/ 21 h 47"/>
                  <a:gd name="T8" fmla="*/ 34 w 36"/>
                  <a:gd name="T9" fmla="*/ 13 h 47"/>
                  <a:gd name="T10" fmla="*/ 28 w 36"/>
                  <a:gd name="T11" fmla="*/ 11 h 47"/>
                  <a:gd name="T12" fmla="*/ 19 w 36"/>
                  <a:gd name="T13" fmla="*/ 12 h 47"/>
                  <a:gd name="T14" fmla="*/ 15 w 36"/>
                  <a:gd name="T15" fmla="*/ 8 h 47"/>
                  <a:gd name="T16" fmla="*/ 10 w 36"/>
                  <a:gd name="T17" fmla="*/ 3 h 47"/>
                  <a:gd name="T18" fmla="*/ 3 w 36"/>
                  <a:gd name="T19" fmla="*/ 3 h 47"/>
                  <a:gd name="T20" fmla="*/ 8 w 36"/>
                  <a:gd name="T21" fmla="*/ 10 h 47"/>
                  <a:gd name="T22" fmla="*/ 4 w 36"/>
                  <a:gd name="T23" fmla="*/ 14 h 47"/>
                  <a:gd name="T24" fmla="*/ 6 w 36"/>
                  <a:gd name="T25" fmla="*/ 26 h 47"/>
                  <a:gd name="T26" fmla="*/ 9 w 36"/>
                  <a:gd name="T27" fmla="*/ 40 h 47"/>
                  <a:gd name="T28" fmla="*/ 14 w 36"/>
                  <a:gd name="T29" fmla="*/ 39 h 47"/>
                  <a:gd name="T30" fmla="*/ 20 w 36"/>
                  <a:gd name="T31" fmla="*/ 36 h 47"/>
                  <a:gd name="T32" fmla="*/ 25 w 36"/>
                  <a:gd name="T33" fmla="*/ 32 h 47"/>
                  <a:gd name="T34" fmla="*/ 30 w 36"/>
                  <a:gd name="T35" fmla="*/ 43 h 47"/>
                  <a:gd name="T36" fmla="*/ 31 w 36"/>
                  <a:gd name="T37" fmla="*/ 47 h 47"/>
                  <a:gd name="T38" fmla="*/ 34 w 36"/>
                  <a:gd name="T39" fmla="*/ 44 h 47"/>
                  <a:gd name="T40" fmla="*/ 36 w 36"/>
                  <a:gd name="T41" fmla="*/ 39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 h="47">
                    <a:moveTo>
                      <a:pt x="36" y="39"/>
                    </a:moveTo>
                    <a:cubicBezTo>
                      <a:pt x="35" y="31"/>
                      <a:pt x="34" y="24"/>
                      <a:pt x="33" y="24"/>
                    </a:cubicBezTo>
                    <a:cubicBezTo>
                      <a:pt x="31" y="24"/>
                      <a:pt x="29" y="30"/>
                      <a:pt x="27" y="30"/>
                    </a:cubicBezTo>
                    <a:cubicBezTo>
                      <a:pt x="25" y="29"/>
                      <a:pt x="25" y="21"/>
                      <a:pt x="27" y="21"/>
                    </a:cubicBezTo>
                    <a:cubicBezTo>
                      <a:pt x="30" y="21"/>
                      <a:pt x="34" y="15"/>
                      <a:pt x="34" y="13"/>
                    </a:cubicBezTo>
                    <a:cubicBezTo>
                      <a:pt x="34" y="11"/>
                      <a:pt x="31" y="11"/>
                      <a:pt x="28" y="11"/>
                    </a:cubicBezTo>
                    <a:cubicBezTo>
                      <a:pt x="25" y="11"/>
                      <a:pt x="19" y="12"/>
                      <a:pt x="19" y="12"/>
                    </a:cubicBezTo>
                    <a:cubicBezTo>
                      <a:pt x="19" y="12"/>
                      <a:pt x="15" y="10"/>
                      <a:pt x="15" y="8"/>
                    </a:cubicBezTo>
                    <a:cubicBezTo>
                      <a:pt x="15" y="5"/>
                      <a:pt x="13" y="3"/>
                      <a:pt x="10" y="3"/>
                    </a:cubicBezTo>
                    <a:cubicBezTo>
                      <a:pt x="6" y="3"/>
                      <a:pt x="6" y="0"/>
                      <a:pt x="3" y="3"/>
                    </a:cubicBezTo>
                    <a:cubicBezTo>
                      <a:pt x="0" y="7"/>
                      <a:pt x="9" y="7"/>
                      <a:pt x="8" y="10"/>
                    </a:cubicBezTo>
                    <a:cubicBezTo>
                      <a:pt x="7" y="13"/>
                      <a:pt x="4" y="11"/>
                      <a:pt x="4" y="14"/>
                    </a:cubicBezTo>
                    <a:cubicBezTo>
                      <a:pt x="3" y="16"/>
                      <a:pt x="4" y="22"/>
                      <a:pt x="6" y="26"/>
                    </a:cubicBezTo>
                    <a:cubicBezTo>
                      <a:pt x="7" y="28"/>
                      <a:pt x="9" y="35"/>
                      <a:pt x="9" y="40"/>
                    </a:cubicBezTo>
                    <a:cubicBezTo>
                      <a:pt x="11" y="40"/>
                      <a:pt x="12" y="39"/>
                      <a:pt x="14" y="39"/>
                    </a:cubicBezTo>
                    <a:cubicBezTo>
                      <a:pt x="17" y="39"/>
                      <a:pt x="20" y="38"/>
                      <a:pt x="20" y="36"/>
                    </a:cubicBezTo>
                    <a:cubicBezTo>
                      <a:pt x="21" y="33"/>
                      <a:pt x="24" y="31"/>
                      <a:pt x="25" y="32"/>
                    </a:cubicBezTo>
                    <a:cubicBezTo>
                      <a:pt x="27" y="33"/>
                      <a:pt x="29" y="39"/>
                      <a:pt x="30" y="43"/>
                    </a:cubicBezTo>
                    <a:cubicBezTo>
                      <a:pt x="30" y="44"/>
                      <a:pt x="30" y="45"/>
                      <a:pt x="31" y="47"/>
                    </a:cubicBezTo>
                    <a:cubicBezTo>
                      <a:pt x="32" y="45"/>
                      <a:pt x="34" y="44"/>
                      <a:pt x="34" y="44"/>
                    </a:cubicBezTo>
                    <a:cubicBezTo>
                      <a:pt x="34" y="44"/>
                      <a:pt x="35" y="41"/>
                      <a:pt x="36"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50">
                <a:extLst>
                  <a:ext uri="{FF2B5EF4-FFF2-40B4-BE49-F238E27FC236}">
                    <a16:creationId xmlns:a16="http://schemas.microsoft.com/office/drawing/2014/main" id="{0B98670D-9916-499F-92AD-70CBDFD68E4A}"/>
                  </a:ext>
                </a:extLst>
              </p:cNvPr>
              <p:cNvSpPr>
                <a:spLocks/>
              </p:cNvSpPr>
              <p:nvPr/>
            </p:nvSpPr>
            <p:spPr bwMode="auto">
              <a:xfrm>
                <a:off x="6188242" y="3397190"/>
                <a:ext cx="516947" cy="545806"/>
              </a:xfrm>
              <a:custGeom>
                <a:avLst/>
                <a:gdLst>
                  <a:gd name="T0" fmla="*/ 158 w 224"/>
                  <a:gd name="T1" fmla="*/ 95 h 237"/>
                  <a:gd name="T2" fmla="*/ 157 w 224"/>
                  <a:gd name="T3" fmla="*/ 84 h 237"/>
                  <a:gd name="T4" fmla="*/ 169 w 224"/>
                  <a:gd name="T5" fmla="*/ 89 h 237"/>
                  <a:gd name="T6" fmla="*/ 182 w 224"/>
                  <a:gd name="T7" fmla="*/ 92 h 237"/>
                  <a:gd name="T8" fmla="*/ 181 w 224"/>
                  <a:gd name="T9" fmla="*/ 102 h 237"/>
                  <a:gd name="T10" fmla="*/ 187 w 224"/>
                  <a:gd name="T11" fmla="*/ 105 h 237"/>
                  <a:gd name="T12" fmla="*/ 191 w 224"/>
                  <a:gd name="T13" fmla="*/ 119 h 237"/>
                  <a:gd name="T14" fmla="*/ 195 w 224"/>
                  <a:gd name="T15" fmla="*/ 103 h 237"/>
                  <a:gd name="T16" fmla="*/ 204 w 224"/>
                  <a:gd name="T17" fmla="*/ 93 h 237"/>
                  <a:gd name="T18" fmla="*/ 212 w 224"/>
                  <a:gd name="T19" fmla="*/ 77 h 237"/>
                  <a:gd name="T20" fmla="*/ 222 w 224"/>
                  <a:gd name="T21" fmla="*/ 74 h 237"/>
                  <a:gd name="T22" fmla="*/ 223 w 224"/>
                  <a:gd name="T23" fmla="*/ 65 h 237"/>
                  <a:gd name="T24" fmla="*/ 215 w 224"/>
                  <a:gd name="T25" fmla="*/ 57 h 237"/>
                  <a:gd name="T26" fmla="*/ 202 w 224"/>
                  <a:gd name="T27" fmla="*/ 58 h 237"/>
                  <a:gd name="T28" fmla="*/ 191 w 224"/>
                  <a:gd name="T29" fmla="*/ 66 h 237"/>
                  <a:gd name="T30" fmla="*/ 184 w 224"/>
                  <a:gd name="T31" fmla="*/ 71 h 237"/>
                  <a:gd name="T32" fmla="*/ 177 w 224"/>
                  <a:gd name="T33" fmla="*/ 79 h 237"/>
                  <a:gd name="T34" fmla="*/ 164 w 224"/>
                  <a:gd name="T35" fmla="*/ 77 h 237"/>
                  <a:gd name="T36" fmla="*/ 158 w 224"/>
                  <a:gd name="T37" fmla="*/ 67 h 237"/>
                  <a:gd name="T38" fmla="*/ 155 w 224"/>
                  <a:gd name="T39" fmla="*/ 79 h 237"/>
                  <a:gd name="T40" fmla="*/ 131 w 224"/>
                  <a:gd name="T41" fmla="*/ 77 h 237"/>
                  <a:gd name="T42" fmla="*/ 118 w 224"/>
                  <a:gd name="T43" fmla="*/ 73 h 237"/>
                  <a:gd name="T44" fmla="*/ 106 w 224"/>
                  <a:gd name="T45" fmla="*/ 66 h 237"/>
                  <a:gd name="T46" fmla="*/ 95 w 224"/>
                  <a:gd name="T47" fmla="*/ 60 h 237"/>
                  <a:gd name="T48" fmla="*/ 100 w 224"/>
                  <a:gd name="T49" fmla="*/ 49 h 237"/>
                  <a:gd name="T50" fmla="*/ 92 w 224"/>
                  <a:gd name="T51" fmla="*/ 41 h 237"/>
                  <a:gd name="T52" fmla="*/ 83 w 224"/>
                  <a:gd name="T53" fmla="*/ 30 h 237"/>
                  <a:gd name="T54" fmla="*/ 89 w 224"/>
                  <a:gd name="T55" fmla="*/ 24 h 237"/>
                  <a:gd name="T56" fmla="*/ 84 w 224"/>
                  <a:gd name="T57" fmla="*/ 9 h 237"/>
                  <a:gd name="T58" fmla="*/ 77 w 224"/>
                  <a:gd name="T59" fmla="*/ 0 h 237"/>
                  <a:gd name="T60" fmla="*/ 70 w 224"/>
                  <a:gd name="T61" fmla="*/ 6 h 237"/>
                  <a:gd name="T62" fmla="*/ 50 w 224"/>
                  <a:gd name="T63" fmla="*/ 7 h 237"/>
                  <a:gd name="T64" fmla="*/ 47 w 224"/>
                  <a:gd name="T65" fmla="*/ 19 h 237"/>
                  <a:gd name="T66" fmla="*/ 56 w 224"/>
                  <a:gd name="T67" fmla="*/ 30 h 237"/>
                  <a:gd name="T68" fmla="*/ 50 w 224"/>
                  <a:gd name="T69" fmla="*/ 42 h 237"/>
                  <a:gd name="T70" fmla="*/ 42 w 224"/>
                  <a:gd name="T71" fmla="*/ 51 h 237"/>
                  <a:gd name="T72" fmla="*/ 32 w 224"/>
                  <a:gd name="T73" fmla="*/ 63 h 237"/>
                  <a:gd name="T74" fmla="*/ 22 w 224"/>
                  <a:gd name="T75" fmla="*/ 70 h 237"/>
                  <a:gd name="T76" fmla="*/ 10 w 224"/>
                  <a:gd name="T77" fmla="*/ 77 h 237"/>
                  <a:gd name="T78" fmla="*/ 18 w 224"/>
                  <a:gd name="T79" fmla="*/ 91 h 237"/>
                  <a:gd name="T80" fmla="*/ 15 w 224"/>
                  <a:gd name="T81" fmla="*/ 99 h 237"/>
                  <a:gd name="T82" fmla="*/ 0 w 224"/>
                  <a:gd name="T83" fmla="*/ 105 h 237"/>
                  <a:gd name="T84" fmla="*/ 7 w 224"/>
                  <a:gd name="T85" fmla="*/ 112 h 237"/>
                  <a:gd name="T86" fmla="*/ 5 w 224"/>
                  <a:gd name="T87" fmla="*/ 116 h 237"/>
                  <a:gd name="T88" fmla="*/ 30 w 224"/>
                  <a:gd name="T89" fmla="*/ 122 h 237"/>
                  <a:gd name="T90" fmla="*/ 35 w 224"/>
                  <a:gd name="T91" fmla="*/ 126 h 237"/>
                  <a:gd name="T92" fmla="*/ 36 w 224"/>
                  <a:gd name="T93" fmla="*/ 147 h 237"/>
                  <a:gd name="T94" fmla="*/ 48 w 224"/>
                  <a:gd name="T95" fmla="*/ 183 h 237"/>
                  <a:gd name="T96" fmla="*/ 63 w 224"/>
                  <a:gd name="T97" fmla="*/ 221 h 237"/>
                  <a:gd name="T98" fmla="*/ 78 w 224"/>
                  <a:gd name="T99" fmla="*/ 230 h 237"/>
                  <a:gd name="T100" fmla="*/ 89 w 224"/>
                  <a:gd name="T101" fmla="*/ 217 h 237"/>
                  <a:gd name="T102" fmla="*/ 94 w 224"/>
                  <a:gd name="T103" fmla="*/ 201 h 237"/>
                  <a:gd name="T104" fmla="*/ 95 w 224"/>
                  <a:gd name="T105" fmla="*/ 178 h 237"/>
                  <a:gd name="T106" fmla="*/ 106 w 224"/>
                  <a:gd name="T107" fmla="*/ 166 h 237"/>
                  <a:gd name="T108" fmla="*/ 131 w 224"/>
                  <a:gd name="T109" fmla="*/ 143 h 237"/>
                  <a:gd name="T110" fmla="*/ 146 w 224"/>
                  <a:gd name="T111" fmla="*/ 126 h 237"/>
                  <a:gd name="T112" fmla="*/ 163 w 224"/>
                  <a:gd name="T113" fmla="*/ 12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4" h="237">
                    <a:moveTo>
                      <a:pt x="160" y="107"/>
                    </a:moveTo>
                    <a:cubicBezTo>
                      <a:pt x="158" y="103"/>
                      <a:pt x="157" y="97"/>
                      <a:pt x="158" y="95"/>
                    </a:cubicBezTo>
                    <a:cubicBezTo>
                      <a:pt x="158" y="92"/>
                      <a:pt x="161" y="94"/>
                      <a:pt x="162" y="91"/>
                    </a:cubicBezTo>
                    <a:cubicBezTo>
                      <a:pt x="163" y="88"/>
                      <a:pt x="154" y="88"/>
                      <a:pt x="157" y="84"/>
                    </a:cubicBezTo>
                    <a:cubicBezTo>
                      <a:pt x="160" y="81"/>
                      <a:pt x="160" y="84"/>
                      <a:pt x="164" y="84"/>
                    </a:cubicBezTo>
                    <a:cubicBezTo>
                      <a:pt x="167" y="84"/>
                      <a:pt x="169" y="86"/>
                      <a:pt x="169" y="89"/>
                    </a:cubicBezTo>
                    <a:cubicBezTo>
                      <a:pt x="169" y="91"/>
                      <a:pt x="173" y="93"/>
                      <a:pt x="173" y="93"/>
                    </a:cubicBezTo>
                    <a:cubicBezTo>
                      <a:pt x="173" y="93"/>
                      <a:pt x="179" y="92"/>
                      <a:pt x="182" y="92"/>
                    </a:cubicBezTo>
                    <a:cubicBezTo>
                      <a:pt x="185" y="92"/>
                      <a:pt x="188" y="92"/>
                      <a:pt x="188" y="94"/>
                    </a:cubicBezTo>
                    <a:cubicBezTo>
                      <a:pt x="188" y="96"/>
                      <a:pt x="184" y="102"/>
                      <a:pt x="181" y="102"/>
                    </a:cubicBezTo>
                    <a:cubicBezTo>
                      <a:pt x="179" y="102"/>
                      <a:pt x="179" y="110"/>
                      <a:pt x="181" y="111"/>
                    </a:cubicBezTo>
                    <a:cubicBezTo>
                      <a:pt x="183" y="111"/>
                      <a:pt x="185" y="105"/>
                      <a:pt x="187" y="105"/>
                    </a:cubicBezTo>
                    <a:cubicBezTo>
                      <a:pt x="188" y="105"/>
                      <a:pt x="189" y="112"/>
                      <a:pt x="190" y="120"/>
                    </a:cubicBezTo>
                    <a:cubicBezTo>
                      <a:pt x="190" y="120"/>
                      <a:pt x="191" y="119"/>
                      <a:pt x="191" y="119"/>
                    </a:cubicBezTo>
                    <a:cubicBezTo>
                      <a:pt x="193" y="119"/>
                      <a:pt x="192" y="113"/>
                      <a:pt x="193" y="111"/>
                    </a:cubicBezTo>
                    <a:cubicBezTo>
                      <a:pt x="195" y="109"/>
                      <a:pt x="194" y="103"/>
                      <a:pt x="195" y="103"/>
                    </a:cubicBezTo>
                    <a:cubicBezTo>
                      <a:pt x="196" y="103"/>
                      <a:pt x="202" y="105"/>
                      <a:pt x="201" y="103"/>
                    </a:cubicBezTo>
                    <a:cubicBezTo>
                      <a:pt x="201" y="102"/>
                      <a:pt x="205" y="96"/>
                      <a:pt x="204" y="93"/>
                    </a:cubicBezTo>
                    <a:cubicBezTo>
                      <a:pt x="204" y="91"/>
                      <a:pt x="206" y="87"/>
                      <a:pt x="206" y="84"/>
                    </a:cubicBezTo>
                    <a:cubicBezTo>
                      <a:pt x="206" y="80"/>
                      <a:pt x="210" y="79"/>
                      <a:pt x="212" y="77"/>
                    </a:cubicBezTo>
                    <a:cubicBezTo>
                      <a:pt x="214" y="75"/>
                      <a:pt x="218" y="73"/>
                      <a:pt x="218" y="74"/>
                    </a:cubicBezTo>
                    <a:cubicBezTo>
                      <a:pt x="219" y="76"/>
                      <a:pt x="224" y="77"/>
                      <a:pt x="222" y="74"/>
                    </a:cubicBezTo>
                    <a:cubicBezTo>
                      <a:pt x="220" y="71"/>
                      <a:pt x="220" y="70"/>
                      <a:pt x="221" y="69"/>
                    </a:cubicBezTo>
                    <a:cubicBezTo>
                      <a:pt x="223" y="68"/>
                      <a:pt x="223" y="65"/>
                      <a:pt x="223" y="65"/>
                    </a:cubicBezTo>
                    <a:cubicBezTo>
                      <a:pt x="223" y="65"/>
                      <a:pt x="219" y="64"/>
                      <a:pt x="218" y="63"/>
                    </a:cubicBezTo>
                    <a:cubicBezTo>
                      <a:pt x="218" y="61"/>
                      <a:pt x="215" y="59"/>
                      <a:pt x="215" y="57"/>
                    </a:cubicBezTo>
                    <a:cubicBezTo>
                      <a:pt x="215" y="56"/>
                      <a:pt x="213" y="56"/>
                      <a:pt x="211" y="58"/>
                    </a:cubicBezTo>
                    <a:cubicBezTo>
                      <a:pt x="209" y="59"/>
                      <a:pt x="206" y="56"/>
                      <a:pt x="202" y="58"/>
                    </a:cubicBezTo>
                    <a:cubicBezTo>
                      <a:pt x="198" y="60"/>
                      <a:pt x="197" y="63"/>
                      <a:pt x="195" y="63"/>
                    </a:cubicBezTo>
                    <a:cubicBezTo>
                      <a:pt x="193" y="62"/>
                      <a:pt x="193" y="64"/>
                      <a:pt x="191" y="66"/>
                    </a:cubicBezTo>
                    <a:cubicBezTo>
                      <a:pt x="190" y="67"/>
                      <a:pt x="189" y="69"/>
                      <a:pt x="188" y="69"/>
                    </a:cubicBezTo>
                    <a:cubicBezTo>
                      <a:pt x="187" y="69"/>
                      <a:pt x="184" y="71"/>
                      <a:pt x="184" y="71"/>
                    </a:cubicBezTo>
                    <a:cubicBezTo>
                      <a:pt x="184" y="71"/>
                      <a:pt x="186" y="76"/>
                      <a:pt x="184" y="78"/>
                    </a:cubicBezTo>
                    <a:cubicBezTo>
                      <a:pt x="183" y="80"/>
                      <a:pt x="180" y="78"/>
                      <a:pt x="177" y="79"/>
                    </a:cubicBezTo>
                    <a:cubicBezTo>
                      <a:pt x="173" y="80"/>
                      <a:pt x="171" y="78"/>
                      <a:pt x="169" y="78"/>
                    </a:cubicBezTo>
                    <a:cubicBezTo>
                      <a:pt x="166" y="79"/>
                      <a:pt x="165" y="77"/>
                      <a:pt x="164" y="77"/>
                    </a:cubicBezTo>
                    <a:cubicBezTo>
                      <a:pt x="162" y="77"/>
                      <a:pt x="160" y="74"/>
                      <a:pt x="161" y="71"/>
                    </a:cubicBezTo>
                    <a:cubicBezTo>
                      <a:pt x="162" y="69"/>
                      <a:pt x="160" y="65"/>
                      <a:pt x="158" y="67"/>
                    </a:cubicBezTo>
                    <a:cubicBezTo>
                      <a:pt x="157" y="69"/>
                      <a:pt x="155" y="68"/>
                      <a:pt x="155" y="71"/>
                    </a:cubicBezTo>
                    <a:cubicBezTo>
                      <a:pt x="155" y="74"/>
                      <a:pt x="157" y="78"/>
                      <a:pt x="155" y="79"/>
                    </a:cubicBezTo>
                    <a:cubicBezTo>
                      <a:pt x="153" y="81"/>
                      <a:pt x="143" y="82"/>
                      <a:pt x="141" y="81"/>
                    </a:cubicBezTo>
                    <a:cubicBezTo>
                      <a:pt x="139" y="79"/>
                      <a:pt x="131" y="78"/>
                      <a:pt x="131" y="77"/>
                    </a:cubicBezTo>
                    <a:cubicBezTo>
                      <a:pt x="130" y="75"/>
                      <a:pt x="128" y="72"/>
                      <a:pt x="126" y="72"/>
                    </a:cubicBezTo>
                    <a:cubicBezTo>
                      <a:pt x="124" y="72"/>
                      <a:pt x="120" y="74"/>
                      <a:pt x="118" y="73"/>
                    </a:cubicBezTo>
                    <a:cubicBezTo>
                      <a:pt x="117" y="72"/>
                      <a:pt x="114" y="70"/>
                      <a:pt x="112" y="70"/>
                    </a:cubicBezTo>
                    <a:cubicBezTo>
                      <a:pt x="110" y="69"/>
                      <a:pt x="106" y="68"/>
                      <a:pt x="106" y="66"/>
                    </a:cubicBezTo>
                    <a:cubicBezTo>
                      <a:pt x="105" y="65"/>
                      <a:pt x="100" y="64"/>
                      <a:pt x="99" y="63"/>
                    </a:cubicBezTo>
                    <a:cubicBezTo>
                      <a:pt x="98" y="62"/>
                      <a:pt x="95" y="62"/>
                      <a:pt x="95" y="60"/>
                    </a:cubicBezTo>
                    <a:cubicBezTo>
                      <a:pt x="95" y="58"/>
                      <a:pt x="97" y="56"/>
                      <a:pt x="97" y="54"/>
                    </a:cubicBezTo>
                    <a:cubicBezTo>
                      <a:pt x="97" y="52"/>
                      <a:pt x="100" y="50"/>
                      <a:pt x="100" y="49"/>
                    </a:cubicBezTo>
                    <a:cubicBezTo>
                      <a:pt x="100" y="48"/>
                      <a:pt x="97" y="45"/>
                      <a:pt x="97" y="45"/>
                    </a:cubicBezTo>
                    <a:cubicBezTo>
                      <a:pt x="97" y="45"/>
                      <a:pt x="95" y="41"/>
                      <a:pt x="92" y="41"/>
                    </a:cubicBezTo>
                    <a:cubicBezTo>
                      <a:pt x="90" y="41"/>
                      <a:pt x="88" y="37"/>
                      <a:pt x="85" y="37"/>
                    </a:cubicBezTo>
                    <a:cubicBezTo>
                      <a:pt x="83" y="36"/>
                      <a:pt x="84" y="32"/>
                      <a:pt x="83" y="30"/>
                    </a:cubicBezTo>
                    <a:cubicBezTo>
                      <a:pt x="81" y="29"/>
                      <a:pt x="82" y="25"/>
                      <a:pt x="84" y="27"/>
                    </a:cubicBezTo>
                    <a:cubicBezTo>
                      <a:pt x="87" y="29"/>
                      <a:pt x="91" y="27"/>
                      <a:pt x="89" y="24"/>
                    </a:cubicBezTo>
                    <a:cubicBezTo>
                      <a:pt x="88" y="21"/>
                      <a:pt x="85" y="18"/>
                      <a:pt x="85" y="17"/>
                    </a:cubicBezTo>
                    <a:cubicBezTo>
                      <a:pt x="85" y="15"/>
                      <a:pt x="87" y="11"/>
                      <a:pt x="84" y="9"/>
                    </a:cubicBezTo>
                    <a:cubicBezTo>
                      <a:pt x="82" y="8"/>
                      <a:pt x="80" y="6"/>
                      <a:pt x="80" y="4"/>
                    </a:cubicBezTo>
                    <a:cubicBezTo>
                      <a:pt x="79" y="2"/>
                      <a:pt x="77" y="0"/>
                      <a:pt x="77" y="0"/>
                    </a:cubicBezTo>
                    <a:cubicBezTo>
                      <a:pt x="73" y="0"/>
                      <a:pt x="73" y="0"/>
                      <a:pt x="73" y="0"/>
                    </a:cubicBezTo>
                    <a:cubicBezTo>
                      <a:pt x="73" y="0"/>
                      <a:pt x="71" y="5"/>
                      <a:pt x="70" y="6"/>
                    </a:cubicBezTo>
                    <a:cubicBezTo>
                      <a:pt x="69" y="7"/>
                      <a:pt x="64" y="8"/>
                      <a:pt x="62" y="9"/>
                    </a:cubicBezTo>
                    <a:cubicBezTo>
                      <a:pt x="60" y="11"/>
                      <a:pt x="54" y="7"/>
                      <a:pt x="50" y="7"/>
                    </a:cubicBezTo>
                    <a:cubicBezTo>
                      <a:pt x="47" y="7"/>
                      <a:pt x="44" y="11"/>
                      <a:pt x="46" y="11"/>
                    </a:cubicBezTo>
                    <a:cubicBezTo>
                      <a:pt x="48" y="12"/>
                      <a:pt x="47" y="19"/>
                      <a:pt x="47" y="19"/>
                    </a:cubicBezTo>
                    <a:cubicBezTo>
                      <a:pt x="47" y="19"/>
                      <a:pt x="49" y="27"/>
                      <a:pt x="52" y="27"/>
                    </a:cubicBezTo>
                    <a:cubicBezTo>
                      <a:pt x="55" y="26"/>
                      <a:pt x="58" y="30"/>
                      <a:pt x="56" y="30"/>
                    </a:cubicBezTo>
                    <a:cubicBezTo>
                      <a:pt x="53" y="31"/>
                      <a:pt x="52" y="34"/>
                      <a:pt x="52" y="36"/>
                    </a:cubicBezTo>
                    <a:cubicBezTo>
                      <a:pt x="51" y="39"/>
                      <a:pt x="52" y="42"/>
                      <a:pt x="50" y="42"/>
                    </a:cubicBezTo>
                    <a:cubicBezTo>
                      <a:pt x="48" y="43"/>
                      <a:pt x="46" y="43"/>
                      <a:pt x="46" y="47"/>
                    </a:cubicBezTo>
                    <a:cubicBezTo>
                      <a:pt x="46" y="50"/>
                      <a:pt x="42" y="49"/>
                      <a:pt x="42" y="51"/>
                    </a:cubicBezTo>
                    <a:cubicBezTo>
                      <a:pt x="41" y="52"/>
                      <a:pt x="39" y="58"/>
                      <a:pt x="38" y="59"/>
                    </a:cubicBezTo>
                    <a:cubicBezTo>
                      <a:pt x="37" y="60"/>
                      <a:pt x="32" y="60"/>
                      <a:pt x="32" y="63"/>
                    </a:cubicBezTo>
                    <a:cubicBezTo>
                      <a:pt x="31" y="66"/>
                      <a:pt x="29" y="70"/>
                      <a:pt x="27" y="69"/>
                    </a:cubicBezTo>
                    <a:cubicBezTo>
                      <a:pt x="26" y="69"/>
                      <a:pt x="23" y="68"/>
                      <a:pt x="22" y="70"/>
                    </a:cubicBezTo>
                    <a:cubicBezTo>
                      <a:pt x="21" y="71"/>
                      <a:pt x="17" y="68"/>
                      <a:pt x="16" y="69"/>
                    </a:cubicBezTo>
                    <a:cubicBezTo>
                      <a:pt x="15" y="70"/>
                      <a:pt x="10" y="74"/>
                      <a:pt x="10" y="77"/>
                    </a:cubicBezTo>
                    <a:cubicBezTo>
                      <a:pt x="10" y="79"/>
                      <a:pt x="15" y="79"/>
                      <a:pt x="15" y="82"/>
                    </a:cubicBezTo>
                    <a:cubicBezTo>
                      <a:pt x="15" y="85"/>
                      <a:pt x="17" y="89"/>
                      <a:pt x="18" y="91"/>
                    </a:cubicBezTo>
                    <a:cubicBezTo>
                      <a:pt x="20" y="92"/>
                      <a:pt x="23" y="96"/>
                      <a:pt x="21" y="98"/>
                    </a:cubicBezTo>
                    <a:cubicBezTo>
                      <a:pt x="20" y="100"/>
                      <a:pt x="18" y="100"/>
                      <a:pt x="15" y="99"/>
                    </a:cubicBezTo>
                    <a:cubicBezTo>
                      <a:pt x="12" y="99"/>
                      <a:pt x="13" y="101"/>
                      <a:pt x="8" y="100"/>
                    </a:cubicBezTo>
                    <a:cubicBezTo>
                      <a:pt x="3" y="99"/>
                      <a:pt x="2" y="103"/>
                      <a:pt x="0" y="105"/>
                    </a:cubicBezTo>
                    <a:cubicBezTo>
                      <a:pt x="0" y="105"/>
                      <a:pt x="0" y="105"/>
                      <a:pt x="0" y="105"/>
                    </a:cubicBezTo>
                    <a:cubicBezTo>
                      <a:pt x="2" y="107"/>
                      <a:pt x="3" y="111"/>
                      <a:pt x="7" y="112"/>
                    </a:cubicBezTo>
                    <a:cubicBezTo>
                      <a:pt x="12" y="114"/>
                      <a:pt x="16" y="109"/>
                      <a:pt x="16" y="113"/>
                    </a:cubicBezTo>
                    <a:cubicBezTo>
                      <a:pt x="16" y="116"/>
                      <a:pt x="5" y="115"/>
                      <a:pt x="5" y="116"/>
                    </a:cubicBezTo>
                    <a:cubicBezTo>
                      <a:pt x="5" y="118"/>
                      <a:pt x="16" y="131"/>
                      <a:pt x="22" y="130"/>
                    </a:cubicBezTo>
                    <a:cubicBezTo>
                      <a:pt x="28" y="129"/>
                      <a:pt x="32" y="123"/>
                      <a:pt x="30" y="122"/>
                    </a:cubicBezTo>
                    <a:cubicBezTo>
                      <a:pt x="29" y="121"/>
                      <a:pt x="31" y="117"/>
                      <a:pt x="33" y="118"/>
                    </a:cubicBezTo>
                    <a:cubicBezTo>
                      <a:pt x="34" y="119"/>
                      <a:pt x="33" y="125"/>
                      <a:pt x="35" y="126"/>
                    </a:cubicBezTo>
                    <a:cubicBezTo>
                      <a:pt x="37" y="128"/>
                      <a:pt x="36" y="130"/>
                      <a:pt x="35" y="134"/>
                    </a:cubicBezTo>
                    <a:cubicBezTo>
                      <a:pt x="34" y="137"/>
                      <a:pt x="36" y="143"/>
                      <a:pt x="36" y="147"/>
                    </a:cubicBezTo>
                    <a:cubicBezTo>
                      <a:pt x="37" y="151"/>
                      <a:pt x="39" y="156"/>
                      <a:pt x="40" y="162"/>
                    </a:cubicBezTo>
                    <a:cubicBezTo>
                      <a:pt x="41" y="167"/>
                      <a:pt x="44" y="177"/>
                      <a:pt x="48" y="183"/>
                    </a:cubicBezTo>
                    <a:cubicBezTo>
                      <a:pt x="51" y="189"/>
                      <a:pt x="53" y="201"/>
                      <a:pt x="55" y="204"/>
                    </a:cubicBezTo>
                    <a:cubicBezTo>
                      <a:pt x="58" y="207"/>
                      <a:pt x="63" y="216"/>
                      <a:pt x="63" y="221"/>
                    </a:cubicBezTo>
                    <a:cubicBezTo>
                      <a:pt x="63" y="226"/>
                      <a:pt x="69" y="234"/>
                      <a:pt x="71" y="235"/>
                    </a:cubicBezTo>
                    <a:cubicBezTo>
                      <a:pt x="73" y="237"/>
                      <a:pt x="77" y="233"/>
                      <a:pt x="78" y="230"/>
                    </a:cubicBezTo>
                    <a:cubicBezTo>
                      <a:pt x="79" y="227"/>
                      <a:pt x="86" y="226"/>
                      <a:pt x="86" y="223"/>
                    </a:cubicBezTo>
                    <a:cubicBezTo>
                      <a:pt x="86" y="220"/>
                      <a:pt x="87" y="218"/>
                      <a:pt x="89" y="217"/>
                    </a:cubicBezTo>
                    <a:cubicBezTo>
                      <a:pt x="91" y="217"/>
                      <a:pt x="91" y="215"/>
                      <a:pt x="91" y="211"/>
                    </a:cubicBezTo>
                    <a:cubicBezTo>
                      <a:pt x="91" y="208"/>
                      <a:pt x="91" y="204"/>
                      <a:pt x="94" y="201"/>
                    </a:cubicBezTo>
                    <a:cubicBezTo>
                      <a:pt x="96" y="199"/>
                      <a:pt x="96" y="191"/>
                      <a:pt x="95" y="188"/>
                    </a:cubicBezTo>
                    <a:cubicBezTo>
                      <a:pt x="93" y="185"/>
                      <a:pt x="94" y="181"/>
                      <a:pt x="95" y="178"/>
                    </a:cubicBezTo>
                    <a:cubicBezTo>
                      <a:pt x="96" y="175"/>
                      <a:pt x="96" y="172"/>
                      <a:pt x="98" y="171"/>
                    </a:cubicBezTo>
                    <a:cubicBezTo>
                      <a:pt x="101" y="171"/>
                      <a:pt x="104" y="169"/>
                      <a:pt x="106" y="166"/>
                    </a:cubicBezTo>
                    <a:cubicBezTo>
                      <a:pt x="109" y="163"/>
                      <a:pt x="116" y="158"/>
                      <a:pt x="118" y="156"/>
                    </a:cubicBezTo>
                    <a:cubicBezTo>
                      <a:pt x="121" y="154"/>
                      <a:pt x="129" y="147"/>
                      <a:pt x="131" y="143"/>
                    </a:cubicBezTo>
                    <a:cubicBezTo>
                      <a:pt x="134" y="139"/>
                      <a:pt x="141" y="138"/>
                      <a:pt x="144" y="135"/>
                    </a:cubicBezTo>
                    <a:cubicBezTo>
                      <a:pt x="147" y="131"/>
                      <a:pt x="146" y="130"/>
                      <a:pt x="146" y="126"/>
                    </a:cubicBezTo>
                    <a:cubicBezTo>
                      <a:pt x="147" y="123"/>
                      <a:pt x="157" y="121"/>
                      <a:pt x="161" y="121"/>
                    </a:cubicBezTo>
                    <a:cubicBezTo>
                      <a:pt x="161" y="121"/>
                      <a:pt x="162" y="121"/>
                      <a:pt x="163" y="121"/>
                    </a:cubicBezTo>
                    <a:cubicBezTo>
                      <a:pt x="163" y="116"/>
                      <a:pt x="161" y="109"/>
                      <a:pt x="160" y="10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51">
                <a:extLst>
                  <a:ext uri="{FF2B5EF4-FFF2-40B4-BE49-F238E27FC236}">
                    <a16:creationId xmlns:a16="http://schemas.microsoft.com/office/drawing/2014/main" id="{E898C675-070C-43CF-8607-6578E83B804F}"/>
                  </a:ext>
                </a:extLst>
              </p:cNvPr>
              <p:cNvSpPr>
                <a:spLocks/>
              </p:cNvSpPr>
              <p:nvPr/>
            </p:nvSpPr>
            <p:spPr bwMode="auto">
              <a:xfrm>
                <a:off x="6543330" y="3017008"/>
                <a:ext cx="583448" cy="250945"/>
              </a:xfrm>
              <a:custGeom>
                <a:avLst/>
                <a:gdLst>
                  <a:gd name="T0" fmla="*/ 235 w 253"/>
                  <a:gd name="T1" fmla="*/ 47 h 109"/>
                  <a:gd name="T2" fmla="*/ 219 w 253"/>
                  <a:gd name="T3" fmla="*/ 45 h 109"/>
                  <a:gd name="T4" fmla="*/ 220 w 253"/>
                  <a:gd name="T5" fmla="*/ 37 h 109"/>
                  <a:gd name="T6" fmla="*/ 221 w 253"/>
                  <a:gd name="T7" fmla="*/ 23 h 109"/>
                  <a:gd name="T8" fmla="*/ 204 w 253"/>
                  <a:gd name="T9" fmla="*/ 21 h 109"/>
                  <a:gd name="T10" fmla="*/ 191 w 253"/>
                  <a:gd name="T11" fmla="*/ 28 h 109"/>
                  <a:gd name="T12" fmla="*/ 170 w 253"/>
                  <a:gd name="T13" fmla="*/ 31 h 109"/>
                  <a:gd name="T14" fmla="*/ 156 w 253"/>
                  <a:gd name="T15" fmla="*/ 24 h 109"/>
                  <a:gd name="T16" fmla="*/ 143 w 253"/>
                  <a:gd name="T17" fmla="*/ 20 h 109"/>
                  <a:gd name="T18" fmla="*/ 128 w 253"/>
                  <a:gd name="T19" fmla="*/ 19 h 109"/>
                  <a:gd name="T20" fmla="*/ 115 w 253"/>
                  <a:gd name="T21" fmla="*/ 20 h 109"/>
                  <a:gd name="T22" fmla="*/ 109 w 253"/>
                  <a:gd name="T23" fmla="*/ 9 h 109"/>
                  <a:gd name="T24" fmla="*/ 95 w 253"/>
                  <a:gd name="T25" fmla="*/ 4 h 109"/>
                  <a:gd name="T26" fmla="*/ 84 w 253"/>
                  <a:gd name="T27" fmla="*/ 1 h 109"/>
                  <a:gd name="T28" fmla="*/ 77 w 253"/>
                  <a:gd name="T29" fmla="*/ 6 h 109"/>
                  <a:gd name="T30" fmla="*/ 77 w 253"/>
                  <a:gd name="T31" fmla="*/ 17 h 109"/>
                  <a:gd name="T32" fmla="*/ 70 w 253"/>
                  <a:gd name="T33" fmla="*/ 25 h 109"/>
                  <a:gd name="T34" fmla="*/ 58 w 253"/>
                  <a:gd name="T35" fmla="*/ 24 h 109"/>
                  <a:gd name="T36" fmla="*/ 49 w 253"/>
                  <a:gd name="T37" fmla="*/ 16 h 109"/>
                  <a:gd name="T38" fmla="*/ 32 w 253"/>
                  <a:gd name="T39" fmla="*/ 16 h 109"/>
                  <a:gd name="T40" fmla="*/ 21 w 253"/>
                  <a:gd name="T41" fmla="*/ 21 h 109"/>
                  <a:gd name="T42" fmla="*/ 7 w 253"/>
                  <a:gd name="T43" fmla="*/ 28 h 109"/>
                  <a:gd name="T44" fmla="*/ 0 w 253"/>
                  <a:gd name="T45" fmla="*/ 31 h 109"/>
                  <a:gd name="T46" fmla="*/ 7 w 253"/>
                  <a:gd name="T47" fmla="*/ 39 h 109"/>
                  <a:gd name="T48" fmla="*/ 21 w 253"/>
                  <a:gd name="T49" fmla="*/ 49 h 109"/>
                  <a:gd name="T50" fmla="*/ 24 w 253"/>
                  <a:gd name="T51" fmla="*/ 63 h 109"/>
                  <a:gd name="T52" fmla="*/ 41 w 253"/>
                  <a:gd name="T53" fmla="*/ 74 h 109"/>
                  <a:gd name="T54" fmla="*/ 52 w 253"/>
                  <a:gd name="T55" fmla="*/ 81 h 109"/>
                  <a:gd name="T56" fmla="*/ 63 w 253"/>
                  <a:gd name="T57" fmla="*/ 96 h 109"/>
                  <a:gd name="T58" fmla="*/ 92 w 253"/>
                  <a:gd name="T59" fmla="*/ 98 h 109"/>
                  <a:gd name="T60" fmla="*/ 116 w 253"/>
                  <a:gd name="T61" fmla="*/ 103 h 109"/>
                  <a:gd name="T62" fmla="*/ 130 w 253"/>
                  <a:gd name="T63" fmla="*/ 108 h 109"/>
                  <a:gd name="T64" fmla="*/ 162 w 253"/>
                  <a:gd name="T65" fmla="*/ 101 h 109"/>
                  <a:gd name="T66" fmla="*/ 187 w 253"/>
                  <a:gd name="T67" fmla="*/ 87 h 109"/>
                  <a:gd name="T68" fmla="*/ 192 w 253"/>
                  <a:gd name="T69" fmla="*/ 75 h 109"/>
                  <a:gd name="T70" fmla="*/ 217 w 253"/>
                  <a:gd name="T71" fmla="*/ 70 h 109"/>
                  <a:gd name="T72" fmla="*/ 234 w 253"/>
                  <a:gd name="T73" fmla="*/ 60 h 109"/>
                  <a:gd name="T74" fmla="*/ 253 w 253"/>
                  <a:gd name="T75" fmla="*/ 5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3" h="109">
                    <a:moveTo>
                      <a:pt x="243" y="46"/>
                    </a:moveTo>
                    <a:cubicBezTo>
                      <a:pt x="240" y="42"/>
                      <a:pt x="236" y="44"/>
                      <a:pt x="235" y="47"/>
                    </a:cubicBezTo>
                    <a:cubicBezTo>
                      <a:pt x="234" y="49"/>
                      <a:pt x="232" y="46"/>
                      <a:pt x="227" y="46"/>
                    </a:cubicBezTo>
                    <a:cubicBezTo>
                      <a:pt x="222" y="46"/>
                      <a:pt x="222" y="48"/>
                      <a:pt x="219" y="45"/>
                    </a:cubicBezTo>
                    <a:cubicBezTo>
                      <a:pt x="216" y="42"/>
                      <a:pt x="220" y="41"/>
                      <a:pt x="220" y="41"/>
                    </a:cubicBezTo>
                    <a:cubicBezTo>
                      <a:pt x="220" y="37"/>
                      <a:pt x="220" y="37"/>
                      <a:pt x="220" y="37"/>
                    </a:cubicBezTo>
                    <a:cubicBezTo>
                      <a:pt x="227" y="24"/>
                      <a:pt x="227" y="24"/>
                      <a:pt x="227" y="24"/>
                    </a:cubicBezTo>
                    <a:cubicBezTo>
                      <a:pt x="225" y="23"/>
                      <a:pt x="222" y="23"/>
                      <a:pt x="221" y="23"/>
                    </a:cubicBezTo>
                    <a:cubicBezTo>
                      <a:pt x="219" y="24"/>
                      <a:pt x="215" y="24"/>
                      <a:pt x="214" y="22"/>
                    </a:cubicBezTo>
                    <a:cubicBezTo>
                      <a:pt x="214" y="20"/>
                      <a:pt x="206" y="20"/>
                      <a:pt x="204" y="21"/>
                    </a:cubicBezTo>
                    <a:cubicBezTo>
                      <a:pt x="202" y="23"/>
                      <a:pt x="198" y="24"/>
                      <a:pt x="198" y="26"/>
                    </a:cubicBezTo>
                    <a:cubicBezTo>
                      <a:pt x="197" y="27"/>
                      <a:pt x="193" y="27"/>
                      <a:pt x="191" y="28"/>
                    </a:cubicBezTo>
                    <a:cubicBezTo>
                      <a:pt x="190" y="29"/>
                      <a:pt x="181" y="30"/>
                      <a:pt x="181" y="31"/>
                    </a:cubicBezTo>
                    <a:cubicBezTo>
                      <a:pt x="181" y="32"/>
                      <a:pt x="171" y="32"/>
                      <a:pt x="170" y="31"/>
                    </a:cubicBezTo>
                    <a:cubicBezTo>
                      <a:pt x="169" y="30"/>
                      <a:pt x="161" y="31"/>
                      <a:pt x="160" y="29"/>
                    </a:cubicBezTo>
                    <a:cubicBezTo>
                      <a:pt x="159" y="27"/>
                      <a:pt x="156" y="26"/>
                      <a:pt x="156" y="24"/>
                    </a:cubicBezTo>
                    <a:cubicBezTo>
                      <a:pt x="156" y="23"/>
                      <a:pt x="150" y="23"/>
                      <a:pt x="149" y="21"/>
                    </a:cubicBezTo>
                    <a:cubicBezTo>
                      <a:pt x="148" y="20"/>
                      <a:pt x="143" y="19"/>
                      <a:pt x="143" y="20"/>
                    </a:cubicBezTo>
                    <a:cubicBezTo>
                      <a:pt x="142" y="20"/>
                      <a:pt x="137" y="18"/>
                      <a:pt x="135" y="18"/>
                    </a:cubicBezTo>
                    <a:cubicBezTo>
                      <a:pt x="134" y="18"/>
                      <a:pt x="129" y="19"/>
                      <a:pt x="128" y="19"/>
                    </a:cubicBezTo>
                    <a:cubicBezTo>
                      <a:pt x="127" y="19"/>
                      <a:pt x="124" y="21"/>
                      <a:pt x="122" y="22"/>
                    </a:cubicBezTo>
                    <a:cubicBezTo>
                      <a:pt x="121" y="22"/>
                      <a:pt x="116" y="19"/>
                      <a:pt x="115" y="20"/>
                    </a:cubicBezTo>
                    <a:cubicBezTo>
                      <a:pt x="114" y="20"/>
                      <a:pt x="111" y="17"/>
                      <a:pt x="110" y="16"/>
                    </a:cubicBezTo>
                    <a:cubicBezTo>
                      <a:pt x="109" y="14"/>
                      <a:pt x="110" y="10"/>
                      <a:pt x="109" y="9"/>
                    </a:cubicBezTo>
                    <a:cubicBezTo>
                      <a:pt x="108" y="7"/>
                      <a:pt x="103" y="7"/>
                      <a:pt x="101" y="6"/>
                    </a:cubicBezTo>
                    <a:cubicBezTo>
                      <a:pt x="100" y="6"/>
                      <a:pt x="97" y="4"/>
                      <a:pt x="95" y="4"/>
                    </a:cubicBezTo>
                    <a:cubicBezTo>
                      <a:pt x="94" y="4"/>
                      <a:pt x="91" y="4"/>
                      <a:pt x="90" y="3"/>
                    </a:cubicBezTo>
                    <a:cubicBezTo>
                      <a:pt x="90" y="2"/>
                      <a:pt x="86" y="1"/>
                      <a:pt x="84" y="1"/>
                    </a:cubicBezTo>
                    <a:cubicBezTo>
                      <a:pt x="83" y="0"/>
                      <a:pt x="83" y="2"/>
                      <a:pt x="82" y="3"/>
                    </a:cubicBezTo>
                    <a:cubicBezTo>
                      <a:pt x="81" y="4"/>
                      <a:pt x="78" y="4"/>
                      <a:pt x="77" y="6"/>
                    </a:cubicBezTo>
                    <a:cubicBezTo>
                      <a:pt x="77" y="8"/>
                      <a:pt x="74" y="8"/>
                      <a:pt x="74" y="10"/>
                    </a:cubicBezTo>
                    <a:cubicBezTo>
                      <a:pt x="74" y="12"/>
                      <a:pt x="76" y="16"/>
                      <a:pt x="77" y="17"/>
                    </a:cubicBezTo>
                    <a:cubicBezTo>
                      <a:pt x="78" y="18"/>
                      <a:pt x="77" y="21"/>
                      <a:pt x="77" y="21"/>
                    </a:cubicBezTo>
                    <a:cubicBezTo>
                      <a:pt x="76" y="22"/>
                      <a:pt x="71" y="23"/>
                      <a:pt x="70" y="25"/>
                    </a:cubicBezTo>
                    <a:cubicBezTo>
                      <a:pt x="69" y="26"/>
                      <a:pt x="67" y="25"/>
                      <a:pt x="64" y="23"/>
                    </a:cubicBezTo>
                    <a:cubicBezTo>
                      <a:pt x="62" y="22"/>
                      <a:pt x="59" y="23"/>
                      <a:pt x="58" y="24"/>
                    </a:cubicBezTo>
                    <a:cubicBezTo>
                      <a:pt x="57" y="25"/>
                      <a:pt x="52" y="21"/>
                      <a:pt x="51" y="21"/>
                    </a:cubicBezTo>
                    <a:cubicBezTo>
                      <a:pt x="50" y="21"/>
                      <a:pt x="50" y="16"/>
                      <a:pt x="49" y="16"/>
                    </a:cubicBezTo>
                    <a:cubicBezTo>
                      <a:pt x="47" y="17"/>
                      <a:pt x="39" y="15"/>
                      <a:pt x="37" y="15"/>
                    </a:cubicBezTo>
                    <a:cubicBezTo>
                      <a:pt x="36" y="14"/>
                      <a:pt x="32" y="14"/>
                      <a:pt x="32" y="16"/>
                    </a:cubicBezTo>
                    <a:cubicBezTo>
                      <a:pt x="31" y="17"/>
                      <a:pt x="27" y="16"/>
                      <a:pt x="26" y="18"/>
                    </a:cubicBezTo>
                    <a:cubicBezTo>
                      <a:pt x="25" y="19"/>
                      <a:pt x="22" y="20"/>
                      <a:pt x="21" y="21"/>
                    </a:cubicBezTo>
                    <a:cubicBezTo>
                      <a:pt x="20" y="23"/>
                      <a:pt x="16" y="23"/>
                      <a:pt x="15" y="25"/>
                    </a:cubicBezTo>
                    <a:cubicBezTo>
                      <a:pt x="14" y="27"/>
                      <a:pt x="9" y="28"/>
                      <a:pt x="7" y="28"/>
                    </a:cubicBezTo>
                    <a:cubicBezTo>
                      <a:pt x="6" y="29"/>
                      <a:pt x="2" y="29"/>
                      <a:pt x="2" y="30"/>
                    </a:cubicBezTo>
                    <a:cubicBezTo>
                      <a:pt x="2" y="31"/>
                      <a:pt x="1" y="31"/>
                      <a:pt x="0" y="31"/>
                    </a:cubicBezTo>
                    <a:cubicBezTo>
                      <a:pt x="1" y="31"/>
                      <a:pt x="1" y="32"/>
                      <a:pt x="1" y="32"/>
                    </a:cubicBezTo>
                    <a:cubicBezTo>
                      <a:pt x="2" y="37"/>
                      <a:pt x="4" y="37"/>
                      <a:pt x="7" y="39"/>
                    </a:cubicBezTo>
                    <a:cubicBezTo>
                      <a:pt x="9" y="41"/>
                      <a:pt x="11" y="43"/>
                      <a:pt x="14" y="43"/>
                    </a:cubicBezTo>
                    <a:cubicBezTo>
                      <a:pt x="16" y="43"/>
                      <a:pt x="20" y="47"/>
                      <a:pt x="21" y="49"/>
                    </a:cubicBezTo>
                    <a:cubicBezTo>
                      <a:pt x="21" y="51"/>
                      <a:pt x="23" y="54"/>
                      <a:pt x="25" y="55"/>
                    </a:cubicBezTo>
                    <a:cubicBezTo>
                      <a:pt x="26" y="56"/>
                      <a:pt x="24" y="60"/>
                      <a:pt x="24" y="63"/>
                    </a:cubicBezTo>
                    <a:cubicBezTo>
                      <a:pt x="24" y="66"/>
                      <a:pt x="21" y="67"/>
                      <a:pt x="23" y="70"/>
                    </a:cubicBezTo>
                    <a:cubicBezTo>
                      <a:pt x="24" y="73"/>
                      <a:pt x="37" y="74"/>
                      <a:pt x="41" y="74"/>
                    </a:cubicBezTo>
                    <a:cubicBezTo>
                      <a:pt x="44" y="74"/>
                      <a:pt x="46" y="78"/>
                      <a:pt x="47" y="78"/>
                    </a:cubicBezTo>
                    <a:cubicBezTo>
                      <a:pt x="49" y="78"/>
                      <a:pt x="49" y="81"/>
                      <a:pt x="52" y="81"/>
                    </a:cubicBezTo>
                    <a:cubicBezTo>
                      <a:pt x="55" y="82"/>
                      <a:pt x="57" y="83"/>
                      <a:pt x="58" y="88"/>
                    </a:cubicBezTo>
                    <a:cubicBezTo>
                      <a:pt x="59" y="93"/>
                      <a:pt x="62" y="94"/>
                      <a:pt x="63" y="96"/>
                    </a:cubicBezTo>
                    <a:cubicBezTo>
                      <a:pt x="63" y="98"/>
                      <a:pt x="69" y="97"/>
                      <a:pt x="73" y="97"/>
                    </a:cubicBezTo>
                    <a:cubicBezTo>
                      <a:pt x="77" y="98"/>
                      <a:pt x="89" y="97"/>
                      <a:pt x="92" y="98"/>
                    </a:cubicBezTo>
                    <a:cubicBezTo>
                      <a:pt x="95" y="98"/>
                      <a:pt x="103" y="98"/>
                      <a:pt x="107" y="101"/>
                    </a:cubicBezTo>
                    <a:cubicBezTo>
                      <a:pt x="111" y="104"/>
                      <a:pt x="113" y="102"/>
                      <a:pt x="116" y="103"/>
                    </a:cubicBezTo>
                    <a:cubicBezTo>
                      <a:pt x="118" y="105"/>
                      <a:pt x="120" y="106"/>
                      <a:pt x="124" y="105"/>
                    </a:cubicBezTo>
                    <a:cubicBezTo>
                      <a:pt x="128" y="105"/>
                      <a:pt x="128" y="108"/>
                      <a:pt x="130" y="108"/>
                    </a:cubicBezTo>
                    <a:cubicBezTo>
                      <a:pt x="133" y="109"/>
                      <a:pt x="137" y="104"/>
                      <a:pt x="144" y="101"/>
                    </a:cubicBezTo>
                    <a:cubicBezTo>
                      <a:pt x="151" y="98"/>
                      <a:pt x="159" y="100"/>
                      <a:pt x="162" y="101"/>
                    </a:cubicBezTo>
                    <a:cubicBezTo>
                      <a:pt x="166" y="101"/>
                      <a:pt x="173" y="99"/>
                      <a:pt x="177" y="94"/>
                    </a:cubicBezTo>
                    <a:cubicBezTo>
                      <a:pt x="181" y="90"/>
                      <a:pt x="186" y="91"/>
                      <a:pt x="187" y="87"/>
                    </a:cubicBezTo>
                    <a:cubicBezTo>
                      <a:pt x="187" y="82"/>
                      <a:pt x="183" y="81"/>
                      <a:pt x="185" y="77"/>
                    </a:cubicBezTo>
                    <a:cubicBezTo>
                      <a:pt x="187" y="74"/>
                      <a:pt x="190" y="74"/>
                      <a:pt x="192" y="75"/>
                    </a:cubicBezTo>
                    <a:cubicBezTo>
                      <a:pt x="194" y="76"/>
                      <a:pt x="200" y="78"/>
                      <a:pt x="205" y="74"/>
                    </a:cubicBezTo>
                    <a:cubicBezTo>
                      <a:pt x="210" y="70"/>
                      <a:pt x="213" y="71"/>
                      <a:pt x="217" y="70"/>
                    </a:cubicBezTo>
                    <a:cubicBezTo>
                      <a:pt x="222" y="70"/>
                      <a:pt x="221" y="67"/>
                      <a:pt x="224" y="64"/>
                    </a:cubicBezTo>
                    <a:cubicBezTo>
                      <a:pt x="228" y="61"/>
                      <a:pt x="231" y="60"/>
                      <a:pt x="234" y="60"/>
                    </a:cubicBezTo>
                    <a:cubicBezTo>
                      <a:pt x="237" y="60"/>
                      <a:pt x="242" y="56"/>
                      <a:pt x="245" y="58"/>
                    </a:cubicBezTo>
                    <a:cubicBezTo>
                      <a:pt x="248" y="59"/>
                      <a:pt x="252" y="59"/>
                      <a:pt x="253" y="56"/>
                    </a:cubicBezTo>
                    <a:cubicBezTo>
                      <a:pt x="253" y="54"/>
                      <a:pt x="245" y="49"/>
                      <a:pt x="243" y="4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52">
                <a:extLst>
                  <a:ext uri="{FF2B5EF4-FFF2-40B4-BE49-F238E27FC236}">
                    <a16:creationId xmlns:a16="http://schemas.microsoft.com/office/drawing/2014/main" id="{E4DCD4BC-3A75-4B90-9281-A1D0DB1FD10E}"/>
                  </a:ext>
                </a:extLst>
              </p:cNvPr>
              <p:cNvSpPr>
                <a:spLocks/>
              </p:cNvSpPr>
              <p:nvPr/>
            </p:nvSpPr>
            <p:spPr bwMode="auto">
              <a:xfrm>
                <a:off x="5560879" y="3457416"/>
                <a:ext cx="10038" cy="25095"/>
              </a:xfrm>
              <a:custGeom>
                <a:avLst/>
                <a:gdLst>
                  <a:gd name="T0" fmla="*/ 2 w 4"/>
                  <a:gd name="T1" fmla="*/ 0 h 11"/>
                  <a:gd name="T2" fmla="*/ 0 w 4"/>
                  <a:gd name="T3" fmla="*/ 6 h 11"/>
                  <a:gd name="T4" fmla="*/ 3 w 4"/>
                  <a:gd name="T5" fmla="*/ 11 h 11"/>
                  <a:gd name="T6" fmla="*/ 4 w 4"/>
                  <a:gd name="T7" fmla="*/ 1 h 11"/>
                  <a:gd name="T8" fmla="*/ 4 w 4"/>
                  <a:gd name="T9" fmla="*/ 0 h 11"/>
                  <a:gd name="T10" fmla="*/ 2 w 4"/>
                  <a:gd name="T11" fmla="*/ 0 h 11"/>
                </a:gdLst>
                <a:ahLst/>
                <a:cxnLst>
                  <a:cxn ang="0">
                    <a:pos x="T0" y="T1"/>
                  </a:cxn>
                  <a:cxn ang="0">
                    <a:pos x="T2" y="T3"/>
                  </a:cxn>
                  <a:cxn ang="0">
                    <a:pos x="T4" y="T5"/>
                  </a:cxn>
                  <a:cxn ang="0">
                    <a:pos x="T6" y="T7"/>
                  </a:cxn>
                  <a:cxn ang="0">
                    <a:pos x="T8" y="T9"/>
                  </a:cxn>
                  <a:cxn ang="0">
                    <a:pos x="T10" y="T11"/>
                  </a:cxn>
                </a:cxnLst>
                <a:rect l="0" t="0" r="r" b="b"/>
                <a:pathLst>
                  <a:path w="4" h="11">
                    <a:moveTo>
                      <a:pt x="2" y="0"/>
                    </a:moveTo>
                    <a:cubicBezTo>
                      <a:pt x="1" y="0"/>
                      <a:pt x="0" y="5"/>
                      <a:pt x="0" y="6"/>
                    </a:cubicBezTo>
                    <a:cubicBezTo>
                      <a:pt x="0" y="6"/>
                      <a:pt x="1" y="8"/>
                      <a:pt x="3" y="11"/>
                    </a:cubicBezTo>
                    <a:cubicBezTo>
                      <a:pt x="4" y="7"/>
                      <a:pt x="4" y="2"/>
                      <a:pt x="4" y="1"/>
                    </a:cubicBezTo>
                    <a:cubicBezTo>
                      <a:pt x="4" y="1"/>
                      <a:pt x="4" y="0"/>
                      <a:pt x="4" y="0"/>
                    </a:cubicBezTo>
                    <a:cubicBezTo>
                      <a:pt x="3" y="0"/>
                      <a:pt x="2" y="0"/>
                      <a:pt x="2"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53">
                <a:extLst>
                  <a:ext uri="{FF2B5EF4-FFF2-40B4-BE49-F238E27FC236}">
                    <a16:creationId xmlns:a16="http://schemas.microsoft.com/office/drawing/2014/main" id="{43057A79-9A5B-4FDA-B309-765AB68A865E}"/>
                  </a:ext>
                </a:extLst>
              </p:cNvPr>
              <p:cNvSpPr>
                <a:spLocks/>
              </p:cNvSpPr>
              <p:nvPr/>
            </p:nvSpPr>
            <p:spPr bwMode="auto">
              <a:xfrm>
                <a:off x="5545823" y="3441105"/>
                <a:ext cx="27604" cy="75284"/>
              </a:xfrm>
              <a:custGeom>
                <a:avLst/>
                <a:gdLst>
                  <a:gd name="T0" fmla="*/ 6 w 12"/>
                  <a:gd name="T1" fmla="*/ 33 h 33"/>
                  <a:gd name="T2" fmla="*/ 7 w 12"/>
                  <a:gd name="T3" fmla="*/ 33 h 33"/>
                  <a:gd name="T4" fmla="*/ 9 w 12"/>
                  <a:gd name="T5" fmla="*/ 22 h 33"/>
                  <a:gd name="T6" fmla="*/ 10 w 12"/>
                  <a:gd name="T7" fmla="*/ 18 h 33"/>
                  <a:gd name="T8" fmla="*/ 7 w 12"/>
                  <a:gd name="T9" fmla="*/ 13 h 33"/>
                  <a:gd name="T10" fmla="*/ 9 w 12"/>
                  <a:gd name="T11" fmla="*/ 7 h 33"/>
                  <a:gd name="T12" fmla="*/ 11 w 12"/>
                  <a:gd name="T13" fmla="*/ 7 h 33"/>
                  <a:gd name="T14" fmla="*/ 12 w 12"/>
                  <a:gd name="T15" fmla="*/ 1 h 33"/>
                  <a:gd name="T16" fmla="*/ 8 w 12"/>
                  <a:gd name="T17" fmla="*/ 0 h 33"/>
                  <a:gd name="T18" fmla="*/ 7 w 12"/>
                  <a:gd name="T19" fmla="*/ 3 h 33"/>
                  <a:gd name="T20" fmla="*/ 0 w 12"/>
                  <a:gd name="T21" fmla="*/ 18 h 33"/>
                  <a:gd name="T22" fmla="*/ 6 w 12"/>
                  <a:gd name="T23" fmla="*/ 32 h 33"/>
                  <a:gd name="T24" fmla="*/ 6 w 12"/>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33">
                    <a:moveTo>
                      <a:pt x="6" y="33"/>
                    </a:moveTo>
                    <a:cubicBezTo>
                      <a:pt x="6" y="33"/>
                      <a:pt x="6" y="33"/>
                      <a:pt x="7" y="33"/>
                    </a:cubicBezTo>
                    <a:cubicBezTo>
                      <a:pt x="7" y="28"/>
                      <a:pt x="8" y="23"/>
                      <a:pt x="9" y="22"/>
                    </a:cubicBezTo>
                    <a:cubicBezTo>
                      <a:pt x="10" y="21"/>
                      <a:pt x="10" y="19"/>
                      <a:pt x="10" y="18"/>
                    </a:cubicBezTo>
                    <a:cubicBezTo>
                      <a:pt x="8" y="15"/>
                      <a:pt x="7" y="13"/>
                      <a:pt x="7" y="13"/>
                    </a:cubicBezTo>
                    <a:cubicBezTo>
                      <a:pt x="7" y="12"/>
                      <a:pt x="8" y="7"/>
                      <a:pt x="9" y="7"/>
                    </a:cubicBezTo>
                    <a:cubicBezTo>
                      <a:pt x="9" y="7"/>
                      <a:pt x="10" y="7"/>
                      <a:pt x="11" y="7"/>
                    </a:cubicBezTo>
                    <a:cubicBezTo>
                      <a:pt x="12" y="5"/>
                      <a:pt x="12" y="3"/>
                      <a:pt x="12" y="1"/>
                    </a:cubicBezTo>
                    <a:cubicBezTo>
                      <a:pt x="8" y="0"/>
                      <a:pt x="8" y="0"/>
                      <a:pt x="8" y="0"/>
                    </a:cubicBezTo>
                    <a:cubicBezTo>
                      <a:pt x="7" y="1"/>
                      <a:pt x="7" y="2"/>
                      <a:pt x="7" y="3"/>
                    </a:cubicBezTo>
                    <a:cubicBezTo>
                      <a:pt x="6" y="8"/>
                      <a:pt x="2" y="15"/>
                      <a:pt x="0" y="18"/>
                    </a:cubicBezTo>
                    <a:cubicBezTo>
                      <a:pt x="6" y="32"/>
                      <a:pt x="6" y="32"/>
                      <a:pt x="6" y="32"/>
                    </a:cubicBezTo>
                    <a:lnTo>
                      <a:pt x="6" y="33"/>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54">
                <a:extLst>
                  <a:ext uri="{FF2B5EF4-FFF2-40B4-BE49-F238E27FC236}">
                    <a16:creationId xmlns:a16="http://schemas.microsoft.com/office/drawing/2014/main" id="{20BABA54-239B-42B8-BA6A-A96F6921FAE5}"/>
                  </a:ext>
                </a:extLst>
              </p:cNvPr>
              <p:cNvSpPr>
                <a:spLocks/>
              </p:cNvSpPr>
              <p:nvPr/>
            </p:nvSpPr>
            <p:spPr bwMode="auto">
              <a:xfrm>
                <a:off x="5560879" y="3438596"/>
                <a:ext cx="79048" cy="87831"/>
              </a:xfrm>
              <a:custGeom>
                <a:avLst/>
                <a:gdLst>
                  <a:gd name="T0" fmla="*/ 31 w 34"/>
                  <a:gd name="T1" fmla="*/ 0 h 38"/>
                  <a:gd name="T2" fmla="*/ 21 w 34"/>
                  <a:gd name="T3" fmla="*/ 5 h 38"/>
                  <a:gd name="T4" fmla="*/ 13 w 34"/>
                  <a:gd name="T5" fmla="*/ 9 h 38"/>
                  <a:gd name="T6" fmla="*/ 6 w 34"/>
                  <a:gd name="T7" fmla="*/ 5 h 38"/>
                  <a:gd name="T8" fmla="*/ 5 w 34"/>
                  <a:gd name="T9" fmla="*/ 2 h 38"/>
                  <a:gd name="T10" fmla="*/ 5 w 34"/>
                  <a:gd name="T11" fmla="*/ 2 h 38"/>
                  <a:gd name="T12" fmla="*/ 4 w 34"/>
                  <a:gd name="T13" fmla="*/ 9 h 38"/>
                  <a:gd name="T14" fmla="*/ 2 w 34"/>
                  <a:gd name="T15" fmla="*/ 23 h 38"/>
                  <a:gd name="T16" fmla="*/ 0 w 34"/>
                  <a:gd name="T17" fmla="*/ 34 h 38"/>
                  <a:gd name="T18" fmla="*/ 7 w 34"/>
                  <a:gd name="T19" fmla="*/ 37 h 38"/>
                  <a:gd name="T20" fmla="*/ 13 w 34"/>
                  <a:gd name="T21" fmla="*/ 33 h 38"/>
                  <a:gd name="T22" fmla="*/ 18 w 34"/>
                  <a:gd name="T23" fmla="*/ 30 h 38"/>
                  <a:gd name="T24" fmla="*/ 23 w 34"/>
                  <a:gd name="T25" fmla="*/ 26 h 38"/>
                  <a:gd name="T26" fmla="*/ 17 w 34"/>
                  <a:gd name="T27" fmla="*/ 19 h 38"/>
                  <a:gd name="T28" fmla="*/ 25 w 34"/>
                  <a:gd name="T29" fmla="*/ 14 h 38"/>
                  <a:gd name="T30" fmla="*/ 33 w 34"/>
                  <a:gd name="T31" fmla="*/ 12 h 38"/>
                  <a:gd name="T32" fmla="*/ 34 w 34"/>
                  <a:gd name="T33" fmla="*/ 12 h 38"/>
                  <a:gd name="T34" fmla="*/ 32 w 34"/>
                  <a:gd name="T35" fmla="*/ 4 h 38"/>
                  <a:gd name="T36" fmla="*/ 31 w 34"/>
                  <a:gd name="T3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 h="38">
                    <a:moveTo>
                      <a:pt x="31" y="0"/>
                    </a:moveTo>
                    <a:cubicBezTo>
                      <a:pt x="26" y="3"/>
                      <a:pt x="22" y="5"/>
                      <a:pt x="21" y="5"/>
                    </a:cubicBezTo>
                    <a:cubicBezTo>
                      <a:pt x="19" y="5"/>
                      <a:pt x="13" y="9"/>
                      <a:pt x="13" y="9"/>
                    </a:cubicBezTo>
                    <a:cubicBezTo>
                      <a:pt x="6" y="5"/>
                      <a:pt x="6" y="5"/>
                      <a:pt x="6" y="5"/>
                    </a:cubicBezTo>
                    <a:cubicBezTo>
                      <a:pt x="5" y="2"/>
                      <a:pt x="5" y="2"/>
                      <a:pt x="5" y="2"/>
                    </a:cubicBezTo>
                    <a:cubicBezTo>
                      <a:pt x="5" y="2"/>
                      <a:pt x="5" y="2"/>
                      <a:pt x="5" y="2"/>
                    </a:cubicBezTo>
                    <a:cubicBezTo>
                      <a:pt x="5" y="5"/>
                      <a:pt x="4" y="8"/>
                      <a:pt x="4" y="9"/>
                    </a:cubicBezTo>
                    <a:cubicBezTo>
                      <a:pt x="4" y="11"/>
                      <a:pt x="4" y="21"/>
                      <a:pt x="2" y="23"/>
                    </a:cubicBezTo>
                    <a:cubicBezTo>
                      <a:pt x="1" y="24"/>
                      <a:pt x="0" y="29"/>
                      <a:pt x="0" y="34"/>
                    </a:cubicBezTo>
                    <a:cubicBezTo>
                      <a:pt x="2" y="36"/>
                      <a:pt x="5" y="37"/>
                      <a:pt x="7" y="37"/>
                    </a:cubicBezTo>
                    <a:cubicBezTo>
                      <a:pt x="10" y="38"/>
                      <a:pt x="13" y="34"/>
                      <a:pt x="13" y="33"/>
                    </a:cubicBezTo>
                    <a:cubicBezTo>
                      <a:pt x="13" y="31"/>
                      <a:pt x="16" y="30"/>
                      <a:pt x="18" y="30"/>
                    </a:cubicBezTo>
                    <a:cubicBezTo>
                      <a:pt x="21" y="30"/>
                      <a:pt x="21" y="27"/>
                      <a:pt x="23" y="26"/>
                    </a:cubicBezTo>
                    <a:cubicBezTo>
                      <a:pt x="25" y="26"/>
                      <a:pt x="19" y="20"/>
                      <a:pt x="17" y="19"/>
                    </a:cubicBezTo>
                    <a:cubicBezTo>
                      <a:pt x="15" y="19"/>
                      <a:pt x="19" y="15"/>
                      <a:pt x="25" y="14"/>
                    </a:cubicBezTo>
                    <a:cubicBezTo>
                      <a:pt x="31" y="14"/>
                      <a:pt x="30" y="12"/>
                      <a:pt x="33" y="12"/>
                    </a:cubicBezTo>
                    <a:cubicBezTo>
                      <a:pt x="33" y="12"/>
                      <a:pt x="34" y="12"/>
                      <a:pt x="34" y="12"/>
                    </a:cubicBezTo>
                    <a:cubicBezTo>
                      <a:pt x="33" y="9"/>
                      <a:pt x="32" y="6"/>
                      <a:pt x="32" y="4"/>
                    </a:cubicBezTo>
                    <a:cubicBezTo>
                      <a:pt x="31" y="3"/>
                      <a:pt x="31" y="1"/>
                      <a:pt x="31"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55">
                <a:extLst>
                  <a:ext uri="{FF2B5EF4-FFF2-40B4-BE49-F238E27FC236}">
                    <a16:creationId xmlns:a16="http://schemas.microsoft.com/office/drawing/2014/main" id="{0CF4CECE-1445-4497-9D66-595B14CACB00}"/>
                  </a:ext>
                </a:extLst>
              </p:cNvPr>
              <p:cNvSpPr>
                <a:spLocks/>
              </p:cNvSpPr>
              <p:nvPr/>
            </p:nvSpPr>
            <p:spPr bwMode="auto">
              <a:xfrm>
                <a:off x="6209573" y="3226547"/>
                <a:ext cx="202011" cy="87831"/>
              </a:xfrm>
              <a:custGeom>
                <a:avLst/>
                <a:gdLst>
                  <a:gd name="T0" fmla="*/ 81 w 88"/>
                  <a:gd name="T1" fmla="*/ 8 h 38"/>
                  <a:gd name="T2" fmla="*/ 73 w 88"/>
                  <a:gd name="T3" fmla="*/ 5 h 38"/>
                  <a:gd name="T4" fmla="*/ 53 w 88"/>
                  <a:gd name="T5" fmla="*/ 4 h 38"/>
                  <a:gd name="T6" fmla="*/ 42 w 88"/>
                  <a:gd name="T7" fmla="*/ 1 h 38"/>
                  <a:gd name="T8" fmla="*/ 34 w 88"/>
                  <a:gd name="T9" fmla="*/ 4 h 38"/>
                  <a:gd name="T10" fmla="*/ 26 w 88"/>
                  <a:gd name="T11" fmla="*/ 6 h 38"/>
                  <a:gd name="T12" fmla="*/ 15 w 88"/>
                  <a:gd name="T13" fmla="*/ 6 h 38"/>
                  <a:gd name="T14" fmla="*/ 10 w 88"/>
                  <a:gd name="T15" fmla="*/ 11 h 38"/>
                  <a:gd name="T16" fmla="*/ 8 w 88"/>
                  <a:gd name="T17" fmla="*/ 16 h 38"/>
                  <a:gd name="T18" fmla="*/ 11 w 88"/>
                  <a:gd name="T19" fmla="*/ 18 h 38"/>
                  <a:gd name="T20" fmla="*/ 17 w 88"/>
                  <a:gd name="T21" fmla="*/ 18 h 38"/>
                  <a:gd name="T22" fmla="*/ 28 w 88"/>
                  <a:gd name="T23" fmla="*/ 23 h 38"/>
                  <a:gd name="T24" fmla="*/ 25 w 88"/>
                  <a:gd name="T25" fmla="*/ 27 h 38"/>
                  <a:gd name="T26" fmla="*/ 17 w 88"/>
                  <a:gd name="T27" fmla="*/ 29 h 38"/>
                  <a:gd name="T28" fmla="*/ 6 w 88"/>
                  <a:gd name="T29" fmla="*/ 30 h 38"/>
                  <a:gd name="T30" fmla="*/ 0 w 88"/>
                  <a:gd name="T31" fmla="*/ 35 h 38"/>
                  <a:gd name="T32" fmla="*/ 11 w 88"/>
                  <a:gd name="T33" fmla="*/ 36 h 38"/>
                  <a:gd name="T34" fmla="*/ 19 w 88"/>
                  <a:gd name="T35" fmla="*/ 36 h 38"/>
                  <a:gd name="T36" fmla="*/ 25 w 88"/>
                  <a:gd name="T37" fmla="*/ 38 h 38"/>
                  <a:gd name="T38" fmla="*/ 36 w 88"/>
                  <a:gd name="T39" fmla="*/ 37 h 38"/>
                  <a:gd name="T40" fmla="*/ 37 w 88"/>
                  <a:gd name="T41" fmla="*/ 33 h 38"/>
                  <a:gd name="T42" fmla="*/ 41 w 88"/>
                  <a:gd name="T43" fmla="*/ 31 h 38"/>
                  <a:gd name="T44" fmla="*/ 45 w 88"/>
                  <a:gd name="T45" fmla="*/ 28 h 38"/>
                  <a:gd name="T46" fmla="*/ 50 w 88"/>
                  <a:gd name="T47" fmla="*/ 26 h 38"/>
                  <a:gd name="T48" fmla="*/ 55 w 88"/>
                  <a:gd name="T49" fmla="*/ 28 h 38"/>
                  <a:gd name="T50" fmla="*/ 60 w 88"/>
                  <a:gd name="T51" fmla="*/ 25 h 38"/>
                  <a:gd name="T52" fmla="*/ 67 w 88"/>
                  <a:gd name="T53" fmla="*/ 23 h 38"/>
                  <a:gd name="T54" fmla="*/ 73 w 88"/>
                  <a:gd name="T55" fmla="*/ 19 h 38"/>
                  <a:gd name="T56" fmla="*/ 80 w 88"/>
                  <a:gd name="T57" fmla="*/ 15 h 38"/>
                  <a:gd name="T58" fmla="*/ 87 w 88"/>
                  <a:gd name="T59" fmla="*/ 12 h 38"/>
                  <a:gd name="T60" fmla="*/ 88 w 88"/>
                  <a:gd name="T61" fmla="*/ 10 h 38"/>
                  <a:gd name="T62" fmla="*/ 81 w 88"/>
                  <a:gd name="T63"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8" h="38">
                    <a:moveTo>
                      <a:pt x="81" y="8"/>
                    </a:moveTo>
                    <a:cubicBezTo>
                      <a:pt x="78" y="4"/>
                      <a:pt x="77" y="6"/>
                      <a:pt x="73" y="5"/>
                    </a:cubicBezTo>
                    <a:cubicBezTo>
                      <a:pt x="70" y="4"/>
                      <a:pt x="55" y="3"/>
                      <a:pt x="53" y="4"/>
                    </a:cubicBezTo>
                    <a:cubicBezTo>
                      <a:pt x="50" y="5"/>
                      <a:pt x="44" y="2"/>
                      <a:pt x="42" y="1"/>
                    </a:cubicBezTo>
                    <a:cubicBezTo>
                      <a:pt x="40" y="0"/>
                      <a:pt x="34" y="1"/>
                      <a:pt x="34" y="4"/>
                    </a:cubicBezTo>
                    <a:cubicBezTo>
                      <a:pt x="33" y="8"/>
                      <a:pt x="31" y="8"/>
                      <a:pt x="26" y="6"/>
                    </a:cubicBezTo>
                    <a:cubicBezTo>
                      <a:pt x="22" y="3"/>
                      <a:pt x="16" y="3"/>
                      <a:pt x="15" y="6"/>
                    </a:cubicBezTo>
                    <a:cubicBezTo>
                      <a:pt x="15" y="8"/>
                      <a:pt x="12" y="11"/>
                      <a:pt x="10" y="11"/>
                    </a:cubicBezTo>
                    <a:cubicBezTo>
                      <a:pt x="10" y="12"/>
                      <a:pt x="9" y="14"/>
                      <a:pt x="8" y="16"/>
                    </a:cubicBezTo>
                    <a:cubicBezTo>
                      <a:pt x="9" y="16"/>
                      <a:pt x="10" y="17"/>
                      <a:pt x="11" y="18"/>
                    </a:cubicBezTo>
                    <a:cubicBezTo>
                      <a:pt x="13" y="20"/>
                      <a:pt x="17" y="20"/>
                      <a:pt x="17" y="18"/>
                    </a:cubicBezTo>
                    <a:cubicBezTo>
                      <a:pt x="18" y="16"/>
                      <a:pt x="25" y="20"/>
                      <a:pt x="28" y="23"/>
                    </a:cubicBezTo>
                    <a:cubicBezTo>
                      <a:pt x="32" y="26"/>
                      <a:pt x="27" y="24"/>
                      <a:pt x="25" y="27"/>
                    </a:cubicBezTo>
                    <a:cubicBezTo>
                      <a:pt x="23" y="31"/>
                      <a:pt x="19" y="27"/>
                      <a:pt x="17" y="29"/>
                    </a:cubicBezTo>
                    <a:cubicBezTo>
                      <a:pt x="16" y="30"/>
                      <a:pt x="8" y="31"/>
                      <a:pt x="6" y="30"/>
                    </a:cubicBezTo>
                    <a:cubicBezTo>
                      <a:pt x="3" y="30"/>
                      <a:pt x="0" y="33"/>
                      <a:pt x="0" y="35"/>
                    </a:cubicBezTo>
                    <a:cubicBezTo>
                      <a:pt x="0" y="37"/>
                      <a:pt x="8" y="34"/>
                      <a:pt x="11" y="36"/>
                    </a:cubicBezTo>
                    <a:cubicBezTo>
                      <a:pt x="14" y="38"/>
                      <a:pt x="17" y="34"/>
                      <a:pt x="19" y="36"/>
                    </a:cubicBezTo>
                    <a:cubicBezTo>
                      <a:pt x="20" y="38"/>
                      <a:pt x="24" y="37"/>
                      <a:pt x="25" y="38"/>
                    </a:cubicBezTo>
                    <a:cubicBezTo>
                      <a:pt x="27" y="38"/>
                      <a:pt x="36" y="37"/>
                      <a:pt x="36" y="37"/>
                    </a:cubicBezTo>
                    <a:cubicBezTo>
                      <a:pt x="37" y="36"/>
                      <a:pt x="37" y="34"/>
                      <a:pt x="37" y="33"/>
                    </a:cubicBezTo>
                    <a:cubicBezTo>
                      <a:pt x="37" y="31"/>
                      <a:pt x="39" y="31"/>
                      <a:pt x="41" y="31"/>
                    </a:cubicBezTo>
                    <a:cubicBezTo>
                      <a:pt x="42" y="30"/>
                      <a:pt x="44" y="28"/>
                      <a:pt x="45" y="28"/>
                    </a:cubicBezTo>
                    <a:cubicBezTo>
                      <a:pt x="47" y="28"/>
                      <a:pt x="48" y="26"/>
                      <a:pt x="50" y="26"/>
                    </a:cubicBezTo>
                    <a:cubicBezTo>
                      <a:pt x="51" y="27"/>
                      <a:pt x="53" y="29"/>
                      <a:pt x="55" y="28"/>
                    </a:cubicBezTo>
                    <a:cubicBezTo>
                      <a:pt x="57" y="26"/>
                      <a:pt x="57" y="28"/>
                      <a:pt x="60" y="25"/>
                    </a:cubicBezTo>
                    <a:cubicBezTo>
                      <a:pt x="62" y="22"/>
                      <a:pt x="64" y="22"/>
                      <a:pt x="67" y="23"/>
                    </a:cubicBezTo>
                    <a:cubicBezTo>
                      <a:pt x="71" y="23"/>
                      <a:pt x="72" y="21"/>
                      <a:pt x="73" y="19"/>
                    </a:cubicBezTo>
                    <a:cubicBezTo>
                      <a:pt x="75" y="17"/>
                      <a:pt x="78" y="17"/>
                      <a:pt x="80" y="15"/>
                    </a:cubicBezTo>
                    <a:cubicBezTo>
                      <a:pt x="82" y="14"/>
                      <a:pt x="86" y="12"/>
                      <a:pt x="87" y="12"/>
                    </a:cubicBezTo>
                    <a:cubicBezTo>
                      <a:pt x="87" y="12"/>
                      <a:pt x="88" y="11"/>
                      <a:pt x="88" y="10"/>
                    </a:cubicBezTo>
                    <a:cubicBezTo>
                      <a:pt x="85" y="8"/>
                      <a:pt x="83" y="11"/>
                      <a:pt x="81"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56">
                <a:extLst>
                  <a:ext uri="{FF2B5EF4-FFF2-40B4-BE49-F238E27FC236}">
                    <a16:creationId xmlns:a16="http://schemas.microsoft.com/office/drawing/2014/main" id="{167C9983-CE57-4F8C-A492-E713F060F675}"/>
                  </a:ext>
                </a:extLst>
              </p:cNvPr>
              <p:cNvSpPr>
                <a:spLocks/>
              </p:cNvSpPr>
              <p:nvPr/>
            </p:nvSpPr>
            <p:spPr bwMode="auto">
              <a:xfrm>
                <a:off x="5653729" y="3217764"/>
                <a:ext cx="129237" cy="57717"/>
              </a:xfrm>
              <a:custGeom>
                <a:avLst/>
                <a:gdLst>
                  <a:gd name="T0" fmla="*/ 22 w 56"/>
                  <a:gd name="T1" fmla="*/ 19 h 25"/>
                  <a:gd name="T2" fmla="*/ 27 w 56"/>
                  <a:gd name="T3" fmla="*/ 24 h 25"/>
                  <a:gd name="T4" fmla="*/ 28 w 56"/>
                  <a:gd name="T5" fmla="*/ 24 h 25"/>
                  <a:gd name="T6" fmla="*/ 36 w 56"/>
                  <a:gd name="T7" fmla="*/ 23 h 25"/>
                  <a:gd name="T8" fmla="*/ 43 w 56"/>
                  <a:gd name="T9" fmla="*/ 23 h 25"/>
                  <a:gd name="T10" fmla="*/ 43 w 56"/>
                  <a:gd name="T11" fmla="*/ 21 h 25"/>
                  <a:gd name="T12" fmla="*/ 48 w 56"/>
                  <a:gd name="T13" fmla="*/ 23 h 25"/>
                  <a:gd name="T14" fmla="*/ 54 w 56"/>
                  <a:gd name="T15" fmla="*/ 24 h 25"/>
                  <a:gd name="T16" fmla="*/ 52 w 56"/>
                  <a:gd name="T17" fmla="*/ 20 h 25"/>
                  <a:gd name="T18" fmla="*/ 53 w 56"/>
                  <a:gd name="T19" fmla="*/ 17 h 25"/>
                  <a:gd name="T20" fmla="*/ 48 w 56"/>
                  <a:gd name="T21" fmla="*/ 15 h 25"/>
                  <a:gd name="T22" fmla="*/ 46 w 56"/>
                  <a:gd name="T23" fmla="*/ 10 h 25"/>
                  <a:gd name="T24" fmla="*/ 43 w 56"/>
                  <a:gd name="T25" fmla="*/ 9 h 25"/>
                  <a:gd name="T26" fmla="*/ 35 w 56"/>
                  <a:gd name="T27" fmla="*/ 10 h 25"/>
                  <a:gd name="T28" fmla="*/ 30 w 56"/>
                  <a:gd name="T29" fmla="*/ 7 h 25"/>
                  <a:gd name="T30" fmla="*/ 25 w 56"/>
                  <a:gd name="T31" fmla="*/ 4 h 25"/>
                  <a:gd name="T32" fmla="*/ 12 w 56"/>
                  <a:gd name="T33" fmla="*/ 3 h 25"/>
                  <a:gd name="T34" fmla="*/ 3 w 56"/>
                  <a:gd name="T35" fmla="*/ 0 h 25"/>
                  <a:gd name="T36" fmla="*/ 0 w 56"/>
                  <a:gd name="T37" fmla="*/ 1 h 25"/>
                  <a:gd name="T38" fmla="*/ 12 w 56"/>
                  <a:gd name="T39" fmla="*/ 8 h 25"/>
                  <a:gd name="T40" fmla="*/ 15 w 56"/>
                  <a:gd name="T41" fmla="*/ 17 h 25"/>
                  <a:gd name="T42" fmla="*/ 13 w 56"/>
                  <a:gd name="T43" fmla="*/ 19 h 25"/>
                  <a:gd name="T44" fmla="*/ 22 w 56"/>
                  <a:gd name="T45"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 h="25">
                    <a:moveTo>
                      <a:pt x="22" y="19"/>
                    </a:moveTo>
                    <a:cubicBezTo>
                      <a:pt x="24" y="18"/>
                      <a:pt x="25" y="21"/>
                      <a:pt x="27" y="24"/>
                    </a:cubicBezTo>
                    <a:cubicBezTo>
                      <a:pt x="28" y="24"/>
                      <a:pt x="28" y="24"/>
                      <a:pt x="28" y="24"/>
                    </a:cubicBezTo>
                    <a:cubicBezTo>
                      <a:pt x="31" y="24"/>
                      <a:pt x="33" y="23"/>
                      <a:pt x="36" y="23"/>
                    </a:cubicBezTo>
                    <a:cubicBezTo>
                      <a:pt x="38" y="22"/>
                      <a:pt x="41" y="23"/>
                      <a:pt x="43" y="23"/>
                    </a:cubicBezTo>
                    <a:cubicBezTo>
                      <a:pt x="43" y="23"/>
                      <a:pt x="42" y="22"/>
                      <a:pt x="43" y="21"/>
                    </a:cubicBezTo>
                    <a:cubicBezTo>
                      <a:pt x="43" y="20"/>
                      <a:pt x="47" y="22"/>
                      <a:pt x="48" y="23"/>
                    </a:cubicBezTo>
                    <a:cubicBezTo>
                      <a:pt x="49" y="24"/>
                      <a:pt x="53" y="25"/>
                      <a:pt x="54" y="24"/>
                    </a:cubicBezTo>
                    <a:cubicBezTo>
                      <a:pt x="56" y="22"/>
                      <a:pt x="52" y="21"/>
                      <a:pt x="52" y="20"/>
                    </a:cubicBezTo>
                    <a:cubicBezTo>
                      <a:pt x="51" y="19"/>
                      <a:pt x="52" y="18"/>
                      <a:pt x="53" y="17"/>
                    </a:cubicBezTo>
                    <a:cubicBezTo>
                      <a:pt x="51" y="16"/>
                      <a:pt x="49" y="14"/>
                      <a:pt x="48" y="15"/>
                    </a:cubicBezTo>
                    <a:cubicBezTo>
                      <a:pt x="47" y="15"/>
                      <a:pt x="47" y="10"/>
                      <a:pt x="46" y="10"/>
                    </a:cubicBezTo>
                    <a:cubicBezTo>
                      <a:pt x="44" y="10"/>
                      <a:pt x="44" y="9"/>
                      <a:pt x="43" y="9"/>
                    </a:cubicBezTo>
                    <a:cubicBezTo>
                      <a:pt x="42" y="9"/>
                      <a:pt x="36" y="9"/>
                      <a:pt x="35" y="10"/>
                    </a:cubicBezTo>
                    <a:cubicBezTo>
                      <a:pt x="33" y="11"/>
                      <a:pt x="32" y="7"/>
                      <a:pt x="30" y="7"/>
                    </a:cubicBezTo>
                    <a:cubicBezTo>
                      <a:pt x="28" y="7"/>
                      <a:pt x="26" y="5"/>
                      <a:pt x="25" y="4"/>
                    </a:cubicBezTo>
                    <a:cubicBezTo>
                      <a:pt x="24" y="2"/>
                      <a:pt x="15" y="5"/>
                      <a:pt x="12" y="3"/>
                    </a:cubicBezTo>
                    <a:cubicBezTo>
                      <a:pt x="10" y="1"/>
                      <a:pt x="5" y="0"/>
                      <a:pt x="3" y="0"/>
                    </a:cubicBezTo>
                    <a:cubicBezTo>
                      <a:pt x="2" y="0"/>
                      <a:pt x="1" y="1"/>
                      <a:pt x="0" y="1"/>
                    </a:cubicBezTo>
                    <a:cubicBezTo>
                      <a:pt x="4" y="4"/>
                      <a:pt x="11" y="3"/>
                      <a:pt x="12" y="8"/>
                    </a:cubicBezTo>
                    <a:cubicBezTo>
                      <a:pt x="13" y="14"/>
                      <a:pt x="16" y="12"/>
                      <a:pt x="15" y="17"/>
                    </a:cubicBezTo>
                    <a:cubicBezTo>
                      <a:pt x="15" y="18"/>
                      <a:pt x="14" y="19"/>
                      <a:pt x="13" y="19"/>
                    </a:cubicBezTo>
                    <a:cubicBezTo>
                      <a:pt x="17" y="20"/>
                      <a:pt x="21" y="20"/>
                      <a:pt x="22"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57">
                <a:extLst>
                  <a:ext uri="{FF2B5EF4-FFF2-40B4-BE49-F238E27FC236}">
                    <a16:creationId xmlns:a16="http://schemas.microsoft.com/office/drawing/2014/main" id="{1FEF9A44-D5E5-4FCD-B0EA-25B748A2A1C6}"/>
                  </a:ext>
                </a:extLst>
              </p:cNvPr>
              <p:cNvSpPr>
                <a:spLocks noEditPoints="1"/>
              </p:cNvSpPr>
              <p:nvPr/>
            </p:nvSpPr>
            <p:spPr bwMode="auto">
              <a:xfrm>
                <a:off x="5395256" y="3249132"/>
                <a:ext cx="350069" cy="136765"/>
              </a:xfrm>
              <a:custGeom>
                <a:avLst/>
                <a:gdLst>
                  <a:gd name="T0" fmla="*/ 147 w 152"/>
                  <a:gd name="T1" fmla="*/ 41 h 59"/>
                  <a:gd name="T2" fmla="*/ 147 w 152"/>
                  <a:gd name="T3" fmla="*/ 33 h 59"/>
                  <a:gd name="T4" fmla="*/ 147 w 152"/>
                  <a:gd name="T5" fmla="*/ 26 h 59"/>
                  <a:gd name="T6" fmla="*/ 149 w 152"/>
                  <a:gd name="T7" fmla="*/ 22 h 59"/>
                  <a:gd name="T8" fmla="*/ 148 w 152"/>
                  <a:gd name="T9" fmla="*/ 19 h 59"/>
                  <a:gd name="T10" fmla="*/ 142 w 152"/>
                  <a:gd name="T11" fmla="*/ 17 h 59"/>
                  <a:gd name="T12" fmla="*/ 139 w 152"/>
                  <a:gd name="T13" fmla="*/ 10 h 59"/>
                  <a:gd name="T14" fmla="*/ 134 w 152"/>
                  <a:gd name="T15" fmla="*/ 5 h 59"/>
                  <a:gd name="T16" fmla="*/ 125 w 152"/>
                  <a:gd name="T17" fmla="*/ 5 h 59"/>
                  <a:gd name="T18" fmla="*/ 110 w 152"/>
                  <a:gd name="T19" fmla="*/ 10 h 59"/>
                  <a:gd name="T20" fmla="*/ 96 w 152"/>
                  <a:gd name="T21" fmla="*/ 11 h 59"/>
                  <a:gd name="T22" fmla="*/ 87 w 152"/>
                  <a:gd name="T23" fmla="*/ 8 h 59"/>
                  <a:gd name="T24" fmla="*/ 80 w 152"/>
                  <a:gd name="T25" fmla="*/ 4 h 59"/>
                  <a:gd name="T26" fmla="*/ 68 w 152"/>
                  <a:gd name="T27" fmla="*/ 1 h 59"/>
                  <a:gd name="T28" fmla="*/ 43 w 152"/>
                  <a:gd name="T29" fmla="*/ 9 h 59"/>
                  <a:gd name="T30" fmla="*/ 26 w 152"/>
                  <a:gd name="T31" fmla="*/ 10 h 59"/>
                  <a:gd name="T32" fmla="*/ 22 w 152"/>
                  <a:gd name="T33" fmla="*/ 16 h 59"/>
                  <a:gd name="T34" fmla="*/ 5 w 152"/>
                  <a:gd name="T35" fmla="*/ 17 h 59"/>
                  <a:gd name="T36" fmla="*/ 3 w 152"/>
                  <a:gd name="T37" fmla="*/ 23 h 59"/>
                  <a:gd name="T38" fmla="*/ 7 w 152"/>
                  <a:gd name="T39" fmla="*/ 25 h 59"/>
                  <a:gd name="T40" fmla="*/ 7 w 152"/>
                  <a:gd name="T41" fmla="*/ 31 h 59"/>
                  <a:gd name="T42" fmla="*/ 7 w 152"/>
                  <a:gd name="T43" fmla="*/ 37 h 59"/>
                  <a:gd name="T44" fmla="*/ 7 w 152"/>
                  <a:gd name="T45" fmla="*/ 41 h 59"/>
                  <a:gd name="T46" fmla="*/ 12 w 152"/>
                  <a:gd name="T47" fmla="*/ 46 h 59"/>
                  <a:gd name="T48" fmla="*/ 17 w 152"/>
                  <a:gd name="T49" fmla="*/ 49 h 59"/>
                  <a:gd name="T50" fmla="*/ 21 w 152"/>
                  <a:gd name="T51" fmla="*/ 50 h 59"/>
                  <a:gd name="T52" fmla="*/ 26 w 152"/>
                  <a:gd name="T53" fmla="*/ 55 h 59"/>
                  <a:gd name="T54" fmla="*/ 36 w 152"/>
                  <a:gd name="T55" fmla="*/ 53 h 59"/>
                  <a:gd name="T56" fmla="*/ 43 w 152"/>
                  <a:gd name="T57" fmla="*/ 50 h 59"/>
                  <a:gd name="T58" fmla="*/ 54 w 152"/>
                  <a:gd name="T59" fmla="*/ 57 h 59"/>
                  <a:gd name="T60" fmla="*/ 62 w 152"/>
                  <a:gd name="T61" fmla="*/ 55 h 59"/>
                  <a:gd name="T62" fmla="*/ 69 w 152"/>
                  <a:gd name="T63" fmla="*/ 50 h 59"/>
                  <a:gd name="T64" fmla="*/ 76 w 152"/>
                  <a:gd name="T65" fmla="*/ 52 h 59"/>
                  <a:gd name="T66" fmla="*/ 82 w 152"/>
                  <a:gd name="T67" fmla="*/ 50 h 59"/>
                  <a:gd name="T68" fmla="*/ 80 w 152"/>
                  <a:gd name="T69" fmla="*/ 57 h 59"/>
                  <a:gd name="T70" fmla="*/ 80 w 152"/>
                  <a:gd name="T71" fmla="*/ 59 h 59"/>
                  <a:gd name="T72" fmla="*/ 85 w 152"/>
                  <a:gd name="T73" fmla="*/ 54 h 59"/>
                  <a:gd name="T74" fmla="*/ 88 w 152"/>
                  <a:gd name="T75" fmla="*/ 52 h 59"/>
                  <a:gd name="T76" fmla="*/ 95 w 152"/>
                  <a:gd name="T77" fmla="*/ 52 h 59"/>
                  <a:gd name="T78" fmla="*/ 100 w 152"/>
                  <a:gd name="T79" fmla="*/ 51 h 59"/>
                  <a:gd name="T80" fmla="*/ 109 w 152"/>
                  <a:gd name="T81" fmla="*/ 51 h 59"/>
                  <a:gd name="T82" fmla="*/ 120 w 152"/>
                  <a:gd name="T83" fmla="*/ 48 h 59"/>
                  <a:gd name="T84" fmla="*/ 129 w 152"/>
                  <a:gd name="T85" fmla="*/ 47 h 59"/>
                  <a:gd name="T86" fmla="*/ 132 w 152"/>
                  <a:gd name="T87" fmla="*/ 48 h 59"/>
                  <a:gd name="T88" fmla="*/ 136 w 152"/>
                  <a:gd name="T89" fmla="*/ 45 h 59"/>
                  <a:gd name="T90" fmla="*/ 143 w 152"/>
                  <a:gd name="T91" fmla="*/ 46 h 59"/>
                  <a:gd name="T92" fmla="*/ 151 w 152"/>
                  <a:gd name="T93" fmla="*/ 48 h 59"/>
                  <a:gd name="T94" fmla="*/ 147 w 152"/>
                  <a:gd name="T95" fmla="*/ 41 h 59"/>
                  <a:gd name="T96" fmla="*/ 14 w 152"/>
                  <a:gd name="T97" fmla="*/ 11 h 59"/>
                  <a:gd name="T98" fmla="*/ 24 w 152"/>
                  <a:gd name="T99" fmla="*/ 10 h 59"/>
                  <a:gd name="T100" fmla="*/ 18 w 152"/>
                  <a:gd name="T101" fmla="*/ 5 h 59"/>
                  <a:gd name="T102" fmla="*/ 16 w 152"/>
                  <a:gd name="T103" fmla="*/ 1 h 59"/>
                  <a:gd name="T104" fmla="*/ 13 w 152"/>
                  <a:gd name="T105" fmla="*/ 1 h 59"/>
                  <a:gd name="T106" fmla="*/ 5 w 152"/>
                  <a:gd name="T107" fmla="*/ 1 h 59"/>
                  <a:gd name="T108" fmla="*/ 6 w 152"/>
                  <a:gd name="T109" fmla="*/ 7 h 59"/>
                  <a:gd name="T110" fmla="*/ 3 w 152"/>
                  <a:gd name="T111" fmla="*/ 10 h 59"/>
                  <a:gd name="T112" fmla="*/ 1 w 152"/>
                  <a:gd name="T113" fmla="*/ 13 h 59"/>
                  <a:gd name="T114" fmla="*/ 6 w 152"/>
                  <a:gd name="T115" fmla="*/ 15 h 59"/>
                  <a:gd name="T116" fmla="*/ 14 w 152"/>
                  <a:gd name="T117" fmla="*/ 1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2" h="59">
                    <a:moveTo>
                      <a:pt x="147" y="41"/>
                    </a:moveTo>
                    <a:cubicBezTo>
                      <a:pt x="146" y="41"/>
                      <a:pt x="148" y="34"/>
                      <a:pt x="147" y="33"/>
                    </a:cubicBezTo>
                    <a:cubicBezTo>
                      <a:pt x="147" y="32"/>
                      <a:pt x="145" y="26"/>
                      <a:pt x="147" y="26"/>
                    </a:cubicBezTo>
                    <a:cubicBezTo>
                      <a:pt x="149" y="26"/>
                      <a:pt x="147" y="22"/>
                      <a:pt x="149" y="22"/>
                    </a:cubicBezTo>
                    <a:cubicBezTo>
                      <a:pt x="149" y="21"/>
                      <a:pt x="148" y="20"/>
                      <a:pt x="148" y="19"/>
                    </a:cubicBezTo>
                    <a:cubicBezTo>
                      <a:pt x="147" y="18"/>
                      <a:pt x="143" y="20"/>
                      <a:pt x="142" y="17"/>
                    </a:cubicBezTo>
                    <a:cubicBezTo>
                      <a:pt x="140" y="13"/>
                      <a:pt x="142" y="12"/>
                      <a:pt x="139" y="10"/>
                    </a:cubicBezTo>
                    <a:cubicBezTo>
                      <a:pt x="137" y="7"/>
                      <a:pt x="136" y="4"/>
                      <a:pt x="134" y="5"/>
                    </a:cubicBezTo>
                    <a:cubicBezTo>
                      <a:pt x="133" y="6"/>
                      <a:pt x="129" y="6"/>
                      <a:pt x="125" y="5"/>
                    </a:cubicBezTo>
                    <a:cubicBezTo>
                      <a:pt x="121" y="9"/>
                      <a:pt x="113" y="11"/>
                      <a:pt x="110" y="10"/>
                    </a:cubicBezTo>
                    <a:cubicBezTo>
                      <a:pt x="107" y="9"/>
                      <a:pt x="101" y="11"/>
                      <a:pt x="96" y="11"/>
                    </a:cubicBezTo>
                    <a:cubicBezTo>
                      <a:pt x="92" y="11"/>
                      <a:pt x="90" y="7"/>
                      <a:pt x="87" y="8"/>
                    </a:cubicBezTo>
                    <a:cubicBezTo>
                      <a:pt x="83" y="8"/>
                      <a:pt x="83" y="4"/>
                      <a:pt x="80" y="4"/>
                    </a:cubicBezTo>
                    <a:cubicBezTo>
                      <a:pt x="76" y="4"/>
                      <a:pt x="79" y="3"/>
                      <a:pt x="68" y="1"/>
                    </a:cubicBezTo>
                    <a:cubicBezTo>
                      <a:pt x="57" y="0"/>
                      <a:pt x="47" y="6"/>
                      <a:pt x="43" y="9"/>
                    </a:cubicBezTo>
                    <a:cubicBezTo>
                      <a:pt x="40" y="12"/>
                      <a:pt x="27" y="9"/>
                      <a:pt x="26" y="10"/>
                    </a:cubicBezTo>
                    <a:cubicBezTo>
                      <a:pt x="25" y="10"/>
                      <a:pt x="26" y="14"/>
                      <a:pt x="22" y="16"/>
                    </a:cubicBezTo>
                    <a:cubicBezTo>
                      <a:pt x="17" y="17"/>
                      <a:pt x="8" y="16"/>
                      <a:pt x="5" y="17"/>
                    </a:cubicBezTo>
                    <a:cubicBezTo>
                      <a:pt x="2" y="19"/>
                      <a:pt x="0" y="23"/>
                      <a:pt x="3" y="23"/>
                    </a:cubicBezTo>
                    <a:cubicBezTo>
                      <a:pt x="6" y="23"/>
                      <a:pt x="7" y="24"/>
                      <a:pt x="7" y="25"/>
                    </a:cubicBezTo>
                    <a:cubicBezTo>
                      <a:pt x="6" y="27"/>
                      <a:pt x="9" y="30"/>
                      <a:pt x="7" y="31"/>
                    </a:cubicBezTo>
                    <a:cubicBezTo>
                      <a:pt x="6" y="33"/>
                      <a:pt x="6" y="36"/>
                      <a:pt x="7" y="37"/>
                    </a:cubicBezTo>
                    <a:cubicBezTo>
                      <a:pt x="9" y="38"/>
                      <a:pt x="10" y="41"/>
                      <a:pt x="7" y="41"/>
                    </a:cubicBezTo>
                    <a:cubicBezTo>
                      <a:pt x="5" y="42"/>
                      <a:pt x="11" y="44"/>
                      <a:pt x="12" y="46"/>
                    </a:cubicBezTo>
                    <a:cubicBezTo>
                      <a:pt x="12" y="47"/>
                      <a:pt x="17" y="47"/>
                      <a:pt x="17" y="49"/>
                    </a:cubicBezTo>
                    <a:cubicBezTo>
                      <a:pt x="17" y="50"/>
                      <a:pt x="18" y="51"/>
                      <a:pt x="21" y="50"/>
                    </a:cubicBezTo>
                    <a:cubicBezTo>
                      <a:pt x="23" y="49"/>
                      <a:pt x="24" y="53"/>
                      <a:pt x="26" y="55"/>
                    </a:cubicBezTo>
                    <a:cubicBezTo>
                      <a:pt x="27" y="57"/>
                      <a:pt x="36" y="56"/>
                      <a:pt x="36" y="53"/>
                    </a:cubicBezTo>
                    <a:cubicBezTo>
                      <a:pt x="36" y="51"/>
                      <a:pt x="39" y="50"/>
                      <a:pt x="43" y="50"/>
                    </a:cubicBezTo>
                    <a:cubicBezTo>
                      <a:pt x="47" y="51"/>
                      <a:pt x="52" y="56"/>
                      <a:pt x="54" y="57"/>
                    </a:cubicBezTo>
                    <a:cubicBezTo>
                      <a:pt x="56" y="57"/>
                      <a:pt x="59" y="55"/>
                      <a:pt x="62" y="55"/>
                    </a:cubicBezTo>
                    <a:cubicBezTo>
                      <a:pt x="64" y="55"/>
                      <a:pt x="68" y="51"/>
                      <a:pt x="69" y="50"/>
                    </a:cubicBezTo>
                    <a:cubicBezTo>
                      <a:pt x="71" y="50"/>
                      <a:pt x="73" y="53"/>
                      <a:pt x="76" y="52"/>
                    </a:cubicBezTo>
                    <a:cubicBezTo>
                      <a:pt x="78" y="51"/>
                      <a:pt x="80" y="49"/>
                      <a:pt x="82" y="50"/>
                    </a:cubicBezTo>
                    <a:cubicBezTo>
                      <a:pt x="83" y="51"/>
                      <a:pt x="78" y="55"/>
                      <a:pt x="80" y="57"/>
                    </a:cubicBezTo>
                    <a:cubicBezTo>
                      <a:pt x="80" y="57"/>
                      <a:pt x="80" y="58"/>
                      <a:pt x="80" y="59"/>
                    </a:cubicBezTo>
                    <a:cubicBezTo>
                      <a:pt x="85" y="59"/>
                      <a:pt x="84" y="55"/>
                      <a:pt x="85" y="54"/>
                    </a:cubicBezTo>
                    <a:cubicBezTo>
                      <a:pt x="85" y="52"/>
                      <a:pt x="86" y="51"/>
                      <a:pt x="88" y="52"/>
                    </a:cubicBezTo>
                    <a:cubicBezTo>
                      <a:pt x="89" y="53"/>
                      <a:pt x="92" y="54"/>
                      <a:pt x="95" y="52"/>
                    </a:cubicBezTo>
                    <a:cubicBezTo>
                      <a:pt x="99" y="50"/>
                      <a:pt x="99" y="49"/>
                      <a:pt x="100" y="51"/>
                    </a:cubicBezTo>
                    <a:cubicBezTo>
                      <a:pt x="101" y="53"/>
                      <a:pt x="104" y="51"/>
                      <a:pt x="109" y="51"/>
                    </a:cubicBezTo>
                    <a:cubicBezTo>
                      <a:pt x="114" y="51"/>
                      <a:pt x="115" y="48"/>
                      <a:pt x="120" y="48"/>
                    </a:cubicBezTo>
                    <a:cubicBezTo>
                      <a:pt x="125" y="48"/>
                      <a:pt x="129" y="47"/>
                      <a:pt x="129" y="47"/>
                    </a:cubicBezTo>
                    <a:cubicBezTo>
                      <a:pt x="132" y="48"/>
                      <a:pt x="132" y="48"/>
                      <a:pt x="132" y="48"/>
                    </a:cubicBezTo>
                    <a:cubicBezTo>
                      <a:pt x="133" y="47"/>
                      <a:pt x="133" y="45"/>
                      <a:pt x="136" y="45"/>
                    </a:cubicBezTo>
                    <a:cubicBezTo>
                      <a:pt x="139" y="45"/>
                      <a:pt x="141" y="47"/>
                      <a:pt x="143" y="46"/>
                    </a:cubicBezTo>
                    <a:cubicBezTo>
                      <a:pt x="145" y="46"/>
                      <a:pt x="151" y="52"/>
                      <a:pt x="151" y="48"/>
                    </a:cubicBezTo>
                    <a:cubicBezTo>
                      <a:pt x="152" y="47"/>
                      <a:pt x="149" y="42"/>
                      <a:pt x="147" y="41"/>
                    </a:cubicBezTo>
                    <a:close/>
                    <a:moveTo>
                      <a:pt x="14" y="11"/>
                    </a:moveTo>
                    <a:cubicBezTo>
                      <a:pt x="16" y="10"/>
                      <a:pt x="23" y="11"/>
                      <a:pt x="24" y="10"/>
                    </a:cubicBezTo>
                    <a:cubicBezTo>
                      <a:pt x="26" y="8"/>
                      <a:pt x="20" y="7"/>
                      <a:pt x="18" y="5"/>
                    </a:cubicBezTo>
                    <a:cubicBezTo>
                      <a:pt x="17" y="4"/>
                      <a:pt x="17" y="2"/>
                      <a:pt x="16" y="1"/>
                    </a:cubicBezTo>
                    <a:cubicBezTo>
                      <a:pt x="15" y="1"/>
                      <a:pt x="14" y="2"/>
                      <a:pt x="13" y="1"/>
                    </a:cubicBezTo>
                    <a:cubicBezTo>
                      <a:pt x="11" y="0"/>
                      <a:pt x="6" y="1"/>
                      <a:pt x="5" y="1"/>
                    </a:cubicBezTo>
                    <a:cubicBezTo>
                      <a:pt x="4" y="2"/>
                      <a:pt x="6" y="5"/>
                      <a:pt x="6" y="7"/>
                    </a:cubicBezTo>
                    <a:cubicBezTo>
                      <a:pt x="6" y="9"/>
                      <a:pt x="3" y="9"/>
                      <a:pt x="3" y="10"/>
                    </a:cubicBezTo>
                    <a:cubicBezTo>
                      <a:pt x="3" y="11"/>
                      <a:pt x="2" y="12"/>
                      <a:pt x="1" y="13"/>
                    </a:cubicBezTo>
                    <a:cubicBezTo>
                      <a:pt x="3" y="14"/>
                      <a:pt x="4" y="15"/>
                      <a:pt x="6" y="15"/>
                    </a:cubicBezTo>
                    <a:cubicBezTo>
                      <a:pt x="9" y="15"/>
                      <a:pt x="11" y="12"/>
                      <a:pt x="14"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58">
                <a:extLst>
                  <a:ext uri="{FF2B5EF4-FFF2-40B4-BE49-F238E27FC236}">
                    <a16:creationId xmlns:a16="http://schemas.microsoft.com/office/drawing/2014/main" id="{27941950-983A-460E-8858-110F525BB792}"/>
                  </a:ext>
                </a:extLst>
              </p:cNvPr>
              <p:cNvSpPr>
                <a:spLocks/>
              </p:cNvSpPr>
              <p:nvPr/>
            </p:nvSpPr>
            <p:spPr bwMode="auto">
              <a:xfrm>
                <a:off x="6367668" y="3388407"/>
                <a:ext cx="43915" cy="41406"/>
              </a:xfrm>
              <a:custGeom>
                <a:avLst/>
                <a:gdLst>
                  <a:gd name="T0" fmla="*/ 9 w 19"/>
                  <a:gd name="T1" fmla="*/ 0 h 18"/>
                  <a:gd name="T2" fmla="*/ 0 w 19"/>
                  <a:gd name="T3" fmla="*/ 6 h 18"/>
                  <a:gd name="T4" fmla="*/ 2 w 19"/>
                  <a:gd name="T5" fmla="*/ 8 h 18"/>
                  <a:gd name="T6" fmla="*/ 6 w 19"/>
                  <a:gd name="T7" fmla="*/ 13 h 18"/>
                  <a:gd name="T8" fmla="*/ 7 w 19"/>
                  <a:gd name="T9" fmla="*/ 18 h 18"/>
                  <a:gd name="T10" fmla="*/ 11 w 19"/>
                  <a:gd name="T11" fmla="*/ 18 h 18"/>
                  <a:gd name="T12" fmla="*/ 19 w 19"/>
                  <a:gd name="T13" fmla="*/ 8 h 18"/>
                  <a:gd name="T14" fmla="*/ 9 w 19"/>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8">
                    <a:moveTo>
                      <a:pt x="9" y="0"/>
                    </a:moveTo>
                    <a:cubicBezTo>
                      <a:pt x="7" y="0"/>
                      <a:pt x="1" y="3"/>
                      <a:pt x="0" y="6"/>
                    </a:cubicBezTo>
                    <a:cubicBezTo>
                      <a:pt x="1" y="6"/>
                      <a:pt x="1" y="7"/>
                      <a:pt x="2" y="8"/>
                    </a:cubicBezTo>
                    <a:cubicBezTo>
                      <a:pt x="2" y="10"/>
                      <a:pt x="4" y="12"/>
                      <a:pt x="6" y="13"/>
                    </a:cubicBezTo>
                    <a:cubicBezTo>
                      <a:pt x="8" y="14"/>
                      <a:pt x="8" y="16"/>
                      <a:pt x="7" y="18"/>
                    </a:cubicBezTo>
                    <a:cubicBezTo>
                      <a:pt x="9" y="18"/>
                      <a:pt x="10" y="18"/>
                      <a:pt x="11" y="18"/>
                    </a:cubicBezTo>
                    <a:cubicBezTo>
                      <a:pt x="13" y="17"/>
                      <a:pt x="18" y="10"/>
                      <a:pt x="19" y="8"/>
                    </a:cubicBezTo>
                    <a:cubicBezTo>
                      <a:pt x="19" y="6"/>
                      <a:pt x="12" y="1"/>
                      <a:pt x="9"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59">
                <a:extLst>
                  <a:ext uri="{FF2B5EF4-FFF2-40B4-BE49-F238E27FC236}">
                    <a16:creationId xmlns:a16="http://schemas.microsoft.com/office/drawing/2014/main" id="{56ABC612-EB28-40AB-83E8-5A93413A6AD0}"/>
                  </a:ext>
                </a:extLst>
              </p:cNvPr>
              <p:cNvSpPr>
                <a:spLocks/>
              </p:cNvSpPr>
              <p:nvPr/>
            </p:nvSpPr>
            <p:spPr bwMode="auto">
              <a:xfrm>
                <a:off x="7204570" y="3232821"/>
                <a:ext cx="129237" cy="122963"/>
              </a:xfrm>
              <a:custGeom>
                <a:avLst/>
                <a:gdLst>
                  <a:gd name="T0" fmla="*/ 54 w 56"/>
                  <a:gd name="T1" fmla="*/ 3 h 53"/>
                  <a:gd name="T2" fmla="*/ 47 w 56"/>
                  <a:gd name="T3" fmla="*/ 0 h 53"/>
                  <a:gd name="T4" fmla="*/ 42 w 56"/>
                  <a:gd name="T5" fmla="*/ 7 h 53"/>
                  <a:gd name="T6" fmla="*/ 36 w 56"/>
                  <a:gd name="T7" fmla="*/ 11 h 53"/>
                  <a:gd name="T8" fmla="*/ 33 w 56"/>
                  <a:gd name="T9" fmla="*/ 14 h 53"/>
                  <a:gd name="T10" fmla="*/ 28 w 56"/>
                  <a:gd name="T11" fmla="*/ 15 h 53"/>
                  <a:gd name="T12" fmla="*/ 23 w 56"/>
                  <a:gd name="T13" fmla="*/ 13 h 53"/>
                  <a:gd name="T14" fmla="*/ 18 w 56"/>
                  <a:gd name="T15" fmla="*/ 19 h 53"/>
                  <a:gd name="T16" fmla="*/ 3 w 56"/>
                  <a:gd name="T17" fmla="*/ 27 h 53"/>
                  <a:gd name="T18" fmla="*/ 0 w 56"/>
                  <a:gd name="T19" fmla="*/ 31 h 53"/>
                  <a:gd name="T20" fmla="*/ 10 w 56"/>
                  <a:gd name="T21" fmla="*/ 35 h 53"/>
                  <a:gd name="T22" fmla="*/ 5 w 56"/>
                  <a:gd name="T23" fmla="*/ 44 h 53"/>
                  <a:gd name="T24" fmla="*/ 6 w 56"/>
                  <a:gd name="T25" fmla="*/ 49 h 53"/>
                  <a:gd name="T26" fmla="*/ 10 w 56"/>
                  <a:gd name="T27" fmla="*/ 51 h 53"/>
                  <a:gd name="T28" fmla="*/ 17 w 56"/>
                  <a:gd name="T29" fmla="*/ 50 h 53"/>
                  <a:gd name="T30" fmla="*/ 18 w 56"/>
                  <a:gd name="T31" fmla="*/ 51 h 53"/>
                  <a:gd name="T32" fmla="*/ 23 w 56"/>
                  <a:gd name="T33" fmla="*/ 47 h 53"/>
                  <a:gd name="T34" fmla="*/ 31 w 56"/>
                  <a:gd name="T35" fmla="*/ 46 h 53"/>
                  <a:gd name="T36" fmla="*/ 35 w 56"/>
                  <a:gd name="T37" fmla="*/ 44 h 53"/>
                  <a:gd name="T38" fmla="*/ 28 w 56"/>
                  <a:gd name="T39" fmla="*/ 37 h 53"/>
                  <a:gd name="T40" fmla="*/ 30 w 56"/>
                  <a:gd name="T41" fmla="*/ 30 h 53"/>
                  <a:gd name="T42" fmla="*/ 44 w 56"/>
                  <a:gd name="T43" fmla="*/ 22 h 53"/>
                  <a:gd name="T44" fmla="*/ 47 w 56"/>
                  <a:gd name="T45" fmla="*/ 12 h 53"/>
                  <a:gd name="T46" fmla="*/ 56 w 56"/>
                  <a:gd name="T47" fmla="*/ 3 h 53"/>
                  <a:gd name="T48" fmla="*/ 54 w 56"/>
                  <a:gd name="T4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6" h="53">
                    <a:moveTo>
                      <a:pt x="54" y="3"/>
                    </a:moveTo>
                    <a:cubicBezTo>
                      <a:pt x="50" y="4"/>
                      <a:pt x="49" y="0"/>
                      <a:pt x="47" y="0"/>
                    </a:cubicBezTo>
                    <a:cubicBezTo>
                      <a:pt x="44" y="0"/>
                      <a:pt x="45" y="7"/>
                      <a:pt x="42" y="7"/>
                    </a:cubicBezTo>
                    <a:cubicBezTo>
                      <a:pt x="40" y="7"/>
                      <a:pt x="40" y="10"/>
                      <a:pt x="36" y="11"/>
                    </a:cubicBezTo>
                    <a:cubicBezTo>
                      <a:pt x="33" y="11"/>
                      <a:pt x="32" y="11"/>
                      <a:pt x="33" y="14"/>
                    </a:cubicBezTo>
                    <a:cubicBezTo>
                      <a:pt x="35" y="16"/>
                      <a:pt x="31" y="15"/>
                      <a:pt x="28" y="15"/>
                    </a:cubicBezTo>
                    <a:cubicBezTo>
                      <a:pt x="25" y="15"/>
                      <a:pt x="25" y="13"/>
                      <a:pt x="23" y="13"/>
                    </a:cubicBezTo>
                    <a:cubicBezTo>
                      <a:pt x="21" y="13"/>
                      <a:pt x="19" y="17"/>
                      <a:pt x="18" y="19"/>
                    </a:cubicBezTo>
                    <a:cubicBezTo>
                      <a:pt x="16" y="21"/>
                      <a:pt x="6" y="26"/>
                      <a:pt x="3" y="27"/>
                    </a:cubicBezTo>
                    <a:cubicBezTo>
                      <a:pt x="2" y="28"/>
                      <a:pt x="1" y="29"/>
                      <a:pt x="0" y="31"/>
                    </a:cubicBezTo>
                    <a:cubicBezTo>
                      <a:pt x="4" y="31"/>
                      <a:pt x="8" y="33"/>
                      <a:pt x="10" y="35"/>
                    </a:cubicBezTo>
                    <a:cubicBezTo>
                      <a:pt x="12" y="38"/>
                      <a:pt x="7" y="41"/>
                      <a:pt x="5" y="44"/>
                    </a:cubicBezTo>
                    <a:cubicBezTo>
                      <a:pt x="3" y="47"/>
                      <a:pt x="6" y="47"/>
                      <a:pt x="6" y="49"/>
                    </a:cubicBezTo>
                    <a:cubicBezTo>
                      <a:pt x="6" y="51"/>
                      <a:pt x="9" y="53"/>
                      <a:pt x="10" y="51"/>
                    </a:cubicBezTo>
                    <a:cubicBezTo>
                      <a:pt x="11" y="49"/>
                      <a:pt x="13" y="50"/>
                      <a:pt x="17" y="50"/>
                    </a:cubicBezTo>
                    <a:cubicBezTo>
                      <a:pt x="18" y="50"/>
                      <a:pt x="18" y="50"/>
                      <a:pt x="18" y="51"/>
                    </a:cubicBezTo>
                    <a:cubicBezTo>
                      <a:pt x="20" y="49"/>
                      <a:pt x="22" y="48"/>
                      <a:pt x="23" y="47"/>
                    </a:cubicBezTo>
                    <a:cubicBezTo>
                      <a:pt x="24" y="46"/>
                      <a:pt x="28" y="46"/>
                      <a:pt x="31" y="46"/>
                    </a:cubicBezTo>
                    <a:cubicBezTo>
                      <a:pt x="32" y="46"/>
                      <a:pt x="33" y="45"/>
                      <a:pt x="35" y="44"/>
                    </a:cubicBezTo>
                    <a:cubicBezTo>
                      <a:pt x="32" y="41"/>
                      <a:pt x="29" y="38"/>
                      <a:pt x="28" y="37"/>
                    </a:cubicBezTo>
                    <a:cubicBezTo>
                      <a:pt x="25" y="36"/>
                      <a:pt x="27" y="31"/>
                      <a:pt x="30" y="30"/>
                    </a:cubicBezTo>
                    <a:cubicBezTo>
                      <a:pt x="33" y="29"/>
                      <a:pt x="41" y="23"/>
                      <a:pt x="44" y="22"/>
                    </a:cubicBezTo>
                    <a:cubicBezTo>
                      <a:pt x="46" y="20"/>
                      <a:pt x="45" y="16"/>
                      <a:pt x="47" y="12"/>
                    </a:cubicBezTo>
                    <a:cubicBezTo>
                      <a:pt x="48" y="10"/>
                      <a:pt x="52" y="6"/>
                      <a:pt x="56" y="3"/>
                    </a:cubicBezTo>
                    <a:cubicBezTo>
                      <a:pt x="55" y="3"/>
                      <a:pt x="54" y="3"/>
                      <a:pt x="54"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60">
                <a:extLst>
                  <a:ext uri="{FF2B5EF4-FFF2-40B4-BE49-F238E27FC236}">
                    <a16:creationId xmlns:a16="http://schemas.microsoft.com/office/drawing/2014/main" id="{7C6D609B-DCC4-48CF-B71A-247DB108052A}"/>
                  </a:ext>
                </a:extLst>
              </p:cNvPr>
              <p:cNvSpPr>
                <a:spLocks/>
              </p:cNvSpPr>
              <p:nvPr/>
            </p:nvSpPr>
            <p:spPr bwMode="auto">
              <a:xfrm>
                <a:off x="6407819" y="3505096"/>
                <a:ext cx="143039" cy="81557"/>
              </a:xfrm>
              <a:custGeom>
                <a:avLst/>
                <a:gdLst>
                  <a:gd name="T0" fmla="*/ 61 w 62"/>
                  <a:gd name="T1" fmla="*/ 22 h 35"/>
                  <a:gd name="T2" fmla="*/ 59 w 62"/>
                  <a:gd name="T3" fmla="*/ 22 h 35"/>
                  <a:gd name="T4" fmla="*/ 48 w 62"/>
                  <a:gd name="T5" fmla="*/ 20 h 35"/>
                  <a:gd name="T6" fmla="*/ 33 w 62"/>
                  <a:gd name="T7" fmla="*/ 14 h 35"/>
                  <a:gd name="T8" fmla="*/ 17 w 62"/>
                  <a:gd name="T9" fmla="*/ 2 h 35"/>
                  <a:gd name="T10" fmla="*/ 10 w 62"/>
                  <a:gd name="T11" fmla="*/ 1 h 35"/>
                  <a:gd name="T12" fmla="*/ 5 w 62"/>
                  <a:gd name="T13" fmla="*/ 2 h 35"/>
                  <a:gd name="T14" fmla="*/ 2 w 62"/>
                  <a:gd name="T15" fmla="*/ 7 h 35"/>
                  <a:gd name="T16" fmla="*/ 0 w 62"/>
                  <a:gd name="T17" fmla="*/ 13 h 35"/>
                  <a:gd name="T18" fmla="*/ 4 w 62"/>
                  <a:gd name="T19" fmla="*/ 16 h 35"/>
                  <a:gd name="T20" fmla="*/ 11 w 62"/>
                  <a:gd name="T21" fmla="*/ 19 h 35"/>
                  <a:gd name="T22" fmla="*/ 17 w 62"/>
                  <a:gd name="T23" fmla="*/ 23 h 35"/>
                  <a:gd name="T24" fmla="*/ 23 w 62"/>
                  <a:gd name="T25" fmla="*/ 26 h 35"/>
                  <a:gd name="T26" fmla="*/ 31 w 62"/>
                  <a:gd name="T27" fmla="*/ 25 h 35"/>
                  <a:gd name="T28" fmla="*/ 36 w 62"/>
                  <a:gd name="T29" fmla="*/ 30 h 35"/>
                  <a:gd name="T30" fmla="*/ 46 w 62"/>
                  <a:gd name="T31" fmla="*/ 34 h 35"/>
                  <a:gd name="T32" fmla="*/ 60 w 62"/>
                  <a:gd name="T33" fmla="*/ 32 h 35"/>
                  <a:gd name="T34" fmla="*/ 60 w 62"/>
                  <a:gd name="T35" fmla="*/ 24 h 35"/>
                  <a:gd name="T36" fmla="*/ 61 w 62"/>
                  <a:gd name="T37"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 h="35">
                    <a:moveTo>
                      <a:pt x="61" y="22"/>
                    </a:moveTo>
                    <a:cubicBezTo>
                      <a:pt x="60" y="22"/>
                      <a:pt x="60" y="22"/>
                      <a:pt x="59" y="22"/>
                    </a:cubicBezTo>
                    <a:cubicBezTo>
                      <a:pt x="54" y="22"/>
                      <a:pt x="51" y="20"/>
                      <a:pt x="48" y="20"/>
                    </a:cubicBezTo>
                    <a:cubicBezTo>
                      <a:pt x="45" y="21"/>
                      <a:pt x="37" y="17"/>
                      <a:pt x="33" y="14"/>
                    </a:cubicBezTo>
                    <a:cubicBezTo>
                      <a:pt x="29" y="11"/>
                      <a:pt x="19" y="5"/>
                      <a:pt x="17" y="2"/>
                    </a:cubicBezTo>
                    <a:cubicBezTo>
                      <a:pt x="14" y="0"/>
                      <a:pt x="10" y="0"/>
                      <a:pt x="10" y="1"/>
                    </a:cubicBezTo>
                    <a:cubicBezTo>
                      <a:pt x="10" y="2"/>
                      <a:pt x="8" y="2"/>
                      <a:pt x="5" y="2"/>
                    </a:cubicBezTo>
                    <a:cubicBezTo>
                      <a:pt x="4" y="4"/>
                      <a:pt x="2" y="5"/>
                      <a:pt x="2" y="7"/>
                    </a:cubicBezTo>
                    <a:cubicBezTo>
                      <a:pt x="2" y="9"/>
                      <a:pt x="0" y="11"/>
                      <a:pt x="0" y="13"/>
                    </a:cubicBezTo>
                    <a:cubicBezTo>
                      <a:pt x="0" y="15"/>
                      <a:pt x="3" y="15"/>
                      <a:pt x="4" y="16"/>
                    </a:cubicBezTo>
                    <a:cubicBezTo>
                      <a:pt x="5" y="17"/>
                      <a:pt x="10" y="18"/>
                      <a:pt x="11" y="19"/>
                    </a:cubicBezTo>
                    <a:cubicBezTo>
                      <a:pt x="11" y="21"/>
                      <a:pt x="15" y="22"/>
                      <a:pt x="17" y="23"/>
                    </a:cubicBezTo>
                    <a:cubicBezTo>
                      <a:pt x="19" y="23"/>
                      <a:pt x="22" y="25"/>
                      <a:pt x="23" y="26"/>
                    </a:cubicBezTo>
                    <a:cubicBezTo>
                      <a:pt x="25" y="27"/>
                      <a:pt x="29" y="25"/>
                      <a:pt x="31" y="25"/>
                    </a:cubicBezTo>
                    <a:cubicBezTo>
                      <a:pt x="33" y="25"/>
                      <a:pt x="35" y="28"/>
                      <a:pt x="36" y="30"/>
                    </a:cubicBezTo>
                    <a:cubicBezTo>
                      <a:pt x="36" y="31"/>
                      <a:pt x="44" y="32"/>
                      <a:pt x="46" y="34"/>
                    </a:cubicBezTo>
                    <a:cubicBezTo>
                      <a:pt x="48" y="35"/>
                      <a:pt x="58" y="34"/>
                      <a:pt x="60" y="32"/>
                    </a:cubicBezTo>
                    <a:cubicBezTo>
                      <a:pt x="62" y="31"/>
                      <a:pt x="60" y="27"/>
                      <a:pt x="60" y="24"/>
                    </a:cubicBezTo>
                    <a:cubicBezTo>
                      <a:pt x="60" y="23"/>
                      <a:pt x="60" y="23"/>
                      <a:pt x="61"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61">
                <a:extLst>
                  <a:ext uri="{FF2B5EF4-FFF2-40B4-BE49-F238E27FC236}">
                    <a16:creationId xmlns:a16="http://schemas.microsoft.com/office/drawing/2014/main" id="{CCF8698C-9111-440A-9B10-E709585977B5}"/>
                  </a:ext>
                </a:extLst>
              </p:cNvPr>
              <p:cNvSpPr>
                <a:spLocks/>
              </p:cNvSpPr>
              <p:nvPr/>
            </p:nvSpPr>
            <p:spPr bwMode="auto">
              <a:xfrm>
                <a:off x="6614849" y="3542738"/>
                <a:ext cx="159350" cy="350068"/>
              </a:xfrm>
              <a:custGeom>
                <a:avLst/>
                <a:gdLst>
                  <a:gd name="T0" fmla="*/ 55 w 69"/>
                  <a:gd name="T1" fmla="*/ 138 h 152"/>
                  <a:gd name="T2" fmla="*/ 53 w 69"/>
                  <a:gd name="T3" fmla="*/ 132 h 152"/>
                  <a:gd name="T4" fmla="*/ 50 w 69"/>
                  <a:gd name="T5" fmla="*/ 122 h 152"/>
                  <a:gd name="T6" fmla="*/ 47 w 69"/>
                  <a:gd name="T7" fmla="*/ 114 h 152"/>
                  <a:gd name="T8" fmla="*/ 48 w 69"/>
                  <a:gd name="T9" fmla="*/ 108 h 152"/>
                  <a:gd name="T10" fmla="*/ 48 w 69"/>
                  <a:gd name="T11" fmla="*/ 104 h 152"/>
                  <a:gd name="T12" fmla="*/ 47 w 69"/>
                  <a:gd name="T13" fmla="*/ 99 h 152"/>
                  <a:gd name="T14" fmla="*/ 41 w 69"/>
                  <a:gd name="T15" fmla="*/ 91 h 152"/>
                  <a:gd name="T16" fmla="*/ 42 w 69"/>
                  <a:gd name="T17" fmla="*/ 79 h 152"/>
                  <a:gd name="T18" fmla="*/ 47 w 69"/>
                  <a:gd name="T19" fmla="*/ 76 h 152"/>
                  <a:gd name="T20" fmla="*/ 53 w 69"/>
                  <a:gd name="T21" fmla="*/ 74 h 152"/>
                  <a:gd name="T22" fmla="*/ 60 w 69"/>
                  <a:gd name="T23" fmla="*/ 70 h 152"/>
                  <a:gd name="T24" fmla="*/ 64 w 69"/>
                  <a:gd name="T25" fmla="*/ 67 h 152"/>
                  <a:gd name="T26" fmla="*/ 68 w 69"/>
                  <a:gd name="T27" fmla="*/ 60 h 152"/>
                  <a:gd name="T28" fmla="*/ 69 w 69"/>
                  <a:gd name="T29" fmla="*/ 60 h 152"/>
                  <a:gd name="T30" fmla="*/ 65 w 69"/>
                  <a:gd name="T31" fmla="*/ 61 h 152"/>
                  <a:gd name="T32" fmla="*/ 60 w 69"/>
                  <a:gd name="T33" fmla="*/ 58 h 152"/>
                  <a:gd name="T34" fmla="*/ 55 w 69"/>
                  <a:gd name="T35" fmla="*/ 56 h 152"/>
                  <a:gd name="T36" fmla="*/ 55 w 69"/>
                  <a:gd name="T37" fmla="*/ 51 h 152"/>
                  <a:gd name="T38" fmla="*/ 52 w 69"/>
                  <a:gd name="T39" fmla="*/ 47 h 152"/>
                  <a:gd name="T40" fmla="*/ 50 w 69"/>
                  <a:gd name="T41" fmla="*/ 40 h 152"/>
                  <a:gd name="T42" fmla="*/ 43 w 69"/>
                  <a:gd name="T43" fmla="*/ 39 h 152"/>
                  <a:gd name="T44" fmla="*/ 41 w 69"/>
                  <a:gd name="T45" fmla="*/ 35 h 152"/>
                  <a:gd name="T46" fmla="*/ 48 w 69"/>
                  <a:gd name="T47" fmla="*/ 24 h 152"/>
                  <a:gd name="T48" fmla="*/ 50 w 69"/>
                  <a:gd name="T49" fmla="*/ 12 h 152"/>
                  <a:gd name="T50" fmla="*/ 47 w 69"/>
                  <a:gd name="T51" fmla="*/ 8 h 152"/>
                  <a:gd name="T52" fmla="*/ 45 w 69"/>
                  <a:gd name="T53" fmla="*/ 4 h 152"/>
                  <a:gd name="T54" fmla="*/ 39 w 69"/>
                  <a:gd name="T55" fmla="*/ 1 h 152"/>
                  <a:gd name="T56" fmla="*/ 38 w 69"/>
                  <a:gd name="T57" fmla="*/ 2 h 152"/>
                  <a:gd name="T58" fmla="*/ 38 w 69"/>
                  <a:gd name="T59" fmla="*/ 2 h 152"/>
                  <a:gd name="T60" fmla="*/ 36 w 69"/>
                  <a:gd name="T61" fmla="*/ 6 h 152"/>
                  <a:gd name="T62" fmla="*/ 37 w 69"/>
                  <a:gd name="T63" fmla="*/ 11 h 152"/>
                  <a:gd name="T64" fmla="*/ 33 w 69"/>
                  <a:gd name="T65" fmla="*/ 11 h 152"/>
                  <a:gd name="T66" fmla="*/ 27 w 69"/>
                  <a:gd name="T67" fmla="*/ 14 h 152"/>
                  <a:gd name="T68" fmla="*/ 21 w 69"/>
                  <a:gd name="T69" fmla="*/ 21 h 152"/>
                  <a:gd name="T70" fmla="*/ 19 w 69"/>
                  <a:gd name="T71" fmla="*/ 30 h 152"/>
                  <a:gd name="T72" fmla="*/ 16 w 69"/>
                  <a:gd name="T73" fmla="*/ 40 h 152"/>
                  <a:gd name="T74" fmla="*/ 10 w 69"/>
                  <a:gd name="T75" fmla="*/ 40 h 152"/>
                  <a:gd name="T76" fmla="*/ 8 w 69"/>
                  <a:gd name="T77" fmla="*/ 48 h 152"/>
                  <a:gd name="T78" fmla="*/ 6 w 69"/>
                  <a:gd name="T79" fmla="*/ 56 h 152"/>
                  <a:gd name="T80" fmla="*/ 3 w 69"/>
                  <a:gd name="T81" fmla="*/ 62 h 152"/>
                  <a:gd name="T82" fmla="*/ 0 w 69"/>
                  <a:gd name="T83" fmla="*/ 65 h 152"/>
                  <a:gd name="T84" fmla="*/ 7 w 69"/>
                  <a:gd name="T85" fmla="*/ 73 h 152"/>
                  <a:gd name="T86" fmla="*/ 16 w 69"/>
                  <a:gd name="T87" fmla="*/ 89 h 152"/>
                  <a:gd name="T88" fmla="*/ 15 w 69"/>
                  <a:gd name="T89" fmla="*/ 102 h 152"/>
                  <a:gd name="T90" fmla="*/ 19 w 69"/>
                  <a:gd name="T91" fmla="*/ 106 h 152"/>
                  <a:gd name="T92" fmla="*/ 26 w 69"/>
                  <a:gd name="T93" fmla="*/ 105 h 152"/>
                  <a:gd name="T94" fmla="*/ 33 w 69"/>
                  <a:gd name="T95" fmla="*/ 97 h 152"/>
                  <a:gd name="T96" fmla="*/ 37 w 69"/>
                  <a:gd name="T97" fmla="*/ 101 h 152"/>
                  <a:gd name="T98" fmla="*/ 41 w 69"/>
                  <a:gd name="T99" fmla="*/ 109 h 152"/>
                  <a:gd name="T100" fmla="*/ 45 w 69"/>
                  <a:gd name="T101" fmla="*/ 127 h 152"/>
                  <a:gd name="T102" fmla="*/ 48 w 69"/>
                  <a:gd name="T103" fmla="*/ 140 h 152"/>
                  <a:gd name="T104" fmla="*/ 49 w 69"/>
                  <a:gd name="T105" fmla="*/ 149 h 152"/>
                  <a:gd name="T106" fmla="*/ 48 w 69"/>
                  <a:gd name="T107" fmla="*/ 151 h 152"/>
                  <a:gd name="T108" fmla="*/ 55 w 69"/>
                  <a:gd name="T109" fmla="*/ 13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9" h="152">
                    <a:moveTo>
                      <a:pt x="55" y="138"/>
                    </a:moveTo>
                    <a:cubicBezTo>
                      <a:pt x="55" y="135"/>
                      <a:pt x="53" y="135"/>
                      <a:pt x="53" y="132"/>
                    </a:cubicBezTo>
                    <a:cubicBezTo>
                      <a:pt x="53" y="129"/>
                      <a:pt x="53" y="125"/>
                      <a:pt x="50" y="122"/>
                    </a:cubicBezTo>
                    <a:cubicBezTo>
                      <a:pt x="46" y="119"/>
                      <a:pt x="45" y="115"/>
                      <a:pt x="47" y="114"/>
                    </a:cubicBezTo>
                    <a:cubicBezTo>
                      <a:pt x="49" y="112"/>
                      <a:pt x="47" y="108"/>
                      <a:pt x="48" y="108"/>
                    </a:cubicBezTo>
                    <a:cubicBezTo>
                      <a:pt x="49" y="108"/>
                      <a:pt x="50" y="105"/>
                      <a:pt x="48" y="104"/>
                    </a:cubicBezTo>
                    <a:cubicBezTo>
                      <a:pt x="46" y="103"/>
                      <a:pt x="48" y="99"/>
                      <a:pt x="47" y="99"/>
                    </a:cubicBezTo>
                    <a:cubicBezTo>
                      <a:pt x="45" y="98"/>
                      <a:pt x="41" y="93"/>
                      <a:pt x="41" y="91"/>
                    </a:cubicBezTo>
                    <a:cubicBezTo>
                      <a:pt x="41" y="90"/>
                      <a:pt x="42" y="81"/>
                      <a:pt x="42" y="79"/>
                    </a:cubicBezTo>
                    <a:cubicBezTo>
                      <a:pt x="43" y="76"/>
                      <a:pt x="46" y="76"/>
                      <a:pt x="47" y="76"/>
                    </a:cubicBezTo>
                    <a:cubicBezTo>
                      <a:pt x="48" y="76"/>
                      <a:pt x="52" y="76"/>
                      <a:pt x="53" y="74"/>
                    </a:cubicBezTo>
                    <a:cubicBezTo>
                      <a:pt x="54" y="72"/>
                      <a:pt x="59" y="72"/>
                      <a:pt x="60" y="70"/>
                    </a:cubicBezTo>
                    <a:cubicBezTo>
                      <a:pt x="61" y="68"/>
                      <a:pt x="64" y="68"/>
                      <a:pt x="64" y="67"/>
                    </a:cubicBezTo>
                    <a:cubicBezTo>
                      <a:pt x="64" y="65"/>
                      <a:pt x="68" y="60"/>
                      <a:pt x="68" y="60"/>
                    </a:cubicBezTo>
                    <a:cubicBezTo>
                      <a:pt x="68" y="60"/>
                      <a:pt x="68" y="60"/>
                      <a:pt x="69" y="60"/>
                    </a:cubicBezTo>
                    <a:cubicBezTo>
                      <a:pt x="68" y="59"/>
                      <a:pt x="67" y="60"/>
                      <a:pt x="65" y="61"/>
                    </a:cubicBezTo>
                    <a:cubicBezTo>
                      <a:pt x="61" y="62"/>
                      <a:pt x="60" y="60"/>
                      <a:pt x="60" y="58"/>
                    </a:cubicBezTo>
                    <a:cubicBezTo>
                      <a:pt x="60" y="56"/>
                      <a:pt x="57" y="56"/>
                      <a:pt x="55" y="56"/>
                    </a:cubicBezTo>
                    <a:cubicBezTo>
                      <a:pt x="54" y="56"/>
                      <a:pt x="55" y="53"/>
                      <a:pt x="55" y="51"/>
                    </a:cubicBezTo>
                    <a:cubicBezTo>
                      <a:pt x="56" y="48"/>
                      <a:pt x="55" y="47"/>
                      <a:pt x="52" y="47"/>
                    </a:cubicBezTo>
                    <a:cubicBezTo>
                      <a:pt x="50" y="47"/>
                      <a:pt x="49" y="42"/>
                      <a:pt x="50" y="40"/>
                    </a:cubicBezTo>
                    <a:cubicBezTo>
                      <a:pt x="51" y="39"/>
                      <a:pt x="45" y="38"/>
                      <a:pt x="43" y="39"/>
                    </a:cubicBezTo>
                    <a:cubicBezTo>
                      <a:pt x="40" y="40"/>
                      <a:pt x="42" y="37"/>
                      <a:pt x="41" y="35"/>
                    </a:cubicBezTo>
                    <a:cubicBezTo>
                      <a:pt x="40" y="33"/>
                      <a:pt x="44" y="27"/>
                      <a:pt x="48" y="24"/>
                    </a:cubicBezTo>
                    <a:cubicBezTo>
                      <a:pt x="51" y="20"/>
                      <a:pt x="50" y="16"/>
                      <a:pt x="50" y="12"/>
                    </a:cubicBezTo>
                    <a:cubicBezTo>
                      <a:pt x="50" y="8"/>
                      <a:pt x="48" y="8"/>
                      <a:pt x="47" y="8"/>
                    </a:cubicBezTo>
                    <a:cubicBezTo>
                      <a:pt x="45" y="8"/>
                      <a:pt x="45" y="6"/>
                      <a:pt x="45" y="4"/>
                    </a:cubicBezTo>
                    <a:cubicBezTo>
                      <a:pt x="45" y="1"/>
                      <a:pt x="41" y="0"/>
                      <a:pt x="39" y="1"/>
                    </a:cubicBezTo>
                    <a:cubicBezTo>
                      <a:pt x="39" y="1"/>
                      <a:pt x="39" y="2"/>
                      <a:pt x="38" y="2"/>
                    </a:cubicBezTo>
                    <a:cubicBezTo>
                      <a:pt x="38" y="2"/>
                      <a:pt x="38" y="2"/>
                      <a:pt x="38" y="2"/>
                    </a:cubicBezTo>
                    <a:cubicBezTo>
                      <a:pt x="38" y="2"/>
                      <a:pt x="38" y="5"/>
                      <a:pt x="36" y="6"/>
                    </a:cubicBezTo>
                    <a:cubicBezTo>
                      <a:pt x="35" y="7"/>
                      <a:pt x="35" y="8"/>
                      <a:pt x="37" y="11"/>
                    </a:cubicBezTo>
                    <a:cubicBezTo>
                      <a:pt x="39" y="14"/>
                      <a:pt x="34" y="13"/>
                      <a:pt x="33" y="11"/>
                    </a:cubicBezTo>
                    <a:cubicBezTo>
                      <a:pt x="33" y="10"/>
                      <a:pt x="29" y="12"/>
                      <a:pt x="27" y="14"/>
                    </a:cubicBezTo>
                    <a:cubicBezTo>
                      <a:pt x="25" y="16"/>
                      <a:pt x="21" y="17"/>
                      <a:pt x="21" y="21"/>
                    </a:cubicBezTo>
                    <a:cubicBezTo>
                      <a:pt x="21" y="24"/>
                      <a:pt x="19" y="28"/>
                      <a:pt x="19" y="30"/>
                    </a:cubicBezTo>
                    <a:cubicBezTo>
                      <a:pt x="20" y="33"/>
                      <a:pt x="16" y="39"/>
                      <a:pt x="16" y="40"/>
                    </a:cubicBezTo>
                    <a:cubicBezTo>
                      <a:pt x="17" y="42"/>
                      <a:pt x="11" y="40"/>
                      <a:pt x="10" y="40"/>
                    </a:cubicBezTo>
                    <a:cubicBezTo>
                      <a:pt x="9" y="40"/>
                      <a:pt x="10" y="46"/>
                      <a:pt x="8" y="48"/>
                    </a:cubicBezTo>
                    <a:cubicBezTo>
                      <a:pt x="7" y="50"/>
                      <a:pt x="8" y="56"/>
                      <a:pt x="6" y="56"/>
                    </a:cubicBezTo>
                    <a:cubicBezTo>
                      <a:pt x="4" y="56"/>
                      <a:pt x="3" y="62"/>
                      <a:pt x="3" y="62"/>
                    </a:cubicBezTo>
                    <a:cubicBezTo>
                      <a:pt x="3" y="62"/>
                      <a:pt x="1" y="63"/>
                      <a:pt x="0" y="65"/>
                    </a:cubicBezTo>
                    <a:cubicBezTo>
                      <a:pt x="1" y="68"/>
                      <a:pt x="4" y="71"/>
                      <a:pt x="7" y="73"/>
                    </a:cubicBezTo>
                    <a:cubicBezTo>
                      <a:pt x="12" y="75"/>
                      <a:pt x="15" y="84"/>
                      <a:pt x="16" y="89"/>
                    </a:cubicBezTo>
                    <a:cubicBezTo>
                      <a:pt x="18" y="94"/>
                      <a:pt x="17" y="99"/>
                      <a:pt x="15" y="102"/>
                    </a:cubicBezTo>
                    <a:cubicBezTo>
                      <a:pt x="14" y="105"/>
                      <a:pt x="16" y="105"/>
                      <a:pt x="19" y="106"/>
                    </a:cubicBezTo>
                    <a:cubicBezTo>
                      <a:pt x="21" y="108"/>
                      <a:pt x="24" y="108"/>
                      <a:pt x="26" y="105"/>
                    </a:cubicBezTo>
                    <a:cubicBezTo>
                      <a:pt x="28" y="103"/>
                      <a:pt x="33" y="101"/>
                      <a:pt x="33" y="97"/>
                    </a:cubicBezTo>
                    <a:cubicBezTo>
                      <a:pt x="34" y="94"/>
                      <a:pt x="36" y="99"/>
                      <a:pt x="37" y="101"/>
                    </a:cubicBezTo>
                    <a:cubicBezTo>
                      <a:pt x="39" y="102"/>
                      <a:pt x="40" y="105"/>
                      <a:pt x="41" y="109"/>
                    </a:cubicBezTo>
                    <a:cubicBezTo>
                      <a:pt x="41" y="114"/>
                      <a:pt x="41" y="124"/>
                      <a:pt x="45" y="127"/>
                    </a:cubicBezTo>
                    <a:cubicBezTo>
                      <a:pt x="48" y="130"/>
                      <a:pt x="49" y="137"/>
                      <a:pt x="48" y="140"/>
                    </a:cubicBezTo>
                    <a:cubicBezTo>
                      <a:pt x="47" y="142"/>
                      <a:pt x="50" y="146"/>
                      <a:pt x="49" y="149"/>
                    </a:cubicBezTo>
                    <a:cubicBezTo>
                      <a:pt x="49" y="150"/>
                      <a:pt x="49" y="150"/>
                      <a:pt x="48" y="151"/>
                    </a:cubicBezTo>
                    <a:cubicBezTo>
                      <a:pt x="52" y="152"/>
                      <a:pt x="55" y="138"/>
                      <a:pt x="55" y="13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62">
                <a:extLst>
                  <a:ext uri="{FF2B5EF4-FFF2-40B4-BE49-F238E27FC236}">
                    <a16:creationId xmlns:a16="http://schemas.microsoft.com/office/drawing/2014/main" id="{7678E276-C32B-4902-BB3C-706A4D640A3F}"/>
                  </a:ext>
                </a:extLst>
              </p:cNvPr>
              <p:cNvSpPr>
                <a:spLocks/>
              </p:cNvSpPr>
              <p:nvPr/>
            </p:nvSpPr>
            <p:spPr bwMode="auto">
              <a:xfrm>
                <a:off x="6559641" y="3546502"/>
                <a:ext cx="57717" cy="35132"/>
              </a:xfrm>
              <a:custGeom>
                <a:avLst/>
                <a:gdLst>
                  <a:gd name="T0" fmla="*/ 24 w 25"/>
                  <a:gd name="T1" fmla="*/ 5 h 15"/>
                  <a:gd name="T2" fmla="*/ 15 w 25"/>
                  <a:gd name="T3" fmla="*/ 3 h 15"/>
                  <a:gd name="T4" fmla="*/ 8 w 25"/>
                  <a:gd name="T5" fmla="*/ 2 h 15"/>
                  <a:gd name="T6" fmla="*/ 2 w 25"/>
                  <a:gd name="T7" fmla="*/ 7 h 15"/>
                  <a:gd name="T8" fmla="*/ 0 w 25"/>
                  <a:gd name="T9" fmla="*/ 10 h 15"/>
                  <a:gd name="T10" fmla="*/ 3 w 25"/>
                  <a:gd name="T11" fmla="*/ 12 h 15"/>
                  <a:gd name="T12" fmla="*/ 8 w 25"/>
                  <a:gd name="T13" fmla="*/ 13 h 15"/>
                  <a:gd name="T14" fmla="*/ 16 w 25"/>
                  <a:gd name="T15" fmla="*/ 14 h 15"/>
                  <a:gd name="T16" fmla="*/ 23 w 25"/>
                  <a:gd name="T17" fmla="*/ 13 h 15"/>
                  <a:gd name="T18" fmla="*/ 23 w 25"/>
                  <a:gd name="T19" fmla="*/ 6 h 15"/>
                  <a:gd name="T20" fmla="*/ 24 w 25"/>
                  <a:gd name="T21"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15">
                    <a:moveTo>
                      <a:pt x="24" y="5"/>
                    </a:moveTo>
                    <a:cubicBezTo>
                      <a:pt x="19" y="1"/>
                      <a:pt x="18" y="4"/>
                      <a:pt x="15" y="3"/>
                    </a:cubicBezTo>
                    <a:cubicBezTo>
                      <a:pt x="11" y="1"/>
                      <a:pt x="10" y="0"/>
                      <a:pt x="8" y="2"/>
                    </a:cubicBezTo>
                    <a:cubicBezTo>
                      <a:pt x="6" y="3"/>
                      <a:pt x="4" y="3"/>
                      <a:pt x="2" y="7"/>
                    </a:cubicBezTo>
                    <a:cubicBezTo>
                      <a:pt x="2" y="8"/>
                      <a:pt x="1" y="9"/>
                      <a:pt x="0" y="10"/>
                    </a:cubicBezTo>
                    <a:cubicBezTo>
                      <a:pt x="1" y="11"/>
                      <a:pt x="2" y="12"/>
                      <a:pt x="3" y="12"/>
                    </a:cubicBezTo>
                    <a:cubicBezTo>
                      <a:pt x="4" y="12"/>
                      <a:pt x="5" y="14"/>
                      <a:pt x="8" y="13"/>
                    </a:cubicBezTo>
                    <a:cubicBezTo>
                      <a:pt x="10" y="13"/>
                      <a:pt x="12" y="15"/>
                      <a:pt x="16" y="14"/>
                    </a:cubicBezTo>
                    <a:cubicBezTo>
                      <a:pt x="19" y="13"/>
                      <a:pt x="22" y="15"/>
                      <a:pt x="23" y="13"/>
                    </a:cubicBezTo>
                    <a:cubicBezTo>
                      <a:pt x="25" y="11"/>
                      <a:pt x="23" y="6"/>
                      <a:pt x="23" y="6"/>
                    </a:cubicBezTo>
                    <a:cubicBezTo>
                      <a:pt x="23" y="6"/>
                      <a:pt x="23" y="6"/>
                      <a:pt x="24"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63">
                <a:extLst>
                  <a:ext uri="{FF2B5EF4-FFF2-40B4-BE49-F238E27FC236}">
                    <a16:creationId xmlns:a16="http://schemas.microsoft.com/office/drawing/2014/main" id="{5AFF8436-0D27-47C6-8A60-72E9E02279E5}"/>
                  </a:ext>
                </a:extLst>
              </p:cNvPr>
              <p:cNvSpPr>
                <a:spLocks/>
              </p:cNvSpPr>
              <p:nvPr/>
            </p:nvSpPr>
            <p:spPr bwMode="auto">
              <a:xfrm>
                <a:off x="6791766" y="3645625"/>
                <a:ext cx="139275" cy="283568"/>
              </a:xfrm>
              <a:custGeom>
                <a:avLst/>
                <a:gdLst>
                  <a:gd name="T0" fmla="*/ 44 w 60"/>
                  <a:gd name="T1" fmla="*/ 15 h 123"/>
                  <a:gd name="T2" fmla="*/ 36 w 60"/>
                  <a:gd name="T3" fmla="*/ 9 h 123"/>
                  <a:gd name="T4" fmla="*/ 34 w 60"/>
                  <a:gd name="T5" fmla="*/ 4 h 123"/>
                  <a:gd name="T6" fmla="*/ 27 w 60"/>
                  <a:gd name="T7" fmla="*/ 1 h 123"/>
                  <a:gd name="T8" fmla="*/ 21 w 60"/>
                  <a:gd name="T9" fmla="*/ 5 h 123"/>
                  <a:gd name="T10" fmla="*/ 16 w 60"/>
                  <a:gd name="T11" fmla="*/ 6 h 123"/>
                  <a:gd name="T12" fmla="*/ 9 w 60"/>
                  <a:gd name="T13" fmla="*/ 6 h 123"/>
                  <a:gd name="T14" fmla="*/ 2 w 60"/>
                  <a:gd name="T15" fmla="*/ 6 h 123"/>
                  <a:gd name="T16" fmla="*/ 0 w 60"/>
                  <a:gd name="T17" fmla="*/ 8 h 123"/>
                  <a:gd name="T18" fmla="*/ 3 w 60"/>
                  <a:gd name="T19" fmla="*/ 12 h 123"/>
                  <a:gd name="T20" fmla="*/ 7 w 60"/>
                  <a:gd name="T21" fmla="*/ 18 h 123"/>
                  <a:gd name="T22" fmla="*/ 14 w 60"/>
                  <a:gd name="T23" fmla="*/ 22 h 123"/>
                  <a:gd name="T24" fmla="*/ 20 w 60"/>
                  <a:gd name="T25" fmla="*/ 23 h 123"/>
                  <a:gd name="T26" fmla="*/ 22 w 60"/>
                  <a:gd name="T27" fmla="*/ 30 h 123"/>
                  <a:gd name="T28" fmla="*/ 16 w 60"/>
                  <a:gd name="T29" fmla="*/ 33 h 123"/>
                  <a:gd name="T30" fmla="*/ 25 w 60"/>
                  <a:gd name="T31" fmla="*/ 41 h 123"/>
                  <a:gd name="T32" fmla="*/ 29 w 60"/>
                  <a:gd name="T33" fmla="*/ 48 h 123"/>
                  <a:gd name="T34" fmla="*/ 35 w 60"/>
                  <a:gd name="T35" fmla="*/ 57 h 123"/>
                  <a:gd name="T36" fmla="*/ 42 w 60"/>
                  <a:gd name="T37" fmla="*/ 63 h 123"/>
                  <a:gd name="T38" fmla="*/ 43 w 60"/>
                  <a:gd name="T39" fmla="*/ 71 h 123"/>
                  <a:gd name="T40" fmla="*/ 46 w 60"/>
                  <a:gd name="T41" fmla="*/ 84 h 123"/>
                  <a:gd name="T42" fmla="*/ 40 w 60"/>
                  <a:gd name="T43" fmla="*/ 93 h 123"/>
                  <a:gd name="T44" fmla="*/ 33 w 60"/>
                  <a:gd name="T45" fmla="*/ 98 h 123"/>
                  <a:gd name="T46" fmla="*/ 33 w 60"/>
                  <a:gd name="T47" fmla="*/ 105 h 123"/>
                  <a:gd name="T48" fmla="*/ 24 w 60"/>
                  <a:gd name="T49" fmla="*/ 105 h 123"/>
                  <a:gd name="T50" fmla="*/ 19 w 60"/>
                  <a:gd name="T51" fmla="*/ 109 h 123"/>
                  <a:gd name="T52" fmla="*/ 23 w 60"/>
                  <a:gd name="T53" fmla="*/ 112 h 123"/>
                  <a:gd name="T54" fmla="*/ 20 w 60"/>
                  <a:gd name="T55" fmla="*/ 119 h 123"/>
                  <a:gd name="T56" fmla="*/ 24 w 60"/>
                  <a:gd name="T57" fmla="*/ 122 h 123"/>
                  <a:gd name="T58" fmla="*/ 32 w 60"/>
                  <a:gd name="T59" fmla="*/ 116 h 123"/>
                  <a:gd name="T60" fmla="*/ 34 w 60"/>
                  <a:gd name="T61" fmla="*/ 113 h 123"/>
                  <a:gd name="T62" fmla="*/ 36 w 60"/>
                  <a:gd name="T63" fmla="*/ 109 h 123"/>
                  <a:gd name="T64" fmla="*/ 41 w 60"/>
                  <a:gd name="T65" fmla="*/ 108 h 123"/>
                  <a:gd name="T66" fmla="*/ 52 w 60"/>
                  <a:gd name="T67" fmla="*/ 103 h 123"/>
                  <a:gd name="T68" fmla="*/ 58 w 60"/>
                  <a:gd name="T69" fmla="*/ 92 h 123"/>
                  <a:gd name="T70" fmla="*/ 56 w 60"/>
                  <a:gd name="T71" fmla="*/ 73 h 123"/>
                  <a:gd name="T72" fmla="*/ 49 w 60"/>
                  <a:gd name="T73" fmla="*/ 61 h 123"/>
                  <a:gd name="T74" fmla="*/ 36 w 60"/>
                  <a:gd name="T75" fmla="*/ 50 h 123"/>
                  <a:gd name="T76" fmla="*/ 32 w 60"/>
                  <a:gd name="T77" fmla="*/ 44 h 123"/>
                  <a:gd name="T78" fmla="*/ 30 w 60"/>
                  <a:gd name="T79" fmla="*/ 33 h 123"/>
                  <a:gd name="T80" fmla="*/ 36 w 60"/>
                  <a:gd name="T81" fmla="*/ 26 h 123"/>
                  <a:gd name="T82" fmla="*/ 39 w 60"/>
                  <a:gd name="T83" fmla="*/ 21 h 123"/>
                  <a:gd name="T84" fmla="*/ 45 w 60"/>
                  <a:gd name="T85" fmla="*/ 17 h 123"/>
                  <a:gd name="T86" fmla="*/ 46 w 60"/>
                  <a:gd name="T87" fmla="*/ 16 h 123"/>
                  <a:gd name="T88" fmla="*/ 44 w 60"/>
                  <a:gd name="T89" fmla="*/ 1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0" h="123">
                    <a:moveTo>
                      <a:pt x="44" y="15"/>
                    </a:moveTo>
                    <a:cubicBezTo>
                      <a:pt x="42" y="15"/>
                      <a:pt x="36" y="10"/>
                      <a:pt x="36" y="9"/>
                    </a:cubicBezTo>
                    <a:cubicBezTo>
                      <a:pt x="36" y="7"/>
                      <a:pt x="39" y="5"/>
                      <a:pt x="34" y="4"/>
                    </a:cubicBezTo>
                    <a:cubicBezTo>
                      <a:pt x="29" y="3"/>
                      <a:pt x="28" y="2"/>
                      <a:pt x="27" y="1"/>
                    </a:cubicBezTo>
                    <a:cubicBezTo>
                      <a:pt x="26" y="0"/>
                      <a:pt x="22" y="3"/>
                      <a:pt x="21" y="5"/>
                    </a:cubicBezTo>
                    <a:cubicBezTo>
                      <a:pt x="20" y="7"/>
                      <a:pt x="18" y="4"/>
                      <a:pt x="16" y="6"/>
                    </a:cubicBezTo>
                    <a:cubicBezTo>
                      <a:pt x="13" y="7"/>
                      <a:pt x="10" y="3"/>
                      <a:pt x="9" y="6"/>
                    </a:cubicBezTo>
                    <a:cubicBezTo>
                      <a:pt x="7" y="8"/>
                      <a:pt x="4" y="4"/>
                      <a:pt x="2" y="6"/>
                    </a:cubicBezTo>
                    <a:cubicBezTo>
                      <a:pt x="2" y="7"/>
                      <a:pt x="1" y="8"/>
                      <a:pt x="0" y="8"/>
                    </a:cubicBezTo>
                    <a:cubicBezTo>
                      <a:pt x="2" y="10"/>
                      <a:pt x="3" y="11"/>
                      <a:pt x="3" y="12"/>
                    </a:cubicBezTo>
                    <a:cubicBezTo>
                      <a:pt x="3" y="14"/>
                      <a:pt x="7" y="16"/>
                      <a:pt x="7" y="18"/>
                    </a:cubicBezTo>
                    <a:cubicBezTo>
                      <a:pt x="7" y="21"/>
                      <a:pt x="12" y="23"/>
                      <a:pt x="14" y="22"/>
                    </a:cubicBezTo>
                    <a:cubicBezTo>
                      <a:pt x="15" y="21"/>
                      <a:pt x="19" y="20"/>
                      <a:pt x="20" y="23"/>
                    </a:cubicBezTo>
                    <a:cubicBezTo>
                      <a:pt x="20" y="27"/>
                      <a:pt x="22" y="27"/>
                      <a:pt x="22" y="30"/>
                    </a:cubicBezTo>
                    <a:cubicBezTo>
                      <a:pt x="22" y="32"/>
                      <a:pt x="17" y="31"/>
                      <a:pt x="16" y="33"/>
                    </a:cubicBezTo>
                    <a:cubicBezTo>
                      <a:pt x="15" y="36"/>
                      <a:pt x="25" y="39"/>
                      <a:pt x="25" y="41"/>
                    </a:cubicBezTo>
                    <a:cubicBezTo>
                      <a:pt x="25" y="43"/>
                      <a:pt x="28" y="45"/>
                      <a:pt x="29" y="48"/>
                    </a:cubicBezTo>
                    <a:cubicBezTo>
                      <a:pt x="30" y="50"/>
                      <a:pt x="34" y="54"/>
                      <a:pt x="35" y="57"/>
                    </a:cubicBezTo>
                    <a:cubicBezTo>
                      <a:pt x="36" y="60"/>
                      <a:pt x="40" y="61"/>
                      <a:pt x="42" y="63"/>
                    </a:cubicBezTo>
                    <a:cubicBezTo>
                      <a:pt x="43" y="64"/>
                      <a:pt x="44" y="68"/>
                      <a:pt x="43" y="71"/>
                    </a:cubicBezTo>
                    <a:cubicBezTo>
                      <a:pt x="43" y="74"/>
                      <a:pt x="43" y="80"/>
                      <a:pt x="46" y="84"/>
                    </a:cubicBezTo>
                    <a:cubicBezTo>
                      <a:pt x="49" y="89"/>
                      <a:pt x="42" y="91"/>
                      <a:pt x="40" y="93"/>
                    </a:cubicBezTo>
                    <a:cubicBezTo>
                      <a:pt x="38" y="96"/>
                      <a:pt x="39" y="99"/>
                      <a:pt x="33" y="98"/>
                    </a:cubicBezTo>
                    <a:cubicBezTo>
                      <a:pt x="27" y="96"/>
                      <a:pt x="34" y="103"/>
                      <a:pt x="33" y="105"/>
                    </a:cubicBezTo>
                    <a:cubicBezTo>
                      <a:pt x="32" y="107"/>
                      <a:pt x="24" y="103"/>
                      <a:pt x="24" y="105"/>
                    </a:cubicBezTo>
                    <a:cubicBezTo>
                      <a:pt x="24" y="106"/>
                      <a:pt x="21" y="108"/>
                      <a:pt x="19" y="109"/>
                    </a:cubicBezTo>
                    <a:cubicBezTo>
                      <a:pt x="20" y="110"/>
                      <a:pt x="21" y="111"/>
                      <a:pt x="23" y="112"/>
                    </a:cubicBezTo>
                    <a:cubicBezTo>
                      <a:pt x="25" y="113"/>
                      <a:pt x="20" y="115"/>
                      <a:pt x="20" y="119"/>
                    </a:cubicBezTo>
                    <a:cubicBezTo>
                      <a:pt x="21" y="122"/>
                      <a:pt x="23" y="123"/>
                      <a:pt x="24" y="122"/>
                    </a:cubicBezTo>
                    <a:cubicBezTo>
                      <a:pt x="26" y="120"/>
                      <a:pt x="30" y="117"/>
                      <a:pt x="32" y="116"/>
                    </a:cubicBezTo>
                    <a:cubicBezTo>
                      <a:pt x="34" y="116"/>
                      <a:pt x="32" y="113"/>
                      <a:pt x="34" y="113"/>
                    </a:cubicBezTo>
                    <a:cubicBezTo>
                      <a:pt x="36" y="113"/>
                      <a:pt x="35" y="110"/>
                      <a:pt x="36" y="109"/>
                    </a:cubicBezTo>
                    <a:cubicBezTo>
                      <a:pt x="37" y="107"/>
                      <a:pt x="38" y="108"/>
                      <a:pt x="41" y="108"/>
                    </a:cubicBezTo>
                    <a:cubicBezTo>
                      <a:pt x="44" y="108"/>
                      <a:pt x="48" y="105"/>
                      <a:pt x="52" y="103"/>
                    </a:cubicBezTo>
                    <a:cubicBezTo>
                      <a:pt x="56" y="100"/>
                      <a:pt x="56" y="100"/>
                      <a:pt x="58" y="92"/>
                    </a:cubicBezTo>
                    <a:cubicBezTo>
                      <a:pt x="60" y="85"/>
                      <a:pt x="56" y="76"/>
                      <a:pt x="56" y="73"/>
                    </a:cubicBezTo>
                    <a:cubicBezTo>
                      <a:pt x="56" y="71"/>
                      <a:pt x="51" y="61"/>
                      <a:pt x="49" y="61"/>
                    </a:cubicBezTo>
                    <a:cubicBezTo>
                      <a:pt x="46" y="61"/>
                      <a:pt x="37" y="51"/>
                      <a:pt x="36" y="50"/>
                    </a:cubicBezTo>
                    <a:cubicBezTo>
                      <a:pt x="34" y="48"/>
                      <a:pt x="34" y="46"/>
                      <a:pt x="32" y="44"/>
                    </a:cubicBezTo>
                    <a:cubicBezTo>
                      <a:pt x="30" y="42"/>
                      <a:pt x="29" y="36"/>
                      <a:pt x="30" y="33"/>
                    </a:cubicBezTo>
                    <a:cubicBezTo>
                      <a:pt x="31" y="29"/>
                      <a:pt x="36" y="28"/>
                      <a:pt x="36" y="26"/>
                    </a:cubicBezTo>
                    <a:cubicBezTo>
                      <a:pt x="36" y="23"/>
                      <a:pt x="36" y="21"/>
                      <a:pt x="39" y="21"/>
                    </a:cubicBezTo>
                    <a:cubicBezTo>
                      <a:pt x="41" y="21"/>
                      <a:pt x="44" y="19"/>
                      <a:pt x="45" y="17"/>
                    </a:cubicBezTo>
                    <a:cubicBezTo>
                      <a:pt x="45" y="17"/>
                      <a:pt x="45" y="16"/>
                      <a:pt x="46" y="16"/>
                    </a:cubicBezTo>
                    <a:cubicBezTo>
                      <a:pt x="45" y="15"/>
                      <a:pt x="45" y="15"/>
                      <a:pt x="44"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64">
                <a:extLst>
                  <a:ext uri="{FF2B5EF4-FFF2-40B4-BE49-F238E27FC236}">
                    <a16:creationId xmlns:a16="http://schemas.microsoft.com/office/drawing/2014/main" id="{78E698BF-5E47-4047-90E5-CF8E6A186B38}"/>
                  </a:ext>
                </a:extLst>
              </p:cNvPr>
              <p:cNvSpPr>
                <a:spLocks/>
              </p:cNvSpPr>
              <p:nvPr/>
            </p:nvSpPr>
            <p:spPr bwMode="auto">
              <a:xfrm>
                <a:off x="6791766" y="3816268"/>
                <a:ext cx="112925" cy="81557"/>
              </a:xfrm>
              <a:custGeom>
                <a:avLst/>
                <a:gdLst>
                  <a:gd name="T0" fmla="*/ 24 w 49"/>
                  <a:gd name="T1" fmla="*/ 31 h 35"/>
                  <a:gd name="T2" fmla="*/ 33 w 49"/>
                  <a:gd name="T3" fmla="*/ 31 h 35"/>
                  <a:gd name="T4" fmla="*/ 33 w 49"/>
                  <a:gd name="T5" fmla="*/ 24 h 35"/>
                  <a:gd name="T6" fmla="*/ 40 w 49"/>
                  <a:gd name="T7" fmla="*/ 19 h 35"/>
                  <a:gd name="T8" fmla="*/ 46 w 49"/>
                  <a:gd name="T9" fmla="*/ 10 h 35"/>
                  <a:gd name="T10" fmla="*/ 43 w 49"/>
                  <a:gd name="T11" fmla="*/ 0 h 35"/>
                  <a:gd name="T12" fmla="*/ 38 w 49"/>
                  <a:gd name="T13" fmla="*/ 1 h 35"/>
                  <a:gd name="T14" fmla="*/ 32 w 49"/>
                  <a:gd name="T15" fmla="*/ 3 h 35"/>
                  <a:gd name="T16" fmla="*/ 30 w 49"/>
                  <a:gd name="T17" fmla="*/ 5 h 35"/>
                  <a:gd name="T18" fmla="*/ 25 w 49"/>
                  <a:gd name="T19" fmla="*/ 2 h 35"/>
                  <a:gd name="T20" fmla="*/ 14 w 49"/>
                  <a:gd name="T21" fmla="*/ 2 h 35"/>
                  <a:gd name="T22" fmla="*/ 3 w 49"/>
                  <a:gd name="T23" fmla="*/ 7 h 35"/>
                  <a:gd name="T24" fmla="*/ 4 w 49"/>
                  <a:gd name="T25" fmla="*/ 14 h 35"/>
                  <a:gd name="T26" fmla="*/ 5 w 49"/>
                  <a:gd name="T27" fmla="*/ 20 h 35"/>
                  <a:gd name="T28" fmla="*/ 4 w 49"/>
                  <a:gd name="T29" fmla="*/ 21 h 35"/>
                  <a:gd name="T30" fmla="*/ 7 w 49"/>
                  <a:gd name="T31" fmla="*/ 28 h 35"/>
                  <a:gd name="T32" fmla="*/ 12 w 49"/>
                  <a:gd name="T33" fmla="*/ 29 h 35"/>
                  <a:gd name="T34" fmla="*/ 12 w 49"/>
                  <a:gd name="T35" fmla="*/ 33 h 35"/>
                  <a:gd name="T36" fmla="*/ 18 w 49"/>
                  <a:gd name="T37" fmla="*/ 34 h 35"/>
                  <a:gd name="T38" fmla="*/ 19 w 49"/>
                  <a:gd name="T39" fmla="*/ 35 h 35"/>
                  <a:gd name="T40" fmla="*/ 24 w 49"/>
                  <a:gd name="T41"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35">
                    <a:moveTo>
                      <a:pt x="24" y="31"/>
                    </a:moveTo>
                    <a:cubicBezTo>
                      <a:pt x="24" y="29"/>
                      <a:pt x="32" y="33"/>
                      <a:pt x="33" y="31"/>
                    </a:cubicBezTo>
                    <a:cubicBezTo>
                      <a:pt x="34" y="29"/>
                      <a:pt x="27" y="22"/>
                      <a:pt x="33" y="24"/>
                    </a:cubicBezTo>
                    <a:cubicBezTo>
                      <a:pt x="39" y="25"/>
                      <a:pt x="38" y="22"/>
                      <a:pt x="40" y="19"/>
                    </a:cubicBezTo>
                    <a:cubicBezTo>
                      <a:pt x="42" y="17"/>
                      <a:pt x="49" y="15"/>
                      <a:pt x="46" y="10"/>
                    </a:cubicBezTo>
                    <a:cubicBezTo>
                      <a:pt x="44" y="7"/>
                      <a:pt x="43" y="3"/>
                      <a:pt x="43" y="0"/>
                    </a:cubicBezTo>
                    <a:cubicBezTo>
                      <a:pt x="41" y="2"/>
                      <a:pt x="39" y="2"/>
                      <a:pt x="38" y="1"/>
                    </a:cubicBezTo>
                    <a:cubicBezTo>
                      <a:pt x="36" y="1"/>
                      <a:pt x="32" y="0"/>
                      <a:pt x="32" y="3"/>
                    </a:cubicBezTo>
                    <a:cubicBezTo>
                      <a:pt x="32" y="6"/>
                      <a:pt x="29" y="6"/>
                      <a:pt x="30" y="5"/>
                    </a:cubicBezTo>
                    <a:cubicBezTo>
                      <a:pt x="30" y="4"/>
                      <a:pt x="27" y="4"/>
                      <a:pt x="25" y="2"/>
                    </a:cubicBezTo>
                    <a:cubicBezTo>
                      <a:pt x="23" y="0"/>
                      <a:pt x="17" y="3"/>
                      <a:pt x="14" y="2"/>
                    </a:cubicBezTo>
                    <a:cubicBezTo>
                      <a:pt x="11" y="1"/>
                      <a:pt x="6" y="3"/>
                      <a:pt x="3" y="7"/>
                    </a:cubicBezTo>
                    <a:cubicBezTo>
                      <a:pt x="0" y="11"/>
                      <a:pt x="4" y="11"/>
                      <a:pt x="4" y="14"/>
                    </a:cubicBezTo>
                    <a:cubicBezTo>
                      <a:pt x="4" y="18"/>
                      <a:pt x="6" y="18"/>
                      <a:pt x="5" y="20"/>
                    </a:cubicBezTo>
                    <a:cubicBezTo>
                      <a:pt x="5" y="21"/>
                      <a:pt x="5" y="21"/>
                      <a:pt x="4" y="21"/>
                    </a:cubicBezTo>
                    <a:cubicBezTo>
                      <a:pt x="8" y="22"/>
                      <a:pt x="6" y="26"/>
                      <a:pt x="7" y="28"/>
                    </a:cubicBezTo>
                    <a:cubicBezTo>
                      <a:pt x="7" y="30"/>
                      <a:pt x="10" y="29"/>
                      <a:pt x="12" y="29"/>
                    </a:cubicBezTo>
                    <a:cubicBezTo>
                      <a:pt x="13" y="29"/>
                      <a:pt x="11" y="31"/>
                      <a:pt x="12" y="33"/>
                    </a:cubicBezTo>
                    <a:cubicBezTo>
                      <a:pt x="13" y="35"/>
                      <a:pt x="18" y="32"/>
                      <a:pt x="18" y="34"/>
                    </a:cubicBezTo>
                    <a:cubicBezTo>
                      <a:pt x="19" y="34"/>
                      <a:pt x="19" y="35"/>
                      <a:pt x="19" y="35"/>
                    </a:cubicBezTo>
                    <a:cubicBezTo>
                      <a:pt x="21" y="34"/>
                      <a:pt x="24" y="32"/>
                      <a:pt x="24"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65">
                <a:extLst>
                  <a:ext uri="{FF2B5EF4-FFF2-40B4-BE49-F238E27FC236}">
                    <a16:creationId xmlns:a16="http://schemas.microsoft.com/office/drawing/2014/main" id="{B580E777-9096-4DF8-8EFA-F10045F6DF16}"/>
                  </a:ext>
                </a:extLst>
              </p:cNvPr>
              <p:cNvSpPr>
                <a:spLocks/>
              </p:cNvSpPr>
              <p:nvPr/>
            </p:nvSpPr>
            <p:spPr bwMode="auto">
              <a:xfrm>
                <a:off x="6755379" y="3661937"/>
                <a:ext cx="138020" cy="168133"/>
              </a:xfrm>
              <a:custGeom>
                <a:avLst/>
                <a:gdLst>
                  <a:gd name="T0" fmla="*/ 41 w 60"/>
                  <a:gd name="T1" fmla="*/ 34 h 73"/>
                  <a:gd name="T2" fmla="*/ 32 w 60"/>
                  <a:gd name="T3" fmla="*/ 26 h 73"/>
                  <a:gd name="T4" fmla="*/ 38 w 60"/>
                  <a:gd name="T5" fmla="*/ 23 h 73"/>
                  <a:gd name="T6" fmla="*/ 36 w 60"/>
                  <a:gd name="T7" fmla="*/ 16 h 73"/>
                  <a:gd name="T8" fmla="*/ 30 w 60"/>
                  <a:gd name="T9" fmla="*/ 15 h 73"/>
                  <a:gd name="T10" fmla="*/ 23 w 60"/>
                  <a:gd name="T11" fmla="*/ 11 h 73"/>
                  <a:gd name="T12" fmla="*/ 19 w 60"/>
                  <a:gd name="T13" fmla="*/ 5 h 73"/>
                  <a:gd name="T14" fmla="*/ 16 w 60"/>
                  <a:gd name="T15" fmla="*/ 1 h 73"/>
                  <a:gd name="T16" fmla="*/ 13 w 60"/>
                  <a:gd name="T17" fmla="*/ 1 h 73"/>
                  <a:gd name="T18" fmla="*/ 12 w 60"/>
                  <a:gd name="T19" fmla="*/ 5 h 73"/>
                  <a:gd name="T20" fmla="*/ 12 w 60"/>
                  <a:gd name="T21" fmla="*/ 12 h 73"/>
                  <a:gd name="T22" fmla="*/ 7 w 60"/>
                  <a:gd name="T23" fmla="*/ 8 h 73"/>
                  <a:gd name="T24" fmla="*/ 3 w 60"/>
                  <a:gd name="T25" fmla="*/ 15 h 73"/>
                  <a:gd name="T26" fmla="*/ 0 w 60"/>
                  <a:gd name="T27" fmla="*/ 17 h 73"/>
                  <a:gd name="T28" fmla="*/ 2 w 60"/>
                  <a:gd name="T29" fmla="*/ 18 h 73"/>
                  <a:gd name="T30" fmla="*/ 3 w 60"/>
                  <a:gd name="T31" fmla="*/ 25 h 73"/>
                  <a:gd name="T32" fmla="*/ 8 w 60"/>
                  <a:gd name="T33" fmla="*/ 27 h 73"/>
                  <a:gd name="T34" fmla="*/ 8 w 60"/>
                  <a:gd name="T35" fmla="*/ 35 h 73"/>
                  <a:gd name="T36" fmla="*/ 5 w 60"/>
                  <a:gd name="T37" fmla="*/ 41 h 73"/>
                  <a:gd name="T38" fmla="*/ 13 w 60"/>
                  <a:gd name="T39" fmla="*/ 39 h 73"/>
                  <a:gd name="T40" fmla="*/ 18 w 60"/>
                  <a:gd name="T41" fmla="*/ 38 h 73"/>
                  <a:gd name="T42" fmla="*/ 24 w 60"/>
                  <a:gd name="T43" fmla="*/ 37 h 73"/>
                  <a:gd name="T44" fmla="*/ 31 w 60"/>
                  <a:gd name="T45" fmla="*/ 37 h 73"/>
                  <a:gd name="T46" fmla="*/ 37 w 60"/>
                  <a:gd name="T47" fmla="*/ 43 h 73"/>
                  <a:gd name="T48" fmla="*/ 38 w 60"/>
                  <a:gd name="T49" fmla="*/ 52 h 73"/>
                  <a:gd name="T50" fmla="*/ 43 w 60"/>
                  <a:gd name="T51" fmla="*/ 61 h 73"/>
                  <a:gd name="T52" fmla="*/ 42 w 60"/>
                  <a:gd name="T53" fmla="*/ 70 h 73"/>
                  <a:gd name="T54" fmla="*/ 46 w 60"/>
                  <a:gd name="T55" fmla="*/ 72 h 73"/>
                  <a:gd name="T56" fmla="*/ 48 w 60"/>
                  <a:gd name="T57" fmla="*/ 70 h 73"/>
                  <a:gd name="T58" fmla="*/ 54 w 60"/>
                  <a:gd name="T59" fmla="*/ 68 h 73"/>
                  <a:gd name="T60" fmla="*/ 59 w 60"/>
                  <a:gd name="T61" fmla="*/ 67 h 73"/>
                  <a:gd name="T62" fmla="*/ 59 w 60"/>
                  <a:gd name="T63" fmla="*/ 64 h 73"/>
                  <a:gd name="T64" fmla="*/ 58 w 60"/>
                  <a:gd name="T65" fmla="*/ 56 h 73"/>
                  <a:gd name="T66" fmla="*/ 51 w 60"/>
                  <a:gd name="T67" fmla="*/ 50 h 73"/>
                  <a:gd name="T68" fmla="*/ 45 w 60"/>
                  <a:gd name="T69" fmla="*/ 41 h 73"/>
                  <a:gd name="T70" fmla="*/ 41 w 60"/>
                  <a:gd name="T71" fmla="*/ 3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0" h="73">
                    <a:moveTo>
                      <a:pt x="41" y="34"/>
                    </a:moveTo>
                    <a:cubicBezTo>
                      <a:pt x="41" y="32"/>
                      <a:pt x="31" y="29"/>
                      <a:pt x="32" y="26"/>
                    </a:cubicBezTo>
                    <a:cubicBezTo>
                      <a:pt x="33" y="24"/>
                      <a:pt x="38" y="25"/>
                      <a:pt x="38" y="23"/>
                    </a:cubicBezTo>
                    <a:cubicBezTo>
                      <a:pt x="38" y="20"/>
                      <a:pt x="36" y="20"/>
                      <a:pt x="36" y="16"/>
                    </a:cubicBezTo>
                    <a:cubicBezTo>
                      <a:pt x="35" y="13"/>
                      <a:pt x="31" y="14"/>
                      <a:pt x="30" y="15"/>
                    </a:cubicBezTo>
                    <a:cubicBezTo>
                      <a:pt x="28" y="16"/>
                      <a:pt x="23" y="14"/>
                      <a:pt x="23" y="11"/>
                    </a:cubicBezTo>
                    <a:cubicBezTo>
                      <a:pt x="23" y="9"/>
                      <a:pt x="19" y="7"/>
                      <a:pt x="19" y="5"/>
                    </a:cubicBezTo>
                    <a:cubicBezTo>
                      <a:pt x="19" y="4"/>
                      <a:pt x="18" y="3"/>
                      <a:pt x="16" y="1"/>
                    </a:cubicBezTo>
                    <a:cubicBezTo>
                      <a:pt x="15" y="2"/>
                      <a:pt x="14" y="2"/>
                      <a:pt x="13" y="1"/>
                    </a:cubicBezTo>
                    <a:cubicBezTo>
                      <a:pt x="12" y="0"/>
                      <a:pt x="11" y="4"/>
                      <a:pt x="12" y="5"/>
                    </a:cubicBezTo>
                    <a:cubicBezTo>
                      <a:pt x="13" y="6"/>
                      <a:pt x="14" y="12"/>
                      <a:pt x="12" y="12"/>
                    </a:cubicBezTo>
                    <a:cubicBezTo>
                      <a:pt x="9" y="11"/>
                      <a:pt x="9" y="8"/>
                      <a:pt x="7" y="8"/>
                    </a:cubicBezTo>
                    <a:cubicBezTo>
                      <a:pt x="7" y="8"/>
                      <a:pt x="3" y="13"/>
                      <a:pt x="3" y="15"/>
                    </a:cubicBezTo>
                    <a:cubicBezTo>
                      <a:pt x="3" y="16"/>
                      <a:pt x="2" y="16"/>
                      <a:pt x="0" y="17"/>
                    </a:cubicBezTo>
                    <a:cubicBezTo>
                      <a:pt x="1" y="18"/>
                      <a:pt x="2" y="18"/>
                      <a:pt x="2" y="18"/>
                    </a:cubicBezTo>
                    <a:cubicBezTo>
                      <a:pt x="3" y="20"/>
                      <a:pt x="2" y="22"/>
                      <a:pt x="3" y="25"/>
                    </a:cubicBezTo>
                    <a:cubicBezTo>
                      <a:pt x="4" y="27"/>
                      <a:pt x="7" y="23"/>
                      <a:pt x="8" y="27"/>
                    </a:cubicBezTo>
                    <a:cubicBezTo>
                      <a:pt x="9" y="30"/>
                      <a:pt x="8" y="32"/>
                      <a:pt x="8" y="35"/>
                    </a:cubicBezTo>
                    <a:cubicBezTo>
                      <a:pt x="8" y="39"/>
                      <a:pt x="5" y="38"/>
                      <a:pt x="5" y="41"/>
                    </a:cubicBezTo>
                    <a:cubicBezTo>
                      <a:pt x="6" y="45"/>
                      <a:pt x="10" y="41"/>
                      <a:pt x="13" y="39"/>
                    </a:cubicBezTo>
                    <a:cubicBezTo>
                      <a:pt x="15" y="37"/>
                      <a:pt x="17" y="37"/>
                      <a:pt x="18" y="38"/>
                    </a:cubicBezTo>
                    <a:cubicBezTo>
                      <a:pt x="20" y="40"/>
                      <a:pt x="23" y="39"/>
                      <a:pt x="24" y="37"/>
                    </a:cubicBezTo>
                    <a:cubicBezTo>
                      <a:pt x="24" y="35"/>
                      <a:pt x="29" y="35"/>
                      <a:pt x="31" y="37"/>
                    </a:cubicBezTo>
                    <a:cubicBezTo>
                      <a:pt x="33" y="39"/>
                      <a:pt x="35" y="41"/>
                      <a:pt x="37" y="43"/>
                    </a:cubicBezTo>
                    <a:cubicBezTo>
                      <a:pt x="39" y="44"/>
                      <a:pt x="35" y="51"/>
                      <a:pt x="38" y="52"/>
                    </a:cubicBezTo>
                    <a:cubicBezTo>
                      <a:pt x="40" y="53"/>
                      <a:pt x="44" y="57"/>
                      <a:pt x="43" y="61"/>
                    </a:cubicBezTo>
                    <a:cubicBezTo>
                      <a:pt x="43" y="64"/>
                      <a:pt x="45" y="67"/>
                      <a:pt x="42" y="70"/>
                    </a:cubicBezTo>
                    <a:cubicBezTo>
                      <a:pt x="44" y="71"/>
                      <a:pt x="46" y="71"/>
                      <a:pt x="46" y="72"/>
                    </a:cubicBezTo>
                    <a:cubicBezTo>
                      <a:pt x="45" y="73"/>
                      <a:pt x="48" y="73"/>
                      <a:pt x="48" y="70"/>
                    </a:cubicBezTo>
                    <a:cubicBezTo>
                      <a:pt x="48" y="67"/>
                      <a:pt x="52" y="68"/>
                      <a:pt x="54" y="68"/>
                    </a:cubicBezTo>
                    <a:cubicBezTo>
                      <a:pt x="55" y="69"/>
                      <a:pt x="57" y="69"/>
                      <a:pt x="59" y="67"/>
                    </a:cubicBezTo>
                    <a:cubicBezTo>
                      <a:pt x="59" y="66"/>
                      <a:pt x="59" y="65"/>
                      <a:pt x="59" y="64"/>
                    </a:cubicBezTo>
                    <a:cubicBezTo>
                      <a:pt x="60" y="61"/>
                      <a:pt x="59" y="57"/>
                      <a:pt x="58" y="56"/>
                    </a:cubicBezTo>
                    <a:cubicBezTo>
                      <a:pt x="56" y="54"/>
                      <a:pt x="52" y="53"/>
                      <a:pt x="51" y="50"/>
                    </a:cubicBezTo>
                    <a:cubicBezTo>
                      <a:pt x="50" y="47"/>
                      <a:pt x="46" y="43"/>
                      <a:pt x="45" y="41"/>
                    </a:cubicBezTo>
                    <a:cubicBezTo>
                      <a:pt x="44" y="38"/>
                      <a:pt x="41" y="36"/>
                      <a:pt x="41" y="3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66">
                <a:extLst>
                  <a:ext uri="{FF2B5EF4-FFF2-40B4-BE49-F238E27FC236}">
                    <a16:creationId xmlns:a16="http://schemas.microsoft.com/office/drawing/2014/main" id="{193A8D87-778C-4AD1-A14C-347200D592C9}"/>
                  </a:ext>
                </a:extLst>
              </p:cNvPr>
              <p:cNvSpPr>
                <a:spLocks/>
              </p:cNvSpPr>
              <p:nvPr/>
            </p:nvSpPr>
            <p:spPr bwMode="auto">
              <a:xfrm>
                <a:off x="6708954" y="3702088"/>
                <a:ext cx="150567" cy="281058"/>
              </a:xfrm>
              <a:custGeom>
                <a:avLst/>
                <a:gdLst>
                  <a:gd name="T0" fmla="*/ 40 w 65"/>
                  <a:gd name="T1" fmla="*/ 64 h 122"/>
                  <a:gd name="T2" fmla="*/ 39 w 65"/>
                  <a:gd name="T3" fmla="*/ 57 h 122"/>
                  <a:gd name="T4" fmla="*/ 50 w 65"/>
                  <a:gd name="T5" fmla="*/ 52 h 122"/>
                  <a:gd name="T6" fmla="*/ 61 w 65"/>
                  <a:gd name="T7" fmla="*/ 52 h 122"/>
                  <a:gd name="T8" fmla="*/ 62 w 65"/>
                  <a:gd name="T9" fmla="*/ 53 h 122"/>
                  <a:gd name="T10" fmla="*/ 63 w 65"/>
                  <a:gd name="T11" fmla="*/ 44 h 122"/>
                  <a:gd name="T12" fmla="*/ 58 w 65"/>
                  <a:gd name="T13" fmla="*/ 35 h 122"/>
                  <a:gd name="T14" fmla="*/ 57 w 65"/>
                  <a:gd name="T15" fmla="*/ 26 h 122"/>
                  <a:gd name="T16" fmla="*/ 51 w 65"/>
                  <a:gd name="T17" fmla="*/ 20 h 122"/>
                  <a:gd name="T18" fmla="*/ 44 w 65"/>
                  <a:gd name="T19" fmla="*/ 20 h 122"/>
                  <a:gd name="T20" fmla="*/ 38 w 65"/>
                  <a:gd name="T21" fmla="*/ 21 h 122"/>
                  <a:gd name="T22" fmla="*/ 33 w 65"/>
                  <a:gd name="T23" fmla="*/ 22 h 122"/>
                  <a:gd name="T24" fmla="*/ 25 w 65"/>
                  <a:gd name="T25" fmla="*/ 24 h 122"/>
                  <a:gd name="T26" fmla="*/ 28 w 65"/>
                  <a:gd name="T27" fmla="*/ 18 h 122"/>
                  <a:gd name="T28" fmla="*/ 28 w 65"/>
                  <a:gd name="T29" fmla="*/ 10 h 122"/>
                  <a:gd name="T30" fmla="*/ 23 w 65"/>
                  <a:gd name="T31" fmla="*/ 8 h 122"/>
                  <a:gd name="T32" fmla="*/ 22 w 65"/>
                  <a:gd name="T33" fmla="*/ 1 h 122"/>
                  <a:gd name="T34" fmla="*/ 20 w 65"/>
                  <a:gd name="T35" fmla="*/ 0 h 122"/>
                  <a:gd name="T36" fmla="*/ 19 w 65"/>
                  <a:gd name="T37" fmla="*/ 1 h 122"/>
                  <a:gd name="T38" fmla="*/ 12 w 65"/>
                  <a:gd name="T39" fmla="*/ 5 h 122"/>
                  <a:gd name="T40" fmla="*/ 6 w 65"/>
                  <a:gd name="T41" fmla="*/ 7 h 122"/>
                  <a:gd name="T42" fmla="*/ 1 w 65"/>
                  <a:gd name="T43" fmla="*/ 10 h 122"/>
                  <a:gd name="T44" fmla="*/ 0 w 65"/>
                  <a:gd name="T45" fmla="*/ 22 h 122"/>
                  <a:gd name="T46" fmla="*/ 6 w 65"/>
                  <a:gd name="T47" fmla="*/ 30 h 122"/>
                  <a:gd name="T48" fmla="*/ 7 w 65"/>
                  <a:gd name="T49" fmla="*/ 35 h 122"/>
                  <a:gd name="T50" fmla="*/ 7 w 65"/>
                  <a:gd name="T51" fmla="*/ 39 h 122"/>
                  <a:gd name="T52" fmla="*/ 6 w 65"/>
                  <a:gd name="T53" fmla="*/ 45 h 122"/>
                  <a:gd name="T54" fmla="*/ 9 w 65"/>
                  <a:gd name="T55" fmla="*/ 53 h 122"/>
                  <a:gd name="T56" fmla="*/ 12 w 65"/>
                  <a:gd name="T57" fmla="*/ 63 h 122"/>
                  <a:gd name="T58" fmla="*/ 14 w 65"/>
                  <a:gd name="T59" fmla="*/ 69 h 122"/>
                  <a:gd name="T60" fmla="*/ 7 w 65"/>
                  <a:gd name="T61" fmla="*/ 82 h 122"/>
                  <a:gd name="T62" fmla="*/ 5 w 65"/>
                  <a:gd name="T63" fmla="*/ 94 h 122"/>
                  <a:gd name="T64" fmla="*/ 6 w 65"/>
                  <a:gd name="T65" fmla="*/ 101 h 122"/>
                  <a:gd name="T66" fmla="*/ 16 w 65"/>
                  <a:gd name="T67" fmla="*/ 112 h 122"/>
                  <a:gd name="T68" fmla="*/ 19 w 65"/>
                  <a:gd name="T69" fmla="*/ 116 h 122"/>
                  <a:gd name="T70" fmla="*/ 23 w 65"/>
                  <a:gd name="T71" fmla="*/ 116 h 122"/>
                  <a:gd name="T72" fmla="*/ 27 w 65"/>
                  <a:gd name="T73" fmla="*/ 121 h 122"/>
                  <a:gd name="T74" fmla="*/ 34 w 65"/>
                  <a:gd name="T75" fmla="*/ 121 h 122"/>
                  <a:gd name="T76" fmla="*/ 36 w 65"/>
                  <a:gd name="T77" fmla="*/ 118 h 122"/>
                  <a:gd name="T78" fmla="*/ 27 w 65"/>
                  <a:gd name="T79" fmla="*/ 113 h 122"/>
                  <a:gd name="T80" fmla="*/ 21 w 65"/>
                  <a:gd name="T81" fmla="*/ 104 h 122"/>
                  <a:gd name="T82" fmla="*/ 18 w 65"/>
                  <a:gd name="T83" fmla="*/ 96 h 122"/>
                  <a:gd name="T84" fmla="*/ 13 w 65"/>
                  <a:gd name="T85" fmla="*/ 92 h 122"/>
                  <a:gd name="T86" fmla="*/ 14 w 65"/>
                  <a:gd name="T87" fmla="*/ 79 h 122"/>
                  <a:gd name="T88" fmla="*/ 19 w 65"/>
                  <a:gd name="T89" fmla="*/ 63 h 122"/>
                  <a:gd name="T90" fmla="*/ 25 w 65"/>
                  <a:gd name="T91" fmla="*/ 61 h 122"/>
                  <a:gd name="T92" fmla="*/ 31 w 65"/>
                  <a:gd name="T93" fmla="*/ 66 h 122"/>
                  <a:gd name="T94" fmla="*/ 40 w 65"/>
                  <a:gd name="T95" fmla="*/ 70 h 122"/>
                  <a:gd name="T96" fmla="*/ 40 w 65"/>
                  <a:gd name="T97" fmla="*/ 71 h 122"/>
                  <a:gd name="T98" fmla="*/ 41 w 65"/>
                  <a:gd name="T99" fmla="*/ 70 h 122"/>
                  <a:gd name="T100" fmla="*/ 40 w 65"/>
                  <a:gd name="T101" fmla="*/ 6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 h="122">
                    <a:moveTo>
                      <a:pt x="40" y="64"/>
                    </a:moveTo>
                    <a:cubicBezTo>
                      <a:pt x="40" y="61"/>
                      <a:pt x="36" y="61"/>
                      <a:pt x="39" y="57"/>
                    </a:cubicBezTo>
                    <a:cubicBezTo>
                      <a:pt x="42" y="53"/>
                      <a:pt x="47" y="51"/>
                      <a:pt x="50" y="52"/>
                    </a:cubicBezTo>
                    <a:cubicBezTo>
                      <a:pt x="53" y="53"/>
                      <a:pt x="59" y="50"/>
                      <a:pt x="61" y="52"/>
                    </a:cubicBezTo>
                    <a:cubicBezTo>
                      <a:pt x="61" y="52"/>
                      <a:pt x="62" y="53"/>
                      <a:pt x="62" y="53"/>
                    </a:cubicBezTo>
                    <a:cubicBezTo>
                      <a:pt x="65" y="50"/>
                      <a:pt x="63" y="47"/>
                      <a:pt x="63" y="44"/>
                    </a:cubicBezTo>
                    <a:cubicBezTo>
                      <a:pt x="64" y="40"/>
                      <a:pt x="60" y="36"/>
                      <a:pt x="58" y="35"/>
                    </a:cubicBezTo>
                    <a:cubicBezTo>
                      <a:pt x="55" y="34"/>
                      <a:pt x="59" y="27"/>
                      <a:pt x="57" y="26"/>
                    </a:cubicBezTo>
                    <a:cubicBezTo>
                      <a:pt x="55" y="24"/>
                      <a:pt x="53" y="22"/>
                      <a:pt x="51" y="20"/>
                    </a:cubicBezTo>
                    <a:cubicBezTo>
                      <a:pt x="49" y="18"/>
                      <a:pt x="44" y="18"/>
                      <a:pt x="44" y="20"/>
                    </a:cubicBezTo>
                    <a:cubicBezTo>
                      <a:pt x="43" y="22"/>
                      <a:pt x="40" y="23"/>
                      <a:pt x="38" y="21"/>
                    </a:cubicBezTo>
                    <a:cubicBezTo>
                      <a:pt x="37" y="20"/>
                      <a:pt x="35" y="20"/>
                      <a:pt x="33" y="22"/>
                    </a:cubicBezTo>
                    <a:cubicBezTo>
                      <a:pt x="30" y="24"/>
                      <a:pt x="26" y="28"/>
                      <a:pt x="25" y="24"/>
                    </a:cubicBezTo>
                    <a:cubicBezTo>
                      <a:pt x="25" y="21"/>
                      <a:pt x="28" y="22"/>
                      <a:pt x="28" y="18"/>
                    </a:cubicBezTo>
                    <a:cubicBezTo>
                      <a:pt x="28" y="15"/>
                      <a:pt x="29" y="13"/>
                      <a:pt x="28" y="10"/>
                    </a:cubicBezTo>
                    <a:cubicBezTo>
                      <a:pt x="27" y="6"/>
                      <a:pt x="24" y="10"/>
                      <a:pt x="23" y="8"/>
                    </a:cubicBezTo>
                    <a:cubicBezTo>
                      <a:pt x="22" y="5"/>
                      <a:pt x="23" y="3"/>
                      <a:pt x="22" y="1"/>
                    </a:cubicBezTo>
                    <a:cubicBezTo>
                      <a:pt x="22" y="1"/>
                      <a:pt x="21" y="1"/>
                      <a:pt x="20" y="0"/>
                    </a:cubicBezTo>
                    <a:cubicBezTo>
                      <a:pt x="20" y="0"/>
                      <a:pt x="19" y="1"/>
                      <a:pt x="19" y="1"/>
                    </a:cubicBezTo>
                    <a:cubicBezTo>
                      <a:pt x="18" y="3"/>
                      <a:pt x="13" y="3"/>
                      <a:pt x="12" y="5"/>
                    </a:cubicBezTo>
                    <a:cubicBezTo>
                      <a:pt x="11" y="7"/>
                      <a:pt x="7" y="7"/>
                      <a:pt x="6" y="7"/>
                    </a:cubicBezTo>
                    <a:cubicBezTo>
                      <a:pt x="5" y="7"/>
                      <a:pt x="2" y="7"/>
                      <a:pt x="1" y="10"/>
                    </a:cubicBezTo>
                    <a:cubicBezTo>
                      <a:pt x="1" y="12"/>
                      <a:pt x="0" y="21"/>
                      <a:pt x="0" y="22"/>
                    </a:cubicBezTo>
                    <a:cubicBezTo>
                      <a:pt x="0" y="24"/>
                      <a:pt x="4" y="29"/>
                      <a:pt x="6" y="30"/>
                    </a:cubicBezTo>
                    <a:cubicBezTo>
                      <a:pt x="7" y="30"/>
                      <a:pt x="5" y="34"/>
                      <a:pt x="7" y="35"/>
                    </a:cubicBezTo>
                    <a:cubicBezTo>
                      <a:pt x="9" y="36"/>
                      <a:pt x="8" y="39"/>
                      <a:pt x="7" y="39"/>
                    </a:cubicBezTo>
                    <a:cubicBezTo>
                      <a:pt x="6" y="39"/>
                      <a:pt x="8" y="43"/>
                      <a:pt x="6" y="45"/>
                    </a:cubicBezTo>
                    <a:cubicBezTo>
                      <a:pt x="4" y="46"/>
                      <a:pt x="5" y="50"/>
                      <a:pt x="9" y="53"/>
                    </a:cubicBezTo>
                    <a:cubicBezTo>
                      <a:pt x="12" y="56"/>
                      <a:pt x="12" y="60"/>
                      <a:pt x="12" y="63"/>
                    </a:cubicBezTo>
                    <a:cubicBezTo>
                      <a:pt x="12" y="66"/>
                      <a:pt x="14" y="66"/>
                      <a:pt x="14" y="69"/>
                    </a:cubicBezTo>
                    <a:cubicBezTo>
                      <a:pt x="14" y="69"/>
                      <a:pt x="11" y="83"/>
                      <a:pt x="7" y="82"/>
                    </a:cubicBezTo>
                    <a:cubicBezTo>
                      <a:pt x="7" y="86"/>
                      <a:pt x="6" y="91"/>
                      <a:pt x="5" y="94"/>
                    </a:cubicBezTo>
                    <a:cubicBezTo>
                      <a:pt x="4" y="98"/>
                      <a:pt x="4" y="101"/>
                      <a:pt x="6" y="101"/>
                    </a:cubicBezTo>
                    <a:cubicBezTo>
                      <a:pt x="8" y="101"/>
                      <a:pt x="12" y="106"/>
                      <a:pt x="16" y="112"/>
                    </a:cubicBezTo>
                    <a:cubicBezTo>
                      <a:pt x="17" y="113"/>
                      <a:pt x="18" y="114"/>
                      <a:pt x="19" y="116"/>
                    </a:cubicBezTo>
                    <a:cubicBezTo>
                      <a:pt x="20" y="115"/>
                      <a:pt x="22" y="116"/>
                      <a:pt x="23" y="116"/>
                    </a:cubicBezTo>
                    <a:cubicBezTo>
                      <a:pt x="26" y="116"/>
                      <a:pt x="27" y="119"/>
                      <a:pt x="27" y="121"/>
                    </a:cubicBezTo>
                    <a:cubicBezTo>
                      <a:pt x="27" y="122"/>
                      <a:pt x="33" y="122"/>
                      <a:pt x="34" y="121"/>
                    </a:cubicBezTo>
                    <a:cubicBezTo>
                      <a:pt x="34" y="121"/>
                      <a:pt x="33" y="119"/>
                      <a:pt x="36" y="118"/>
                    </a:cubicBezTo>
                    <a:cubicBezTo>
                      <a:pt x="34" y="116"/>
                      <a:pt x="30" y="113"/>
                      <a:pt x="27" y="113"/>
                    </a:cubicBezTo>
                    <a:cubicBezTo>
                      <a:pt x="23" y="112"/>
                      <a:pt x="21" y="106"/>
                      <a:pt x="21" y="104"/>
                    </a:cubicBezTo>
                    <a:cubicBezTo>
                      <a:pt x="22" y="101"/>
                      <a:pt x="18" y="99"/>
                      <a:pt x="18" y="96"/>
                    </a:cubicBezTo>
                    <a:cubicBezTo>
                      <a:pt x="18" y="94"/>
                      <a:pt x="16" y="94"/>
                      <a:pt x="13" y="92"/>
                    </a:cubicBezTo>
                    <a:cubicBezTo>
                      <a:pt x="10" y="91"/>
                      <a:pt x="14" y="83"/>
                      <a:pt x="14" y="79"/>
                    </a:cubicBezTo>
                    <a:cubicBezTo>
                      <a:pt x="14" y="76"/>
                      <a:pt x="20" y="66"/>
                      <a:pt x="19" y="63"/>
                    </a:cubicBezTo>
                    <a:cubicBezTo>
                      <a:pt x="17" y="60"/>
                      <a:pt x="24" y="58"/>
                      <a:pt x="25" y="61"/>
                    </a:cubicBezTo>
                    <a:cubicBezTo>
                      <a:pt x="26" y="65"/>
                      <a:pt x="27" y="66"/>
                      <a:pt x="31" y="66"/>
                    </a:cubicBezTo>
                    <a:cubicBezTo>
                      <a:pt x="36" y="66"/>
                      <a:pt x="36" y="69"/>
                      <a:pt x="40" y="70"/>
                    </a:cubicBezTo>
                    <a:cubicBezTo>
                      <a:pt x="40" y="71"/>
                      <a:pt x="40" y="71"/>
                      <a:pt x="40" y="71"/>
                    </a:cubicBezTo>
                    <a:cubicBezTo>
                      <a:pt x="41" y="71"/>
                      <a:pt x="41" y="71"/>
                      <a:pt x="41" y="70"/>
                    </a:cubicBezTo>
                    <a:cubicBezTo>
                      <a:pt x="42" y="68"/>
                      <a:pt x="40" y="68"/>
                      <a:pt x="40" y="6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67">
                <a:extLst>
                  <a:ext uri="{FF2B5EF4-FFF2-40B4-BE49-F238E27FC236}">
                    <a16:creationId xmlns:a16="http://schemas.microsoft.com/office/drawing/2014/main" id="{6EB773F2-971F-406F-9498-FCA24DFB0F26}"/>
                  </a:ext>
                </a:extLst>
              </p:cNvPr>
              <p:cNvSpPr>
                <a:spLocks/>
              </p:cNvSpPr>
              <p:nvPr/>
            </p:nvSpPr>
            <p:spPr bwMode="auto">
              <a:xfrm>
                <a:off x="5185716" y="2940470"/>
                <a:ext cx="176916" cy="145548"/>
              </a:xfrm>
              <a:custGeom>
                <a:avLst/>
                <a:gdLst>
                  <a:gd name="T0" fmla="*/ 1 w 77"/>
                  <a:gd name="T1" fmla="*/ 13 h 63"/>
                  <a:gd name="T2" fmla="*/ 1 w 77"/>
                  <a:gd name="T3" fmla="*/ 22 h 63"/>
                  <a:gd name="T4" fmla="*/ 1 w 77"/>
                  <a:gd name="T5" fmla="*/ 25 h 63"/>
                  <a:gd name="T6" fmla="*/ 3 w 77"/>
                  <a:gd name="T7" fmla="*/ 29 h 63"/>
                  <a:gd name="T8" fmla="*/ 4 w 77"/>
                  <a:gd name="T9" fmla="*/ 33 h 63"/>
                  <a:gd name="T10" fmla="*/ 6 w 77"/>
                  <a:gd name="T11" fmla="*/ 39 h 63"/>
                  <a:gd name="T12" fmla="*/ 6 w 77"/>
                  <a:gd name="T13" fmla="*/ 43 h 63"/>
                  <a:gd name="T14" fmla="*/ 11 w 77"/>
                  <a:gd name="T15" fmla="*/ 46 h 63"/>
                  <a:gd name="T16" fmla="*/ 16 w 77"/>
                  <a:gd name="T17" fmla="*/ 49 h 63"/>
                  <a:gd name="T18" fmla="*/ 21 w 77"/>
                  <a:gd name="T19" fmla="*/ 51 h 63"/>
                  <a:gd name="T20" fmla="*/ 25 w 77"/>
                  <a:gd name="T21" fmla="*/ 50 h 63"/>
                  <a:gd name="T22" fmla="*/ 27 w 77"/>
                  <a:gd name="T23" fmla="*/ 53 h 63"/>
                  <a:gd name="T24" fmla="*/ 33 w 77"/>
                  <a:gd name="T25" fmla="*/ 55 h 63"/>
                  <a:gd name="T26" fmla="*/ 36 w 77"/>
                  <a:gd name="T27" fmla="*/ 59 h 63"/>
                  <a:gd name="T28" fmla="*/ 41 w 77"/>
                  <a:gd name="T29" fmla="*/ 59 h 63"/>
                  <a:gd name="T30" fmla="*/ 48 w 77"/>
                  <a:gd name="T31" fmla="*/ 60 h 63"/>
                  <a:gd name="T32" fmla="*/ 54 w 77"/>
                  <a:gd name="T33" fmla="*/ 60 h 63"/>
                  <a:gd name="T34" fmla="*/ 61 w 77"/>
                  <a:gd name="T35" fmla="*/ 62 h 63"/>
                  <a:gd name="T36" fmla="*/ 66 w 77"/>
                  <a:gd name="T37" fmla="*/ 63 h 63"/>
                  <a:gd name="T38" fmla="*/ 65 w 77"/>
                  <a:gd name="T39" fmla="*/ 58 h 63"/>
                  <a:gd name="T40" fmla="*/ 73 w 77"/>
                  <a:gd name="T41" fmla="*/ 50 h 63"/>
                  <a:gd name="T42" fmla="*/ 76 w 77"/>
                  <a:gd name="T43" fmla="*/ 47 h 63"/>
                  <a:gd name="T44" fmla="*/ 73 w 77"/>
                  <a:gd name="T45" fmla="*/ 39 h 63"/>
                  <a:gd name="T46" fmla="*/ 73 w 77"/>
                  <a:gd name="T47" fmla="*/ 32 h 63"/>
                  <a:gd name="T48" fmla="*/ 70 w 77"/>
                  <a:gd name="T49" fmla="*/ 28 h 63"/>
                  <a:gd name="T50" fmla="*/ 75 w 77"/>
                  <a:gd name="T51" fmla="*/ 24 h 63"/>
                  <a:gd name="T52" fmla="*/ 74 w 77"/>
                  <a:gd name="T53" fmla="*/ 17 h 63"/>
                  <a:gd name="T54" fmla="*/ 73 w 77"/>
                  <a:gd name="T55" fmla="*/ 11 h 63"/>
                  <a:gd name="T56" fmla="*/ 67 w 77"/>
                  <a:gd name="T57" fmla="*/ 7 h 63"/>
                  <a:gd name="T58" fmla="*/ 66 w 77"/>
                  <a:gd name="T59" fmla="*/ 6 h 63"/>
                  <a:gd name="T60" fmla="*/ 46 w 77"/>
                  <a:gd name="T61" fmla="*/ 5 h 63"/>
                  <a:gd name="T62" fmla="*/ 42 w 77"/>
                  <a:gd name="T63" fmla="*/ 4 h 63"/>
                  <a:gd name="T64" fmla="*/ 37 w 77"/>
                  <a:gd name="T65" fmla="*/ 6 h 63"/>
                  <a:gd name="T66" fmla="*/ 33 w 77"/>
                  <a:gd name="T67" fmla="*/ 1 h 63"/>
                  <a:gd name="T68" fmla="*/ 16 w 77"/>
                  <a:gd name="T69" fmla="*/ 6 h 63"/>
                  <a:gd name="T70" fmla="*/ 3 w 77"/>
                  <a:gd name="T71" fmla="*/ 10 h 63"/>
                  <a:gd name="T72" fmla="*/ 1 w 77"/>
                  <a:gd name="T73" fmla="*/ 12 h 63"/>
                  <a:gd name="T74" fmla="*/ 1 w 77"/>
                  <a:gd name="T75" fmla="*/ 1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63">
                    <a:moveTo>
                      <a:pt x="1" y="13"/>
                    </a:moveTo>
                    <a:cubicBezTo>
                      <a:pt x="2" y="15"/>
                      <a:pt x="2" y="20"/>
                      <a:pt x="1" y="22"/>
                    </a:cubicBezTo>
                    <a:cubicBezTo>
                      <a:pt x="0" y="23"/>
                      <a:pt x="0" y="24"/>
                      <a:pt x="1" y="25"/>
                    </a:cubicBezTo>
                    <a:cubicBezTo>
                      <a:pt x="3" y="25"/>
                      <a:pt x="3" y="27"/>
                      <a:pt x="3" y="29"/>
                    </a:cubicBezTo>
                    <a:cubicBezTo>
                      <a:pt x="3" y="30"/>
                      <a:pt x="4" y="30"/>
                      <a:pt x="4" y="33"/>
                    </a:cubicBezTo>
                    <a:cubicBezTo>
                      <a:pt x="4" y="36"/>
                      <a:pt x="5" y="38"/>
                      <a:pt x="6" y="39"/>
                    </a:cubicBezTo>
                    <a:cubicBezTo>
                      <a:pt x="7" y="40"/>
                      <a:pt x="7" y="42"/>
                      <a:pt x="6" y="43"/>
                    </a:cubicBezTo>
                    <a:cubicBezTo>
                      <a:pt x="8" y="44"/>
                      <a:pt x="10" y="45"/>
                      <a:pt x="11" y="46"/>
                    </a:cubicBezTo>
                    <a:cubicBezTo>
                      <a:pt x="15" y="47"/>
                      <a:pt x="16" y="48"/>
                      <a:pt x="16" y="49"/>
                    </a:cubicBezTo>
                    <a:cubicBezTo>
                      <a:pt x="17" y="51"/>
                      <a:pt x="20" y="53"/>
                      <a:pt x="21" y="51"/>
                    </a:cubicBezTo>
                    <a:cubicBezTo>
                      <a:pt x="21" y="49"/>
                      <a:pt x="24" y="50"/>
                      <a:pt x="25" y="50"/>
                    </a:cubicBezTo>
                    <a:cubicBezTo>
                      <a:pt x="27" y="50"/>
                      <a:pt x="27" y="52"/>
                      <a:pt x="27" y="53"/>
                    </a:cubicBezTo>
                    <a:cubicBezTo>
                      <a:pt x="28" y="54"/>
                      <a:pt x="31" y="54"/>
                      <a:pt x="33" y="55"/>
                    </a:cubicBezTo>
                    <a:cubicBezTo>
                      <a:pt x="34" y="55"/>
                      <a:pt x="34" y="58"/>
                      <a:pt x="36" y="59"/>
                    </a:cubicBezTo>
                    <a:cubicBezTo>
                      <a:pt x="38" y="61"/>
                      <a:pt x="40" y="58"/>
                      <a:pt x="41" y="59"/>
                    </a:cubicBezTo>
                    <a:cubicBezTo>
                      <a:pt x="42" y="60"/>
                      <a:pt x="46" y="61"/>
                      <a:pt x="48" y="60"/>
                    </a:cubicBezTo>
                    <a:cubicBezTo>
                      <a:pt x="50" y="59"/>
                      <a:pt x="51" y="61"/>
                      <a:pt x="54" y="60"/>
                    </a:cubicBezTo>
                    <a:cubicBezTo>
                      <a:pt x="57" y="60"/>
                      <a:pt x="60" y="61"/>
                      <a:pt x="61" y="62"/>
                    </a:cubicBezTo>
                    <a:cubicBezTo>
                      <a:pt x="61" y="62"/>
                      <a:pt x="64" y="63"/>
                      <a:pt x="66" y="63"/>
                    </a:cubicBezTo>
                    <a:cubicBezTo>
                      <a:pt x="66" y="62"/>
                      <a:pt x="65" y="59"/>
                      <a:pt x="65" y="58"/>
                    </a:cubicBezTo>
                    <a:cubicBezTo>
                      <a:pt x="66" y="57"/>
                      <a:pt x="72" y="51"/>
                      <a:pt x="73" y="50"/>
                    </a:cubicBezTo>
                    <a:cubicBezTo>
                      <a:pt x="74" y="49"/>
                      <a:pt x="76" y="49"/>
                      <a:pt x="76" y="47"/>
                    </a:cubicBezTo>
                    <a:cubicBezTo>
                      <a:pt x="77" y="46"/>
                      <a:pt x="74" y="40"/>
                      <a:pt x="73" y="39"/>
                    </a:cubicBezTo>
                    <a:cubicBezTo>
                      <a:pt x="72" y="38"/>
                      <a:pt x="72" y="34"/>
                      <a:pt x="73" y="32"/>
                    </a:cubicBezTo>
                    <a:cubicBezTo>
                      <a:pt x="73" y="30"/>
                      <a:pt x="70" y="29"/>
                      <a:pt x="70" y="28"/>
                    </a:cubicBezTo>
                    <a:cubicBezTo>
                      <a:pt x="70" y="27"/>
                      <a:pt x="73" y="25"/>
                      <a:pt x="75" y="24"/>
                    </a:cubicBezTo>
                    <a:cubicBezTo>
                      <a:pt x="76" y="23"/>
                      <a:pt x="76" y="18"/>
                      <a:pt x="74" y="17"/>
                    </a:cubicBezTo>
                    <a:cubicBezTo>
                      <a:pt x="73" y="16"/>
                      <a:pt x="72" y="14"/>
                      <a:pt x="73" y="11"/>
                    </a:cubicBezTo>
                    <a:cubicBezTo>
                      <a:pt x="74" y="9"/>
                      <a:pt x="68" y="7"/>
                      <a:pt x="67" y="7"/>
                    </a:cubicBezTo>
                    <a:cubicBezTo>
                      <a:pt x="67" y="7"/>
                      <a:pt x="67" y="6"/>
                      <a:pt x="66" y="6"/>
                    </a:cubicBezTo>
                    <a:cubicBezTo>
                      <a:pt x="61" y="7"/>
                      <a:pt x="47" y="6"/>
                      <a:pt x="46" y="5"/>
                    </a:cubicBezTo>
                    <a:cubicBezTo>
                      <a:pt x="45" y="5"/>
                      <a:pt x="43" y="4"/>
                      <a:pt x="42" y="4"/>
                    </a:cubicBezTo>
                    <a:cubicBezTo>
                      <a:pt x="41" y="5"/>
                      <a:pt x="39" y="6"/>
                      <a:pt x="37" y="6"/>
                    </a:cubicBezTo>
                    <a:cubicBezTo>
                      <a:pt x="34" y="6"/>
                      <a:pt x="33" y="3"/>
                      <a:pt x="33" y="1"/>
                    </a:cubicBezTo>
                    <a:cubicBezTo>
                      <a:pt x="33" y="0"/>
                      <a:pt x="19" y="2"/>
                      <a:pt x="16" y="6"/>
                    </a:cubicBezTo>
                    <a:cubicBezTo>
                      <a:pt x="12" y="10"/>
                      <a:pt x="3" y="8"/>
                      <a:pt x="3" y="10"/>
                    </a:cubicBezTo>
                    <a:cubicBezTo>
                      <a:pt x="3" y="12"/>
                      <a:pt x="2" y="13"/>
                      <a:pt x="1" y="12"/>
                    </a:cubicBezTo>
                    <a:cubicBezTo>
                      <a:pt x="1" y="13"/>
                      <a:pt x="1" y="13"/>
                      <a:pt x="1"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68">
                <a:extLst>
                  <a:ext uri="{FF2B5EF4-FFF2-40B4-BE49-F238E27FC236}">
                    <a16:creationId xmlns:a16="http://schemas.microsoft.com/office/drawing/2014/main" id="{88B3C971-3E3A-440F-9366-053A7B334D33}"/>
                  </a:ext>
                </a:extLst>
              </p:cNvPr>
              <p:cNvSpPr>
                <a:spLocks/>
              </p:cNvSpPr>
              <p:nvPr/>
            </p:nvSpPr>
            <p:spPr bwMode="auto">
              <a:xfrm>
                <a:off x="5210811" y="3177613"/>
                <a:ext cx="66500" cy="62736"/>
              </a:xfrm>
              <a:custGeom>
                <a:avLst/>
                <a:gdLst>
                  <a:gd name="T0" fmla="*/ 21 w 29"/>
                  <a:gd name="T1" fmla="*/ 25 h 27"/>
                  <a:gd name="T2" fmla="*/ 28 w 29"/>
                  <a:gd name="T3" fmla="*/ 16 h 27"/>
                  <a:gd name="T4" fmla="*/ 29 w 29"/>
                  <a:gd name="T5" fmla="*/ 5 h 27"/>
                  <a:gd name="T6" fmla="*/ 21 w 29"/>
                  <a:gd name="T7" fmla="*/ 2 h 27"/>
                  <a:gd name="T8" fmla="*/ 9 w 29"/>
                  <a:gd name="T9" fmla="*/ 0 h 27"/>
                  <a:gd name="T10" fmla="*/ 4 w 29"/>
                  <a:gd name="T11" fmla="*/ 1 h 27"/>
                  <a:gd name="T12" fmla="*/ 0 w 29"/>
                  <a:gd name="T13" fmla="*/ 3 h 27"/>
                  <a:gd name="T14" fmla="*/ 4 w 29"/>
                  <a:gd name="T15" fmla="*/ 9 h 27"/>
                  <a:gd name="T16" fmla="*/ 10 w 29"/>
                  <a:gd name="T17" fmla="*/ 17 h 27"/>
                  <a:gd name="T18" fmla="*/ 17 w 29"/>
                  <a:gd name="T19" fmla="*/ 24 h 27"/>
                  <a:gd name="T20" fmla="*/ 21 w 29"/>
                  <a:gd name="T21" fmla="*/ 27 h 27"/>
                  <a:gd name="T22" fmla="*/ 21 w 29"/>
                  <a:gd name="T23"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27">
                    <a:moveTo>
                      <a:pt x="21" y="25"/>
                    </a:moveTo>
                    <a:cubicBezTo>
                      <a:pt x="21" y="23"/>
                      <a:pt x="26" y="16"/>
                      <a:pt x="28" y="16"/>
                    </a:cubicBezTo>
                    <a:cubicBezTo>
                      <a:pt x="29" y="16"/>
                      <a:pt x="29" y="9"/>
                      <a:pt x="29" y="5"/>
                    </a:cubicBezTo>
                    <a:cubicBezTo>
                      <a:pt x="25" y="2"/>
                      <a:pt x="21" y="2"/>
                      <a:pt x="21" y="2"/>
                    </a:cubicBezTo>
                    <a:cubicBezTo>
                      <a:pt x="21" y="2"/>
                      <a:pt x="11" y="1"/>
                      <a:pt x="9" y="0"/>
                    </a:cubicBezTo>
                    <a:cubicBezTo>
                      <a:pt x="7" y="0"/>
                      <a:pt x="5" y="3"/>
                      <a:pt x="4" y="1"/>
                    </a:cubicBezTo>
                    <a:cubicBezTo>
                      <a:pt x="2" y="0"/>
                      <a:pt x="0" y="2"/>
                      <a:pt x="0" y="3"/>
                    </a:cubicBezTo>
                    <a:cubicBezTo>
                      <a:pt x="1" y="5"/>
                      <a:pt x="4" y="6"/>
                      <a:pt x="4" y="9"/>
                    </a:cubicBezTo>
                    <a:cubicBezTo>
                      <a:pt x="4" y="12"/>
                      <a:pt x="11" y="16"/>
                      <a:pt x="10" y="17"/>
                    </a:cubicBezTo>
                    <a:cubicBezTo>
                      <a:pt x="10" y="18"/>
                      <a:pt x="15" y="21"/>
                      <a:pt x="17" y="24"/>
                    </a:cubicBezTo>
                    <a:cubicBezTo>
                      <a:pt x="18" y="25"/>
                      <a:pt x="20" y="26"/>
                      <a:pt x="21" y="27"/>
                    </a:cubicBezTo>
                    <a:cubicBezTo>
                      <a:pt x="21" y="26"/>
                      <a:pt x="22" y="25"/>
                      <a:pt x="21"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69">
                <a:extLst>
                  <a:ext uri="{FF2B5EF4-FFF2-40B4-BE49-F238E27FC236}">
                    <a16:creationId xmlns:a16="http://schemas.microsoft.com/office/drawing/2014/main" id="{50A48F5A-2A5F-4B3F-A3AE-A7F8446341D7}"/>
                  </a:ext>
                </a:extLst>
              </p:cNvPr>
              <p:cNvSpPr>
                <a:spLocks/>
              </p:cNvSpPr>
              <p:nvPr/>
            </p:nvSpPr>
            <p:spPr bwMode="auto">
              <a:xfrm>
                <a:off x="5178188" y="3147499"/>
                <a:ext cx="99123" cy="85321"/>
              </a:xfrm>
              <a:custGeom>
                <a:avLst/>
                <a:gdLst>
                  <a:gd name="T0" fmla="*/ 24 w 43"/>
                  <a:gd name="T1" fmla="*/ 30 h 37"/>
                  <a:gd name="T2" fmla="*/ 18 w 43"/>
                  <a:gd name="T3" fmla="*/ 22 h 37"/>
                  <a:gd name="T4" fmla="*/ 14 w 43"/>
                  <a:gd name="T5" fmla="*/ 16 h 37"/>
                  <a:gd name="T6" fmla="*/ 18 w 43"/>
                  <a:gd name="T7" fmla="*/ 14 h 37"/>
                  <a:gd name="T8" fmla="*/ 23 w 43"/>
                  <a:gd name="T9" fmla="*/ 13 h 37"/>
                  <a:gd name="T10" fmla="*/ 35 w 43"/>
                  <a:gd name="T11" fmla="*/ 15 h 37"/>
                  <a:gd name="T12" fmla="*/ 43 w 43"/>
                  <a:gd name="T13" fmla="*/ 18 h 37"/>
                  <a:gd name="T14" fmla="*/ 42 w 43"/>
                  <a:gd name="T15" fmla="*/ 16 h 37"/>
                  <a:gd name="T16" fmla="*/ 40 w 43"/>
                  <a:gd name="T17" fmla="*/ 11 h 37"/>
                  <a:gd name="T18" fmla="*/ 38 w 43"/>
                  <a:gd name="T19" fmla="*/ 6 h 37"/>
                  <a:gd name="T20" fmla="*/ 35 w 43"/>
                  <a:gd name="T21" fmla="*/ 7 h 37"/>
                  <a:gd name="T22" fmla="*/ 27 w 43"/>
                  <a:gd name="T23" fmla="*/ 5 h 37"/>
                  <a:gd name="T24" fmla="*/ 20 w 43"/>
                  <a:gd name="T25" fmla="*/ 0 h 37"/>
                  <a:gd name="T26" fmla="*/ 15 w 43"/>
                  <a:gd name="T27" fmla="*/ 3 h 37"/>
                  <a:gd name="T28" fmla="*/ 13 w 43"/>
                  <a:gd name="T29" fmla="*/ 7 h 37"/>
                  <a:gd name="T30" fmla="*/ 10 w 43"/>
                  <a:gd name="T31" fmla="*/ 11 h 37"/>
                  <a:gd name="T32" fmla="*/ 5 w 43"/>
                  <a:gd name="T33" fmla="*/ 10 h 37"/>
                  <a:gd name="T34" fmla="*/ 0 w 43"/>
                  <a:gd name="T35" fmla="*/ 11 h 37"/>
                  <a:gd name="T36" fmla="*/ 1 w 43"/>
                  <a:gd name="T37" fmla="*/ 15 h 37"/>
                  <a:gd name="T38" fmla="*/ 7 w 43"/>
                  <a:gd name="T39" fmla="*/ 17 h 37"/>
                  <a:gd name="T40" fmla="*/ 14 w 43"/>
                  <a:gd name="T41" fmla="*/ 29 h 37"/>
                  <a:gd name="T42" fmla="*/ 21 w 43"/>
                  <a:gd name="T43" fmla="*/ 32 h 37"/>
                  <a:gd name="T44" fmla="*/ 28 w 43"/>
                  <a:gd name="T45" fmla="*/ 36 h 37"/>
                  <a:gd name="T46" fmla="*/ 31 w 43"/>
                  <a:gd name="T47" fmla="*/ 37 h 37"/>
                  <a:gd name="T48" fmla="*/ 24 w 43"/>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3" h="37">
                    <a:moveTo>
                      <a:pt x="24" y="30"/>
                    </a:moveTo>
                    <a:cubicBezTo>
                      <a:pt x="25" y="29"/>
                      <a:pt x="18" y="25"/>
                      <a:pt x="18" y="22"/>
                    </a:cubicBezTo>
                    <a:cubicBezTo>
                      <a:pt x="18" y="19"/>
                      <a:pt x="15" y="18"/>
                      <a:pt x="14" y="16"/>
                    </a:cubicBezTo>
                    <a:cubicBezTo>
                      <a:pt x="14" y="15"/>
                      <a:pt x="16" y="13"/>
                      <a:pt x="18" y="14"/>
                    </a:cubicBezTo>
                    <a:cubicBezTo>
                      <a:pt x="19" y="16"/>
                      <a:pt x="21" y="13"/>
                      <a:pt x="23" y="13"/>
                    </a:cubicBezTo>
                    <a:cubicBezTo>
                      <a:pt x="25" y="14"/>
                      <a:pt x="35" y="15"/>
                      <a:pt x="35" y="15"/>
                    </a:cubicBezTo>
                    <a:cubicBezTo>
                      <a:pt x="35" y="15"/>
                      <a:pt x="39" y="15"/>
                      <a:pt x="43" y="18"/>
                    </a:cubicBezTo>
                    <a:cubicBezTo>
                      <a:pt x="42" y="17"/>
                      <a:pt x="42" y="17"/>
                      <a:pt x="42" y="16"/>
                    </a:cubicBezTo>
                    <a:cubicBezTo>
                      <a:pt x="41" y="14"/>
                      <a:pt x="42" y="12"/>
                      <a:pt x="40" y="11"/>
                    </a:cubicBezTo>
                    <a:cubicBezTo>
                      <a:pt x="38" y="10"/>
                      <a:pt x="38" y="8"/>
                      <a:pt x="38" y="6"/>
                    </a:cubicBezTo>
                    <a:cubicBezTo>
                      <a:pt x="36" y="6"/>
                      <a:pt x="35" y="7"/>
                      <a:pt x="35" y="7"/>
                    </a:cubicBezTo>
                    <a:cubicBezTo>
                      <a:pt x="33" y="7"/>
                      <a:pt x="28" y="7"/>
                      <a:pt x="27" y="5"/>
                    </a:cubicBezTo>
                    <a:cubicBezTo>
                      <a:pt x="25" y="3"/>
                      <a:pt x="22" y="1"/>
                      <a:pt x="20" y="0"/>
                    </a:cubicBezTo>
                    <a:cubicBezTo>
                      <a:pt x="19" y="0"/>
                      <a:pt x="16" y="3"/>
                      <a:pt x="15" y="3"/>
                    </a:cubicBezTo>
                    <a:cubicBezTo>
                      <a:pt x="14" y="3"/>
                      <a:pt x="14" y="7"/>
                      <a:pt x="13" y="7"/>
                    </a:cubicBezTo>
                    <a:cubicBezTo>
                      <a:pt x="12" y="7"/>
                      <a:pt x="11" y="9"/>
                      <a:pt x="10" y="11"/>
                    </a:cubicBezTo>
                    <a:cubicBezTo>
                      <a:pt x="10" y="12"/>
                      <a:pt x="7" y="10"/>
                      <a:pt x="5" y="10"/>
                    </a:cubicBezTo>
                    <a:cubicBezTo>
                      <a:pt x="4" y="11"/>
                      <a:pt x="1" y="11"/>
                      <a:pt x="0" y="11"/>
                    </a:cubicBezTo>
                    <a:cubicBezTo>
                      <a:pt x="0" y="13"/>
                      <a:pt x="0" y="15"/>
                      <a:pt x="1" y="15"/>
                    </a:cubicBezTo>
                    <a:cubicBezTo>
                      <a:pt x="3" y="15"/>
                      <a:pt x="7" y="15"/>
                      <a:pt x="7" y="17"/>
                    </a:cubicBezTo>
                    <a:cubicBezTo>
                      <a:pt x="7" y="20"/>
                      <a:pt x="12" y="27"/>
                      <a:pt x="14" y="29"/>
                    </a:cubicBezTo>
                    <a:cubicBezTo>
                      <a:pt x="16" y="31"/>
                      <a:pt x="21" y="30"/>
                      <a:pt x="21" y="32"/>
                    </a:cubicBezTo>
                    <a:cubicBezTo>
                      <a:pt x="21" y="34"/>
                      <a:pt x="24" y="36"/>
                      <a:pt x="28" y="36"/>
                    </a:cubicBezTo>
                    <a:cubicBezTo>
                      <a:pt x="29" y="36"/>
                      <a:pt x="30" y="37"/>
                      <a:pt x="31" y="37"/>
                    </a:cubicBezTo>
                    <a:cubicBezTo>
                      <a:pt x="29" y="34"/>
                      <a:pt x="24" y="31"/>
                      <a:pt x="24" y="3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70">
                <a:extLst>
                  <a:ext uri="{FF2B5EF4-FFF2-40B4-BE49-F238E27FC236}">
                    <a16:creationId xmlns:a16="http://schemas.microsoft.com/office/drawing/2014/main" id="{20264324-39B7-4822-A538-3484AC548AD9}"/>
                  </a:ext>
                </a:extLst>
              </p:cNvPr>
              <p:cNvSpPr>
                <a:spLocks/>
              </p:cNvSpPr>
              <p:nvPr/>
            </p:nvSpPr>
            <p:spPr bwMode="auto">
              <a:xfrm>
                <a:off x="5273547" y="3237839"/>
                <a:ext cx="33878" cy="69010"/>
              </a:xfrm>
              <a:custGeom>
                <a:avLst/>
                <a:gdLst>
                  <a:gd name="T0" fmla="*/ 10 w 15"/>
                  <a:gd name="T1" fmla="*/ 25 h 30"/>
                  <a:gd name="T2" fmla="*/ 12 w 15"/>
                  <a:gd name="T3" fmla="*/ 22 h 30"/>
                  <a:gd name="T4" fmla="*/ 15 w 15"/>
                  <a:gd name="T5" fmla="*/ 18 h 30"/>
                  <a:gd name="T6" fmla="*/ 15 w 15"/>
                  <a:gd name="T7" fmla="*/ 17 h 30"/>
                  <a:gd name="T8" fmla="*/ 10 w 15"/>
                  <a:gd name="T9" fmla="*/ 12 h 30"/>
                  <a:gd name="T10" fmla="*/ 11 w 15"/>
                  <a:gd name="T11" fmla="*/ 4 h 30"/>
                  <a:gd name="T12" fmla="*/ 4 w 15"/>
                  <a:gd name="T13" fmla="*/ 0 h 30"/>
                  <a:gd name="T14" fmla="*/ 0 w 15"/>
                  <a:gd name="T15" fmla="*/ 6 h 30"/>
                  <a:gd name="T16" fmla="*/ 2 w 15"/>
                  <a:gd name="T17" fmla="*/ 11 h 30"/>
                  <a:gd name="T18" fmla="*/ 2 w 15"/>
                  <a:gd name="T19" fmla="*/ 23 h 30"/>
                  <a:gd name="T20" fmla="*/ 8 w 15"/>
                  <a:gd name="T21" fmla="*/ 30 h 30"/>
                  <a:gd name="T22" fmla="*/ 10 w 15"/>
                  <a:gd name="T23" fmla="*/ 2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0">
                    <a:moveTo>
                      <a:pt x="10" y="25"/>
                    </a:moveTo>
                    <a:cubicBezTo>
                      <a:pt x="12" y="25"/>
                      <a:pt x="11" y="23"/>
                      <a:pt x="12" y="22"/>
                    </a:cubicBezTo>
                    <a:cubicBezTo>
                      <a:pt x="13" y="21"/>
                      <a:pt x="15" y="18"/>
                      <a:pt x="15" y="18"/>
                    </a:cubicBezTo>
                    <a:cubicBezTo>
                      <a:pt x="15" y="17"/>
                      <a:pt x="15" y="17"/>
                      <a:pt x="15" y="17"/>
                    </a:cubicBezTo>
                    <a:cubicBezTo>
                      <a:pt x="12" y="16"/>
                      <a:pt x="11" y="14"/>
                      <a:pt x="10" y="12"/>
                    </a:cubicBezTo>
                    <a:cubicBezTo>
                      <a:pt x="10" y="10"/>
                      <a:pt x="10" y="7"/>
                      <a:pt x="11" y="4"/>
                    </a:cubicBezTo>
                    <a:cubicBezTo>
                      <a:pt x="10" y="3"/>
                      <a:pt x="5" y="0"/>
                      <a:pt x="4" y="0"/>
                    </a:cubicBezTo>
                    <a:cubicBezTo>
                      <a:pt x="3" y="0"/>
                      <a:pt x="1" y="3"/>
                      <a:pt x="0" y="6"/>
                    </a:cubicBezTo>
                    <a:cubicBezTo>
                      <a:pt x="3" y="7"/>
                      <a:pt x="5" y="9"/>
                      <a:pt x="2" y="11"/>
                    </a:cubicBezTo>
                    <a:cubicBezTo>
                      <a:pt x="0" y="13"/>
                      <a:pt x="0" y="21"/>
                      <a:pt x="2" y="23"/>
                    </a:cubicBezTo>
                    <a:cubicBezTo>
                      <a:pt x="5" y="25"/>
                      <a:pt x="5" y="28"/>
                      <a:pt x="8" y="30"/>
                    </a:cubicBezTo>
                    <a:cubicBezTo>
                      <a:pt x="8" y="28"/>
                      <a:pt x="9" y="25"/>
                      <a:pt x="1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71">
                <a:extLst>
                  <a:ext uri="{FF2B5EF4-FFF2-40B4-BE49-F238E27FC236}">
                    <a16:creationId xmlns:a16="http://schemas.microsoft.com/office/drawing/2014/main" id="{3596EB34-E1FE-44D4-9843-5C02EBDCE08B}"/>
                  </a:ext>
                </a:extLst>
              </p:cNvPr>
              <p:cNvSpPr>
                <a:spLocks/>
              </p:cNvSpPr>
              <p:nvPr/>
            </p:nvSpPr>
            <p:spPr bwMode="auto">
              <a:xfrm>
                <a:off x="5102904" y="3088527"/>
                <a:ext cx="135510" cy="61482"/>
              </a:xfrm>
              <a:custGeom>
                <a:avLst/>
                <a:gdLst>
                  <a:gd name="T0" fmla="*/ 50 w 59"/>
                  <a:gd name="T1" fmla="*/ 2 h 27"/>
                  <a:gd name="T2" fmla="*/ 43 w 59"/>
                  <a:gd name="T3" fmla="*/ 0 h 27"/>
                  <a:gd name="T4" fmla="*/ 41 w 59"/>
                  <a:gd name="T5" fmla="*/ 4 h 27"/>
                  <a:gd name="T6" fmla="*/ 34 w 59"/>
                  <a:gd name="T7" fmla="*/ 4 h 27"/>
                  <a:gd name="T8" fmla="*/ 30 w 59"/>
                  <a:gd name="T9" fmla="*/ 7 h 27"/>
                  <a:gd name="T10" fmla="*/ 27 w 59"/>
                  <a:gd name="T11" fmla="*/ 12 h 27"/>
                  <a:gd name="T12" fmla="*/ 23 w 59"/>
                  <a:gd name="T13" fmla="*/ 14 h 27"/>
                  <a:gd name="T14" fmla="*/ 15 w 59"/>
                  <a:gd name="T15" fmla="*/ 16 h 27"/>
                  <a:gd name="T16" fmla="*/ 11 w 59"/>
                  <a:gd name="T17" fmla="*/ 16 h 27"/>
                  <a:gd name="T18" fmla="*/ 6 w 59"/>
                  <a:gd name="T19" fmla="*/ 17 h 27"/>
                  <a:gd name="T20" fmla="*/ 1 w 59"/>
                  <a:gd name="T21" fmla="*/ 16 h 27"/>
                  <a:gd name="T22" fmla="*/ 0 w 59"/>
                  <a:gd name="T23" fmla="*/ 20 h 27"/>
                  <a:gd name="T24" fmla="*/ 4 w 59"/>
                  <a:gd name="T25" fmla="*/ 22 h 27"/>
                  <a:gd name="T26" fmla="*/ 9 w 59"/>
                  <a:gd name="T27" fmla="*/ 23 h 27"/>
                  <a:gd name="T28" fmla="*/ 14 w 59"/>
                  <a:gd name="T29" fmla="*/ 22 h 27"/>
                  <a:gd name="T30" fmla="*/ 21 w 59"/>
                  <a:gd name="T31" fmla="*/ 21 h 27"/>
                  <a:gd name="T32" fmla="*/ 22 w 59"/>
                  <a:gd name="T33" fmla="*/ 24 h 27"/>
                  <a:gd name="T34" fmla="*/ 30 w 59"/>
                  <a:gd name="T35" fmla="*/ 25 h 27"/>
                  <a:gd name="T36" fmla="*/ 39 w 59"/>
                  <a:gd name="T37" fmla="*/ 27 h 27"/>
                  <a:gd name="T38" fmla="*/ 46 w 59"/>
                  <a:gd name="T39" fmla="*/ 24 h 27"/>
                  <a:gd name="T40" fmla="*/ 51 w 59"/>
                  <a:gd name="T41" fmla="*/ 23 h 27"/>
                  <a:gd name="T42" fmla="*/ 51 w 59"/>
                  <a:gd name="T43" fmla="*/ 23 h 27"/>
                  <a:gd name="T44" fmla="*/ 52 w 59"/>
                  <a:gd name="T45" fmla="*/ 21 h 27"/>
                  <a:gd name="T46" fmla="*/ 54 w 59"/>
                  <a:gd name="T47" fmla="*/ 17 h 27"/>
                  <a:gd name="T48" fmla="*/ 55 w 59"/>
                  <a:gd name="T49" fmla="*/ 14 h 27"/>
                  <a:gd name="T50" fmla="*/ 58 w 59"/>
                  <a:gd name="T51" fmla="*/ 12 h 27"/>
                  <a:gd name="T52" fmla="*/ 59 w 59"/>
                  <a:gd name="T53" fmla="*/ 10 h 27"/>
                  <a:gd name="T54" fmla="*/ 56 w 59"/>
                  <a:gd name="T55" fmla="*/ 3 h 27"/>
                  <a:gd name="T56" fmla="*/ 50 w 59"/>
                  <a:gd name="T57" fmla="*/ 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27">
                    <a:moveTo>
                      <a:pt x="50" y="2"/>
                    </a:moveTo>
                    <a:cubicBezTo>
                      <a:pt x="48" y="0"/>
                      <a:pt x="43" y="0"/>
                      <a:pt x="43" y="0"/>
                    </a:cubicBezTo>
                    <a:cubicBezTo>
                      <a:pt x="43" y="0"/>
                      <a:pt x="42" y="2"/>
                      <a:pt x="41" y="4"/>
                    </a:cubicBezTo>
                    <a:cubicBezTo>
                      <a:pt x="41" y="5"/>
                      <a:pt x="37" y="5"/>
                      <a:pt x="34" y="4"/>
                    </a:cubicBezTo>
                    <a:cubicBezTo>
                      <a:pt x="33" y="5"/>
                      <a:pt x="30" y="6"/>
                      <a:pt x="30" y="7"/>
                    </a:cubicBezTo>
                    <a:cubicBezTo>
                      <a:pt x="29" y="9"/>
                      <a:pt x="25" y="8"/>
                      <a:pt x="27" y="12"/>
                    </a:cubicBezTo>
                    <a:cubicBezTo>
                      <a:pt x="28" y="16"/>
                      <a:pt x="25" y="15"/>
                      <a:pt x="23" y="14"/>
                    </a:cubicBezTo>
                    <a:cubicBezTo>
                      <a:pt x="22" y="14"/>
                      <a:pt x="17" y="15"/>
                      <a:pt x="15" y="16"/>
                    </a:cubicBezTo>
                    <a:cubicBezTo>
                      <a:pt x="14" y="17"/>
                      <a:pt x="12" y="17"/>
                      <a:pt x="11" y="16"/>
                    </a:cubicBezTo>
                    <a:cubicBezTo>
                      <a:pt x="9" y="16"/>
                      <a:pt x="7" y="15"/>
                      <a:pt x="6" y="17"/>
                    </a:cubicBezTo>
                    <a:cubicBezTo>
                      <a:pt x="5" y="19"/>
                      <a:pt x="3" y="16"/>
                      <a:pt x="1" y="16"/>
                    </a:cubicBezTo>
                    <a:cubicBezTo>
                      <a:pt x="0" y="16"/>
                      <a:pt x="0" y="19"/>
                      <a:pt x="0" y="20"/>
                    </a:cubicBezTo>
                    <a:cubicBezTo>
                      <a:pt x="0" y="21"/>
                      <a:pt x="3" y="23"/>
                      <a:pt x="4" y="22"/>
                    </a:cubicBezTo>
                    <a:cubicBezTo>
                      <a:pt x="6" y="22"/>
                      <a:pt x="8" y="22"/>
                      <a:pt x="9" y="23"/>
                    </a:cubicBezTo>
                    <a:cubicBezTo>
                      <a:pt x="11" y="24"/>
                      <a:pt x="13" y="23"/>
                      <a:pt x="14" y="22"/>
                    </a:cubicBezTo>
                    <a:cubicBezTo>
                      <a:pt x="15" y="21"/>
                      <a:pt x="20" y="21"/>
                      <a:pt x="21" y="21"/>
                    </a:cubicBezTo>
                    <a:cubicBezTo>
                      <a:pt x="21" y="21"/>
                      <a:pt x="21" y="24"/>
                      <a:pt x="22" y="24"/>
                    </a:cubicBezTo>
                    <a:cubicBezTo>
                      <a:pt x="23" y="25"/>
                      <a:pt x="27" y="25"/>
                      <a:pt x="30" y="25"/>
                    </a:cubicBezTo>
                    <a:cubicBezTo>
                      <a:pt x="33" y="25"/>
                      <a:pt x="37" y="27"/>
                      <a:pt x="39" y="27"/>
                    </a:cubicBezTo>
                    <a:cubicBezTo>
                      <a:pt x="40" y="27"/>
                      <a:pt x="42" y="24"/>
                      <a:pt x="46" y="24"/>
                    </a:cubicBezTo>
                    <a:cubicBezTo>
                      <a:pt x="49" y="24"/>
                      <a:pt x="51" y="22"/>
                      <a:pt x="51" y="23"/>
                    </a:cubicBezTo>
                    <a:cubicBezTo>
                      <a:pt x="51" y="23"/>
                      <a:pt x="51" y="23"/>
                      <a:pt x="51" y="23"/>
                    </a:cubicBezTo>
                    <a:cubicBezTo>
                      <a:pt x="51" y="22"/>
                      <a:pt x="52" y="21"/>
                      <a:pt x="52" y="21"/>
                    </a:cubicBezTo>
                    <a:cubicBezTo>
                      <a:pt x="54" y="21"/>
                      <a:pt x="53" y="18"/>
                      <a:pt x="54" y="17"/>
                    </a:cubicBezTo>
                    <a:cubicBezTo>
                      <a:pt x="55" y="16"/>
                      <a:pt x="53" y="14"/>
                      <a:pt x="55" y="14"/>
                    </a:cubicBezTo>
                    <a:cubicBezTo>
                      <a:pt x="56" y="14"/>
                      <a:pt x="58" y="14"/>
                      <a:pt x="58" y="12"/>
                    </a:cubicBezTo>
                    <a:cubicBezTo>
                      <a:pt x="58" y="11"/>
                      <a:pt x="59" y="10"/>
                      <a:pt x="59" y="10"/>
                    </a:cubicBezTo>
                    <a:cubicBezTo>
                      <a:pt x="57" y="7"/>
                      <a:pt x="56" y="3"/>
                      <a:pt x="56" y="3"/>
                    </a:cubicBezTo>
                    <a:cubicBezTo>
                      <a:pt x="56" y="3"/>
                      <a:pt x="52" y="5"/>
                      <a:pt x="50"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72">
                <a:extLst>
                  <a:ext uri="{FF2B5EF4-FFF2-40B4-BE49-F238E27FC236}">
                    <a16:creationId xmlns:a16="http://schemas.microsoft.com/office/drawing/2014/main" id="{E5F81B6F-AC58-40B7-8698-856EB1A973B9}"/>
                  </a:ext>
                </a:extLst>
              </p:cNvPr>
              <p:cNvSpPr>
                <a:spLocks/>
              </p:cNvSpPr>
              <p:nvPr/>
            </p:nvSpPr>
            <p:spPr bwMode="auto">
              <a:xfrm>
                <a:off x="5220849" y="3094801"/>
                <a:ext cx="119199" cy="69010"/>
              </a:xfrm>
              <a:custGeom>
                <a:avLst/>
                <a:gdLst>
                  <a:gd name="T0" fmla="*/ 51 w 52"/>
                  <a:gd name="T1" fmla="*/ 6 h 30"/>
                  <a:gd name="T2" fmla="*/ 49 w 52"/>
                  <a:gd name="T3" fmla="*/ 5 h 30"/>
                  <a:gd name="T4" fmla="*/ 44 w 52"/>
                  <a:gd name="T5" fmla="*/ 3 h 30"/>
                  <a:gd name="T6" fmla="*/ 36 w 52"/>
                  <a:gd name="T7" fmla="*/ 1 h 30"/>
                  <a:gd name="T8" fmla="*/ 29 w 52"/>
                  <a:gd name="T9" fmla="*/ 5 h 30"/>
                  <a:gd name="T10" fmla="*/ 20 w 52"/>
                  <a:gd name="T11" fmla="*/ 8 h 30"/>
                  <a:gd name="T12" fmla="*/ 9 w 52"/>
                  <a:gd name="T13" fmla="*/ 8 h 30"/>
                  <a:gd name="T14" fmla="*/ 8 w 52"/>
                  <a:gd name="T15" fmla="*/ 7 h 30"/>
                  <a:gd name="T16" fmla="*/ 7 w 52"/>
                  <a:gd name="T17" fmla="*/ 9 h 30"/>
                  <a:gd name="T18" fmla="*/ 4 w 52"/>
                  <a:gd name="T19" fmla="*/ 11 h 30"/>
                  <a:gd name="T20" fmla="*/ 3 w 52"/>
                  <a:gd name="T21" fmla="*/ 14 h 30"/>
                  <a:gd name="T22" fmla="*/ 1 w 52"/>
                  <a:gd name="T23" fmla="*/ 18 h 30"/>
                  <a:gd name="T24" fmla="*/ 0 w 52"/>
                  <a:gd name="T25" fmla="*/ 20 h 30"/>
                  <a:gd name="T26" fmla="*/ 2 w 52"/>
                  <a:gd name="T27" fmla="*/ 23 h 30"/>
                  <a:gd name="T28" fmla="*/ 2 w 52"/>
                  <a:gd name="T29" fmla="*/ 23 h 30"/>
                  <a:gd name="T30" fmla="*/ 9 w 52"/>
                  <a:gd name="T31" fmla="*/ 28 h 30"/>
                  <a:gd name="T32" fmla="*/ 17 w 52"/>
                  <a:gd name="T33" fmla="*/ 30 h 30"/>
                  <a:gd name="T34" fmla="*/ 28 w 52"/>
                  <a:gd name="T35" fmla="*/ 26 h 30"/>
                  <a:gd name="T36" fmla="*/ 31 w 52"/>
                  <a:gd name="T37" fmla="*/ 27 h 30"/>
                  <a:gd name="T38" fmla="*/ 34 w 52"/>
                  <a:gd name="T39" fmla="*/ 28 h 30"/>
                  <a:gd name="T40" fmla="*/ 38 w 52"/>
                  <a:gd name="T41" fmla="*/ 24 h 30"/>
                  <a:gd name="T42" fmla="*/ 46 w 52"/>
                  <a:gd name="T43" fmla="*/ 12 h 30"/>
                  <a:gd name="T44" fmla="*/ 51 w 52"/>
                  <a:gd name="T45" fmla="*/ 9 h 30"/>
                  <a:gd name="T46" fmla="*/ 51 w 52"/>
                  <a:gd name="T47"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 h="30">
                    <a:moveTo>
                      <a:pt x="51" y="6"/>
                    </a:moveTo>
                    <a:cubicBezTo>
                      <a:pt x="50" y="6"/>
                      <a:pt x="49" y="5"/>
                      <a:pt x="49" y="5"/>
                    </a:cubicBezTo>
                    <a:cubicBezTo>
                      <a:pt x="46" y="4"/>
                      <a:pt x="44" y="4"/>
                      <a:pt x="44" y="3"/>
                    </a:cubicBezTo>
                    <a:cubicBezTo>
                      <a:pt x="42" y="2"/>
                      <a:pt x="37" y="1"/>
                      <a:pt x="36" y="1"/>
                    </a:cubicBezTo>
                    <a:cubicBezTo>
                      <a:pt x="35" y="0"/>
                      <a:pt x="30" y="5"/>
                      <a:pt x="29" y="5"/>
                    </a:cubicBezTo>
                    <a:cubicBezTo>
                      <a:pt x="27" y="5"/>
                      <a:pt x="20" y="6"/>
                      <a:pt x="20" y="8"/>
                    </a:cubicBezTo>
                    <a:cubicBezTo>
                      <a:pt x="20" y="10"/>
                      <a:pt x="12" y="10"/>
                      <a:pt x="9" y="8"/>
                    </a:cubicBezTo>
                    <a:cubicBezTo>
                      <a:pt x="9" y="8"/>
                      <a:pt x="9" y="7"/>
                      <a:pt x="8" y="7"/>
                    </a:cubicBezTo>
                    <a:cubicBezTo>
                      <a:pt x="8" y="7"/>
                      <a:pt x="7" y="8"/>
                      <a:pt x="7" y="9"/>
                    </a:cubicBezTo>
                    <a:cubicBezTo>
                      <a:pt x="7" y="11"/>
                      <a:pt x="5" y="11"/>
                      <a:pt x="4" y="11"/>
                    </a:cubicBezTo>
                    <a:cubicBezTo>
                      <a:pt x="2" y="11"/>
                      <a:pt x="4" y="13"/>
                      <a:pt x="3" y="14"/>
                    </a:cubicBezTo>
                    <a:cubicBezTo>
                      <a:pt x="2" y="15"/>
                      <a:pt x="3" y="18"/>
                      <a:pt x="1" y="18"/>
                    </a:cubicBezTo>
                    <a:cubicBezTo>
                      <a:pt x="1" y="18"/>
                      <a:pt x="0" y="19"/>
                      <a:pt x="0" y="20"/>
                    </a:cubicBezTo>
                    <a:cubicBezTo>
                      <a:pt x="1" y="20"/>
                      <a:pt x="2" y="23"/>
                      <a:pt x="2" y="23"/>
                    </a:cubicBezTo>
                    <a:cubicBezTo>
                      <a:pt x="2" y="23"/>
                      <a:pt x="2" y="23"/>
                      <a:pt x="2" y="23"/>
                    </a:cubicBezTo>
                    <a:cubicBezTo>
                      <a:pt x="4" y="24"/>
                      <a:pt x="7" y="26"/>
                      <a:pt x="9" y="28"/>
                    </a:cubicBezTo>
                    <a:cubicBezTo>
                      <a:pt x="10" y="30"/>
                      <a:pt x="15" y="30"/>
                      <a:pt x="17" y="30"/>
                    </a:cubicBezTo>
                    <a:cubicBezTo>
                      <a:pt x="19" y="29"/>
                      <a:pt x="28" y="26"/>
                      <a:pt x="28" y="26"/>
                    </a:cubicBezTo>
                    <a:cubicBezTo>
                      <a:pt x="28" y="26"/>
                      <a:pt x="30" y="27"/>
                      <a:pt x="31" y="27"/>
                    </a:cubicBezTo>
                    <a:cubicBezTo>
                      <a:pt x="32" y="27"/>
                      <a:pt x="33" y="27"/>
                      <a:pt x="34" y="28"/>
                    </a:cubicBezTo>
                    <a:cubicBezTo>
                      <a:pt x="34" y="27"/>
                      <a:pt x="36" y="26"/>
                      <a:pt x="38" y="24"/>
                    </a:cubicBezTo>
                    <a:cubicBezTo>
                      <a:pt x="41" y="22"/>
                      <a:pt x="45" y="13"/>
                      <a:pt x="46" y="12"/>
                    </a:cubicBezTo>
                    <a:cubicBezTo>
                      <a:pt x="47" y="11"/>
                      <a:pt x="50" y="10"/>
                      <a:pt x="51" y="9"/>
                    </a:cubicBezTo>
                    <a:cubicBezTo>
                      <a:pt x="52" y="8"/>
                      <a:pt x="52" y="7"/>
                      <a:pt x="51"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73">
                <a:extLst>
                  <a:ext uri="{FF2B5EF4-FFF2-40B4-BE49-F238E27FC236}">
                    <a16:creationId xmlns:a16="http://schemas.microsoft.com/office/drawing/2014/main" id="{18E9FD24-7C83-47C3-A65F-2DC8B8591747}"/>
                  </a:ext>
                </a:extLst>
              </p:cNvPr>
              <p:cNvSpPr>
                <a:spLocks/>
              </p:cNvSpPr>
              <p:nvPr/>
            </p:nvSpPr>
            <p:spPr bwMode="auto">
              <a:xfrm>
                <a:off x="5149329" y="3039593"/>
                <a:ext cx="116690" cy="60227"/>
              </a:xfrm>
              <a:custGeom>
                <a:avLst/>
                <a:gdLst>
                  <a:gd name="T0" fmla="*/ 49 w 51"/>
                  <a:gd name="T1" fmla="*/ 12 h 26"/>
                  <a:gd name="T2" fmla="*/ 43 w 51"/>
                  <a:gd name="T3" fmla="*/ 10 h 26"/>
                  <a:gd name="T4" fmla="*/ 41 w 51"/>
                  <a:gd name="T5" fmla="*/ 7 h 26"/>
                  <a:gd name="T6" fmla="*/ 37 w 51"/>
                  <a:gd name="T7" fmla="*/ 8 h 26"/>
                  <a:gd name="T8" fmla="*/ 32 w 51"/>
                  <a:gd name="T9" fmla="*/ 6 h 26"/>
                  <a:gd name="T10" fmla="*/ 27 w 51"/>
                  <a:gd name="T11" fmla="*/ 3 h 26"/>
                  <a:gd name="T12" fmla="*/ 22 w 51"/>
                  <a:gd name="T13" fmla="*/ 0 h 26"/>
                  <a:gd name="T14" fmla="*/ 22 w 51"/>
                  <a:gd name="T15" fmla="*/ 1 h 26"/>
                  <a:gd name="T16" fmla="*/ 18 w 51"/>
                  <a:gd name="T17" fmla="*/ 1 h 26"/>
                  <a:gd name="T18" fmla="*/ 11 w 51"/>
                  <a:gd name="T19" fmla="*/ 4 h 26"/>
                  <a:gd name="T20" fmla="*/ 3 w 51"/>
                  <a:gd name="T21" fmla="*/ 7 h 26"/>
                  <a:gd name="T22" fmla="*/ 3 w 51"/>
                  <a:gd name="T23" fmla="*/ 12 h 26"/>
                  <a:gd name="T24" fmla="*/ 6 w 51"/>
                  <a:gd name="T25" fmla="*/ 18 h 26"/>
                  <a:gd name="T26" fmla="*/ 14 w 51"/>
                  <a:gd name="T27" fmla="*/ 25 h 26"/>
                  <a:gd name="T28" fmla="*/ 14 w 51"/>
                  <a:gd name="T29" fmla="*/ 25 h 26"/>
                  <a:gd name="T30" fmla="*/ 21 w 51"/>
                  <a:gd name="T31" fmla="*/ 25 h 26"/>
                  <a:gd name="T32" fmla="*/ 23 w 51"/>
                  <a:gd name="T33" fmla="*/ 21 h 26"/>
                  <a:gd name="T34" fmla="*/ 30 w 51"/>
                  <a:gd name="T35" fmla="*/ 23 h 26"/>
                  <a:gd name="T36" fmla="*/ 36 w 51"/>
                  <a:gd name="T37" fmla="*/ 24 h 26"/>
                  <a:gd name="T38" fmla="*/ 37 w 51"/>
                  <a:gd name="T39" fmla="*/ 26 h 26"/>
                  <a:gd name="T40" fmla="*/ 39 w 51"/>
                  <a:gd name="T41" fmla="*/ 23 h 26"/>
                  <a:gd name="T42" fmla="*/ 47 w 51"/>
                  <a:gd name="T43" fmla="*/ 19 h 26"/>
                  <a:gd name="T44" fmla="*/ 51 w 51"/>
                  <a:gd name="T45" fmla="*/ 16 h 26"/>
                  <a:gd name="T46" fmla="*/ 49 w 51"/>
                  <a:gd name="T47"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26">
                    <a:moveTo>
                      <a:pt x="49" y="12"/>
                    </a:moveTo>
                    <a:cubicBezTo>
                      <a:pt x="47" y="11"/>
                      <a:pt x="44" y="11"/>
                      <a:pt x="43" y="10"/>
                    </a:cubicBezTo>
                    <a:cubicBezTo>
                      <a:pt x="43" y="9"/>
                      <a:pt x="43" y="7"/>
                      <a:pt x="41" y="7"/>
                    </a:cubicBezTo>
                    <a:cubicBezTo>
                      <a:pt x="40" y="7"/>
                      <a:pt x="37" y="6"/>
                      <a:pt x="37" y="8"/>
                    </a:cubicBezTo>
                    <a:cubicBezTo>
                      <a:pt x="36" y="10"/>
                      <a:pt x="33" y="8"/>
                      <a:pt x="32" y="6"/>
                    </a:cubicBezTo>
                    <a:cubicBezTo>
                      <a:pt x="32" y="5"/>
                      <a:pt x="31" y="4"/>
                      <a:pt x="27" y="3"/>
                    </a:cubicBezTo>
                    <a:cubicBezTo>
                      <a:pt x="26" y="2"/>
                      <a:pt x="24" y="1"/>
                      <a:pt x="22" y="0"/>
                    </a:cubicBezTo>
                    <a:cubicBezTo>
                      <a:pt x="22" y="0"/>
                      <a:pt x="22" y="1"/>
                      <a:pt x="22" y="1"/>
                    </a:cubicBezTo>
                    <a:cubicBezTo>
                      <a:pt x="21" y="2"/>
                      <a:pt x="19" y="0"/>
                      <a:pt x="18" y="1"/>
                    </a:cubicBezTo>
                    <a:cubicBezTo>
                      <a:pt x="17" y="2"/>
                      <a:pt x="13" y="2"/>
                      <a:pt x="11" y="4"/>
                    </a:cubicBezTo>
                    <a:cubicBezTo>
                      <a:pt x="9" y="6"/>
                      <a:pt x="5" y="7"/>
                      <a:pt x="3" y="7"/>
                    </a:cubicBezTo>
                    <a:cubicBezTo>
                      <a:pt x="0" y="8"/>
                      <a:pt x="2" y="10"/>
                      <a:pt x="3" y="12"/>
                    </a:cubicBezTo>
                    <a:cubicBezTo>
                      <a:pt x="4" y="13"/>
                      <a:pt x="4" y="17"/>
                      <a:pt x="6" y="18"/>
                    </a:cubicBezTo>
                    <a:cubicBezTo>
                      <a:pt x="8" y="20"/>
                      <a:pt x="14" y="23"/>
                      <a:pt x="14" y="25"/>
                    </a:cubicBezTo>
                    <a:cubicBezTo>
                      <a:pt x="14" y="25"/>
                      <a:pt x="14" y="25"/>
                      <a:pt x="14" y="25"/>
                    </a:cubicBezTo>
                    <a:cubicBezTo>
                      <a:pt x="17" y="26"/>
                      <a:pt x="21" y="26"/>
                      <a:pt x="21" y="25"/>
                    </a:cubicBezTo>
                    <a:cubicBezTo>
                      <a:pt x="22" y="23"/>
                      <a:pt x="23" y="21"/>
                      <a:pt x="23" y="21"/>
                    </a:cubicBezTo>
                    <a:cubicBezTo>
                      <a:pt x="23" y="21"/>
                      <a:pt x="28" y="21"/>
                      <a:pt x="30" y="23"/>
                    </a:cubicBezTo>
                    <a:cubicBezTo>
                      <a:pt x="32" y="26"/>
                      <a:pt x="36" y="24"/>
                      <a:pt x="36" y="24"/>
                    </a:cubicBezTo>
                    <a:cubicBezTo>
                      <a:pt x="36" y="24"/>
                      <a:pt x="36" y="25"/>
                      <a:pt x="37" y="26"/>
                    </a:cubicBezTo>
                    <a:cubicBezTo>
                      <a:pt x="37" y="24"/>
                      <a:pt x="38" y="23"/>
                      <a:pt x="39" y="23"/>
                    </a:cubicBezTo>
                    <a:cubicBezTo>
                      <a:pt x="41" y="23"/>
                      <a:pt x="44" y="23"/>
                      <a:pt x="47" y="19"/>
                    </a:cubicBezTo>
                    <a:cubicBezTo>
                      <a:pt x="48" y="18"/>
                      <a:pt x="50" y="16"/>
                      <a:pt x="51" y="16"/>
                    </a:cubicBezTo>
                    <a:cubicBezTo>
                      <a:pt x="50" y="14"/>
                      <a:pt x="50" y="12"/>
                      <a:pt x="49" y="1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74">
                <a:extLst>
                  <a:ext uri="{FF2B5EF4-FFF2-40B4-BE49-F238E27FC236}">
                    <a16:creationId xmlns:a16="http://schemas.microsoft.com/office/drawing/2014/main" id="{D19AC202-5831-42E3-826F-29E56CB1D634}"/>
                  </a:ext>
                </a:extLst>
              </p:cNvPr>
              <p:cNvSpPr>
                <a:spLocks/>
              </p:cNvSpPr>
              <p:nvPr/>
            </p:nvSpPr>
            <p:spPr bwMode="auto">
              <a:xfrm>
                <a:off x="5234651" y="3074725"/>
                <a:ext cx="102888" cy="43915"/>
              </a:xfrm>
              <a:custGeom>
                <a:avLst/>
                <a:gdLst>
                  <a:gd name="T0" fmla="*/ 33 w 45"/>
                  <a:gd name="T1" fmla="*/ 2 h 19"/>
                  <a:gd name="T2" fmla="*/ 27 w 45"/>
                  <a:gd name="T3" fmla="*/ 2 h 19"/>
                  <a:gd name="T4" fmla="*/ 20 w 45"/>
                  <a:gd name="T5" fmla="*/ 1 h 19"/>
                  <a:gd name="T6" fmla="*/ 15 w 45"/>
                  <a:gd name="T7" fmla="*/ 1 h 19"/>
                  <a:gd name="T8" fmla="*/ 14 w 45"/>
                  <a:gd name="T9" fmla="*/ 1 h 19"/>
                  <a:gd name="T10" fmla="*/ 10 w 45"/>
                  <a:gd name="T11" fmla="*/ 4 h 19"/>
                  <a:gd name="T12" fmla="*/ 2 w 45"/>
                  <a:gd name="T13" fmla="*/ 8 h 19"/>
                  <a:gd name="T14" fmla="*/ 0 w 45"/>
                  <a:gd name="T15" fmla="*/ 11 h 19"/>
                  <a:gd name="T16" fmla="*/ 3 w 45"/>
                  <a:gd name="T17" fmla="*/ 17 h 19"/>
                  <a:gd name="T18" fmla="*/ 14 w 45"/>
                  <a:gd name="T19" fmla="*/ 17 h 19"/>
                  <a:gd name="T20" fmla="*/ 23 w 45"/>
                  <a:gd name="T21" fmla="*/ 14 h 19"/>
                  <a:gd name="T22" fmla="*/ 30 w 45"/>
                  <a:gd name="T23" fmla="*/ 10 h 19"/>
                  <a:gd name="T24" fmla="*/ 38 w 45"/>
                  <a:gd name="T25" fmla="*/ 12 h 19"/>
                  <a:gd name="T26" fmla="*/ 43 w 45"/>
                  <a:gd name="T27" fmla="*/ 14 h 19"/>
                  <a:gd name="T28" fmla="*/ 41 w 45"/>
                  <a:gd name="T29" fmla="*/ 11 h 19"/>
                  <a:gd name="T30" fmla="*/ 45 w 45"/>
                  <a:gd name="T31" fmla="*/ 5 h 19"/>
                  <a:gd name="T32" fmla="*/ 45 w 45"/>
                  <a:gd name="T33" fmla="*/ 5 h 19"/>
                  <a:gd name="T34" fmla="*/ 40 w 45"/>
                  <a:gd name="T35" fmla="*/ 4 h 19"/>
                  <a:gd name="T36" fmla="*/ 33 w 45"/>
                  <a:gd name="T3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 h="19">
                    <a:moveTo>
                      <a:pt x="33" y="2"/>
                    </a:moveTo>
                    <a:cubicBezTo>
                      <a:pt x="30" y="3"/>
                      <a:pt x="29" y="1"/>
                      <a:pt x="27" y="2"/>
                    </a:cubicBezTo>
                    <a:cubicBezTo>
                      <a:pt x="25" y="3"/>
                      <a:pt x="21" y="2"/>
                      <a:pt x="20" y="1"/>
                    </a:cubicBezTo>
                    <a:cubicBezTo>
                      <a:pt x="19" y="0"/>
                      <a:pt x="17" y="3"/>
                      <a:pt x="15" y="1"/>
                    </a:cubicBezTo>
                    <a:cubicBezTo>
                      <a:pt x="15" y="1"/>
                      <a:pt x="15" y="1"/>
                      <a:pt x="14" y="1"/>
                    </a:cubicBezTo>
                    <a:cubicBezTo>
                      <a:pt x="13" y="1"/>
                      <a:pt x="11" y="3"/>
                      <a:pt x="10" y="4"/>
                    </a:cubicBezTo>
                    <a:cubicBezTo>
                      <a:pt x="7" y="8"/>
                      <a:pt x="4" y="8"/>
                      <a:pt x="2" y="8"/>
                    </a:cubicBezTo>
                    <a:cubicBezTo>
                      <a:pt x="1" y="8"/>
                      <a:pt x="0" y="9"/>
                      <a:pt x="0" y="11"/>
                    </a:cubicBezTo>
                    <a:cubicBezTo>
                      <a:pt x="0" y="13"/>
                      <a:pt x="2" y="16"/>
                      <a:pt x="3" y="17"/>
                    </a:cubicBezTo>
                    <a:cubicBezTo>
                      <a:pt x="6" y="19"/>
                      <a:pt x="14" y="19"/>
                      <a:pt x="14" y="17"/>
                    </a:cubicBezTo>
                    <a:cubicBezTo>
                      <a:pt x="14" y="15"/>
                      <a:pt x="21" y="14"/>
                      <a:pt x="23" y="14"/>
                    </a:cubicBezTo>
                    <a:cubicBezTo>
                      <a:pt x="24" y="14"/>
                      <a:pt x="29" y="9"/>
                      <a:pt x="30" y="10"/>
                    </a:cubicBezTo>
                    <a:cubicBezTo>
                      <a:pt x="31" y="10"/>
                      <a:pt x="36" y="11"/>
                      <a:pt x="38" y="12"/>
                    </a:cubicBezTo>
                    <a:cubicBezTo>
                      <a:pt x="38" y="13"/>
                      <a:pt x="40" y="13"/>
                      <a:pt x="43" y="14"/>
                    </a:cubicBezTo>
                    <a:cubicBezTo>
                      <a:pt x="42" y="13"/>
                      <a:pt x="41" y="12"/>
                      <a:pt x="41" y="11"/>
                    </a:cubicBezTo>
                    <a:cubicBezTo>
                      <a:pt x="41" y="10"/>
                      <a:pt x="44" y="6"/>
                      <a:pt x="45" y="5"/>
                    </a:cubicBezTo>
                    <a:cubicBezTo>
                      <a:pt x="45" y="5"/>
                      <a:pt x="45" y="5"/>
                      <a:pt x="45" y="5"/>
                    </a:cubicBezTo>
                    <a:cubicBezTo>
                      <a:pt x="43" y="5"/>
                      <a:pt x="40" y="4"/>
                      <a:pt x="40" y="4"/>
                    </a:cubicBezTo>
                    <a:cubicBezTo>
                      <a:pt x="39" y="3"/>
                      <a:pt x="36" y="2"/>
                      <a:pt x="3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75">
                <a:extLst>
                  <a:ext uri="{FF2B5EF4-FFF2-40B4-BE49-F238E27FC236}">
                    <a16:creationId xmlns:a16="http://schemas.microsoft.com/office/drawing/2014/main" id="{42B78536-ABFA-4078-B08C-79001FC35D76}"/>
                  </a:ext>
                </a:extLst>
              </p:cNvPr>
              <p:cNvSpPr>
                <a:spLocks/>
              </p:cNvSpPr>
              <p:nvPr/>
            </p:nvSpPr>
            <p:spPr bwMode="auto">
              <a:xfrm>
                <a:off x="4740289" y="3249132"/>
                <a:ext cx="70265" cy="115435"/>
              </a:xfrm>
              <a:custGeom>
                <a:avLst/>
                <a:gdLst>
                  <a:gd name="T0" fmla="*/ 22 w 30"/>
                  <a:gd name="T1" fmla="*/ 40 h 50"/>
                  <a:gd name="T2" fmla="*/ 20 w 30"/>
                  <a:gd name="T3" fmla="*/ 36 h 50"/>
                  <a:gd name="T4" fmla="*/ 22 w 30"/>
                  <a:gd name="T5" fmla="*/ 32 h 50"/>
                  <a:gd name="T6" fmla="*/ 20 w 30"/>
                  <a:gd name="T7" fmla="*/ 28 h 50"/>
                  <a:gd name="T8" fmla="*/ 22 w 30"/>
                  <a:gd name="T9" fmla="*/ 24 h 50"/>
                  <a:gd name="T10" fmla="*/ 23 w 30"/>
                  <a:gd name="T11" fmla="*/ 19 h 50"/>
                  <a:gd name="T12" fmla="*/ 23 w 30"/>
                  <a:gd name="T13" fmla="*/ 11 h 50"/>
                  <a:gd name="T14" fmla="*/ 28 w 30"/>
                  <a:gd name="T15" fmla="*/ 7 h 50"/>
                  <a:gd name="T16" fmla="*/ 26 w 30"/>
                  <a:gd name="T17" fmla="*/ 4 h 50"/>
                  <a:gd name="T18" fmla="*/ 21 w 30"/>
                  <a:gd name="T19" fmla="*/ 3 h 50"/>
                  <a:gd name="T20" fmla="*/ 18 w 30"/>
                  <a:gd name="T21" fmla="*/ 3 h 50"/>
                  <a:gd name="T22" fmla="*/ 13 w 30"/>
                  <a:gd name="T23" fmla="*/ 2 h 50"/>
                  <a:gd name="T24" fmla="*/ 10 w 30"/>
                  <a:gd name="T25" fmla="*/ 1 h 50"/>
                  <a:gd name="T26" fmla="*/ 8 w 30"/>
                  <a:gd name="T27" fmla="*/ 2 h 50"/>
                  <a:gd name="T28" fmla="*/ 8 w 30"/>
                  <a:gd name="T29" fmla="*/ 8 h 50"/>
                  <a:gd name="T30" fmla="*/ 3 w 30"/>
                  <a:gd name="T31" fmla="*/ 27 h 50"/>
                  <a:gd name="T32" fmla="*/ 6 w 30"/>
                  <a:gd name="T33" fmla="*/ 34 h 50"/>
                  <a:gd name="T34" fmla="*/ 7 w 30"/>
                  <a:gd name="T35" fmla="*/ 48 h 50"/>
                  <a:gd name="T36" fmla="*/ 13 w 30"/>
                  <a:gd name="T37" fmla="*/ 49 h 50"/>
                  <a:gd name="T38" fmla="*/ 20 w 30"/>
                  <a:gd name="T39" fmla="*/ 48 h 50"/>
                  <a:gd name="T40" fmla="*/ 19 w 30"/>
                  <a:gd name="T41" fmla="*/ 45 h 50"/>
                  <a:gd name="T42" fmla="*/ 22 w 30"/>
                  <a:gd name="T43" fmla="*/ 4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50">
                    <a:moveTo>
                      <a:pt x="22" y="40"/>
                    </a:moveTo>
                    <a:cubicBezTo>
                      <a:pt x="25" y="40"/>
                      <a:pt x="21" y="37"/>
                      <a:pt x="20" y="36"/>
                    </a:cubicBezTo>
                    <a:cubicBezTo>
                      <a:pt x="19" y="35"/>
                      <a:pt x="20" y="32"/>
                      <a:pt x="22" y="32"/>
                    </a:cubicBezTo>
                    <a:cubicBezTo>
                      <a:pt x="24" y="32"/>
                      <a:pt x="22" y="30"/>
                      <a:pt x="20" y="28"/>
                    </a:cubicBezTo>
                    <a:cubicBezTo>
                      <a:pt x="18" y="25"/>
                      <a:pt x="20" y="24"/>
                      <a:pt x="22" y="24"/>
                    </a:cubicBezTo>
                    <a:cubicBezTo>
                      <a:pt x="24" y="24"/>
                      <a:pt x="21" y="21"/>
                      <a:pt x="23" y="19"/>
                    </a:cubicBezTo>
                    <a:cubicBezTo>
                      <a:pt x="25" y="17"/>
                      <a:pt x="23" y="13"/>
                      <a:pt x="23" y="11"/>
                    </a:cubicBezTo>
                    <a:cubicBezTo>
                      <a:pt x="23" y="10"/>
                      <a:pt x="26" y="9"/>
                      <a:pt x="28" y="7"/>
                    </a:cubicBezTo>
                    <a:cubicBezTo>
                      <a:pt x="30" y="4"/>
                      <a:pt x="26" y="5"/>
                      <a:pt x="26" y="4"/>
                    </a:cubicBezTo>
                    <a:cubicBezTo>
                      <a:pt x="26" y="2"/>
                      <a:pt x="23" y="1"/>
                      <a:pt x="21" y="3"/>
                    </a:cubicBezTo>
                    <a:cubicBezTo>
                      <a:pt x="19" y="4"/>
                      <a:pt x="20" y="3"/>
                      <a:pt x="18" y="3"/>
                    </a:cubicBezTo>
                    <a:cubicBezTo>
                      <a:pt x="16" y="3"/>
                      <a:pt x="13" y="3"/>
                      <a:pt x="13" y="2"/>
                    </a:cubicBezTo>
                    <a:cubicBezTo>
                      <a:pt x="13" y="0"/>
                      <a:pt x="12" y="0"/>
                      <a:pt x="10" y="1"/>
                    </a:cubicBezTo>
                    <a:cubicBezTo>
                      <a:pt x="10" y="2"/>
                      <a:pt x="9" y="2"/>
                      <a:pt x="8" y="2"/>
                    </a:cubicBezTo>
                    <a:cubicBezTo>
                      <a:pt x="8" y="4"/>
                      <a:pt x="7" y="7"/>
                      <a:pt x="8" y="8"/>
                    </a:cubicBezTo>
                    <a:cubicBezTo>
                      <a:pt x="10" y="10"/>
                      <a:pt x="6" y="23"/>
                      <a:pt x="3" y="27"/>
                    </a:cubicBezTo>
                    <a:cubicBezTo>
                      <a:pt x="0" y="30"/>
                      <a:pt x="3" y="31"/>
                      <a:pt x="6" y="34"/>
                    </a:cubicBezTo>
                    <a:cubicBezTo>
                      <a:pt x="9" y="36"/>
                      <a:pt x="7" y="45"/>
                      <a:pt x="7" y="48"/>
                    </a:cubicBezTo>
                    <a:cubicBezTo>
                      <a:pt x="7" y="50"/>
                      <a:pt x="10" y="49"/>
                      <a:pt x="13" y="49"/>
                    </a:cubicBezTo>
                    <a:cubicBezTo>
                      <a:pt x="15" y="49"/>
                      <a:pt x="18" y="48"/>
                      <a:pt x="20" y="48"/>
                    </a:cubicBezTo>
                    <a:cubicBezTo>
                      <a:pt x="19" y="47"/>
                      <a:pt x="19" y="46"/>
                      <a:pt x="19" y="45"/>
                    </a:cubicBezTo>
                    <a:cubicBezTo>
                      <a:pt x="19" y="43"/>
                      <a:pt x="19" y="41"/>
                      <a:pt x="22" y="4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76">
                <a:extLst>
                  <a:ext uri="{FF2B5EF4-FFF2-40B4-BE49-F238E27FC236}">
                    <a16:creationId xmlns:a16="http://schemas.microsoft.com/office/drawing/2014/main" id="{57849B8D-7CA7-46AA-87D3-E0B72CCB7912}"/>
                  </a:ext>
                </a:extLst>
              </p:cNvPr>
              <p:cNvSpPr>
                <a:spLocks/>
              </p:cNvSpPr>
              <p:nvPr/>
            </p:nvSpPr>
            <p:spPr bwMode="auto">
              <a:xfrm>
                <a:off x="4982451" y="2979366"/>
                <a:ext cx="76538" cy="65246"/>
              </a:xfrm>
              <a:custGeom>
                <a:avLst/>
                <a:gdLst>
                  <a:gd name="T0" fmla="*/ 10 w 33"/>
                  <a:gd name="T1" fmla="*/ 22 h 28"/>
                  <a:gd name="T2" fmla="*/ 16 w 33"/>
                  <a:gd name="T3" fmla="*/ 23 h 28"/>
                  <a:gd name="T4" fmla="*/ 22 w 33"/>
                  <a:gd name="T5" fmla="*/ 27 h 28"/>
                  <a:gd name="T6" fmla="*/ 23 w 33"/>
                  <a:gd name="T7" fmla="*/ 28 h 28"/>
                  <a:gd name="T8" fmla="*/ 24 w 33"/>
                  <a:gd name="T9" fmla="*/ 22 h 28"/>
                  <a:gd name="T10" fmla="*/ 25 w 33"/>
                  <a:gd name="T11" fmla="*/ 18 h 28"/>
                  <a:gd name="T12" fmla="*/ 29 w 33"/>
                  <a:gd name="T13" fmla="*/ 16 h 28"/>
                  <a:gd name="T14" fmla="*/ 31 w 33"/>
                  <a:gd name="T15" fmla="*/ 13 h 28"/>
                  <a:gd name="T16" fmla="*/ 28 w 33"/>
                  <a:gd name="T17" fmla="*/ 9 h 28"/>
                  <a:gd name="T18" fmla="*/ 32 w 33"/>
                  <a:gd name="T19" fmla="*/ 5 h 28"/>
                  <a:gd name="T20" fmla="*/ 32 w 33"/>
                  <a:gd name="T21" fmla="*/ 0 h 28"/>
                  <a:gd name="T22" fmla="*/ 30 w 33"/>
                  <a:gd name="T23" fmla="*/ 1 h 28"/>
                  <a:gd name="T24" fmla="*/ 22 w 33"/>
                  <a:gd name="T25" fmla="*/ 1 h 28"/>
                  <a:gd name="T26" fmla="*/ 19 w 33"/>
                  <a:gd name="T27" fmla="*/ 7 h 28"/>
                  <a:gd name="T28" fmla="*/ 15 w 33"/>
                  <a:gd name="T29" fmla="*/ 7 h 28"/>
                  <a:gd name="T30" fmla="*/ 11 w 33"/>
                  <a:gd name="T31" fmla="*/ 9 h 28"/>
                  <a:gd name="T32" fmla="*/ 8 w 33"/>
                  <a:gd name="T33" fmla="*/ 15 h 28"/>
                  <a:gd name="T34" fmla="*/ 1 w 33"/>
                  <a:gd name="T35" fmla="*/ 23 h 28"/>
                  <a:gd name="T36" fmla="*/ 0 w 33"/>
                  <a:gd name="T37" fmla="*/ 23 h 28"/>
                  <a:gd name="T38" fmla="*/ 3 w 33"/>
                  <a:gd name="T39" fmla="*/ 24 h 28"/>
                  <a:gd name="T40" fmla="*/ 10 w 33"/>
                  <a:gd name="T41" fmla="*/ 2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 h="28">
                    <a:moveTo>
                      <a:pt x="10" y="22"/>
                    </a:moveTo>
                    <a:cubicBezTo>
                      <a:pt x="12" y="20"/>
                      <a:pt x="14" y="21"/>
                      <a:pt x="16" y="23"/>
                    </a:cubicBezTo>
                    <a:cubicBezTo>
                      <a:pt x="17" y="24"/>
                      <a:pt x="19" y="24"/>
                      <a:pt x="22" y="27"/>
                    </a:cubicBezTo>
                    <a:cubicBezTo>
                      <a:pt x="22" y="27"/>
                      <a:pt x="23" y="28"/>
                      <a:pt x="23" y="28"/>
                    </a:cubicBezTo>
                    <a:cubicBezTo>
                      <a:pt x="24" y="27"/>
                      <a:pt x="24" y="24"/>
                      <a:pt x="24" y="22"/>
                    </a:cubicBezTo>
                    <a:cubicBezTo>
                      <a:pt x="25" y="20"/>
                      <a:pt x="24" y="18"/>
                      <a:pt x="25" y="18"/>
                    </a:cubicBezTo>
                    <a:cubicBezTo>
                      <a:pt x="26" y="18"/>
                      <a:pt x="29" y="18"/>
                      <a:pt x="29" y="16"/>
                    </a:cubicBezTo>
                    <a:cubicBezTo>
                      <a:pt x="29" y="14"/>
                      <a:pt x="30" y="15"/>
                      <a:pt x="31" y="13"/>
                    </a:cubicBezTo>
                    <a:cubicBezTo>
                      <a:pt x="32" y="12"/>
                      <a:pt x="29" y="10"/>
                      <a:pt x="28" y="9"/>
                    </a:cubicBezTo>
                    <a:cubicBezTo>
                      <a:pt x="28" y="8"/>
                      <a:pt x="30" y="8"/>
                      <a:pt x="32" y="5"/>
                    </a:cubicBezTo>
                    <a:cubicBezTo>
                      <a:pt x="33" y="4"/>
                      <a:pt x="33" y="2"/>
                      <a:pt x="32" y="0"/>
                    </a:cubicBezTo>
                    <a:cubicBezTo>
                      <a:pt x="32" y="1"/>
                      <a:pt x="31" y="1"/>
                      <a:pt x="30" y="1"/>
                    </a:cubicBezTo>
                    <a:cubicBezTo>
                      <a:pt x="28" y="0"/>
                      <a:pt x="26" y="0"/>
                      <a:pt x="22" y="1"/>
                    </a:cubicBezTo>
                    <a:cubicBezTo>
                      <a:pt x="18" y="2"/>
                      <a:pt x="17" y="5"/>
                      <a:pt x="19" y="7"/>
                    </a:cubicBezTo>
                    <a:cubicBezTo>
                      <a:pt x="20" y="8"/>
                      <a:pt x="15" y="9"/>
                      <a:pt x="15" y="7"/>
                    </a:cubicBezTo>
                    <a:cubicBezTo>
                      <a:pt x="15" y="5"/>
                      <a:pt x="11" y="6"/>
                      <a:pt x="11" y="9"/>
                    </a:cubicBezTo>
                    <a:cubicBezTo>
                      <a:pt x="11" y="11"/>
                      <a:pt x="7" y="12"/>
                      <a:pt x="8" y="15"/>
                    </a:cubicBezTo>
                    <a:cubicBezTo>
                      <a:pt x="8" y="18"/>
                      <a:pt x="4" y="21"/>
                      <a:pt x="1" y="23"/>
                    </a:cubicBezTo>
                    <a:cubicBezTo>
                      <a:pt x="1" y="23"/>
                      <a:pt x="0" y="23"/>
                      <a:pt x="0" y="23"/>
                    </a:cubicBezTo>
                    <a:cubicBezTo>
                      <a:pt x="1" y="24"/>
                      <a:pt x="2" y="24"/>
                      <a:pt x="3" y="24"/>
                    </a:cubicBezTo>
                    <a:cubicBezTo>
                      <a:pt x="5" y="24"/>
                      <a:pt x="9" y="23"/>
                      <a:pt x="10"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77">
                <a:extLst>
                  <a:ext uri="{FF2B5EF4-FFF2-40B4-BE49-F238E27FC236}">
                    <a16:creationId xmlns:a16="http://schemas.microsoft.com/office/drawing/2014/main" id="{87907663-2A2F-4EC2-BC1B-3C8C76EFE8FC}"/>
                  </a:ext>
                </a:extLst>
              </p:cNvPr>
              <p:cNvSpPr>
                <a:spLocks/>
              </p:cNvSpPr>
              <p:nvPr/>
            </p:nvSpPr>
            <p:spPr bwMode="auto">
              <a:xfrm>
                <a:off x="5031385" y="3063433"/>
                <a:ext cx="11293" cy="15057"/>
              </a:xfrm>
              <a:custGeom>
                <a:avLst/>
                <a:gdLst>
                  <a:gd name="T0" fmla="*/ 3 w 5"/>
                  <a:gd name="T1" fmla="*/ 0 h 7"/>
                  <a:gd name="T2" fmla="*/ 0 w 5"/>
                  <a:gd name="T3" fmla="*/ 7 h 7"/>
                  <a:gd name="T4" fmla="*/ 5 w 5"/>
                  <a:gd name="T5" fmla="*/ 7 h 7"/>
                  <a:gd name="T6" fmla="*/ 3 w 5"/>
                  <a:gd name="T7" fmla="*/ 1 h 7"/>
                  <a:gd name="T8" fmla="*/ 3 w 5"/>
                  <a:gd name="T9" fmla="*/ 0 h 7"/>
                </a:gdLst>
                <a:ahLst/>
                <a:cxnLst>
                  <a:cxn ang="0">
                    <a:pos x="T0" y="T1"/>
                  </a:cxn>
                  <a:cxn ang="0">
                    <a:pos x="T2" y="T3"/>
                  </a:cxn>
                  <a:cxn ang="0">
                    <a:pos x="T4" y="T5"/>
                  </a:cxn>
                  <a:cxn ang="0">
                    <a:pos x="T6" y="T7"/>
                  </a:cxn>
                  <a:cxn ang="0">
                    <a:pos x="T8" y="T9"/>
                  </a:cxn>
                </a:cxnLst>
                <a:rect l="0" t="0" r="r" b="b"/>
                <a:pathLst>
                  <a:path w="5" h="7">
                    <a:moveTo>
                      <a:pt x="3" y="0"/>
                    </a:moveTo>
                    <a:cubicBezTo>
                      <a:pt x="1" y="1"/>
                      <a:pt x="0" y="3"/>
                      <a:pt x="0" y="7"/>
                    </a:cubicBezTo>
                    <a:cubicBezTo>
                      <a:pt x="2" y="7"/>
                      <a:pt x="4" y="7"/>
                      <a:pt x="5" y="7"/>
                    </a:cubicBezTo>
                    <a:cubicBezTo>
                      <a:pt x="5" y="3"/>
                      <a:pt x="3" y="1"/>
                      <a:pt x="3" y="1"/>
                    </a:cubicBezTo>
                    <a:cubicBezTo>
                      <a:pt x="3" y="0"/>
                      <a:pt x="3" y="0"/>
                      <a:pt x="3"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78">
                <a:extLst>
                  <a:ext uri="{FF2B5EF4-FFF2-40B4-BE49-F238E27FC236}">
                    <a16:creationId xmlns:a16="http://schemas.microsoft.com/office/drawing/2014/main" id="{CDCADA37-44E8-42CD-8E1C-E80BD43A1781}"/>
                  </a:ext>
                </a:extLst>
              </p:cNvPr>
              <p:cNvSpPr>
                <a:spLocks/>
              </p:cNvSpPr>
              <p:nvPr/>
            </p:nvSpPr>
            <p:spPr bwMode="auto">
              <a:xfrm>
                <a:off x="4968649" y="3025791"/>
                <a:ext cx="74029" cy="52698"/>
              </a:xfrm>
              <a:custGeom>
                <a:avLst/>
                <a:gdLst>
                  <a:gd name="T0" fmla="*/ 2 w 32"/>
                  <a:gd name="T1" fmla="*/ 7 h 23"/>
                  <a:gd name="T2" fmla="*/ 4 w 32"/>
                  <a:gd name="T3" fmla="*/ 10 h 23"/>
                  <a:gd name="T4" fmla="*/ 8 w 32"/>
                  <a:gd name="T5" fmla="*/ 12 h 23"/>
                  <a:gd name="T6" fmla="*/ 13 w 32"/>
                  <a:gd name="T7" fmla="*/ 15 h 23"/>
                  <a:gd name="T8" fmla="*/ 16 w 32"/>
                  <a:gd name="T9" fmla="*/ 18 h 23"/>
                  <a:gd name="T10" fmla="*/ 19 w 32"/>
                  <a:gd name="T11" fmla="*/ 16 h 23"/>
                  <a:gd name="T12" fmla="*/ 22 w 32"/>
                  <a:gd name="T13" fmla="*/ 20 h 23"/>
                  <a:gd name="T14" fmla="*/ 26 w 32"/>
                  <a:gd name="T15" fmla="*/ 23 h 23"/>
                  <a:gd name="T16" fmla="*/ 27 w 32"/>
                  <a:gd name="T17" fmla="*/ 23 h 23"/>
                  <a:gd name="T18" fmla="*/ 30 w 32"/>
                  <a:gd name="T19" fmla="*/ 16 h 23"/>
                  <a:gd name="T20" fmla="*/ 31 w 32"/>
                  <a:gd name="T21" fmla="*/ 13 h 23"/>
                  <a:gd name="T22" fmla="*/ 29 w 32"/>
                  <a:gd name="T23" fmla="*/ 8 h 23"/>
                  <a:gd name="T24" fmla="*/ 29 w 32"/>
                  <a:gd name="T25" fmla="*/ 8 h 23"/>
                  <a:gd name="T26" fmla="*/ 28 w 32"/>
                  <a:gd name="T27" fmla="*/ 7 h 23"/>
                  <a:gd name="T28" fmla="*/ 22 w 32"/>
                  <a:gd name="T29" fmla="*/ 3 h 23"/>
                  <a:gd name="T30" fmla="*/ 16 w 32"/>
                  <a:gd name="T31" fmla="*/ 2 h 23"/>
                  <a:gd name="T32" fmla="*/ 9 w 32"/>
                  <a:gd name="T33" fmla="*/ 4 h 23"/>
                  <a:gd name="T34" fmla="*/ 6 w 32"/>
                  <a:gd name="T35" fmla="*/ 3 h 23"/>
                  <a:gd name="T36" fmla="*/ 0 w 32"/>
                  <a:gd name="T37" fmla="*/ 6 h 23"/>
                  <a:gd name="T38" fmla="*/ 2 w 32"/>
                  <a:gd name="T39"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23">
                    <a:moveTo>
                      <a:pt x="2" y="7"/>
                    </a:moveTo>
                    <a:cubicBezTo>
                      <a:pt x="2" y="8"/>
                      <a:pt x="4" y="11"/>
                      <a:pt x="4" y="10"/>
                    </a:cubicBezTo>
                    <a:cubicBezTo>
                      <a:pt x="5" y="9"/>
                      <a:pt x="7" y="11"/>
                      <a:pt x="8" y="12"/>
                    </a:cubicBezTo>
                    <a:cubicBezTo>
                      <a:pt x="10" y="13"/>
                      <a:pt x="13" y="14"/>
                      <a:pt x="13" y="15"/>
                    </a:cubicBezTo>
                    <a:cubicBezTo>
                      <a:pt x="14" y="16"/>
                      <a:pt x="14" y="19"/>
                      <a:pt x="16" y="18"/>
                    </a:cubicBezTo>
                    <a:cubicBezTo>
                      <a:pt x="17" y="17"/>
                      <a:pt x="19" y="15"/>
                      <a:pt x="19" y="16"/>
                    </a:cubicBezTo>
                    <a:cubicBezTo>
                      <a:pt x="19" y="18"/>
                      <a:pt x="20" y="20"/>
                      <a:pt x="22" y="20"/>
                    </a:cubicBezTo>
                    <a:cubicBezTo>
                      <a:pt x="23" y="20"/>
                      <a:pt x="24" y="23"/>
                      <a:pt x="26" y="23"/>
                    </a:cubicBezTo>
                    <a:cubicBezTo>
                      <a:pt x="26" y="23"/>
                      <a:pt x="27" y="23"/>
                      <a:pt x="27" y="23"/>
                    </a:cubicBezTo>
                    <a:cubicBezTo>
                      <a:pt x="27" y="19"/>
                      <a:pt x="28" y="17"/>
                      <a:pt x="30" y="16"/>
                    </a:cubicBezTo>
                    <a:cubicBezTo>
                      <a:pt x="30" y="15"/>
                      <a:pt x="31" y="14"/>
                      <a:pt x="31" y="13"/>
                    </a:cubicBezTo>
                    <a:cubicBezTo>
                      <a:pt x="32" y="12"/>
                      <a:pt x="29" y="10"/>
                      <a:pt x="29" y="8"/>
                    </a:cubicBezTo>
                    <a:cubicBezTo>
                      <a:pt x="29" y="8"/>
                      <a:pt x="29" y="8"/>
                      <a:pt x="29" y="8"/>
                    </a:cubicBezTo>
                    <a:cubicBezTo>
                      <a:pt x="29" y="8"/>
                      <a:pt x="28" y="7"/>
                      <a:pt x="28" y="7"/>
                    </a:cubicBezTo>
                    <a:cubicBezTo>
                      <a:pt x="25" y="4"/>
                      <a:pt x="23" y="4"/>
                      <a:pt x="22" y="3"/>
                    </a:cubicBezTo>
                    <a:cubicBezTo>
                      <a:pt x="20" y="1"/>
                      <a:pt x="18" y="0"/>
                      <a:pt x="16" y="2"/>
                    </a:cubicBezTo>
                    <a:cubicBezTo>
                      <a:pt x="15" y="3"/>
                      <a:pt x="11" y="4"/>
                      <a:pt x="9" y="4"/>
                    </a:cubicBezTo>
                    <a:cubicBezTo>
                      <a:pt x="8" y="4"/>
                      <a:pt x="7" y="4"/>
                      <a:pt x="6" y="3"/>
                    </a:cubicBezTo>
                    <a:cubicBezTo>
                      <a:pt x="4" y="4"/>
                      <a:pt x="2" y="5"/>
                      <a:pt x="0" y="6"/>
                    </a:cubicBezTo>
                    <a:cubicBezTo>
                      <a:pt x="1" y="6"/>
                      <a:pt x="1" y="6"/>
                      <a:pt x="2"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79">
                <a:extLst>
                  <a:ext uri="{FF2B5EF4-FFF2-40B4-BE49-F238E27FC236}">
                    <a16:creationId xmlns:a16="http://schemas.microsoft.com/office/drawing/2014/main" id="{F5D02EE1-7058-49F8-8255-A0D49B940DB0}"/>
                  </a:ext>
                </a:extLst>
              </p:cNvPr>
              <p:cNvSpPr>
                <a:spLocks/>
              </p:cNvSpPr>
              <p:nvPr/>
            </p:nvSpPr>
            <p:spPr bwMode="auto">
              <a:xfrm>
                <a:off x="5296132" y="3104839"/>
                <a:ext cx="168133" cy="107906"/>
              </a:xfrm>
              <a:custGeom>
                <a:avLst/>
                <a:gdLst>
                  <a:gd name="T0" fmla="*/ 65 w 73"/>
                  <a:gd name="T1" fmla="*/ 31 h 47"/>
                  <a:gd name="T2" fmla="*/ 62 w 73"/>
                  <a:gd name="T3" fmla="*/ 30 h 47"/>
                  <a:gd name="T4" fmla="*/ 63 w 73"/>
                  <a:gd name="T5" fmla="*/ 29 h 47"/>
                  <a:gd name="T6" fmla="*/ 61 w 73"/>
                  <a:gd name="T7" fmla="*/ 20 h 47"/>
                  <a:gd name="T8" fmla="*/ 56 w 73"/>
                  <a:gd name="T9" fmla="*/ 9 h 47"/>
                  <a:gd name="T10" fmla="*/ 51 w 73"/>
                  <a:gd name="T11" fmla="*/ 0 h 47"/>
                  <a:gd name="T12" fmla="*/ 47 w 73"/>
                  <a:gd name="T13" fmla="*/ 2 h 47"/>
                  <a:gd name="T14" fmla="*/ 42 w 73"/>
                  <a:gd name="T15" fmla="*/ 4 h 47"/>
                  <a:gd name="T16" fmla="*/ 38 w 73"/>
                  <a:gd name="T17" fmla="*/ 5 h 47"/>
                  <a:gd name="T18" fmla="*/ 35 w 73"/>
                  <a:gd name="T19" fmla="*/ 6 h 47"/>
                  <a:gd name="T20" fmla="*/ 30 w 73"/>
                  <a:gd name="T21" fmla="*/ 4 h 47"/>
                  <a:gd name="T22" fmla="*/ 22 w 73"/>
                  <a:gd name="T23" fmla="*/ 3 h 47"/>
                  <a:gd name="T24" fmla="*/ 19 w 73"/>
                  <a:gd name="T25" fmla="*/ 3 h 47"/>
                  <a:gd name="T26" fmla="*/ 18 w 73"/>
                  <a:gd name="T27" fmla="*/ 5 h 47"/>
                  <a:gd name="T28" fmla="*/ 13 w 73"/>
                  <a:gd name="T29" fmla="*/ 8 h 47"/>
                  <a:gd name="T30" fmla="*/ 5 w 73"/>
                  <a:gd name="T31" fmla="*/ 20 h 47"/>
                  <a:gd name="T32" fmla="*/ 0 w 73"/>
                  <a:gd name="T33" fmla="*/ 24 h 47"/>
                  <a:gd name="T34" fmla="*/ 3 w 73"/>
                  <a:gd name="T35" fmla="*/ 29 h 47"/>
                  <a:gd name="T36" fmla="*/ 6 w 73"/>
                  <a:gd name="T37" fmla="*/ 31 h 47"/>
                  <a:gd name="T38" fmla="*/ 7 w 73"/>
                  <a:gd name="T39" fmla="*/ 36 h 47"/>
                  <a:gd name="T40" fmla="*/ 16 w 73"/>
                  <a:gd name="T41" fmla="*/ 39 h 47"/>
                  <a:gd name="T42" fmla="*/ 16 w 73"/>
                  <a:gd name="T43" fmla="*/ 43 h 47"/>
                  <a:gd name="T44" fmla="*/ 21 w 73"/>
                  <a:gd name="T45" fmla="*/ 46 h 47"/>
                  <a:gd name="T46" fmla="*/ 30 w 73"/>
                  <a:gd name="T47" fmla="*/ 47 h 47"/>
                  <a:gd name="T48" fmla="*/ 38 w 73"/>
                  <a:gd name="T49" fmla="*/ 47 h 47"/>
                  <a:gd name="T50" fmla="*/ 44 w 73"/>
                  <a:gd name="T51" fmla="*/ 45 h 47"/>
                  <a:gd name="T52" fmla="*/ 53 w 73"/>
                  <a:gd name="T53" fmla="*/ 43 h 47"/>
                  <a:gd name="T54" fmla="*/ 60 w 73"/>
                  <a:gd name="T55" fmla="*/ 45 h 47"/>
                  <a:gd name="T56" fmla="*/ 65 w 73"/>
                  <a:gd name="T57" fmla="*/ 47 h 47"/>
                  <a:gd name="T58" fmla="*/ 65 w 73"/>
                  <a:gd name="T59" fmla="*/ 43 h 47"/>
                  <a:gd name="T60" fmla="*/ 69 w 73"/>
                  <a:gd name="T61" fmla="*/ 36 h 47"/>
                  <a:gd name="T62" fmla="*/ 73 w 73"/>
                  <a:gd name="T63" fmla="*/ 32 h 47"/>
                  <a:gd name="T64" fmla="*/ 73 w 73"/>
                  <a:gd name="T65" fmla="*/ 32 h 47"/>
                  <a:gd name="T66" fmla="*/ 70 w 73"/>
                  <a:gd name="T67" fmla="*/ 30 h 47"/>
                  <a:gd name="T68" fmla="*/ 65 w 73"/>
                  <a:gd name="T69" fmla="*/ 3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3" h="47">
                    <a:moveTo>
                      <a:pt x="65" y="31"/>
                    </a:moveTo>
                    <a:cubicBezTo>
                      <a:pt x="64" y="31"/>
                      <a:pt x="62" y="31"/>
                      <a:pt x="62" y="30"/>
                    </a:cubicBezTo>
                    <a:cubicBezTo>
                      <a:pt x="62" y="30"/>
                      <a:pt x="63" y="29"/>
                      <a:pt x="63" y="29"/>
                    </a:cubicBezTo>
                    <a:cubicBezTo>
                      <a:pt x="60" y="28"/>
                      <a:pt x="60" y="22"/>
                      <a:pt x="61" y="20"/>
                    </a:cubicBezTo>
                    <a:cubicBezTo>
                      <a:pt x="63" y="18"/>
                      <a:pt x="58" y="12"/>
                      <a:pt x="56" y="9"/>
                    </a:cubicBezTo>
                    <a:cubicBezTo>
                      <a:pt x="55" y="8"/>
                      <a:pt x="53" y="4"/>
                      <a:pt x="51" y="0"/>
                    </a:cubicBezTo>
                    <a:cubicBezTo>
                      <a:pt x="49" y="1"/>
                      <a:pt x="47" y="1"/>
                      <a:pt x="47" y="2"/>
                    </a:cubicBezTo>
                    <a:cubicBezTo>
                      <a:pt x="46" y="3"/>
                      <a:pt x="44" y="4"/>
                      <a:pt x="42" y="4"/>
                    </a:cubicBezTo>
                    <a:cubicBezTo>
                      <a:pt x="41" y="4"/>
                      <a:pt x="40" y="3"/>
                      <a:pt x="38" y="5"/>
                    </a:cubicBezTo>
                    <a:cubicBezTo>
                      <a:pt x="37" y="6"/>
                      <a:pt x="35" y="6"/>
                      <a:pt x="35" y="6"/>
                    </a:cubicBezTo>
                    <a:cubicBezTo>
                      <a:pt x="34" y="5"/>
                      <a:pt x="32" y="4"/>
                      <a:pt x="30" y="4"/>
                    </a:cubicBezTo>
                    <a:cubicBezTo>
                      <a:pt x="28" y="4"/>
                      <a:pt x="23" y="3"/>
                      <a:pt x="22" y="3"/>
                    </a:cubicBezTo>
                    <a:cubicBezTo>
                      <a:pt x="21" y="3"/>
                      <a:pt x="20" y="3"/>
                      <a:pt x="19" y="3"/>
                    </a:cubicBezTo>
                    <a:cubicBezTo>
                      <a:pt x="19" y="4"/>
                      <a:pt x="19" y="4"/>
                      <a:pt x="18" y="5"/>
                    </a:cubicBezTo>
                    <a:cubicBezTo>
                      <a:pt x="17" y="6"/>
                      <a:pt x="14" y="7"/>
                      <a:pt x="13" y="8"/>
                    </a:cubicBezTo>
                    <a:cubicBezTo>
                      <a:pt x="12" y="9"/>
                      <a:pt x="8" y="18"/>
                      <a:pt x="5" y="20"/>
                    </a:cubicBezTo>
                    <a:cubicBezTo>
                      <a:pt x="3" y="23"/>
                      <a:pt x="1" y="23"/>
                      <a:pt x="0" y="24"/>
                    </a:cubicBezTo>
                    <a:cubicBezTo>
                      <a:pt x="0" y="25"/>
                      <a:pt x="3" y="27"/>
                      <a:pt x="3" y="29"/>
                    </a:cubicBezTo>
                    <a:cubicBezTo>
                      <a:pt x="3" y="30"/>
                      <a:pt x="4" y="31"/>
                      <a:pt x="6" y="31"/>
                    </a:cubicBezTo>
                    <a:cubicBezTo>
                      <a:pt x="8" y="31"/>
                      <a:pt x="6" y="36"/>
                      <a:pt x="7" y="36"/>
                    </a:cubicBezTo>
                    <a:cubicBezTo>
                      <a:pt x="8" y="37"/>
                      <a:pt x="16" y="37"/>
                      <a:pt x="16" y="39"/>
                    </a:cubicBezTo>
                    <a:cubicBezTo>
                      <a:pt x="16" y="41"/>
                      <a:pt x="17" y="42"/>
                      <a:pt x="16" y="43"/>
                    </a:cubicBezTo>
                    <a:cubicBezTo>
                      <a:pt x="19" y="43"/>
                      <a:pt x="20" y="46"/>
                      <a:pt x="21" y="46"/>
                    </a:cubicBezTo>
                    <a:cubicBezTo>
                      <a:pt x="22" y="46"/>
                      <a:pt x="28" y="47"/>
                      <a:pt x="30" y="47"/>
                    </a:cubicBezTo>
                    <a:cubicBezTo>
                      <a:pt x="31" y="46"/>
                      <a:pt x="36" y="47"/>
                      <a:pt x="38" y="47"/>
                    </a:cubicBezTo>
                    <a:cubicBezTo>
                      <a:pt x="40" y="47"/>
                      <a:pt x="42" y="46"/>
                      <a:pt x="44" y="45"/>
                    </a:cubicBezTo>
                    <a:cubicBezTo>
                      <a:pt x="45" y="43"/>
                      <a:pt x="51" y="43"/>
                      <a:pt x="53" y="43"/>
                    </a:cubicBezTo>
                    <a:cubicBezTo>
                      <a:pt x="55" y="43"/>
                      <a:pt x="59" y="44"/>
                      <a:pt x="60" y="45"/>
                    </a:cubicBezTo>
                    <a:cubicBezTo>
                      <a:pt x="60" y="45"/>
                      <a:pt x="62" y="46"/>
                      <a:pt x="65" y="47"/>
                    </a:cubicBezTo>
                    <a:cubicBezTo>
                      <a:pt x="65" y="46"/>
                      <a:pt x="65" y="44"/>
                      <a:pt x="65" y="43"/>
                    </a:cubicBezTo>
                    <a:cubicBezTo>
                      <a:pt x="65" y="40"/>
                      <a:pt x="66" y="37"/>
                      <a:pt x="69" y="36"/>
                    </a:cubicBezTo>
                    <a:cubicBezTo>
                      <a:pt x="71" y="36"/>
                      <a:pt x="73" y="36"/>
                      <a:pt x="73" y="32"/>
                    </a:cubicBezTo>
                    <a:cubicBezTo>
                      <a:pt x="73" y="32"/>
                      <a:pt x="73" y="32"/>
                      <a:pt x="73" y="32"/>
                    </a:cubicBezTo>
                    <a:cubicBezTo>
                      <a:pt x="72" y="31"/>
                      <a:pt x="70" y="30"/>
                      <a:pt x="70" y="30"/>
                    </a:cubicBezTo>
                    <a:cubicBezTo>
                      <a:pt x="69" y="30"/>
                      <a:pt x="66" y="32"/>
                      <a:pt x="65"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80">
                <a:extLst>
                  <a:ext uri="{FF2B5EF4-FFF2-40B4-BE49-F238E27FC236}">
                    <a16:creationId xmlns:a16="http://schemas.microsoft.com/office/drawing/2014/main" id="{073ED889-686E-41A6-8069-20F6CAA2DC4A}"/>
                  </a:ext>
                </a:extLst>
              </p:cNvPr>
              <p:cNvSpPr>
                <a:spLocks/>
              </p:cNvSpPr>
              <p:nvPr/>
            </p:nvSpPr>
            <p:spPr bwMode="auto">
              <a:xfrm>
                <a:off x="5414076" y="3099820"/>
                <a:ext cx="57717" cy="71519"/>
              </a:xfrm>
              <a:custGeom>
                <a:avLst/>
                <a:gdLst>
                  <a:gd name="T0" fmla="*/ 18 w 25"/>
                  <a:gd name="T1" fmla="*/ 8 h 31"/>
                  <a:gd name="T2" fmla="*/ 12 w 25"/>
                  <a:gd name="T3" fmla="*/ 4 h 31"/>
                  <a:gd name="T4" fmla="*/ 6 w 25"/>
                  <a:gd name="T5" fmla="*/ 0 h 31"/>
                  <a:gd name="T6" fmla="*/ 0 w 25"/>
                  <a:gd name="T7" fmla="*/ 2 h 31"/>
                  <a:gd name="T8" fmla="*/ 5 w 25"/>
                  <a:gd name="T9" fmla="*/ 11 h 31"/>
                  <a:gd name="T10" fmla="*/ 10 w 25"/>
                  <a:gd name="T11" fmla="*/ 22 h 31"/>
                  <a:gd name="T12" fmla="*/ 12 w 25"/>
                  <a:gd name="T13" fmla="*/ 31 h 31"/>
                  <a:gd name="T14" fmla="*/ 16 w 25"/>
                  <a:gd name="T15" fmla="*/ 24 h 31"/>
                  <a:gd name="T16" fmla="*/ 19 w 25"/>
                  <a:gd name="T17" fmla="*/ 21 h 31"/>
                  <a:gd name="T18" fmla="*/ 25 w 25"/>
                  <a:gd name="T19" fmla="*/ 22 h 31"/>
                  <a:gd name="T20" fmla="*/ 23 w 25"/>
                  <a:gd name="T21" fmla="*/ 16 h 31"/>
                  <a:gd name="T22" fmla="*/ 18 w 25"/>
                  <a:gd name="T23" fmla="*/ 8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1">
                    <a:moveTo>
                      <a:pt x="18" y="8"/>
                    </a:moveTo>
                    <a:cubicBezTo>
                      <a:pt x="17" y="5"/>
                      <a:pt x="14" y="4"/>
                      <a:pt x="12" y="4"/>
                    </a:cubicBezTo>
                    <a:cubicBezTo>
                      <a:pt x="10" y="4"/>
                      <a:pt x="8" y="0"/>
                      <a:pt x="6" y="0"/>
                    </a:cubicBezTo>
                    <a:cubicBezTo>
                      <a:pt x="5" y="1"/>
                      <a:pt x="2" y="1"/>
                      <a:pt x="0" y="2"/>
                    </a:cubicBezTo>
                    <a:cubicBezTo>
                      <a:pt x="2" y="6"/>
                      <a:pt x="4" y="10"/>
                      <a:pt x="5" y="11"/>
                    </a:cubicBezTo>
                    <a:cubicBezTo>
                      <a:pt x="7" y="14"/>
                      <a:pt x="12" y="20"/>
                      <a:pt x="10" y="22"/>
                    </a:cubicBezTo>
                    <a:cubicBezTo>
                      <a:pt x="9" y="24"/>
                      <a:pt x="9" y="30"/>
                      <a:pt x="12" y="31"/>
                    </a:cubicBezTo>
                    <a:cubicBezTo>
                      <a:pt x="13" y="30"/>
                      <a:pt x="16" y="26"/>
                      <a:pt x="16" y="24"/>
                    </a:cubicBezTo>
                    <a:cubicBezTo>
                      <a:pt x="16" y="23"/>
                      <a:pt x="16" y="20"/>
                      <a:pt x="19" y="21"/>
                    </a:cubicBezTo>
                    <a:cubicBezTo>
                      <a:pt x="22" y="21"/>
                      <a:pt x="25" y="23"/>
                      <a:pt x="25" y="22"/>
                    </a:cubicBezTo>
                    <a:cubicBezTo>
                      <a:pt x="25" y="21"/>
                      <a:pt x="24" y="18"/>
                      <a:pt x="23" y="16"/>
                    </a:cubicBezTo>
                    <a:cubicBezTo>
                      <a:pt x="22" y="15"/>
                      <a:pt x="19" y="11"/>
                      <a:pt x="18"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81">
                <a:extLst>
                  <a:ext uri="{FF2B5EF4-FFF2-40B4-BE49-F238E27FC236}">
                    <a16:creationId xmlns:a16="http://schemas.microsoft.com/office/drawing/2014/main" id="{18ED64BF-A2CD-474D-AB05-053D599BA6BE}"/>
                  </a:ext>
                </a:extLst>
              </p:cNvPr>
              <p:cNvSpPr>
                <a:spLocks/>
              </p:cNvSpPr>
              <p:nvPr/>
            </p:nvSpPr>
            <p:spPr bwMode="auto">
              <a:xfrm>
                <a:off x="5328755" y="3203962"/>
                <a:ext cx="117944" cy="61482"/>
              </a:xfrm>
              <a:custGeom>
                <a:avLst/>
                <a:gdLst>
                  <a:gd name="T0" fmla="*/ 39 w 51"/>
                  <a:gd name="T1" fmla="*/ 0 h 27"/>
                  <a:gd name="T2" fmla="*/ 30 w 51"/>
                  <a:gd name="T3" fmla="*/ 2 h 27"/>
                  <a:gd name="T4" fmla="*/ 24 w 51"/>
                  <a:gd name="T5" fmla="*/ 4 h 27"/>
                  <a:gd name="T6" fmla="*/ 16 w 51"/>
                  <a:gd name="T7" fmla="*/ 4 h 27"/>
                  <a:gd name="T8" fmla="*/ 7 w 51"/>
                  <a:gd name="T9" fmla="*/ 3 h 27"/>
                  <a:gd name="T10" fmla="*/ 2 w 51"/>
                  <a:gd name="T11" fmla="*/ 0 h 27"/>
                  <a:gd name="T12" fmla="*/ 2 w 51"/>
                  <a:gd name="T13" fmla="*/ 0 h 27"/>
                  <a:gd name="T14" fmla="*/ 2 w 51"/>
                  <a:gd name="T15" fmla="*/ 6 h 27"/>
                  <a:gd name="T16" fmla="*/ 4 w 51"/>
                  <a:gd name="T17" fmla="*/ 11 h 27"/>
                  <a:gd name="T18" fmla="*/ 2 w 51"/>
                  <a:gd name="T19" fmla="*/ 14 h 27"/>
                  <a:gd name="T20" fmla="*/ 2 w 51"/>
                  <a:gd name="T21" fmla="*/ 18 h 27"/>
                  <a:gd name="T22" fmla="*/ 6 w 51"/>
                  <a:gd name="T23" fmla="*/ 23 h 27"/>
                  <a:gd name="T24" fmla="*/ 8 w 51"/>
                  <a:gd name="T25" fmla="*/ 26 h 27"/>
                  <a:gd name="T26" fmla="*/ 18 w 51"/>
                  <a:gd name="T27" fmla="*/ 26 h 27"/>
                  <a:gd name="T28" fmla="*/ 27 w 51"/>
                  <a:gd name="T29" fmla="*/ 27 h 27"/>
                  <a:gd name="T30" fmla="*/ 30 w 51"/>
                  <a:gd name="T31" fmla="*/ 25 h 27"/>
                  <a:gd name="T32" fmla="*/ 34 w 51"/>
                  <a:gd name="T33" fmla="*/ 24 h 27"/>
                  <a:gd name="T34" fmla="*/ 34 w 51"/>
                  <a:gd name="T35" fmla="*/ 21 h 27"/>
                  <a:gd name="T36" fmla="*/ 42 w 51"/>
                  <a:gd name="T37" fmla="*/ 21 h 27"/>
                  <a:gd name="T38" fmla="*/ 45 w 51"/>
                  <a:gd name="T39" fmla="*/ 21 h 27"/>
                  <a:gd name="T40" fmla="*/ 44 w 51"/>
                  <a:gd name="T41" fmla="*/ 19 h 27"/>
                  <a:gd name="T42" fmla="*/ 43 w 51"/>
                  <a:gd name="T43" fmla="*/ 13 h 27"/>
                  <a:gd name="T44" fmla="*/ 49 w 51"/>
                  <a:gd name="T45" fmla="*/ 6 h 27"/>
                  <a:gd name="T46" fmla="*/ 51 w 51"/>
                  <a:gd name="T47" fmla="*/ 4 h 27"/>
                  <a:gd name="T48" fmla="*/ 46 w 51"/>
                  <a:gd name="T49" fmla="*/ 2 h 27"/>
                  <a:gd name="T50" fmla="*/ 39 w 51"/>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27">
                    <a:moveTo>
                      <a:pt x="39" y="0"/>
                    </a:moveTo>
                    <a:cubicBezTo>
                      <a:pt x="37" y="0"/>
                      <a:pt x="31" y="0"/>
                      <a:pt x="30" y="2"/>
                    </a:cubicBezTo>
                    <a:cubicBezTo>
                      <a:pt x="28" y="3"/>
                      <a:pt x="26" y="4"/>
                      <a:pt x="24" y="4"/>
                    </a:cubicBezTo>
                    <a:cubicBezTo>
                      <a:pt x="22" y="4"/>
                      <a:pt x="17" y="3"/>
                      <a:pt x="16" y="4"/>
                    </a:cubicBezTo>
                    <a:cubicBezTo>
                      <a:pt x="14" y="4"/>
                      <a:pt x="8" y="3"/>
                      <a:pt x="7" y="3"/>
                    </a:cubicBezTo>
                    <a:cubicBezTo>
                      <a:pt x="6" y="3"/>
                      <a:pt x="5" y="0"/>
                      <a:pt x="2" y="0"/>
                    </a:cubicBezTo>
                    <a:cubicBezTo>
                      <a:pt x="2" y="0"/>
                      <a:pt x="2" y="0"/>
                      <a:pt x="2" y="0"/>
                    </a:cubicBezTo>
                    <a:cubicBezTo>
                      <a:pt x="0" y="2"/>
                      <a:pt x="0" y="4"/>
                      <a:pt x="2" y="6"/>
                    </a:cubicBezTo>
                    <a:cubicBezTo>
                      <a:pt x="4" y="8"/>
                      <a:pt x="6" y="11"/>
                      <a:pt x="4" y="11"/>
                    </a:cubicBezTo>
                    <a:cubicBezTo>
                      <a:pt x="3" y="11"/>
                      <a:pt x="1" y="13"/>
                      <a:pt x="2" y="14"/>
                    </a:cubicBezTo>
                    <a:cubicBezTo>
                      <a:pt x="2" y="15"/>
                      <a:pt x="1" y="18"/>
                      <a:pt x="2" y="18"/>
                    </a:cubicBezTo>
                    <a:cubicBezTo>
                      <a:pt x="2" y="19"/>
                      <a:pt x="6" y="22"/>
                      <a:pt x="6" y="23"/>
                    </a:cubicBezTo>
                    <a:cubicBezTo>
                      <a:pt x="6" y="24"/>
                      <a:pt x="8" y="25"/>
                      <a:pt x="8" y="26"/>
                    </a:cubicBezTo>
                    <a:cubicBezTo>
                      <a:pt x="11" y="25"/>
                      <a:pt x="17" y="25"/>
                      <a:pt x="18" y="26"/>
                    </a:cubicBezTo>
                    <a:cubicBezTo>
                      <a:pt x="20" y="27"/>
                      <a:pt x="27" y="27"/>
                      <a:pt x="27" y="27"/>
                    </a:cubicBezTo>
                    <a:cubicBezTo>
                      <a:pt x="29" y="27"/>
                      <a:pt x="31" y="27"/>
                      <a:pt x="30" y="25"/>
                    </a:cubicBezTo>
                    <a:cubicBezTo>
                      <a:pt x="30" y="24"/>
                      <a:pt x="32" y="24"/>
                      <a:pt x="34" y="24"/>
                    </a:cubicBezTo>
                    <a:cubicBezTo>
                      <a:pt x="34" y="22"/>
                      <a:pt x="33" y="22"/>
                      <a:pt x="34" y="21"/>
                    </a:cubicBezTo>
                    <a:cubicBezTo>
                      <a:pt x="35" y="21"/>
                      <a:pt x="40" y="20"/>
                      <a:pt x="42" y="21"/>
                    </a:cubicBezTo>
                    <a:cubicBezTo>
                      <a:pt x="43" y="22"/>
                      <a:pt x="44" y="21"/>
                      <a:pt x="45" y="21"/>
                    </a:cubicBezTo>
                    <a:cubicBezTo>
                      <a:pt x="45" y="20"/>
                      <a:pt x="45" y="19"/>
                      <a:pt x="44" y="19"/>
                    </a:cubicBezTo>
                    <a:cubicBezTo>
                      <a:pt x="43" y="19"/>
                      <a:pt x="41" y="13"/>
                      <a:pt x="43" y="13"/>
                    </a:cubicBezTo>
                    <a:cubicBezTo>
                      <a:pt x="44" y="12"/>
                      <a:pt x="46" y="7"/>
                      <a:pt x="49" y="6"/>
                    </a:cubicBezTo>
                    <a:cubicBezTo>
                      <a:pt x="50" y="6"/>
                      <a:pt x="50" y="5"/>
                      <a:pt x="51" y="4"/>
                    </a:cubicBezTo>
                    <a:cubicBezTo>
                      <a:pt x="48" y="3"/>
                      <a:pt x="46" y="2"/>
                      <a:pt x="46" y="2"/>
                    </a:cubicBezTo>
                    <a:cubicBezTo>
                      <a:pt x="45" y="1"/>
                      <a:pt x="41" y="0"/>
                      <a:pt x="39"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82">
                <a:extLst>
                  <a:ext uri="{FF2B5EF4-FFF2-40B4-BE49-F238E27FC236}">
                    <a16:creationId xmlns:a16="http://schemas.microsoft.com/office/drawing/2014/main" id="{9F789697-920B-40A2-AF86-EA13CC8CBE39}"/>
                  </a:ext>
                </a:extLst>
              </p:cNvPr>
              <p:cNvSpPr>
                <a:spLocks/>
              </p:cNvSpPr>
              <p:nvPr/>
            </p:nvSpPr>
            <p:spPr bwMode="auto">
              <a:xfrm>
                <a:off x="5296132" y="3242858"/>
                <a:ext cx="51444" cy="33878"/>
              </a:xfrm>
              <a:custGeom>
                <a:avLst/>
                <a:gdLst>
                  <a:gd name="T0" fmla="*/ 5 w 22"/>
                  <a:gd name="T1" fmla="*/ 15 h 15"/>
                  <a:gd name="T2" fmla="*/ 5 w 22"/>
                  <a:gd name="T3" fmla="*/ 15 h 15"/>
                  <a:gd name="T4" fmla="*/ 5 w 22"/>
                  <a:gd name="T5" fmla="*/ 15 h 15"/>
                  <a:gd name="T6" fmla="*/ 5 w 22"/>
                  <a:gd name="T7" fmla="*/ 15 h 15"/>
                  <a:gd name="T8" fmla="*/ 6 w 22"/>
                  <a:gd name="T9" fmla="*/ 15 h 15"/>
                  <a:gd name="T10" fmla="*/ 6 w 22"/>
                  <a:gd name="T11" fmla="*/ 15 h 15"/>
                  <a:gd name="T12" fmla="*/ 8 w 22"/>
                  <a:gd name="T13" fmla="*/ 15 h 15"/>
                  <a:gd name="T14" fmla="*/ 9 w 22"/>
                  <a:gd name="T15" fmla="*/ 15 h 15"/>
                  <a:gd name="T16" fmla="*/ 9 w 22"/>
                  <a:gd name="T17" fmla="*/ 15 h 15"/>
                  <a:gd name="T18" fmla="*/ 9 w 22"/>
                  <a:gd name="T19" fmla="*/ 15 h 15"/>
                  <a:gd name="T20" fmla="*/ 10 w 22"/>
                  <a:gd name="T21" fmla="*/ 15 h 15"/>
                  <a:gd name="T22" fmla="*/ 14 w 22"/>
                  <a:gd name="T23" fmla="*/ 13 h 15"/>
                  <a:gd name="T24" fmla="*/ 21 w 22"/>
                  <a:gd name="T25" fmla="*/ 9 h 15"/>
                  <a:gd name="T26" fmla="*/ 22 w 22"/>
                  <a:gd name="T27" fmla="*/ 9 h 15"/>
                  <a:gd name="T28" fmla="*/ 20 w 22"/>
                  <a:gd name="T29" fmla="*/ 6 h 15"/>
                  <a:gd name="T30" fmla="*/ 16 w 22"/>
                  <a:gd name="T31" fmla="*/ 1 h 15"/>
                  <a:gd name="T32" fmla="*/ 15 w 22"/>
                  <a:gd name="T33" fmla="*/ 1 h 15"/>
                  <a:gd name="T34" fmla="*/ 15 w 22"/>
                  <a:gd name="T35" fmla="*/ 1 h 15"/>
                  <a:gd name="T36" fmla="*/ 15 w 22"/>
                  <a:gd name="T37" fmla="*/ 0 h 15"/>
                  <a:gd name="T38" fmla="*/ 2 w 22"/>
                  <a:gd name="T39" fmla="*/ 2 h 15"/>
                  <a:gd name="T40" fmla="*/ 1 w 22"/>
                  <a:gd name="T41" fmla="*/ 2 h 15"/>
                  <a:gd name="T42" fmla="*/ 0 w 22"/>
                  <a:gd name="T43" fmla="*/ 10 h 15"/>
                  <a:gd name="T44" fmla="*/ 5 w 22"/>
                  <a:gd name="T45"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15">
                    <a:moveTo>
                      <a:pt x="5" y="15"/>
                    </a:moveTo>
                    <a:cubicBezTo>
                      <a:pt x="5" y="15"/>
                      <a:pt x="5" y="15"/>
                      <a:pt x="5" y="15"/>
                    </a:cubicBezTo>
                    <a:cubicBezTo>
                      <a:pt x="5" y="15"/>
                      <a:pt x="5" y="15"/>
                      <a:pt x="5" y="15"/>
                    </a:cubicBezTo>
                    <a:cubicBezTo>
                      <a:pt x="5" y="15"/>
                      <a:pt x="5" y="15"/>
                      <a:pt x="5" y="15"/>
                    </a:cubicBezTo>
                    <a:cubicBezTo>
                      <a:pt x="5" y="15"/>
                      <a:pt x="6" y="15"/>
                      <a:pt x="6" y="15"/>
                    </a:cubicBezTo>
                    <a:cubicBezTo>
                      <a:pt x="6" y="15"/>
                      <a:pt x="6" y="15"/>
                      <a:pt x="6" y="15"/>
                    </a:cubicBezTo>
                    <a:cubicBezTo>
                      <a:pt x="6" y="15"/>
                      <a:pt x="7" y="15"/>
                      <a:pt x="8" y="15"/>
                    </a:cubicBezTo>
                    <a:cubicBezTo>
                      <a:pt x="8" y="15"/>
                      <a:pt x="8" y="15"/>
                      <a:pt x="9" y="15"/>
                    </a:cubicBezTo>
                    <a:cubicBezTo>
                      <a:pt x="9" y="15"/>
                      <a:pt x="9" y="15"/>
                      <a:pt x="9" y="15"/>
                    </a:cubicBezTo>
                    <a:cubicBezTo>
                      <a:pt x="9" y="15"/>
                      <a:pt x="9" y="15"/>
                      <a:pt x="9" y="15"/>
                    </a:cubicBezTo>
                    <a:cubicBezTo>
                      <a:pt x="10" y="15"/>
                      <a:pt x="10" y="15"/>
                      <a:pt x="10" y="15"/>
                    </a:cubicBezTo>
                    <a:cubicBezTo>
                      <a:pt x="12" y="14"/>
                      <a:pt x="13" y="12"/>
                      <a:pt x="14" y="13"/>
                    </a:cubicBezTo>
                    <a:cubicBezTo>
                      <a:pt x="15" y="13"/>
                      <a:pt x="21" y="10"/>
                      <a:pt x="21" y="9"/>
                    </a:cubicBezTo>
                    <a:cubicBezTo>
                      <a:pt x="22" y="9"/>
                      <a:pt x="22" y="9"/>
                      <a:pt x="22" y="9"/>
                    </a:cubicBezTo>
                    <a:cubicBezTo>
                      <a:pt x="22" y="8"/>
                      <a:pt x="20" y="7"/>
                      <a:pt x="20" y="6"/>
                    </a:cubicBezTo>
                    <a:cubicBezTo>
                      <a:pt x="20" y="5"/>
                      <a:pt x="16" y="2"/>
                      <a:pt x="16" y="1"/>
                    </a:cubicBezTo>
                    <a:cubicBezTo>
                      <a:pt x="15" y="1"/>
                      <a:pt x="15" y="1"/>
                      <a:pt x="15" y="1"/>
                    </a:cubicBezTo>
                    <a:cubicBezTo>
                      <a:pt x="15" y="1"/>
                      <a:pt x="15" y="1"/>
                      <a:pt x="15" y="1"/>
                    </a:cubicBezTo>
                    <a:cubicBezTo>
                      <a:pt x="15" y="0"/>
                      <a:pt x="15" y="0"/>
                      <a:pt x="15" y="0"/>
                    </a:cubicBezTo>
                    <a:cubicBezTo>
                      <a:pt x="10" y="1"/>
                      <a:pt x="2" y="2"/>
                      <a:pt x="2" y="2"/>
                    </a:cubicBezTo>
                    <a:cubicBezTo>
                      <a:pt x="2" y="2"/>
                      <a:pt x="1" y="2"/>
                      <a:pt x="1" y="2"/>
                    </a:cubicBezTo>
                    <a:cubicBezTo>
                      <a:pt x="0" y="5"/>
                      <a:pt x="0" y="8"/>
                      <a:pt x="0" y="10"/>
                    </a:cubicBezTo>
                    <a:cubicBezTo>
                      <a:pt x="1" y="12"/>
                      <a:pt x="2" y="14"/>
                      <a:pt x="5"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83">
                <a:extLst>
                  <a:ext uri="{FF2B5EF4-FFF2-40B4-BE49-F238E27FC236}">
                    <a16:creationId xmlns:a16="http://schemas.microsoft.com/office/drawing/2014/main" id="{AE521EE0-4FFF-4BC3-8446-B5C0DD4D4E4B}"/>
                  </a:ext>
                </a:extLst>
              </p:cNvPr>
              <p:cNvSpPr>
                <a:spLocks/>
              </p:cNvSpPr>
              <p:nvPr/>
            </p:nvSpPr>
            <p:spPr bwMode="auto">
              <a:xfrm>
                <a:off x="5328755" y="3005715"/>
                <a:ext cx="329993" cy="190718"/>
              </a:xfrm>
              <a:custGeom>
                <a:avLst/>
                <a:gdLst>
                  <a:gd name="T0" fmla="*/ 134 w 143"/>
                  <a:gd name="T1" fmla="*/ 48 h 83"/>
                  <a:gd name="T2" fmla="*/ 142 w 143"/>
                  <a:gd name="T3" fmla="*/ 43 h 83"/>
                  <a:gd name="T4" fmla="*/ 143 w 143"/>
                  <a:gd name="T5" fmla="*/ 38 h 83"/>
                  <a:gd name="T6" fmla="*/ 143 w 143"/>
                  <a:gd name="T7" fmla="*/ 32 h 83"/>
                  <a:gd name="T8" fmla="*/ 132 w 143"/>
                  <a:gd name="T9" fmla="*/ 28 h 83"/>
                  <a:gd name="T10" fmla="*/ 122 w 143"/>
                  <a:gd name="T11" fmla="*/ 22 h 83"/>
                  <a:gd name="T12" fmla="*/ 113 w 143"/>
                  <a:gd name="T13" fmla="*/ 23 h 83"/>
                  <a:gd name="T14" fmla="*/ 106 w 143"/>
                  <a:gd name="T15" fmla="*/ 20 h 83"/>
                  <a:gd name="T16" fmla="*/ 97 w 143"/>
                  <a:gd name="T17" fmla="*/ 12 h 83"/>
                  <a:gd name="T18" fmla="*/ 94 w 143"/>
                  <a:gd name="T19" fmla="*/ 1 h 83"/>
                  <a:gd name="T20" fmla="*/ 82 w 143"/>
                  <a:gd name="T21" fmla="*/ 1 h 83"/>
                  <a:gd name="T22" fmla="*/ 76 w 143"/>
                  <a:gd name="T23" fmla="*/ 2 h 83"/>
                  <a:gd name="T24" fmla="*/ 66 w 143"/>
                  <a:gd name="T25" fmla="*/ 8 h 83"/>
                  <a:gd name="T26" fmla="*/ 57 w 143"/>
                  <a:gd name="T27" fmla="*/ 10 h 83"/>
                  <a:gd name="T28" fmla="*/ 47 w 143"/>
                  <a:gd name="T29" fmla="*/ 8 h 83"/>
                  <a:gd name="T30" fmla="*/ 34 w 143"/>
                  <a:gd name="T31" fmla="*/ 6 h 83"/>
                  <a:gd name="T32" fmla="*/ 15 w 143"/>
                  <a:gd name="T33" fmla="*/ 8 h 83"/>
                  <a:gd name="T34" fmla="*/ 11 w 143"/>
                  <a:gd name="T35" fmla="*/ 11 h 83"/>
                  <a:gd name="T36" fmla="*/ 11 w 143"/>
                  <a:gd name="T37" fmla="*/ 22 h 83"/>
                  <a:gd name="T38" fmla="*/ 4 w 143"/>
                  <a:gd name="T39" fmla="*/ 35 h 83"/>
                  <a:gd name="T40" fmla="*/ 4 w 143"/>
                  <a:gd name="T41" fmla="*/ 45 h 83"/>
                  <a:gd name="T42" fmla="*/ 8 w 143"/>
                  <a:gd name="T43" fmla="*/ 46 h 83"/>
                  <a:gd name="T44" fmla="*/ 21 w 143"/>
                  <a:gd name="T45" fmla="*/ 49 h 83"/>
                  <a:gd name="T46" fmla="*/ 28 w 143"/>
                  <a:gd name="T47" fmla="*/ 47 h 83"/>
                  <a:gd name="T48" fmla="*/ 43 w 143"/>
                  <a:gd name="T49" fmla="*/ 41 h 83"/>
                  <a:gd name="T50" fmla="*/ 55 w 143"/>
                  <a:gd name="T51" fmla="*/ 49 h 83"/>
                  <a:gd name="T52" fmla="*/ 62 w 143"/>
                  <a:gd name="T53" fmla="*/ 63 h 83"/>
                  <a:gd name="T54" fmla="*/ 53 w 143"/>
                  <a:gd name="T55" fmla="*/ 65 h 83"/>
                  <a:gd name="T56" fmla="*/ 51 w 143"/>
                  <a:gd name="T57" fmla="*/ 74 h 83"/>
                  <a:gd name="T58" fmla="*/ 59 w 143"/>
                  <a:gd name="T59" fmla="*/ 75 h 83"/>
                  <a:gd name="T60" fmla="*/ 70 w 143"/>
                  <a:gd name="T61" fmla="*/ 60 h 83"/>
                  <a:gd name="T62" fmla="*/ 79 w 143"/>
                  <a:gd name="T63" fmla="*/ 64 h 83"/>
                  <a:gd name="T64" fmla="*/ 82 w 143"/>
                  <a:gd name="T65" fmla="*/ 72 h 83"/>
                  <a:gd name="T66" fmla="*/ 90 w 143"/>
                  <a:gd name="T67" fmla="*/ 82 h 83"/>
                  <a:gd name="T68" fmla="*/ 104 w 143"/>
                  <a:gd name="T69" fmla="*/ 77 h 83"/>
                  <a:gd name="T70" fmla="*/ 107 w 143"/>
                  <a:gd name="T71" fmla="*/ 74 h 83"/>
                  <a:gd name="T72" fmla="*/ 111 w 143"/>
                  <a:gd name="T73" fmla="*/ 61 h 83"/>
                  <a:gd name="T74" fmla="*/ 127 w 143"/>
                  <a:gd name="T75" fmla="*/ 5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3" h="83">
                    <a:moveTo>
                      <a:pt x="127" y="52"/>
                    </a:moveTo>
                    <a:cubicBezTo>
                      <a:pt x="129" y="52"/>
                      <a:pt x="132" y="48"/>
                      <a:pt x="134" y="48"/>
                    </a:cubicBezTo>
                    <a:cubicBezTo>
                      <a:pt x="135" y="48"/>
                      <a:pt x="140" y="49"/>
                      <a:pt x="140" y="48"/>
                    </a:cubicBezTo>
                    <a:cubicBezTo>
                      <a:pt x="140" y="47"/>
                      <a:pt x="142" y="44"/>
                      <a:pt x="142" y="43"/>
                    </a:cubicBezTo>
                    <a:cubicBezTo>
                      <a:pt x="141" y="42"/>
                      <a:pt x="140" y="41"/>
                      <a:pt x="140" y="40"/>
                    </a:cubicBezTo>
                    <a:cubicBezTo>
                      <a:pt x="140" y="39"/>
                      <a:pt x="143" y="39"/>
                      <a:pt x="143" y="38"/>
                    </a:cubicBezTo>
                    <a:cubicBezTo>
                      <a:pt x="143" y="37"/>
                      <a:pt x="141" y="36"/>
                      <a:pt x="141" y="36"/>
                    </a:cubicBezTo>
                    <a:cubicBezTo>
                      <a:pt x="141" y="35"/>
                      <a:pt x="143" y="34"/>
                      <a:pt x="143" y="32"/>
                    </a:cubicBezTo>
                    <a:cubicBezTo>
                      <a:pt x="143" y="31"/>
                      <a:pt x="141" y="31"/>
                      <a:pt x="139" y="29"/>
                    </a:cubicBezTo>
                    <a:cubicBezTo>
                      <a:pt x="136" y="28"/>
                      <a:pt x="134" y="29"/>
                      <a:pt x="132" y="28"/>
                    </a:cubicBezTo>
                    <a:cubicBezTo>
                      <a:pt x="130" y="27"/>
                      <a:pt x="125" y="27"/>
                      <a:pt x="125" y="27"/>
                    </a:cubicBezTo>
                    <a:cubicBezTo>
                      <a:pt x="125" y="26"/>
                      <a:pt x="122" y="23"/>
                      <a:pt x="122" y="22"/>
                    </a:cubicBezTo>
                    <a:cubicBezTo>
                      <a:pt x="121" y="21"/>
                      <a:pt x="119" y="22"/>
                      <a:pt x="117" y="23"/>
                    </a:cubicBezTo>
                    <a:cubicBezTo>
                      <a:pt x="116" y="23"/>
                      <a:pt x="114" y="24"/>
                      <a:pt x="113" y="23"/>
                    </a:cubicBezTo>
                    <a:cubicBezTo>
                      <a:pt x="112" y="22"/>
                      <a:pt x="110" y="21"/>
                      <a:pt x="109" y="21"/>
                    </a:cubicBezTo>
                    <a:cubicBezTo>
                      <a:pt x="108" y="22"/>
                      <a:pt x="106" y="21"/>
                      <a:pt x="106" y="20"/>
                    </a:cubicBezTo>
                    <a:cubicBezTo>
                      <a:pt x="107" y="18"/>
                      <a:pt x="104" y="14"/>
                      <a:pt x="103" y="13"/>
                    </a:cubicBezTo>
                    <a:cubicBezTo>
                      <a:pt x="101" y="13"/>
                      <a:pt x="98" y="14"/>
                      <a:pt x="97" y="12"/>
                    </a:cubicBezTo>
                    <a:cubicBezTo>
                      <a:pt x="96" y="10"/>
                      <a:pt x="94" y="9"/>
                      <a:pt x="95" y="7"/>
                    </a:cubicBezTo>
                    <a:cubicBezTo>
                      <a:pt x="96" y="6"/>
                      <a:pt x="95" y="3"/>
                      <a:pt x="94" y="1"/>
                    </a:cubicBezTo>
                    <a:cubicBezTo>
                      <a:pt x="93" y="0"/>
                      <a:pt x="88" y="0"/>
                      <a:pt x="87" y="1"/>
                    </a:cubicBezTo>
                    <a:cubicBezTo>
                      <a:pt x="86" y="1"/>
                      <a:pt x="83" y="0"/>
                      <a:pt x="82" y="1"/>
                    </a:cubicBezTo>
                    <a:cubicBezTo>
                      <a:pt x="81" y="2"/>
                      <a:pt x="80" y="3"/>
                      <a:pt x="78" y="3"/>
                    </a:cubicBezTo>
                    <a:cubicBezTo>
                      <a:pt x="77" y="3"/>
                      <a:pt x="76" y="3"/>
                      <a:pt x="76" y="2"/>
                    </a:cubicBezTo>
                    <a:cubicBezTo>
                      <a:pt x="74" y="3"/>
                      <a:pt x="71" y="3"/>
                      <a:pt x="71" y="3"/>
                    </a:cubicBezTo>
                    <a:cubicBezTo>
                      <a:pt x="71" y="3"/>
                      <a:pt x="66" y="7"/>
                      <a:pt x="66" y="8"/>
                    </a:cubicBezTo>
                    <a:cubicBezTo>
                      <a:pt x="66" y="10"/>
                      <a:pt x="66" y="12"/>
                      <a:pt x="65" y="11"/>
                    </a:cubicBezTo>
                    <a:cubicBezTo>
                      <a:pt x="63" y="10"/>
                      <a:pt x="58" y="10"/>
                      <a:pt x="57" y="10"/>
                    </a:cubicBezTo>
                    <a:cubicBezTo>
                      <a:pt x="56" y="11"/>
                      <a:pt x="54" y="7"/>
                      <a:pt x="52" y="9"/>
                    </a:cubicBezTo>
                    <a:cubicBezTo>
                      <a:pt x="50" y="10"/>
                      <a:pt x="47" y="7"/>
                      <a:pt x="47" y="8"/>
                    </a:cubicBezTo>
                    <a:cubicBezTo>
                      <a:pt x="46" y="9"/>
                      <a:pt x="43" y="8"/>
                      <a:pt x="41" y="7"/>
                    </a:cubicBezTo>
                    <a:cubicBezTo>
                      <a:pt x="39" y="6"/>
                      <a:pt x="35" y="8"/>
                      <a:pt x="34" y="6"/>
                    </a:cubicBezTo>
                    <a:cubicBezTo>
                      <a:pt x="32" y="5"/>
                      <a:pt x="23" y="5"/>
                      <a:pt x="20" y="5"/>
                    </a:cubicBezTo>
                    <a:cubicBezTo>
                      <a:pt x="17" y="5"/>
                      <a:pt x="16" y="6"/>
                      <a:pt x="15" y="8"/>
                    </a:cubicBezTo>
                    <a:cubicBezTo>
                      <a:pt x="14" y="9"/>
                      <a:pt x="12" y="9"/>
                      <a:pt x="11" y="9"/>
                    </a:cubicBezTo>
                    <a:cubicBezTo>
                      <a:pt x="11" y="10"/>
                      <a:pt x="11" y="11"/>
                      <a:pt x="11" y="11"/>
                    </a:cubicBezTo>
                    <a:cubicBezTo>
                      <a:pt x="12" y="12"/>
                      <a:pt x="15" y="18"/>
                      <a:pt x="14" y="19"/>
                    </a:cubicBezTo>
                    <a:cubicBezTo>
                      <a:pt x="14" y="21"/>
                      <a:pt x="12" y="21"/>
                      <a:pt x="11" y="22"/>
                    </a:cubicBezTo>
                    <a:cubicBezTo>
                      <a:pt x="10" y="23"/>
                      <a:pt x="4" y="29"/>
                      <a:pt x="3" y="30"/>
                    </a:cubicBezTo>
                    <a:cubicBezTo>
                      <a:pt x="3" y="31"/>
                      <a:pt x="4" y="35"/>
                      <a:pt x="4" y="35"/>
                    </a:cubicBezTo>
                    <a:cubicBezTo>
                      <a:pt x="3" y="36"/>
                      <a:pt x="0" y="40"/>
                      <a:pt x="0" y="41"/>
                    </a:cubicBezTo>
                    <a:cubicBezTo>
                      <a:pt x="0" y="43"/>
                      <a:pt x="2" y="45"/>
                      <a:pt x="4" y="45"/>
                    </a:cubicBezTo>
                    <a:cubicBezTo>
                      <a:pt x="4" y="45"/>
                      <a:pt x="5" y="46"/>
                      <a:pt x="5" y="46"/>
                    </a:cubicBezTo>
                    <a:cubicBezTo>
                      <a:pt x="6" y="46"/>
                      <a:pt x="7" y="46"/>
                      <a:pt x="8" y="46"/>
                    </a:cubicBezTo>
                    <a:cubicBezTo>
                      <a:pt x="9" y="46"/>
                      <a:pt x="14" y="47"/>
                      <a:pt x="16" y="47"/>
                    </a:cubicBezTo>
                    <a:cubicBezTo>
                      <a:pt x="18" y="47"/>
                      <a:pt x="20" y="48"/>
                      <a:pt x="21" y="49"/>
                    </a:cubicBezTo>
                    <a:cubicBezTo>
                      <a:pt x="21" y="49"/>
                      <a:pt x="23" y="49"/>
                      <a:pt x="24" y="48"/>
                    </a:cubicBezTo>
                    <a:cubicBezTo>
                      <a:pt x="26" y="46"/>
                      <a:pt x="27" y="47"/>
                      <a:pt x="28" y="47"/>
                    </a:cubicBezTo>
                    <a:cubicBezTo>
                      <a:pt x="30" y="47"/>
                      <a:pt x="32" y="46"/>
                      <a:pt x="33" y="45"/>
                    </a:cubicBezTo>
                    <a:cubicBezTo>
                      <a:pt x="34" y="44"/>
                      <a:pt x="41" y="42"/>
                      <a:pt x="43" y="41"/>
                    </a:cubicBezTo>
                    <a:cubicBezTo>
                      <a:pt x="45" y="41"/>
                      <a:pt x="47" y="45"/>
                      <a:pt x="49" y="45"/>
                    </a:cubicBezTo>
                    <a:cubicBezTo>
                      <a:pt x="51" y="45"/>
                      <a:pt x="54" y="46"/>
                      <a:pt x="55" y="49"/>
                    </a:cubicBezTo>
                    <a:cubicBezTo>
                      <a:pt x="56" y="52"/>
                      <a:pt x="59" y="56"/>
                      <a:pt x="60" y="57"/>
                    </a:cubicBezTo>
                    <a:cubicBezTo>
                      <a:pt x="61" y="59"/>
                      <a:pt x="62" y="62"/>
                      <a:pt x="62" y="63"/>
                    </a:cubicBezTo>
                    <a:cubicBezTo>
                      <a:pt x="62" y="64"/>
                      <a:pt x="59" y="62"/>
                      <a:pt x="56" y="62"/>
                    </a:cubicBezTo>
                    <a:cubicBezTo>
                      <a:pt x="53" y="61"/>
                      <a:pt x="53" y="64"/>
                      <a:pt x="53" y="65"/>
                    </a:cubicBezTo>
                    <a:cubicBezTo>
                      <a:pt x="53" y="67"/>
                      <a:pt x="49" y="72"/>
                      <a:pt x="48" y="73"/>
                    </a:cubicBezTo>
                    <a:cubicBezTo>
                      <a:pt x="48" y="74"/>
                      <a:pt x="50" y="74"/>
                      <a:pt x="51" y="74"/>
                    </a:cubicBezTo>
                    <a:cubicBezTo>
                      <a:pt x="52" y="75"/>
                      <a:pt x="55" y="73"/>
                      <a:pt x="56" y="73"/>
                    </a:cubicBezTo>
                    <a:cubicBezTo>
                      <a:pt x="56" y="73"/>
                      <a:pt x="58" y="74"/>
                      <a:pt x="59" y="75"/>
                    </a:cubicBezTo>
                    <a:cubicBezTo>
                      <a:pt x="59" y="71"/>
                      <a:pt x="59" y="71"/>
                      <a:pt x="63" y="69"/>
                    </a:cubicBezTo>
                    <a:cubicBezTo>
                      <a:pt x="66" y="66"/>
                      <a:pt x="66" y="61"/>
                      <a:pt x="70" y="60"/>
                    </a:cubicBezTo>
                    <a:cubicBezTo>
                      <a:pt x="73" y="60"/>
                      <a:pt x="74" y="58"/>
                      <a:pt x="78" y="59"/>
                    </a:cubicBezTo>
                    <a:cubicBezTo>
                      <a:pt x="83" y="60"/>
                      <a:pt x="76" y="63"/>
                      <a:pt x="79" y="64"/>
                    </a:cubicBezTo>
                    <a:cubicBezTo>
                      <a:pt x="82" y="66"/>
                      <a:pt x="92" y="64"/>
                      <a:pt x="92" y="66"/>
                    </a:cubicBezTo>
                    <a:cubicBezTo>
                      <a:pt x="93" y="69"/>
                      <a:pt x="81" y="71"/>
                      <a:pt x="82" y="72"/>
                    </a:cubicBezTo>
                    <a:cubicBezTo>
                      <a:pt x="82" y="73"/>
                      <a:pt x="88" y="75"/>
                      <a:pt x="90" y="76"/>
                    </a:cubicBezTo>
                    <a:cubicBezTo>
                      <a:pt x="92" y="77"/>
                      <a:pt x="89" y="81"/>
                      <a:pt x="90" y="82"/>
                    </a:cubicBezTo>
                    <a:cubicBezTo>
                      <a:pt x="91" y="83"/>
                      <a:pt x="94" y="82"/>
                      <a:pt x="97" y="81"/>
                    </a:cubicBezTo>
                    <a:cubicBezTo>
                      <a:pt x="99" y="79"/>
                      <a:pt x="101" y="79"/>
                      <a:pt x="104" y="77"/>
                    </a:cubicBezTo>
                    <a:cubicBezTo>
                      <a:pt x="108" y="75"/>
                      <a:pt x="114" y="77"/>
                      <a:pt x="115" y="76"/>
                    </a:cubicBezTo>
                    <a:cubicBezTo>
                      <a:pt x="116" y="74"/>
                      <a:pt x="113" y="73"/>
                      <a:pt x="107" y="74"/>
                    </a:cubicBezTo>
                    <a:cubicBezTo>
                      <a:pt x="101" y="74"/>
                      <a:pt x="100" y="68"/>
                      <a:pt x="100" y="67"/>
                    </a:cubicBezTo>
                    <a:cubicBezTo>
                      <a:pt x="100" y="66"/>
                      <a:pt x="107" y="61"/>
                      <a:pt x="111" y="61"/>
                    </a:cubicBezTo>
                    <a:cubicBezTo>
                      <a:pt x="114" y="60"/>
                      <a:pt x="117" y="59"/>
                      <a:pt x="121" y="57"/>
                    </a:cubicBezTo>
                    <a:cubicBezTo>
                      <a:pt x="122" y="57"/>
                      <a:pt x="125" y="56"/>
                      <a:pt x="127" y="56"/>
                    </a:cubicBezTo>
                    <a:cubicBezTo>
                      <a:pt x="127" y="54"/>
                      <a:pt x="126" y="52"/>
                      <a:pt x="127" y="5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84">
                <a:extLst>
                  <a:ext uri="{FF2B5EF4-FFF2-40B4-BE49-F238E27FC236}">
                    <a16:creationId xmlns:a16="http://schemas.microsoft.com/office/drawing/2014/main" id="{E667E14A-C710-4F2F-9AC0-D4296874764C}"/>
                  </a:ext>
                </a:extLst>
              </p:cNvPr>
              <p:cNvSpPr>
                <a:spLocks/>
              </p:cNvSpPr>
              <p:nvPr/>
            </p:nvSpPr>
            <p:spPr bwMode="auto">
              <a:xfrm>
                <a:off x="5347576" y="2906592"/>
                <a:ext cx="174407" cy="126727"/>
              </a:xfrm>
              <a:custGeom>
                <a:avLst/>
                <a:gdLst>
                  <a:gd name="T0" fmla="*/ 71 w 76"/>
                  <a:gd name="T1" fmla="*/ 27 h 55"/>
                  <a:gd name="T2" fmla="*/ 66 w 76"/>
                  <a:gd name="T3" fmla="*/ 23 h 55"/>
                  <a:gd name="T4" fmla="*/ 62 w 76"/>
                  <a:gd name="T5" fmla="*/ 18 h 55"/>
                  <a:gd name="T6" fmla="*/ 62 w 76"/>
                  <a:gd name="T7" fmla="*/ 12 h 55"/>
                  <a:gd name="T8" fmla="*/ 61 w 76"/>
                  <a:gd name="T9" fmla="*/ 6 h 55"/>
                  <a:gd name="T10" fmla="*/ 53 w 76"/>
                  <a:gd name="T11" fmla="*/ 4 h 55"/>
                  <a:gd name="T12" fmla="*/ 49 w 76"/>
                  <a:gd name="T13" fmla="*/ 4 h 55"/>
                  <a:gd name="T14" fmla="*/ 45 w 76"/>
                  <a:gd name="T15" fmla="*/ 2 h 55"/>
                  <a:gd name="T16" fmla="*/ 41 w 76"/>
                  <a:gd name="T17" fmla="*/ 1 h 55"/>
                  <a:gd name="T18" fmla="*/ 40 w 76"/>
                  <a:gd name="T19" fmla="*/ 0 h 55"/>
                  <a:gd name="T20" fmla="*/ 38 w 76"/>
                  <a:gd name="T21" fmla="*/ 1 h 55"/>
                  <a:gd name="T22" fmla="*/ 35 w 76"/>
                  <a:gd name="T23" fmla="*/ 4 h 55"/>
                  <a:gd name="T24" fmla="*/ 29 w 76"/>
                  <a:gd name="T25" fmla="*/ 5 h 55"/>
                  <a:gd name="T26" fmla="*/ 27 w 76"/>
                  <a:gd name="T27" fmla="*/ 9 h 55"/>
                  <a:gd name="T28" fmla="*/ 26 w 76"/>
                  <a:gd name="T29" fmla="*/ 12 h 55"/>
                  <a:gd name="T30" fmla="*/ 23 w 76"/>
                  <a:gd name="T31" fmla="*/ 15 h 55"/>
                  <a:gd name="T32" fmla="*/ 19 w 76"/>
                  <a:gd name="T33" fmla="*/ 18 h 55"/>
                  <a:gd name="T34" fmla="*/ 18 w 76"/>
                  <a:gd name="T35" fmla="*/ 22 h 55"/>
                  <a:gd name="T36" fmla="*/ 13 w 76"/>
                  <a:gd name="T37" fmla="*/ 24 h 55"/>
                  <a:gd name="T38" fmla="*/ 9 w 76"/>
                  <a:gd name="T39" fmla="*/ 26 h 55"/>
                  <a:gd name="T40" fmla="*/ 3 w 76"/>
                  <a:gd name="T41" fmla="*/ 25 h 55"/>
                  <a:gd name="T42" fmla="*/ 3 w 76"/>
                  <a:gd name="T43" fmla="*/ 26 h 55"/>
                  <a:gd name="T44" fmla="*/ 4 w 76"/>
                  <a:gd name="T45" fmla="*/ 32 h 55"/>
                  <a:gd name="T46" fmla="*/ 5 w 76"/>
                  <a:gd name="T47" fmla="*/ 39 h 55"/>
                  <a:gd name="T48" fmla="*/ 0 w 76"/>
                  <a:gd name="T49" fmla="*/ 43 h 55"/>
                  <a:gd name="T50" fmla="*/ 3 w 76"/>
                  <a:gd name="T51" fmla="*/ 47 h 55"/>
                  <a:gd name="T52" fmla="*/ 3 w 76"/>
                  <a:gd name="T53" fmla="*/ 52 h 55"/>
                  <a:gd name="T54" fmla="*/ 7 w 76"/>
                  <a:gd name="T55" fmla="*/ 51 h 55"/>
                  <a:gd name="T56" fmla="*/ 12 w 76"/>
                  <a:gd name="T57" fmla="*/ 48 h 55"/>
                  <a:gd name="T58" fmla="*/ 26 w 76"/>
                  <a:gd name="T59" fmla="*/ 49 h 55"/>
                  <a:gd name="T60" fmla="*/ 33 w 76"/>
                  <a:gd name="T61" fmla="*/ 50 h 55"/>
                  <a:gd name="T62" fmla="*/ 39 w 76"/>
                  <a:gd name="T63" fmla="*/ 51 h 55"/>
                  <a:gd name="T64" fmla="*/ 44 w 76"/>
                  <a:gd name="T65" fmla="*/ 52 h 55"/>
                  <a:gd name="T66" fmla="*/ 49 w 76"/>
                  <a:gd name="T67" fmla="*/ 53 h 55"/>
                  <a:gd name="T68" fmla="*/ 57 w 76"/>
                  <a:gd name="T69" fmla="*/ 54 h 55"/>
                  <a:gd name="T70" fmla="*/ 58 w 76"/>
                  <a:gd name="T71" fmla="*/ 51 h 55"/>
                  <a:gd name="T72" fmla="*/ 63 w 76"/>
                  <a:gd name="T73" fmla="*/ 46 h 55"/>
                  <a:gd name="T74" fmla="*/ 68 w 76"/>
                  <a:gd name="T75" fmla="*/ 45 h 55"/>
                  <a:gd name="T76" fmla="*/ 67 w 76"/>
                  <a:gd name="T77" fmla="*/ 42 h 55"/>
                  <a:gd name="T78" fmla="*/ 65 w 76"/>
                  <a:gd name="T79" fmla="*/ 34 h 55"/>
                  <a:gd name="T80" fmla="*/ 71 w 76"/>
                  <a:gd name="T81" fmla="*/ 35 h 55"/>
                  <a:gd name="T82" fmla="*/ 75 w 76"/>
                  <a:gd name="T83" fmla="*/ 31 h 55"/>
                  <a:gd name="T84" fmla="*/ 71 w 76"/>
                  <a:gd name="T85" fmla="*/ 2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6" h="55">
                    <a:moveTo>
                      <a:pt x="71" y="27"/>
                    </a:moveTo>
                    <a:cubicBezTo>
                      <a:pt x="69" y="27"/>
                      <a:pt x="68" y="24"/>
                      <a:pt x="66" y="23"/>
                    </a:cubicBezTo>
                    <a:cubicBezTo>
                      <a:pt x="64" y="22"/>
                      <a:pt x="64" y="19"/>
                      <a:pt x="62" y="18"/>
                    </a:cubicBezTo>
                    <a:cubicBezTo>
                      <a:pt x="60" y="16"/>
                      <a:pt x="62" y="14"/>
                      <a:pt x="62" y="12"/>
                    </a:cubicBezTo>
                    <a:cubicBezTo>
                      <a:pt x="61" y="10"/>
                      <a:pt x="62" y="7"/>
                      <a:pt x="61" y="6"/>
                    </a:cubicBezTo>
                    <a:cubicBezTo>
                      <a:pt x="60" y="6"/>
                      <a:pt x="55" y="3"/>
                      <a:pt x="53" y="4"/>
                    </a:cubicBezTo>
                    <a:cubicBezTo>
                      <a:pt x="51" y="5"/>
                      <a:pt x="50" y="6"/>
                      <a:pt x="49" y="4"/>
                    </a:cubicBezTo>
                    <a:cubicBezTo>
                      <a:pt x="48" y="3"/>
                      <a:pt x="47" y="2"/>
                      <a:pt x="45" y="2"/>
                    </a:cubicBezTo>
                    <a:cubicBezTo>
                      <a:pt x="43" y="3"/>
                      <a:pt x="42" y="2"/>
                      <a:pt x="41" y="1"/>
                    </a:cubicBezTo>
                    <a:cubicBezTo>
                      <a:pt x="40" y="1"/>
                      <a:pt x="40" y="1"/>
                      <a:pt x="40" y="0"/>
                    </a:cubicBezTo>
                    <a:cubicBezTo>
                      <a:pt x="39" y="1"/>
                      <a:pt x="38" y="1"/>
                      <a:pt x="38" y="1"/>
                    </a:cubicBezTo>
                    <a:cubicBezTo>
                      <a:pt x="37" y="2"/>
                      <a:pt x="36" y="4"/>
                      <a:pt x="35" y="4"/>
                    </a:cubicBezTo>
                    <a:cubicBezTo>
                      <a:pt x="33" y="4"/>
                      <a:pt x="31" y="4"/>
                      <a:pt x="29" y="5"/>
                    </a:cubicBezTo>
                    <a:cubicBezTo>
                      <a:pt x="27" y="6"/>
                      <a:pt x="27" y="8"/>
                      <a:pt x="27" y="9"/>
                    </a:cubicBezTo>
                    <a:cubicBezTo>
                      <a:pt x="27" y="10"/>
                      <a:pt x="28" y="12"/>
                      <a:pt x="26" y="12"/>
                    </a:cubicBezTo>
                    <a:cubicBezTo>
                      <a:pt x="25" y="12"/>
                      <a:pt x="25" y="14"/>
                      <a:pt x="23" y="15"/>
                    </a:cubicBezTo>
                    <a:cubicBezTo>
                      <a:pt x="22" y="15"/>
                      <a:pt x="20" y="17"/>
                      <a:pt x="19" y="18"/>
                    </a:cubicBezTo>
                    <a:cubicBezTo>
                      <a:pt x="19" y="20"/>
                      <a:pt x="19" y="22"/>
                      <a:pt x="18" y="22"/>
                    </a:cubicBezTo>
                    <a:cubicBezTo>
                      <a:pt x="17" y="22"/>
                      <a:pt x="14" y="23"/>
                      <a:pt x="13" y="24"/>
                    </a:cubicBezTo>
                    <a:cubicBezTo>
                      <a:pt x="12" y="25"/>
                      <a:pt x="11" y="26"/>
                      <a:pt x="9" y="26"/>
                    </a:cubicBezTo>
                    <a:cubicBezTo>
                      <a:pt x="8" y="25"/>
                      <a:pt x="5" y="25"/>
                      <a:pt x="3" y="25"/>
                    </a:cubicBezTo>
                    <a:cubicBezTo>
                      <a:pt x="3" y="26"/>
                      <a:pt x="3" y="26"/>
                      <a:pt x="3" y="26"/>
                    </a:cubicBezTo>
                    <a:cubicBezTo>
                      <a:pt x="2" y="29"/>
                      <a:pt x="3" y="31"/>
                      <a:pt x="4" y="32"/>
                    </a:cubicBezTo>
                    <a:cubicBezTo>
                      <a:pt x="6" y="33"/>
                      <a:pt x="6" y="38"/>
                      <a:pt x="5" y="39"/>
                    </a:cubicBezTo>
                    <a:cubicBezTo>
                      <a:pt x="3" y="40"/>
                      <a:pt x="0" y="42"/>
                      <a:pt x="0" y="43"/>
                    </a:cubicBezTo>
                    <a:cubicBezTo>
                      <a:pt x="0" y="44"/>
                      <a:pt x="3" y="45"/>
                      <a:pt x="3" y="47"/>
                    </a:cubicBezTo>
                    <a:cubicBezTo>
                      <a:pt x="2" y="48"/>
                      <a:pt x="2" y="50"/>
                      <a:pt x="3" y="52"/>
                    </a:cubicBezTo>
                    <a:cubicBezTo>
                      <a:pt x="4" y="52"/>
                      <a:pt x="6" y="52"/>
                      <a:pt x="7" y="51"/>
                    </a:cubicBezTo>
                    <a:cubicBezTo>
                      <a:pt x="8" y="49"/>
                      <a:pt x="9" y="48"/>
                      <a:pt x="12" y="48"/>
                    </a:cubicBezTo>
                    <a:cubicBezTo>
                      <a:pt x="15" y="48"/>
                      <a:pt x="24" y="48"/>
                      <a:pt x="26" y="49"/>
                    </a:cubicBezTo>
                    <a:cubicBezTo>
                      <a:pt x="27" y="51"/>
                      <a:pt x="31" y="49"/>
                      <a:pt x="33" y="50"/>
                    </a:cubicBezTo>
                    <a:cubicBezTo>
                      <a:pt x="35" y="51"/>
                      <a:pt x="38" y="52"/>
                      <a:pt x="39" y="51"/>
                    </a:cubicBezTo>
                    <a:cubicBezTo>
                      <a:pt x="39" y="50"/>
                      <a:pt x="42" y="53"/>
                      <a:pt x="44" y="52"/>
                    </a:cubicBezTo>
                    <a:cubicBezTo>
                      <a:pt x="46" y="50"/>
                      <a:pt x="48" y="54"/>
                      <a:pt x="49" y="53"/>
                    </a:cubicBezTo>
                    <a:cubicBezTo>
                      <a:pt x="50" y="53"/>
                      <a:pt x="55" y="53"/>
                      <a:pt x="57" y="54"/>
                    </a:cubicBezTo>
                    <a:cubicBezTo>
                      <a:pt x="58" y="55"/>
                      <a:pt x="58" y="53"/>
                      <a:pt x="58" y="51"/>
                    </a:cubicBezTo>
                    <a:cubicBezTo>
                      <a:pt x="58" y="50"/>
                      <a:pt x="63" y="46"/>
                      <a:pt x="63" y="46"/>
                    </a:cubicBezTo>
                    <a:cubicBezTo>
                      <a:pt x="63" y="46"/>
                      <a:pt x="66" y="46"/>
                      <a:pt x="68" y="45"/>
                    </a:cubicBezTo>
                    <a:cubicBezTo>
                      <a:pt x="67" y="44"/>
                      <a:pt x="67" y="43"/>
                      <a:pt x="67" y="42"/>
                    </a:cubicBezTo>
                    <a:cubicBezTo>
                      <a:pt x="66" y="38"/>
                      <a:pt x="64" y="35"/>
                      <a:pt x="65" y="34"/>
                    </a:cubicBezTo>
                    <a:cubicBezTo>
                      <a:pt x="67" y="33"/>
                      <a:pt x="70" y="36"/>
                      <a:pt x="71" y="35"/>
                    </a:cubicBezTo>
                    <a:cubicBezTo>
                      <a:pt x="73" y="34"/>
                      <a:pt x="76" y="33"/>
                      <a:pt x="75" y="31"/>
                    </a:cubicBezTo>
                    <a:cubicBezTo>
                      <a:pt x="75" y="30"/>
                      <a:pt x="72" y="27"/>
                      <a:pt x="71" y="2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85">
                <a:extLst>
                  <a:ext uri="{FF2B5EF4-FFF2-40B4-BE49-F238E27FC236}">
                    <a16:creationId xmlns:a16="http://schemas.microsoft.com/office/drawing/2014/main" id="{57F43134-4FA4-4AD5-8A61-A5EF810B4C1B}"/>
                  </a:ext>
                </a:extLst>
              </p:cNvPr>
              <p:cNvSpPr>
                <a:spLocks/>
              </p:cNvSpPr>
              <p:nvPr/>
            </p:nvSpPr>
            <p:spPr bwMode="auto">
              <a:xfrm>
                <a:off x="5303661" y="2857658"/>
                <a:ext cx="135510" cy="63991"/>
              </a:xfrm>
              <a:custGeom>
                <a:avLst/>
                <a:gdLst>
                  <a:gd name="T0" fmla="*/ 20 w 59"/>
                  <a:gd name="T1" fmla="*/ 19 h 28"/>
                  <a:gd name="T2" fmla="*/ 30 w 59"/>
                  <a:gd name="T3" fmla="*/ 19 h 28"/>
                  <a:gd name="T4" fmla="*/ 35 w 59"/>
                  <a:gd name="T5" fmla="*/ 21 h 28"/>
                  <a:gd name="T6" fmla="*/ 43 w 59"/>
                  <a:gd name="T7" fmla="*/ 25 h 28"/>
                  <a:gd name="T8" fmla="*/ 47 w 59"/>
                  <a:gd name="T9" fmla="*/ 28 h 28"/>
                  <a:gd name="T10" fmla="*/ 48 w 59"/>
                  <a:gd name="T11" fmla="*/ 26 h 28"/>
                  <a:gd name="T12" fmla="*/ 54 w 59"/>
                  <a:gd name="T13" fmla="*/ 25 h 28"/>
                  <a:gd name="T14" fmla="*/ 57 w 59"/>
                  <a:gd name="T15" fmla="*/ 22 h 28"/>
                  <a:gd name="T16" fmla="*/ 59 w 59"/>
                  <a:gd name="T17" fmla="*/ 21 h 28"/>
                  <a:gd name="T18" fmla="*/ 58 w 59"/>
                  <a:gd name="T19" fmla="*/ 17 h 28"/>
                  <a:gd name="T20" fmla="*/ 55 w 59"/>
                  <a:gd name="T21" fmla="*/ 12 h 28"/>
                  <a:gd name="T22" fmla="*/ 54 w 59"/>
                  <a:gd name="T23" fmla="*/ 7 h 28"/>
                  <a:gd name="T24" fmla="*/ 53 w 59"/>
                  <a:gd name="T25" fmla="*/ 5 h 28"/>
                  <a:gd name="T26" fmla="*/ 45 w 59"/>
                  <a:gd name="T27" fmla="*/ 5 h 28"/>
                  <a:gd name="T28" fmla="*/ 37 w 59"/>
                  <a:gd name="T29" fmla="*/ 0 h 28"/>
                  <a:gd name="T30" fmla="*/ 28 w 59"/>
                  <a:gd name="T31" fmla="*/ 0 h 28"/>
                  <a:gd name="T32" fmla="*/ 28 w 59"/>
                  <a:gd name="T33" fmla="*/ 8 h 28"/>
                  <a:gd name="T34" fmla="*/ 21 w 59"/>
                  <a:gd name="T35" fmla="*/ 11 h 28"/>
                  <a:gd name="T36" fmla="*/ 14 w 59"/>
                  <a:gd name="T37" fmla="*/ 3 h 28"/>
                  <a:gd name="T38" fmla="*/ 6 w 59"/>
                  <a:gd name="T39" fmla="*/ 7 h 28"/>
                  <a:gd name="T40" fmla="*/ 3 w 59"/>
                  <a:gd name="T41" fmla="*/ 13 h 28"/>
                  <a:gd name="T42" fmla="*/ 2 w 59"/>
                  <a:gd name="T43" fmla="*/ 21 h 28"/>
                  <a:gd name="T44" fmla="*/ 2 w 59"/>
                  <a:gd name="T45" fmla="*/ 21 h 28"/>
                  <a:gd name="T46" fmla="*/ 8 w 59"/>
                  <a:gd name="T47" fmla="*/ 19 h 28"/>
                  <a:gd name="T48" fmla="*/ 20 w 59"/>
                  <a:gd name="T49" fmla="*/ 19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28">
                    <a:moveTo>
                      <a:pt x="20" y="19"/>
                    </a:moveTo>
                    <a:cubicBezTo>
                      <a:pt x="22" y="19"/>
                      <a:pt x="27" y="20"/>
                      <a:pt x="30" y="19"/>
                    </a:cubicBezTo>
                    <a:cubicBezTo>
                      <a:pt x="33" y="18"/>
                      <a:pt x="33" y="21"/>
                      <a:pt x="35" y="21"/>
                    </a:cubicBezTo>
                    <a:cubicBezTo>
                      <a:pt x="37" y="21"/>
                      <a:pt x="40" y="23"/>
                      <a:pt x="43" y="25"/>
                    </a:cubicBezTo>
                    <a:cubicBezTo>
                      <a:pt x="44" y="26"/>
                      <a:pt x="45" y="27"/>
                      <a:pt x="47" y="28"/>
                    </a:cubicBezTo>
                    <a:cubicBezTo>
                      <a:pt x="47" y="27"/>
                      <a:pt x="47" y="27"/>
                      <a:pt x="48" y="26"/>
                    </a:cubicBezTo>
                    <a:cubicBezTo>
                      <a:pt x="50" y="25"/>
                      <a:pt x="52" y="25"/>
                      <a:pt x="54" y="25"/>
                    </a:cubicBezTo>
                    <a:cubicBezTo>
                      <a:pt x="55" y="25"/>
                      <a:pt x="56" y="23"/>
                      <a:pt x="57" y="22"/>
                    </a:cubicBezTo>
                    <a:cubicBezTo>
                      <a:pt x="57" y="22"/>
                      <a:pt x="58" y="22"/>
                      <a:pt x="59" y="21"/>
                    </a:cubicBezTo>
                    <a:cubicBezTo>
                      <a:pt x="59" y="20"/>
                      <a:pt x="59" y="18"/>
                      <a:pt x="58" y="17"/>
                    </a:cubicBezTo>
                    <a:cubicBezTo>
                      <a:pt x="56" y="15"/>
                      <a:pt x="54" y="13"/>
                      <a:pt x="55" y="12"/>
                    </a:cubicBezTo>
                    <a:cubicBezTo>
                      <a:pt x="56" y="11"/>
                      <a:pt x="56" y="9"/>
                      <a:pt x="54" y="7"/>
                    </a:cubicBezTo>
                    <a:cubicBezTo>
                      <a:pt x="54" y="7"/>
                      <a:pt x="53" y="6"/>
                      <a:pt x="53" y="5"/>
                    </a:cubicBezTo>
                    <a:cubicBezTo>
                      <a:pt x="50" y="5"/>
                      <a:pt x="46" y="5"/>
                      <a:pt x="45" y="5"/>
                    </a:cubicBezTo>
                    <a:cubicBezTo>
                      <a:pt x="44" y="5"/>
                      <a:pt x="38" y="1"/>
                      <a:pt x="37" y="0"/>
                    </a:cubicBezTo>
                    <a:cubicBezTo>
                      <a:pt x="36" y="0"/>
                      <a:pt x="32" y="0"/>
                      <a:pt x="28" y="0"/>
                    </a:cubicBezTo>
                    <a:cubicBezTo>
                      <a:pt x="26" y="3"/>
                      <a:pt x="28" y="4"/>
                      <a:pt x="28" y="8"/>
                    </a:cubicBezTo>
                    <a:cubicBezTo>
                      <a:pt x="27" y="12"/>
                      <a:pt x="23" y="11"/>
                      <a:pt x="21" y="11"/>
                    </a:cubicBezTo>
                    <a:cubicBezTo>
                      <a:pt x="19" y="11"/>
                      <a:pt x="15" y="5"/>
                      <a:pt x="14" y="3"/>
                    </a:cubicBezTo>
                    <a:cubicBezTo>
                      <a:pt x="13" y="1"/>
                      <a:pt x="9" y="5"/>
                      <a:pt x="6" y="7"/>
                    </a:cubicBezTo>
                    <a:cubicBezTo>
                      <a:pt x="3" y="8"/>
                      <a:pt x="5" y="11"/>
                      <a:pt x="3" y="13"/>
                    </a:cubicBezTo>
                    <a:cubicBezTo>
                      <a:pt x="1" y="14"/>
                      <a:pt x="0" y="17"/>
                      <a:pt x="2" y="21"/>
                    </a:cubicBezTo>
                    <a:cubicBezTo>
                      <a:pt x="2" y="21"/>
                      <a:pt x="2" y="21"/>
                      <a:pt x="2" y="21"/>
                    </a:cubicBezTo>
                    <a:cubicBezTo>
                      <a:pt x="4" y="21"/>
                      <a:pt x="7" y="20"/>
                      <a:pt x="8" y="19"/>
                    </a:cubicBezTo>
                    <a:cubicBezTo>
                      <a:pt x="11" y="17"/>
                      <a:pt x="18" y="19"/>
                      <a:pt x="20"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6">
                <a:extLst>
                  <a:ext uri="{FF2B5EF4-FFF2-40B4-BE49-F238E27FC236}">
                    <a16:creationId xmlns:a16="http://schemas.microsoft.com/office/drawing/2014/main" id="{E4866CED-8D58-4C97-8E46-D614531F888F}"/>
                  </a:ext>
                </a:extLst>
              </p:cNvPr>
              <p:cNvSpPr>
                <a:spLocks/>
              </p:cNvSpPr>
              <p:nvPr/>
            </p:nvSpPr>
            <p:spPr bwMode="auto">
              <a:xfrm>
                <a:off x="5303661" y="2896554"/>
                <a:ext cx="107906" cy="69010"/>
              </a:xfrm>
              <a:custGeom>
                <a:avLst/>
                <a:gdLst>
                  <a:gd name="T0" fmla="*/ 7 w 47"/>
                  <a:gd name="T1" fmla="*/ 15 h 30"/>
                  <a:gd name="T2" fmla="*/ 11 w 47"/>
                  <a:gd name="T3" fmla="*/ 17 h 30"/>
                  <a:gd name="T4" fmla="*/ 16 w 47"/>
                  <a:gd name="T5" fmla="*/ 20 h 30"/>
                  <a:gd name="T6" fmla="*/ 16 w 47"/>
                  <a:gd name="T7" fmla="*/ 26 h 30"/>
                  <a:gd name="T8" fmla="*/ 22 w 47"/>
                  <a:gd name="T9" fmla="*/ 29 h 30"/>
                  <a:gd name="T10" fmla="*/ 28 w 47"/>
                  <a:gd name="T11" fmla="*/ 30 h 30"/>
                  <a:gd name="T12" fmla="*/ 32 w 47"/>
                  <a:gd name="T13" fmla="*/ 28 h 30"/>
                  <a:gd name="T14" fmla="*/ 37 w 47"/>
                  <a:gd name="T15" fmla="*/ 26 h 30"/>
                  <a:gd name="T16" fmla="*/ 38 w 47"/>
                  <a:gd name="T17" fmla="*/ 22 h 30"/>
                  <a:gd name="T18" fmla="*/ 42 w 47"/>
                  <a:gd name="T19" fmla="*/ 19 h 30"/>
                  <a:gd name="T20" fmla="*/ 45 w 47"/>
                  <a:gd name="T21" fmla="*/ 16 h 30"/>
                  <a:gd name="T22" fmla="*/ 46 w 47"/>
                  <a:gd name="T23" fmla="*/ 13 h 30"/>
                  <a:gd name="T24" fmla="*/ 47 w 47"/>
                  <a:gd name="T25" fmla="*/ 11 h 30"/>
                  <a:gd name="T26" fmla="*/ 43 w 47"/>
                  <a:gd name="T27" fmla="*/ 8 h 30"/>
                  <a:gd name="T28" fmla="*/ 35 w 47"/>
                  <a:gd name="T29" fmla="*/ 4 h 30"/>
                  <a:gd name="T30" fmla="*/ 30 w 47"/>
                  <a:gd name="T31" fmla="*/ 2 h 30"/>
                  <a:gd name="T32" fmla="*/ 20 w 47"/>
                  <a:gd name="T33" fmla="*/ 2 h 30"/>
                  <a:gd name="T34" fmla="*/ 8 w 47"/>
                  <a:gd name="T35" fmla="*/ 2 h 30"/>
                  <a:gd name="T36" fmla="*/ 2 w 47"/>
                  <a:gd name="T37" fmla="*/ 4 h 30"/>
                  <a:gd name="T38" fmla="*/ 1 w 47"/>
                  <a:gd name="T39" fmla="*/ 13 h 30"/>
                  <a:gd name="T40" fmla="*/ 2 w 47"/>
                  <a:gd name="T41" fmla="*/ 15 h 30"/>
                  <a:gd name="T42" fmla="*/ 7 w 47"/>
                  <a:gd name="T43"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7" h="30">
                    <a:moveTo>
                      <a:pt x="7" y="15"/>
                    </a:moveTo>
                    <a:cubicBezTo>
                      <a:pt x="7" y="17"/>
                      <a:pt x="10" y="18"/>
                      <a:pt x="11" y="17"/>
                    </a:cubicBezTo>
                    <a:cubicBezTo>
                      <a:pt x="12" y="17"/>
                      <a:pt x="16" y="18"/>
                      <a:pt x="16" y="20"/>
                    </a:cubicBezTo>
                    <a:cubicBezTo>
                      <a:pt x="16" y="21"/>
                      <a:pt x="15" y="26"/>
                      <a:pt x="16" y="26"/>
                    </a:cubicBezTo>
                    <a:cubicBezTo>
                      <a:pt x="17" y="26"/>
                      <a:pt x="22" y="27"/>
                      <a:pt x="22" y="29"/>
                    </a:cubicBezTo>
                    <a:cubicBezTo>
                      <a:pt x="24" y="29"/>
                      <a:pt x="27" y="29"/>
                      <a:pt x="28" y="30"/>
                    </a:cubicBezTo>
                    <a:cubicBezTo>
                      <a:pt x="30" y="30"/>
                      <a:pt x="31" y="29"/>
                      <a:pt x="32" y="28"/>
                    </a:cubicBezTo>
                    <a:cubicBezTo>
                      <a:pt x="33" y="27"/>
                      <a:pt x="36" y="26"/>
                      <a:pt x="37" y="26"/>
                    </a:cubicBezTo>
                    <a:cubicBezTo>
                      <a:pt x="38" y="26"/>
                      <a:pt x="38" y="24"/>
                      <a:pt x="38" y="22"/>
                    </a:cubicBezTo>
                    <a:cubicBezTo>
                      <a:pt x="39" y="21"/>
                      <a:pt x="41" y="19"/>
                      <a:pt x="42" y="19"/>
                    </a:cubicBezTo>
                    <a:cubicBezTo>
                      <a:pt x="44" y="18"/>
                      <a:pt x="44" y="16"/>
                      <a:pt x="45" y="16"/>
                    </a:cubicBezTo>
                    <a:cubicBezTo>
                      <a:pt x="47" y="16"/>
                      <a:pt x="46" y="14"/>
                      <a:pt x="46" y="13"/>
                    </a:cubicBezTo>
                    <a:cubicBezTo>
                      <a:pt x="46" y="13"/>
                      <a:pt x="46" y="12"/>
                      <a:pt x="47" y="11"/>
                    </a:cubicBezTo>
                    <a:cubicBezTo>
                      <a:pt x="45" y="10"/>
                      <a:pt x="44" y="9"/>
                      <a:pt x="43" y="8"/>
                    </a:cubicBezTo>
                    <a:cubicBezTo>
                      <a:pt x="40" y="6"/>
                      <a:pt x="37" y="4"/>
                      <a:pt x="35" y="4"/>
                    </a:cubicBezTo>
                    <a:cubicBezTo>
                      <a:pt x="33" y="4"/>
                      <a:pt x="33" y="1"/>
                      <a:pt x="30" y="2"/>
                    </a:cubicBezTo>
                    <a:cubicBezTo>
                      <a:pt x="27" y="3"/>
                      <a:pt x="22" y="2"/>
                      <a:pt x="20" y="2"/>
                    </a:cubicBezTo>
                    <a:cubicBezTo>
                      <a:pt x="18" y="2"/>
                      <a:pt x="11" y="0"/>
                      <a:pt x="8" y="2"/>
                    </a:cubicBezTo>
                    <a:cubicBezTo>
                      <a:pt x="7" y="3"/>
                      <a:pt x="4" y="4"/>
                      <a:pt x="2" y="4"/>
                    </a:cubicBezTo>
                    <a:cubicBezTo>
                      <a:pt x="4" y="7"/>
                      <a:pt x="3" y="11"/>
                      <a:pt x="1" y="13"/>
                    </a:cubicBezTo>
                    <a:cubicBezTo>
                      <a:pt x="0" y="14"/>
                      <a:pt x="1" y="14"/>
                      <a:pt x="2" y="15"/>
                    </a:cubicBezTo>
                    <a:cubicBezTo>
                      <a:pt x="4" y="15"/>
                      <a:pt x="6" y="14"/>
                      <a:pt x="7"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7">
                <a:extLst>
                  <a:ext uri="{FF2B5EF4-FFF2-40B4-BE49-F238E27FC236}">
                    <a16:creationId xmlns:a16="http://schemas.microsoft.com/office/drawing/2014/main" id="{4CABC660-9AF0-4149-B14C-7A53F8D93332}"/>
                  </a:ext>
                </a:extLst>
              </p:cNvPr>
              <p:cNvSpPr>
                <a:spLocks/>
              </p:cNvSpPr>
              <p:nvPr/>
            </p:nvSpPr>
            <p:spPr bwMode="auto">
              <a:xfrm>
                <a:off x="5037659" y="3119895"/>
                <a:ext cx="84067" cy="46425"/>
              </a:xfrm>
              <a:custGeom>
                <a:avLst/>
                <a:gdLst>
                  <a:gd name="T0" fmla="*/ 32 w 36"/>
                  <a:gd name="T1" fmla="*/ 8 h 20"/>
                  <a:gd name="T2" fmla="*/ 28 w 36"/>
                  <a:gd name="T3" fmla="*/ 6 h 20"/>
                  <a:gd name="T4" fmla="*/ 28 w 36"/>
                  <a:gd name="T5" fmla="*/ 3 h 20"/>
                  <a:gd name="T6" fmla="*/ 24 w 36"/>
                  <a:gd name="T7" fmla="*/ 1 h 20"/>
                  <a:gd name="T8" fmla="*/ 18 w 36"/>
                  <a:gd name="T9" fmla="*/ 1 h 20"/>
                  <a:gd name="T10" fmla="*/ 11 w 36"/>
                  <a:gd name="T11" fmla="*/ 1 h 20"/>
                  <a:gd name="T12" fmla="*/ 10 w 36"/>
                  <a:gd name="T13" fmla="*/ 2 h 20"/>
                  <a:gd name="T14" fmla="*/ 6 w 36"/>
                  <a:gd name="T15" fmla="*/ 6 h 20"/>
                  <a:gd name="T16" fmla="*/ 1 w 36"/>
                  <a:gd name="T17" fmla="*/ 12 h 20"/>
                  <a:gd name="T18" fmla="*/ 2 w 36"/>
                  <a:gd name="T19" fmla="*/ 15 h 20"/>
                  <a:gd name="T20" fmla="*/ 6 w 36"/>
                  <a:gd name="T21" fmla="*/ 15 h 20"/>
                  <a:gd name="T22" fmla="*/ 7 w 36"/>
                  <a:gd name="T23" fmla="*/ 19 h 20"/>
                  <a:gd name="T24" fmla="*/ 7 w 36"/>
                  <a:gd name="T25" fmla="*/ 19 h 20"/>
                  <a:gd name="T26" fmla="*/ 14 w 36"/>
                  <a:gd name="T27" fmla="*/ 19 h 20"/>
                  <a:gd name="T28" fmla="*/ 18 w 36"/>
                  <a:gd name="T29" fmla="*/ 13 h 20"/>
                  <a:gd name="T30" fmla="*/ 22 w 36"/>
                  <a:gd name="T31" fmla="*/ 19 h 20"/>
                  <a:gd name="T32" fmla="*/ 25 w 36"/>
                  <a:gd name="T33" fmla="*/ 16 h 20"/>
                  <a:gd name="T34" fmla="*/ 27 w 36"/>
                  <a:gd name="T35" fmla="*/ 14 h 20"/>
                  <a:gd name="T36" fmla="*/ 31 w 36"/>
                  <a:gd name="T37" fmla="*/ 13 h 20"/>
                  <a:gd name="T38" fmla="*/ 34 w 36"/>
                  <a:gd name="T39" fmla="*/ 12 h 20"/>
                  <a:gd name="T40" fmla="*/ 35 w 36"/>
                  <a:gd name="T41" fmla="*/ 10 h 20"/>
                  <a:gd name="T42" fmla="*/ 36 w 36"/>
                  <a:gd name="T43" fmla="*/ 9 h 20"/>
                  <a:gd name="T44" fmla="*/ 32 w 36"/>
                  <a:gd name="T45"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20">
                    <a:moveTo>
                      <a:pt x="32" y="8"/>
                    </a:moveTo>
                    <a:cubicBezTo>
                      <a:pt x="31" y="9"/>
                      <a:pt x="28" y="7"/>
                      <a:pt x="28" y="6"/>
                    </a:cubicBezTo>
                    <a:cubicBezTo>
                      <a:pt x="28" y="6"/>
                      <a:pt x="28" y="4"/>
                      <a:pt x="28" y="3"/>
                    </a:cubicBezTo>
                    <a:cubicBezTo>
                      <a:pt x="27" y="2"/>
                      <a:pt x="25" y="1"/>
                      <a:pt x="24" y="1"/>
                    </a:cubicBezTo>
                    <a:cubicBezTo>
                      <a:pt x="21" y="0"/>
                      <a:pt x="20" y="0"/>
                      <a:pt x="18" y="1"/>
                    </a:cubicBezTo>
                    <a:cubicBezTo>
                      <a:pt x="17" y="2"/>
                      <a:pt x="14" y="1"/>
                      <a:pt x="11" y="1"/>
                    </a:cubicBezTo>
                    <a:cubicBezTo>
                      <a:pt x="11" y="2"/>
                      <a:pt x="11" y="2"/>
                      <a:pt x="10" y="2"/>
                    </a:cubicBezTo>
                    <a:cubicBezTo>
                      <a:pt x="9" y="2"/>
                      <a:pt x="6" y="4"/>
                      <a:pt x="6" y="6"/>
                    </a:cubicBezTo>
                    <a:cubicBezTo>
                      <a:pt x="6" y="8"/>
                      <a:pt x="2" y="9"/>
                      <a:pt x="1" y="12"/>
                    </a:cubicBezTo>
                    <a:cubicBezTo>
                      <a:pt x="0" y="15"/>
                      <a:pt x="0" y="17"/>
                      <a:pt x="2" y="15"/>
                    </a:cubicBezTo>
                    <a:cubicBezTo>
                      <a:pt x="4" y="13"/>
                      <a:pt x="6" y="14"/>
                      <a:pt x="6" y="15"/>
                    </a:cubicBezTo>
                    <a:cubicBezTo>
                      <a:pt x="6" y="17"/>
                      <a:pt x="8" y="17"/>
                      <a:pt x="7" y="19"/>
                    </a:cubicBezTo>
                    <a:cubicBezTo>
                      <a:pt x="7" y="19"/>
                      <a:pt x="7" y="19"/>
                      <a:pt x="7" y="19"/>
                    </a:cubicBezTo>
                    <a:cubicBezTo>
                      <a:pt x="9" y="19"/>
                      <a:pt x="13" y="19"/>
                      <a:pt x="14" y="19"/>
                    </a:cubicBezTo>
                    <a:cubicBezTo>
                      <a:pt x="16" y="19"/>
                      <a:pt x="17" y="14"/>
                      <a:pt x="18" y="13"/>
                    </a:cubicBezTo>
                    <a:cubicBezTo>
                      <a:pt x="19" y="13"/>
                      <a:pt x="21" y="17"/>
                      <a:pt x="22" y="19"/>
                    </a:cubicBezTo>
                    <a:cubicBezTo>
                      <a:pt x="24" y="20"/>
                      <a:pt x="25" y="17"/>
                      <a:pt x="25" y="16"/>
                    </a:cubicBezTo>
                    <a:cubicBezTo>
                      <a:pt x="25" y="14"/>
                      <a:pt x="26" y="14"/>
                      <a:pt x="27" y="14"/>
                    </a:cubicBezTo>
                    <a:cubicBezTo>
                      <a:pt x="29" y="14"/>
                      <a:pt x="31" y="15"/>
                      <a:pt x="31" y="13"/>
                    </a:cubicBezTo>
                    <a:cubicBezTo>
                      <a:pt x="31" y="11"/>
                      <a:pt x="33" y="12"/>
                      <a:pt x="34" y="12"/>
                    </a:cubicBezTo>
                    <a:cubicBezTo>
                      <a:pt x="35" y="12"/>
                      <a:pt x="35" y="10"/>
                      <a:pt x="35" y="10"/>
                    </a:cubicBezTo>
                    <a:cubicBezTo>
                      <a:pt x="36" y="9"/>
                      <a:pt x="36" y="9"/>
                      <a:pt x="36" y="9"/>
                    </a:cubicBezTo>
                    <a:cubicBezTo>
                      <a:pt x="35" y="8"/>
                      <a:pt x="34" y="8"/>
                      <a:pt x="32"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8">
                <a:extLst>
                  <a:ext uri="{FF2B5EF4-FFF2-40B4-BE49-F238E27FC236}">
                    <a16:creationId xmlns:a16="http://schemas.microsoft.com/office/drawing/2014/main" id="{5B13A227-23B3-4342-854B-6D368F23CAE0}"/>
                  </a:ext>
                </a:extLst>
              </p:cNvPr>
              <p:cNvSpPr>
                <a:spLocks/>
              </p:cNvSpPr>
              <p:nvPr/>
            </p:nvSpPr>
            <p:spPr bwMode="auto">
              <a:xfrm>
                <a:off x="5036404" y="2942979"/>
                <a:ext cx="165624" cy="189464"/>
              </a:xfrm>
              <a:custGeom>
                <a:avLst/>
                <a:gdLst>
                  <a:gd name="T0" fmla="*/ 9 w 72"/>
                  <a:gd name="T1" fmla="*/ 21 h 82"/>
                  <a:gd name="T2" fmla="*/ 5 w 72"/>
                  <a:gd name="T3" fmla="*/ 25 h 82"/>
                  <a:gd name="T4" fmla="*/ 8 w 72"/>
                  <a:gd name="T5" fmla="*/ 29 h 82"/>
                  <a:gd name="T6" fmla="*/ 6 w 72"/>
                  <a:gd name="T7" fmla="*/ 32 h 82"/>
                  <a:gd name="T8" fmla="*/ 2 w 72"/>
                  <a:gd name="T9" fmla="*/ 34 h 82"/>
                  <a:gd name="T10" fmla="*/ 1 w 72"/>
                  <a:gd name="T11" fmla="*/ 38 h 82"/>
                  <a:gd name="T12" fmla="*/ 0 w 72"/>
                  <a:gd name="T13" fmla="*/ 44 h 82"/>
                  <a:gd name="T14" fmla="*/ 2 w 72"/>
                  <a:gd name="T15" fmla="*/ 49 h 82"/>
                  <a:gd name="T16" fmla="*/ 1 w 72"/>
                  <a:gd name="T17" fmla="*/ 53 h 82"/>
                  <a:gd name="T18" fmla="*/ 3 w 72"/>
                  <a:gd name="T19" fmla="*/ 59 h 82"/>
                  <a:gd name="T20" fmla="*/ 5 w 72"/>
                  <a:gd name="T21" fmla="*/ 60 h 82"/>
                  <a:gd name="T22" fmla="*/ 10 w 72"/>
                  <a:gd name="T23" fmla="*/ 63 h 82"/>
                  <a:gd name="T24" fmla="*/ 15 w 72"/>
                  <a:gd name="T25" fmla="*/ 64 h 82"/>
                  <a:gd name="T26" fmla="*/ 16 w 72"/>
                  <a:gd name="T27" fmla="*/ 67 h 82"/>
                  <a:gd name="T28" fmla="*/ 13 w 72"/>
                  <a:gd name="T29" fmla="*/ 73 h 82"/>
                  <a:gd name="T30" fmla="*/ 12 w 72"/>
                  <a:gd name="T31" fmla="*/ 78 h 82"/>
                  <a:gd name="T32" fmla="*/ 19 w 72"/>
                  <a:gd name="T33" fmla="*/ 78 h 82"/>
                  <a:gd name="T34" fmla="*/ 25 w 72"/>
                  <a:gd name="T35" fmla="*/ 78 h 82"/>
                  <a:gd name="T36" fmla="*/ 29 w 72"/>
                  <a:gd name="T37" fmla="*/ 80 h 82"/>
                  <a:gd name="T38" fmla="*/ 30 w 72"/>
                  <a:gd name="T39" fmla="*/ 79 h 82"/>
                  <a:gd name="T40" fmla="*/ 35 w 72"/>
                  <a:gd name="T41" fmla="*/ 80 h 82"/>
                  <a:gd name="T42" fmla="*/ 40 w 72"/>
                  <a:gd name="T43" fmla="*/ 79 h 82"/>
                  <a:gd name="T44" fmla="*/ 44 w 72"/>
                  <a:gd name="T45" fmla="*/ 79 h 82"/>
                  <a:gd name="T46" fmla="*/ 52 w 72"/>
                  <a:gd name="T47" fmla="*/ 77 h 82"/>
                  <a:gd name="T48" fmla="*/ 56 w 72"/>
                  <a:gd name="T49" fmla="*/ 75 h 82"/>
                  <a:gd name="T50" fmla="*/ 59 w 72"/>
                  <a:gd name="T51" fmla="*/ 70 h 82"/>
                  <a:gd name="T52" fmla="*/ 63 w 72"/>
                  <a:gd name="T53" fmla="*/ 67 h 82"/>
                  <a:gd name="T54" fmla="*/ 55 w 72"/>
                  <a:gd name="T55" fmla="*/ 60 h 82"/>
                  <a:gd name="T56" fmla="*/ 52 w 72"/>
                  <a:gd name="T57" fmla="*/ 54 h 82"/>
                  <a:gd name="T58" fmla="*/ 52 w 72"/>
                  <a:gd name="T59" fmla="*/ 49 h 82"/>
                  <a:gd name="T60" fmla="*/ 60 w 72"/>
                  <a:gd name="T61" fmla="*/ 46 h 82"/>
                  <a:gd name="T62" fmla="*/ 67 w 72"/>
                  <a:gd name="T63" fmla="*/ 43 h 82"/>
                  <a:gd name="T64" fmla="*/ 71 w 72"/>
                  <a:gd name="T65" fmla="*/ 43 h 82"/>
                  <a:gd name="T66" fmla="*/ 71 w 72"/>
                  <a:gd name="T67" fmla="*/ 38 h 82"/>
                  <a:gd name="T68" fmla="*/ 69 w 72"/>
                  <a:gd name="T69" fmla="*/ 32 h 82"/>
                  <a:gd name="T70" fmla="*/ 68 w 72"/>
                  <a:gd name="T71" fmla="*/ 28 h 82"/>
                  <a:gd name="T72" fmla="*/ 66 w 72"/>
                  <a:gd name="T73" fmla="*/ 24 h 82"/>
                  <a:gd name="T74" fmla="*/ 66 w 72"/>
                  <a:gd name="T75" fmla="*/ 21 h 82"/>
                  <a:gd name="T76" fmla="*/ 66 w 72"/>
                  <a:gd name="T77" fmla="*/ 12 h 82"/>
                  <a:gd name="T78" fmla="*/ 66 w 72"/>
                  <a:gd name="T79" fmla="*/ 11 h 82"/>
                  <a:gd name="T80" fmla="*/ 65 w 72"/>
                  <a:gd name="T81" fmla="*/ 10 h 82"/>
                  <a:gd name="T82" fmla="*/ 61 w 72"/>
                  <a:gd name="T83" fmla="*/ 8 h 82"/>
                  <a:gd name="T84" fmla="*/ 61 w 72"/>
                  <a:gd name="T85" fmla="*/ 3 h 82"/>
                  <a:gd name="T86" fmla="*/ 54 w 72"/>
                  <a:gd name="T87" fmla="*/ 5 h 82"/>
                  <a:gd name="T88" fmla="*/ 45 w 72"/>
                  <a:gd name="T89" fmla="*/ 10 h 82"/>
                  <a:gd name="T90" fmla="*/ 41 w 72"/>
                  <a:gd name="T91" fmla="*/ 7 h 82"/>
                  <a:gd name="T92" fmla="*/ 38 w 72"/>
                  <a:gd name="T93" fmla="*/ 6 h 82"/>
                  <a:gd name="T94" fmla="*/ 32 w 72"/>
                  <a:gd name="T95" fmla="*/ 3 h 82"/>
                  <a:gd name="T96" fmla="*/ 32 w 72"/>
                  <a:gd name="T97" fmla="*/ 1 h 82"/>
                  <a:gd name="T98" fmla="*/ 29 w 72"/>
                  <a:gd name="T99" fmla="*/ 1 h 82"/>
                  <a:gd name="T100" fmla="*/ 21 w 72"/>
                  <a:gd name="T101" fmla="*/ 0 h 82"/>
                  <a:gd name="T102" fmla="*/ 23 w 72"/>
                  <a:gd name="T103" fmla="*/ 4 h 82"/>
                  <a:gd name="T104" fmla="*/ 25 w 72"/>
                  <a:gd name="T105" fmla="*/ 11 h 82"/>
                  <a:gd name="T106" fmla="*/ 21 w 72"/>
                  <a:gd name="T107" fmla="*/ 14 h 82"/>
                  <a:gd name="T108" fmla="*/ 15 w 72"/>
                  <a:gd name="T109" fmla="*/ 13 h 82"/>
                  <a:gd name="T110" fmla="*/ 9 w 72"/>
                  <a:gd name="T111" fmla="*/ 14 h 82"/>
                  <a:gd name="T112" fmla="*/ 9 w 72"/>
                  <a:gd name="T113" fmla="*/ 16 h 82"/>
                  <a:gd name="T114" fmla="*/ 9 w 72"/>
                  <a:gd name="T115" fmla="*/ 2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 h="82">
                    <a:moveTo>
                      <a:pt x="9" y="21"/>
                    </a:moveTo>
                    <a:cubicBezTo>
                      <a:pt x="7" y="24"/>
                      <a:pt x="5" y="24"/>
                      <a:pt x="5" y="25"/>
                    </a:cubicBezTo>
                    <a:cubicBezTo>
                      <a:pt x="6" y="26"/>
                      <a:pt x="9" y="28"/>
                      <a:pt x="8" y="29"/>
                    </a:cubicBezTo>
                    <a:cubicBezTo>
                      <a:pt x="7" y="31"/>
                      <a:pt x="6" y="30"/>
                      <a:pt x="6" y="32"/>
                    </a:cubicBezTo>
                    <a:cubicBezTo>
                      <a:pt x="6" y="34"/>
                      <a:pt x="3" y="34"/>
                      <a:pt x="2" y="34"/>
                    </a:cubicBezTo>
                    <a:cubicBezTo>
                      <a:pt x="1" y="34"/>
                      <a:pt x="2" y="36"/>
                      <a:pt x="1" y="38"/>
                    </a:cubicBezTo>
                    <a:cubicBezTo>
                      <a:pt x="1" y="40"/>
                      <a:pt x="1" y="43"/>
                      <a:pt x="0" y="44"/>
                    </a:cubicBezTo>
                    <a:cubicBezTo>
                      <a:pt x="0" y="46"/>
                      <a:pt x="3" y="48"/>
                      <a:pt x="2" y="49"/>
                    </a:cubicBezTo>
                    <a:cubicBezTo>
                      <a:pt x="2" y="51"/>
                      <a:pt x="0" y="52"/>
                      <a:pt x="1" y="53"/>
                    </a:cubicBezTo>
                    <a:cubicBezTo>
                      <a:pt x="1" y="53"/>
                      <a:pt x="3" y="55"/>
                      <a:pt x="3" y="59"/>
                    </a:cubicBezTo>
                    <a:cubicBezTo>
                      <a:pt x="4" y="59"/>
                      <a:pt x="5" y="60"/>
                      <a:pt x="5" y="60"/>
                    </a:cubicBezTo>
                    <a:cubicBezTo>
                      <a:pt x="6" y="62"/>
                      <a:pt x="8" y="63"/>
                      <a:pt x="10" y="63"/>
                    </a:cubicBezTo>
                    <a:cubicBezTo>
                      <a:pt x="13" y="63"/>
                      <a:pt x="14" y="64"/>
                      <a:pt x="15" y="64"/>
                    </a:cubicBezTo>
                    <a:cubicBezTo>
                      <a:pt x="16" y="64"/>
                      <a:pt x="19" y="65"/>
                      <a:pt x="16" y="67"/>
                    </a:cubicBezTo>
                    <a:cubicBezTo>
                      <a:pt x="14" y="69"/>
                      <a:pt x="14" y="71"/>
                      <a:pt x="13" y="73"/>
                    </a:cubicBezTo>
                    <a:cubicBezTo>
                      <a:pt x="13" y="75"/>
                      <a:pt x="13" y="77"/>
                      <a:pt x="12" y="78"/>
                    </a:cubicBezTo>
                    <a:cubicBezTo>
                      <a:pt x="15" y="78"/>
                      <a:pt x="18" y="79"/>
                      <a:pt x="19" y="78"/>
                    </a:cubicBezTo>
                    <a:cubicBezTo>
                      <a:pt x="21" y="77"/>
                      <a:pt x="22" y="77"/>
                      <a:pt x="25" y="78"/>
                    </a:cubicBezTo>
                    <a:cubicBezTo>
                      <a:pt x="26" y="78"/>
                      <a:pt x="28" y="79"/>
                      <a:pt x="29" y="80"/>
                    </a:cubicBezTo>
                    <a:cubicBezTo>
                      <a:pt x="29" y="79"/>
                      <a:pt x="30" y="79"/>
                      <a:pt x="30" y="79"/>
                    </a:cubicBezTo>
                    <a:cubicBezTo>
                      <a:pt x="32" y="79"/>
                      <a:pt x="34" y="82"/>
                      <a:pt x="35" y="80"/>
                    </a:cubicBezTo>
                    <a:cubicBezTo>
                      <a:pt x="36" y="78"/>
                      <a:pt x="38" y="79"/>
                      <a:pt x="40" y="79"/>
                    </a:cubicBezTo>
                    <a:cubicBezTo>
                      <a:pt x="41" y="80"/>
                      <a:pt x="43" y="80"/>
                      <a:pt x="44" y="79"/>
                    </a:cubicBezTo>
                    <a:cubicBezTo>
                      <a:pt x="46" y="78"/>
                      <a:pt x="51" y="77"/>
                      <a:pt x="52" y="77"/>
                    </a:cubicBezTo>
                    <a:cubicBezTo>
                      <a:pt x="54" y="78"/>
                      <a:pt x="57" y="79"/>
                      <a:pt x="56" y="75"/>
                    </a:cubicBezTo>
                    <a:cubicBezTo>
                      <a:pt x="54" y="71"/>
                      <a:pt x="58" y="72"/>
                      <a:pt x="59" y="70"/>
                    </a:cubicBezTo>
                    <a:cubicBezTo>
                      <a:pt x="59" y="69"/>
                      <a:pt x="64" y="68"/>
                      <a:pt x="63" y="67"/>
                    </a:cubicBezTo>
                    <a:cubicBezTo>
                      <a:pt x="63" y="65"/>
                      <a:pt x="57" y="62"/>
                      <a:pt x="55" y="60"/>
                    </a:cubicBezTo>
                    <a:cubicBezTo>
                      <a:pt x="53" y="59"/>
                      <a:pt x="53" y="55"/>
                      <a:pt x="52" y="54"/>
                    </a:cubicBezTo>
                    <a:cubicBezTo>
                      <a:pt x="51" y="52"/>
                      <a:pt x="49" y="50"/>
                      <a:pt x="52" y="49"/>
                    </a:cubicBezTo>
                    <a:cubicBezTo>
                      <a:pt x="54" y="49"/>
                      <a:pt x="58" y="48"/>
                      <a:pt x="60" y="46"/>
                    </a:cubicBezTo>
                    <a:cubicBezTo>
                      <a:pt x="62" y="44"/>
                      <a:pt x="66" y="44"/>
                      <a:pt x="67" y="43"/>
                    </a:cubicBezTo>
                    <a:cubicBezTo>
                      <a:pt x="68" y="42"/>
                      <a:pt x="70" y="44"/>
                      <a:pt x="71" y="43"/>
                    </a:cubicBezTo>
                    <a:cubicBezTo>
                      <a:pt x="72" y="42"/>
                      <a:pt x="72" y="40"/>
                      <a:pt x="71" y="38"/>
                    </a:cubicBezTo>
                    <a:cubicBezTo>
                      <a:pt x="70" y="37"/>
                      <a:pt x="69" y="35"/>
                      <a:pt x="69" y="32"/>
                    </a:cubicBezTo>
                    <a:cubicBezTo>
                      <a:pt x="69" y="29"/>
                      <a:pt x="68" y="29"/>
                      <a:pt x="68" y="28"/>
                    </a:cubicBezTo>
                    <a:cubicBezTo>
                      <a:pt x="68" y="26"/>
                      <a:pt x="68" y="24"/>
                      <a:pt x="66" y="24"/>
                    </a:cubicBezTo>
                    <a:cubicBezTo>
                      <a:pt x="65" y="23"/>
                      <a:pt x="65" y="22"/>
                      <a:pt x="66" y="21"/>
                    </a:cubicBezTo>
                    <a:cubicBezTo>
                      <a:pt x="67" y="19"/>
                      <a:pt x="67" y="14"/>
                      <a:pt x="66" y="12"/>
                    </a:cubicBezTo>
                    <a:cubicBezTo>
                      <a:pt x="66" y="12"/>
                      <a:pt x="66" y="12"/>
                      <a:pt x="66" y="11"/>
                    </a:cubicBezTo>
                    <a:cubicBezTo>
                      <a:pt x="66" y="11"/>
                      <a:pt x="65" y="11"/>
                      <a:pt x="65" y="10"/>
                    </a:cubicBezTo>
                    <a:cubicBezTo>
                      <a:pt x="65" y="8"/>
                      <a:pt x="64" y="8"/>
                      <a:pt x="61" y="8"/>
                    </a:cubicBezTo>
                    <a:cubicBezTo>
                      <a:pt x="57" y="8"/>
                      <a:pt x="62" y="4"/>
                      <a:pt x="61" y="3"/>
                    </a:cubicBezTo>
                    <a:cubicBezTo>
                      <a:pt x="60" y="1"/>
                      <a:pt x="57" y="6"/>
                      <a:pt x="54" y="5"/>
                    </a:cubicBezTo>
                    <a:cubicBezTo>
                      <a:pt x="51" y="4"/>
                      <a:pt x="48" y="8"/>
                      <a:pt x="45" y="10"/>
                    </a:cubicBezTo>
                    <a:cubicBezTo>
                      <a:pt x="43" y="12"/>
                      <a:pt x="39" y="10"/>
                      <a:pt x="41" y="7"/>
                    </a:cubicBezTo>
                    <a:cubicBezTo>
                      <a:pt x="43" y="4"/>
                      <a:pt x="41" y="4"/>
                      <a:pt x="38" y="6"/>
                    </a:cubicBezTo>
                    <a:cubicBezTo>
                      <a:pt x="35" y="7"/>
                      <a:pt x="32" y="5"/>
                      <a:pt x="32" y="3"/>
                    </a:cubicBezTo>
                    <a:cubicBezTo>
                      <a:pt x="32" y="2"/>
                      <a:pt x="32" y="1"/>
                      <a:pt x="32" y="1"/>
                    </a:cubicBezTo>
                    <a:cubicBezTo>
                      <a:pt x="30" y="1"/>
                      <a:pt x="29" y="1"/>
                      <a:pt x="29" y="1"/>
                    </a:cubicBezTo>
                    <a:cubicBezTo>
                      <a:pt x="27" y="0"/>
                      <a:pt x="24" y="0"/>
                      <a:pt x="21" y="0"/>
                    </a:cubicBezTo>
                    <a:cubicBezTo>
                      <a:pt x="22" y="2"/>
                      <a:pt x="23" y="3"/>
                      <a:pt x="23" y="4"/>
                    </a:cubicBezTo>
                    <a:cubicBezTo>
                      <a:pt x="22" y="6"/>
                      <a:pt x="23" y="8"/>
                      <a:pt x="25" y="11"/>
                    </a:cubicBezTo>
                    <a:cubicBezTo>
                      <a:pt x="26" y="14"/>
                      <a:pt x="22" y="12"/>
                      <a:pt x="21" y="14"/>
                    </a:cubicBezTo>
                    <a:cubicBezTo>
                      <a:pt x="21" y="16"/>
                      <a:pt x="17" y="14"/>
                      <a:pt x="15" y="13"/>
                    </a:cubicBezTo>
                    <a:cubicBezTo>
                      <a:pt x="14" y="13"/>
                      <a:pt x="9" y="13"/>
                      <a:pt x="9" y="14"/>
                    </a:cubicBezTo>
                    <a:cubicBezTo>
                      <a:pt x="9" y="15"/>
                      <a:pt x="9" y="15"/>
                      <a:pt x="9" y="16"/>
                    </a:cubicBezTo>
                    <a:cubicBezTo>
                      <a:pt x="10" y="18"/>
                      <a:pt x="10" y="20"/>
                      <a:pt x="9"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9">
                <a:extLst>
                  <a:ext uri="{FF2B5EF4-FFF2-40B4-BE49-F238E27FC236}">
                    <a16:creationId xmlns:a16="http://schemas.microsoft.com/office/drawing/2014/main" id="{3B341193-8026-4E7A-99A1-9AA780939FC8}"/>
                  </a:ext>
                </a:extLst>
              </p:cNvPr>
              <p:cNvSpPr>
                <a:spLocks/>
              </p:cNvSpPr>
              <p:nvPr/>
            </p:nvSpPr>
            <p:spPr bwMode="auto">
              <a:xfrm>
                <a:off x="5307425" y="2493787"/>
                <a:ext cx="194483" cy="311172"/>
              </a:xfrm>
              <a:custGeom>
                <a:avLst/>
                <a:gdLst>
                  <a:gd name="T0" fmla="*/ 71 w 84"/>
                  <a:gd name="T1" fmla="*/ 113 h 135"/>
                  <a:gd name="T2" fmla="*/ 83 w 84"/>
                  <a:gd name="T3" fmla="*/ 102 h 135"/>
                  <a:gd name="T4" fmla="*/ 81 w 84"/>
                  <a:gd name="T5" fmla="*/ 95 h 135"/>
                  <a:gd name="T6" fmla="*/ 71 w 84"/>
                  <a:gd name="T7" fmla="*/ 87 h 135"/>
                  <a:gd name="T8" fmla="*/ 76 w 84"/>
                  <a:gd name="T9" fmla="*/ 83 h 135"/>
                  <a:gd name="T10" fmla="*/ 72 w 84"/>
                  <a:gd name="T11" fmla="*/ 78 h 135"/>
                  <a:gd name="T12" fmla="*/ 73 w 84"/>
                  <a:gd name="T13" fmla="*/ 74 h 135"/>
                  <a:gd name="T14" fmla="*/ 69 w 84"/>
                  <a:gd name="T15" fmla="*/ 72 h 135"/>
                  <a:gd name="T16" fmla="*/ 71 w 84"/>
                  <a:gd name="T17" fmla="*/ 69 h 135"/>
                  <a:gd name="T18" fmla="*/ 69 w 84"/>
                  <a:gd name="T19" fmla="*/ 63 h 135"/>
                  <a:gd name="T20" fmla="*/ 72 w 84"/>
                  <a:gd name="T21" fmla="*/ 58 h 135"/>
                  <a:gd name="T22" fmla="*/ 64 w 84"/>
                  <a:gd name="T23" fmla="*/ 46 h 135"/>
                  <a:gd name="T24" fmla="*/ 67 w 84"/>
                  <a:gd name="T25" fmla="*/ 42 h 135"/>
                  <a:gd name="T26" fmla="*/ 72 w 84"/>
                  <a:gd name="T27" fmla="*/ 36 h 135"/>
                  <a:gd name="T28" fmla="*/ 66 w 84"/>
                  <a:gd name="T29" fmla="*/ 30 h 135"/>
                  <a:gd name="T30" fmla="*/ 61 w 84"/>
                  <a:gd name="T31" fmla="*/ 27 h 135"/>
                  <a:gd name="T32" fmla="*/ 60 w 84"/>
                  <a:gd name="T33" fmla="*/ 22 h 135"/>
                  <a:gd name="T34" fmla="*/ 61 w 84"/>
                  <a:gd name="T35" fmla="*/ 18 h 135"/>
                  <a:gd name="T36" fmla="*/ 64 w 84"/>
                  <a:gd name="T37" fmla="*/ 16 h 135"/>
                  <a:gd name="T38" fmla="*/ 66 w 84"/>
                  <a:gd name="T39" fmla="*/ 13 h 135"/>
                  <a:gd name="T40" fmla="*/ 66 w 84"/>
                  <a:gd name="T41" fmla="*/ 8 h 135"/>
                  <a:gd name="T42" fmla="*/ 58 w 84"/>
                  <a:gd name="T43" fmla="*/ 3 h 135"/>
                  <a:gd name="T44" fmla="*/ 51 w 84"/>
                  <a:gd name="T45" fmla="*/ 3 h 135"/>
                  <a:gd name="T46" fmla="*/ 43 w 84"/>
                  <a:gd name="T47" fmla="*/ 4 h 135"/>
                  <a:gd name="T48" fmla="*/ 38 w 84"/>
                  <a:gd name="T49" fmla="*/ 10 h 135"/>
                  <a:gd name="T50" fmla="*/ 37 w 84"/>
                  <a:gd name="T51" fmla="*/ 17 h 135"/>
                  <a:gd name="T52" fmla="*/ 33 w 84"/>
                  <a:gd name="T53" fmla="*/ 21 h 135"/>
                  <a:gd name="T54" fmla="*/ 29 w 84"/>
                  <a:gd name="T55" fmla="*/ 20 h 135"/>
                  <a:gd name="T56" fmla="*/ 22 w 84"/>
                  <a:gd name="T57" fmla="*/ 20 h 135"/>
                  <a:gd name="T58" fmla="*/ 14 w 84"/>
                  <a:gd name="T59" fmla="*/ 19 h 135"/>
                  <a:gd name="T60" fmla="*/ 5 w 84"/>
                  <a:gd name="T61" fmla="*/ 13 h 135"/>
                  <a:gd name="T62" fmla="*/ 0 w 84"/>
                  <a:gd name="T63" fmla="*/ 17 h 135"/>
                  <a:gd name="T64" fmla="*/ 8 w 84"/>
                  <a:gd name="T65" fmla="*/ 23 h 135"/>
                  <a:gd name="T66" fmla="*/ 20 w 84"/>
                  <a:gd name="T67" fmla="*/ 30 h 135"/>
                  <a:gd name="T68" fmla="*/ 20 w 84"/>
                  <a:gd name="T69" fmla="*/ 38 h 135"/>
                  <a:gd name="T70" fmla="*/ 22 w 84"/>
                  <a:gd name="T71" fmla="*/ 45 h 135"/>
                  <a:gd name="T72" fmla="*/ 22 w 84"/>
                  <a:gd name="T73" fmla="*/ 52 h 135"/>
                  <a:gd name="T74" fmla="*/ 23 w 84"/>
                  <a:gd name="T75" fmla="*/ 56 h 135"/>
                  <a:gd name="T76" fmla="*/ 24 w 84"/>
                  <a:gd name="T77" fmla="*/ 60 h 135"/>
                  <a:gd name="T78" fmla="*/ 31 w 84"/>
                  <a:gd name="T79" fmla="*/ 63 h 135"/>
                  <a:gd name="T80" fmla="*/ 34 w 84"/>
                  <a:gd name="T81" fmla="*/ 69 h 135"/>
                  <a:gd name="T82" fmla="*/ 32 w 84"/>
                  <a:gd name="T83" fmla="*/ 72 h 135"/>
                  <a:gd name="T84" fmla="*/ 28 w 84"/>
                  <a:gd name="T85" fmla="*/ 75 h 135"/>
                  <a:gd name="T86" fmla="*/ 20 w 84"/>
                  <a:gd name="T87" fmla="*/ 83 h 135"/>
                  <a:gd name="T88" fmla="*/ 15 w 84"/>
                  <a:gd name="T89" fmla="*/ 87 h 135"/>
                  <a:gd name="T90" fmla="*/ 11 w 84"/>
                  <a:gd name="T91" fmla="*/ 91 h 135"/>
                  <a:gd name="T92" fmla="*/ 5 w 84"/>
                  <a:gd name="T93" fmla="*/ 94 h 135"/>
                  <a:gd name="T94" fmla="*/ 1 w 84"/>
                  <a:gd name="T95" fmla="*/ 99 h 135"/>
                  <a:gd name="T96" fmla="*/ 2 w 84"/>
                  <a:gd name="T97" fmla="*/ 104 h 135"/>
                  <a:gd name="T98" fmla="*/ 3 w 84"/>
                  <a:gd name="T99" fmla="*/ 109 h 135"/>
                  <a:gd name="T100" fmla="*/ 4 w 84"/>
                  <a:gd name="T101" fmla="*/ 119 h 135"/>
                  <a:gd name="T102" fmla="*/ 2 w 84"/>
                  <a:gd name="T103" fmla="*/ 127 h 135"/>
                  <a:gd name="T104" fmla="*/ 9 w 84"/>
                  <a:gd name="T105" fmla="*/ 130 h 135"/>
                  <a:gd name="T106" fmla="*/ 14 w 84"/>
                  <a:gd name="T107" fmla="*/ 132 h 135"/>
                  <a:gd name="T108" fmla="*/ 23 w 84"/>
                  <a:gd name="T109" fmla="*/ 134 h 135"/>
                  <a:gd name="T110" fmla="*/ 48 w 84"/>
                  <a:gd name="T111" fmla="*/ 129 h 135"/>
                  <a:gd name="T112" fmla="*/ 55 w 84"/>
                  <a:gd name="T113" fmla="*/ 128 h 135"/>
                  <a:gd name="T114" fmla="*/ 59 w 84"/>
                  <a:gd name="T115" fmla="*/ 123 h 135"/>
                  <a:gd name="T116" fmla="*/ 71 w 84"/>
                  <a:gd name="T117" fmla="*/ 113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4" h="135">
                    <a:moveTo>
                      <a:pt x="71" y="113"/>
                    </a:moveTo>
                    <a:cubicBezTo>
                      <a:pt x="73" y="109"/>
                      <a:pt x="82" y="105"/>
                      <a:pt x="83" y="102"/>
                    </a:cubicBezTo>
                    <a:cubicBezTo>
                      <a:pt x="84" y="100"/>
                      <a:pt x="84" y="99"/>
                      <a:pt x="81" y="95"/>
                    </a:cubicBezTo>
                    <a:cubicBezTo>
                      <a:pt x="78" y="92"/>
                      <a:pt x="71" y="89"/>
                      <a:pt x="71" y="87"/>
                    </a:cubicBezTo>
                    <a:cubicBezTo>
                      <a:pt x="71" y="85"/>
                      <a:pt x="76" y="85"/>
                      <a:pt x="76" y="83"/>
                    </a:cubicBezTo>
                    <a:cubicBezTo>
                      <a:pt x="76" y="80"/>
                      <a:pt x="73" y="80"/>
                      <a:pt x="72" y="78"/>
                    </a:cubicBezTo>
                    <a:cubicBezTo>
                      <a:pt x="70" y="77"/>
                      <a:pt x="73" y="75"/>
                      <a:pt x="73" y="74"/>
                    </a:cubicBezTo>
                    <a:cubicBezTo>
                      <a:pt x="73" y="73"/>
                      <a:pt x="69" y="73"/>
                      <a:pt x="69" y="72"/>
                    </a:cubicBezTo>
                    <a:cubicBezTo>
                      <a:pt x="69" y="71"/>
                      <a:pt x="71" y="71"/>
                      <a:pt x="71" y="69"/>
                    </a:cubicBezTo>
                    <a:cubicBezTo>
                      <a:pt x="70" y="68"/>
                      <a:pt x="68" y="65"/>
                      <a:pt x="69" y="63"/>
                    </a:cubicBezTo>
                    <a:cubicBezTo>
                      <a:pt x="71" y="61"/>
                      <a:pt x="75" y="63"/>
                      <a:pt x="72" y="58"/>
                    </a:cubicBezTo>
                    <a:cubicBezTo>
                      <a:pt x="69" y="54"/>
                      <a:pt x="65" y="48"/>
                      <a:pt x="64" y="46"/>
                    </a:cubicBezTo>
                    <a:cubicBezTo>
                      <a:pt x="64" y="45"/>
                      <a:pt x="65" y="43"/>
                      <a:pt x="67" y="42"/>
                    </a:cubicBezTo>
                    <a:cubicBezTo>
                      <a:pt x="68" y="41"/>
                      <a:pt x="72" y="37"/>
                      <a:pt x="72" y="36"/>
                    </a:cubicBezTo>
                    <a:cubicBezTo>
                      <a:pt x="72" y="34"/>
                      <a:pt x="67" y="30"/>
                      <a:pt x="66" y="30"/>
                    </a:cubicBezTo>
                    <a:cubicBezTo>
                      <a:pt x="65" y="29"/>
                      <a:pt x="62" y="29"/>
                      <a:pt x="61" y="27"/>
                    </a:cubicBezTo>
                    <a:cubicBezTo>
                      <a:pt x="60" y="24"/>
                      <a:pt x="59" y="24"/>
                      <a:pt x="60" y="22"/>
                    </a:cubicBezTo>
                    <a:cubicBezTo>
                      <a:pt x="61" y="21"/>
                      <a:pt x="61" y="19"/>
                      <a:pt x="61" y="18"/>
                    </a:cubicBezTo>
                    <a:cubicBezTo>
                      <a:pt x="61" y="17"/>
                      <a:pt x="64" y="18"/>
                      <a:pt x="64" y="16"/>
                    </a:cubicBezTo>
                    <a:cubicBezTo>
                      <a:pt x="64" y="15"/>
                      <a:pt x="65" y="14"/>
                      <a:pt x="66" y="13"/>
                    </a:cubicBezTo>
                    <a:cubicBezTo>
                      <a:pt x="66" y="11"/>
                      <a:pt x="66" y="9"/>
                      <a:pt x="66" y="8"/>
                    </a:cubicBezTo>
                    <a:cubicBezTo>
                      <a:pt x="66" y="6"/>
                      <a:pt x="59" y="5"/>
                      <a:pt x="58" y="3"/>
                    </a:cubicBezTo>
                    <a:cubicBezTo>
                      <a:pt x="56" y="0"/>
                      <a:pt x="52" y="1"/>
                      <a:pt x="51" y="3"/>
                    </a:cubicBezTo>
                    <a:cubicBezTo>
                      <a:pt x="50" y="4"/>
                      <a:pt x="43" y="2"/>
                      <a:pt x="43" y="4"/>
                    </a:cubicBezTo>
                    <a:cubicBezTo>
                      <a:pt x="43" y="7"/>
                      <a:pt x="38" y="7"/>
                      <a:pt x="38" y="10"/>
                    </a:cubicBezTo>
                    <a:cubicBezTo>
                      <a:pt x="38" y="12"/>
                      <a:pt x="40" y="17"/>
                      <a:pt x="37" y="17"/>
                    </a:cubicBezTo>
                    <a:cubicBezTo>
                      <a:pt x="33" y="16"/>
                      <a:pt x="35" y="18"/>
                      <a:pt x="33" y="21"/>
                    </a:cubicBezTo>
                    <a:cubicBezTo>
                      <a:pt x="31" y="24"/>
                      <a:pt x="31" y="19"/>
                      <a:pt x="29" y="20"/>
                    </a:cubicBezTo>
                    <a:cubicBezTo>
                      <a:pt x="26" y="21"/>
                      <a:pt x="24" y="18"/>
                      <a:pt x="22" y="20"/>
                    </a:cubicBezTo>
                    <a:cubicBezTo>
                      <a:pt x="21" y="22"/>
                      <a:pt x="18" y="20"/>
                      <a:pt x="14" y="19"/>
                    </a:cubicBezTo>
                    <a:cubicBezTo>
                      <a:pt x="10" y="19"/>
                      <a:pt x="8" y="13"/>
                      <a:pt x="5" y="13"/>
                    </a:cubicBezTo>
                    <a:cubicBezTo>
                      <a:pt x="3" y="13"/>
                      <a:pt x="1" y="14"/>
                      <a:pt x="0" y="17"/>
                    </a:cubicBezTo>
                    <a:cubicBezTo>
                      <a:pt x="3" y="19"/>
                      <a:pt x="4" y="21"/>
                      <a:pt x="8" y="23"/>
                    </a:cubicBezTo>
                    <a:cubicBezTo>
                      <a:pt x="13" y="25"/>
                      <a:pt x="20" y="27"/>
                      <a:pt x="20" y="30"/>
                    </a:cubicBezTo>
                    <a:cubicBezTo>
                      <a:pt x="19" y="33"/>
                      <a:pt x="18" y="37"/>
                      <a:pt x="20" y="38"/>
                    </a:cubicBezTo>
                    <a:cubicBezTo>
                      <a:pt x="22" y="39"/>
                      <a:pt x="20" y="44"/>
                      <a:pt x="22" y="45"/>
                    </a:cubicBezTo>
                    <a:cubicBezTo>
                      <a:pt x="24" y="46"/>
                      <a:pt x="24" y="52"/>
                      <a:pt x="22" y="52"/>
                    </a:cubicBezTo>
                    <a:cubicBezTo>
                      <a:pt x="20" y="52"/>
                      <a:pt x="22" y="55"/>
                      <a:pt x="23" y="56"/>
                    </a:cubicBezTo>
                    <a:cubicBezTo>
                      <a:pt x="24" y="57"/>
                      <a:pt x="24" y="58"/>
                      <a:pt x="24" y="60"/>
                    </a:cubicBezTo>
                    <a:cubicBezTo>
                      <a:pt x="27" y="61"/>
                      <a:pt x="29" y="62"/>
                      <a:pt x="31" y="63"/>
                    </a:cubicBezTo>
                    <a:cubicBezTo>
                      <a:pt x="34" y="64"/>
                      <a:pt x="34" y="66"/>
                      <a:pt x="34" y="69"/>
                    </a:cubicBezTo>
                    <a:cubicBezTo>
                      <a:pt x="34" y="71"/>
                      <a:pt x="34" y="73"/>
                      <a:pt x="32" y="72"/>
                    </a:cubicBezTo>
                    <a:cubicBezTo>
                      <a:pt x="31" y="71"/>
                      <a:pt x="29" y="72"/>
                      <a:pt x="28" y="75"/>
                    </a:cubicBezTo>
                    <a:cubicBezTo>
                      <a:pt x="27" y="79"/>
                      <a:pt x="22" y="83"/>
                      <a:pt x="20" y="83"/>
                    </a:cubicBezTo>
                    <a:cubicBezTo>
                      <a:pt x="17" y="84"/>
                      <a:pt x="17" y="86"/>
                      <a:pt x="15" y="87"/>
                    </a:cubicBezTo>
                    <a:cubicBezTo>
                      <a:pt x="13" y="88"/>
                      <a:pt x="11" y="89"/>
                      <a:pt x="11" y="91"/>
                    </a:cubicBezTo>
                    <a:cubicBezTo>
                      <a:pt x="11" y="94"/>
                      <a:pt x="7" y="94"/>
                      <a:pt x="5" y="94"/>
                    </a:cubicBezTo>
                    <a:cubicBezTo>
                      <a:pt x="3" y="94"/>
                      <a:pt x="3" y="98"/>
                      <a:pt x="1" y="99"/>
                    </a:cubicBezTo>
                    <a:cubicBezTo>
                      <a:pt x="0" y="100"/>
                      <a:pt x="0" y="102"/>
                      <a:pt x="2" y="104"/>
                    </a:cubicBezTo>
                    <a:cubicBezTo>
                      <a:pt x="3" y="106"/>
                      <a:pt x="2" y="108"/>
                      <a:pt x="3" y="109"/>
                    </a:cubicBezTo>
                    <a:cubicBezTo>
                      <a:pt x="3" y="111"/>
                      <a:pt x="6" y="115"/>
                      <a:pt x="4" y="119"/>
                    </a:cubicBezTo>
                    <a:cubicBezTo>
                      <a:pt x="2" y="122"/>
                      <a:pt x="0" y="127"/>
                      <a:pt x="2" y="127"/>
                    </a:cubicBezTo>
                    <a:cubicBezTo>
                      <a:pt x="3" y="126"/>
                      <a:pt x="7" y="130"/>
                      <a:pt x="9" y="130"/>
                    </a:cubicBezTo>
                    <a:cubicBezTo>
                      <a:pt x="12" y="130"/>
                      <a:pt x="12" y="133"/>
                      <a:pt x="14" y="132"/>
                    </a:cubicBezTo>
                    <a:cubicBezTo>
                      <a:pt x="16" y="132"/>
                      <a:pt x="16" y="135"/>
                      <a:pt x="23" y="134"/>
                    </a:cubicBezTo>
                    <a:cubicBezTo>
                      <a:pt x="30" y="134"/>
                      <a:pt x="43" y="129"/>
                      <a:pt x="48" y="129"/>
                    </a:cubicBezTo>
                    <a:cubicBezTo>
                      <a:pt x="51" y="129"/>
                      <a:pt x="53" y="128"/>
                      <a:pt x="55" y="128"/>
                    </a:cubicBezTo>
                    <a:cubicBezTo>
                      <a:pt x="56" y="126"/>
                      <a:pt x="58" y="124"/>
                      <a:pt x="59" y="123"/>
                    </a:cubicBezTo>
                    <a:cubicBezTo>
                      <a:pt x="62" y="120"/>
                      <a:pt x="69" y="117"/>
                      <a:pt x="71" y="1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90">
                <a:extLst>
                  <a:ext uri="{FF2B5EF4-FFF2-40B4-BE49-F238E27FC236}">
                    <a16:creationId xmlns:a16="http://schemas.microsoft.com/office/drawing/2014/main" id="{EAE5E0A7-5DFB-4341-A6AC-E416EB7322AE}"/>
                  </a:ext>
                </a:extLst>
              </p:cNvPr>
              <p:cNvSpPr>
                <a:spLocks/>
              </p:cNvSpPr>
              <p:nvPr/>
            </p:nvSpPr>
            <p:spPr bwMode="auto">
              <a:xfrm>
                <a:off x="5554606" y="3466200"/>
                <a:ext cx="391474" cy="313681"/>
              </a:xfrm>
              <a:custGeom>
                <a:avLst/>
                <a:gdLst>
                  <a:gd name="T0" fmla="*/ 102 w 170"/>
                  <a:gd name="T1" fmla="*/ 28 h 136"/>
                  <a:gd name="T2" fmla="*/ 88 w 170"/>
                  <a:gd name="T3" fmla="*/ 27 h 136"/>
                  <a:gd name="T4" fmla="*/ 78 w 170"/>
                  <a:gd name="T5" fmla="*/ 23 h 136"/>
                  <a:gd name="T6" fmla="*/ 59 w 170"/>
                  <a:gd name="T7" fmla="*/ 9 h 136"/>
                  <a:gd name="T8" fmla="*/ 43 w 170"/>
                  <a:gd name="T9" fmla="*/ 0 h 136"/>
                  <a:gd name="T10" fmla="*/ 36 w 170"/>
                  <a:gd name="T11" fmla="*/ 0 h 136"/>
                  <a:gd name="T12" fmla="*/ 28 w 170"/>
                  <a:gd name="T13" fmla="*/ 2 h 136"/>
                  <a:gd name="T14" fmla="*/ 20 w 170"/>
                  <a:gd name="T15" fmla="*/ 7 h 136"/>
                  <a:gd name="T16" fmla="*/ 26 w 170"/>
                  <a:gd name="T17" fmla="*/ 14 h 136"/>
                  <a:gd name="T18" fmla="*/ 21 w 170"/>
                  <a:gd name="T19" fmla="*/ 18 h 136"/>
                  <a:gd name="T20" fmla="*/ 16 w 170"/>
                  <a:gd name="T21" fmla="*/ 21 h 136"/>
                  <a:gd name="T22" fmla="*/ 10 w 170"/>
                  <a:gd name="T23" fmla="*/ 25 h 136"/>
                  <a:gd name="T24" fmla="*/ 2 w 170"/>
                  <a:gd name="T25" fmla="*/ 22 h 136"/>
                  <a:gd name="T26" fmla="*/ 1 w 170"/>
                  <a:gd name="T27" fmla="*/ 24 h 136"/>
                  <a:gd name="T28" fmla="*/ 1 w 170"/>
                  <a:gd name="T29" fmla="*/ 26 h 136"/>
                  <a:gd name="T30" fmla="*/ 2 w 170"/>
                  <a:gd name="T31" fmla="*/ 35 h 136"/>
                  <a:gd name="T32" fmla="*/ 9 w 170"/>
                  <a:gd name="T33" fmla="*/ 43 h 136"/>
                  <a:gd name="T34" fmla="*/ 20 w 170"/>
                  <a:gd name="T35" fmla="*/ 61 h 136"/>
                  <a:gd name="T36" fmla="*/ 26 w 170"/>
                  <a:gd name="T37" fmla="*/ 70 h 136"/>
                  <a:gd name="T38" fmla="*/ 34 w 170"/>
                  <a:gd name="T39" fmla="*/ 79 h 136"/>
                  <a:gd name="T40" fmla="*/ 36 w 170"/>
                  <a:gd name="T41" fmla="*/ 88 h 136"/>
                  <a:gd name="T42" fmla="*/ 42 w 170"/>
                  <a:gd name="T43" fmla="*/ 102 h 136"/>
                  <a:gd name="T44" fmla="*/ 52 w 170"/>
                  <a:gd name="T45" fmla="*/ 112 h 136"/>
                  <a:gd name="T46" fmla="*/ 59 w 170"/>
                  <a:gd name="T47" fmla="*/ 125 h 136"/>
                  <a:gd name="T48" fmla="*/ 62 w 170"/>
                  <a:gd name="T49" fmla="*/ 131 h 136"/>
                  <a:gd name="T50" fmla="*/ 64 w 170"/>
                  <a:gd name="T51" fmla="*/ 136 h 136"/>
                  <a:gd name="T52" fmla="*/ 68 w 170"/>
                  <a:gd name="T53" fmla="*/ 133 h 136"/>
                  <a:gd name="T54" fmla="*/ 68 w 170"/>
                  <a:gd name="T55" fmla="*/ 129 h 136"/>
                  <a:gd name="T56" fmla="*/ 71 w 170"/>
                  <a:gd name="T57" fmla="*/ 126 h 136"/>
                  <a:gd name="T58" fmla="*/ 77 w 170"/>
                  <a:gd name="T59" fmla="*/ 127 h 136"/>
                  <a:gd name="T60" fmla="*/ 87 w 170"/>
                  <a:gd name="T61" fmla="*/ 128 h 136"/>
                  <a:gd name="T62" fmla="*/ 98 w 170"/>
                  <a:gd name="T63" fmla="*/ 130 h 136"/>
                  <a:gd name="T64" fmla="*/ 104 w 170"/>
                  <a:gd name="T65" fmla="*/ 128 h 136"/>
                  <a:gd name="T66" fmla="*/ 116 w 170"/>
                  <a:gd name="T67" fmla="*/ 117 h 136"/>
                  <a:gd name="T68" fmla="*/ 132 w 170"/>
                  <a:gd name="T69" fmla="*/ 116 h 136"/>
                  <a:gd name="T70" fmla="*/ 165 w 170"/>
                  <a:gd name="T71" fmla="*/ 105 h 136"/>
                  <a:gd name="T72" fmla="*/ 170 w 170"/>
                  <a:gd name="T73" fmla="*/ 89 h 136"/>
                  <a:gd name="T74" fmla="*/ 166 w 170"/>
                  <a:gd name="T75" fmla="*/ 83 h 136"/>
                  <a:gd name="T76" fmla="*/ 146 w 170"/>
                  <a:gd name="T77" fmla="*/ 81 h 136"/>
                  <a:gd name="T78" fmla="*/ 140 w 170"/>
                  <a:gd name="T79" fmla="*/ 72 h 136"/>
                  <a:gd name="T80" fmla="*/ 136 w 170"/>
                  <a:gd name="T81" fmla="*/ 67 h 136"/>
                  <a:gd name="T82" fmla="*/ 130 w 170"/>
                  <a:gd name="T83" fmla="*/ 62 h 136"/>
                  <a:gd name="T84" fmla="*/ 125 w 170"/>
                  <a:gd name="T85" fmla="*/ 54 h 136"/>
                  <a:gd name="T86" fmla="*/ 122 w 170"/>
                  <a:gd name="T87" fmla="*/ 45 h 136"/>
                  <a:gd name="T88" fmla="*/ 113 w 170"/>
                  <a:gd name="T89" fmla="*/ 35 h 136"/>
                  <a:gd name="T90" fmla="*/ 112 w 170"/>
                  <a:gd name="T91" fmla="*/ 32 h 136"/>
                  <a:gd name="T92" fmla="*/ 106 w 170"/>
                  <a:gd name="T93" fmla="*/ 32 h 136"/>
                  <a:gd name="T94" fmla="*/ 102 w 170"/>
                  <a:gd name="T95" fmla="*/ 2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0" h="136">
                    <a:moveTo>
                      <a:pt x="102" y="28"/>
                    </a:moveTo>
                    <a:cubicBezTo>
                      <a:pt x="102" y="28"/>
                      <a:pt x="90" y="27"/>
                      <a:pt x="88" y="27"/>
                    </a:cubicBezTo>
                    <a:cubicBezTo>
                      <a:pt x="86" y="27"/>
                      <a:pt x="81" y="26"/>
                      <a:pt x="78" y="23"/>
                    </a:cubicBezTo>
                    <a:cubicBezTo>
                      <a:pt x="75" y="21"/>
                      <a:pt x="61" y="10"/>
                      <a:pt x="59" y="9"/>
                    </a:cubicBezTo>
                    <a:cubicBezTo>
                      <a:pt x="56" y="8"/>
                      <a:pt x="46" y="0"/>
                      <a:pt x="43" y="0"/>
                    </a:cubicBezTo>
                    <a:cubicBezTo>
                      <a:pt x="40" y="0"/>
                      <a:pt x="40" y="0"/>
                      <a:pt x="36" y="0"/>
                    </a:cubicBezTo>
                    <a:cubicBezTo>
                      <a:pt x="33" y="0"/>
                      <a:pt x="34" y="2"/>
                      <a:pt x="28" y="2"/>
                    </a:cubicBezTo>
                    <a:cubicBezTo>
                      <a:pt x="22" y="3"/>
                      <a:pt x="18" y="7"/>
                      <a:pt x="20" y="7"/>
                    </a:cubicBezTo>
                    <a:cubicBezTo>
                      <a:pt x="22" y="8"/>
                      <a:pt x="28" y="14"/>
                      <a:pt x="26" y="14"/>
                    </a:cubicBezTo>
                    <a:cubicBezTo>
                      <a:pt x="24" y="15"/>
                      <a:pt x="24" y="18"/>
                      <a:pt x="21" y="18"/>
                    </a:cubicBezTo>
                    <a:cubicBezTo>
                      <a:pt x="19" y="18"/>
                      <a:pt x="16" y="19"/>
                      <a:pt x="16" y="21"/>
                    </a:cubicBezTo>
                    <a:cubicBezTo>
                      <a:pt x="16" y="22"/>
                      <a:pt x="13" y="26"/>
                      <a:pt x="10" y="25"/>
                    </a:cubicBezTo>
                    <a:cubicBezTo>
                      <a:pt x="8" y="25"/>
                      <a:pt x="5" y="23"/>
                      <a:pt x="2" y="22"/>
                    </a:cubicBezTo>
                    <a:cubicBezTo>
                      <a:pt x="1" y="24"/>
                      <a:pt x="1" y="24"/>
                      <a:pt x="1" y="24"/>
                    </a:cubicBezTo>
                    <a:cubicBezTo>
                      <a:pt x="1" y="26"/>
                      <a:pt x="1" y="26"/>
                      <a:pt x="1" y="26"/>
                    </a:cubicBezTo>
                    <a:cubicBezTo>
                      <a:pt x="1" y="28"/>
                      <a:pt x="0" y="35"/>
                      <a:pt x="2" y="35"/>
                    </a:cubicBezTo>
                    <a:cubicBezTo>
                      <a:pt x="4" y="36"/>
                      <a:pt x="5" y="39"/>
                      <a:pt x="9" y="43"/>
                    </a:cubicBezTo>
                    <a:cubicBezTo>
                      <a:pt x="12" y="47"/>
                      <a:pt x="20" y="59"/>
                      <a:pt x="20" y="61"/>
                    </a:cubicBezTo>
                    <a:cubicBezTo>
                      <a:pt x="20" y="64"/>
                      <a:pt x="22" y="67"/>
                      <a:pt x="26" y="70"/>
                    </a:cubicBezTo>
                    <a:cubicBezTo>
                      <a:pt x="31" y="74"/>
                      <a:pt x="31" y="77"/>
                      <a:pt x="34" y="79"/>
                    </a:cubicBezTo>
                    <a:cubicBezTo>
                      <a:pt x="36" y="81"/>
                      <a:pt x="36" y="84"/>
                      <a:pt x="36" y="88"/>
                    </a:cubicBezTo>
                    <a:cubicBezTo>
                      <a:pt x="36" y="93"/>
                      <a:pt x="38" y="99"/>
                      <a:pt x="42" y="102"/>
                    </a:cubicBezTo>
                    <a:cubicBezTo>
                      <a:pt x="47" y="104"/>
                      <a:pt x="50" y="107"/>
                      <a:pt x="52" y="112"/>
                    </a:cubicBezTo>
                    <a:cubicBezTo>
                      <a:pt x="54" y="118"/>
                      <a:pt x="56" y="122"/>
                      <a:pt x="59" y="125"/>
                    </a:cubicBezTo>
                    <a:cubicBezTo>
                      <a:pt x="62" y="127"/>
                      <a:pt x="60" y="129"/>
                      <a:pt x="62" y="131"/>
                    </a:cubicBezTo>
                    <a:cubicBezTo>
                      <a:pt x="62" y="132"/>
                      <a:pt x="64" y="134"/>
                      <a:pt x="64" y="136"/>
                    </a:cubicBezTo>
                    <a:cubicBezTo>
                      <a:pt x="66" y="134"/>
                      <a:pt x="68" y="134"/>
                      <a:pt x="68" y="133"/>
                    </a:cubicBezTo>
                    <a:cubicBezTo>
                      <a:pt x="68" y="133"/>
                      <a:pt x="67" y="130"/>
                      <a:pt x="68" y="129"/>
                    </a:cubicBezTo>
                    <a:cubicBezTo>
                      <a:pt x="68" y="128"/>
                      <a:pt x="70" y="127"/>
                      <a:pt x="71" y="126"/>
                    </a:cubicBezTo>
                    <a:cubicBezTo>
                      <a:pt x="73" y="126"/>
                      <a:pt x="74" y="128"/>
                      <a:pt x="77" y="127"/>
                    </a:cubicBezTo>
                    <a:cubicBezTo>
                      <a:pt x="80" y="127"/>
                      <a:pt x="86" y="127"/>
                      <a:pt x="87" y="128"/>
                    </a:cubicBezTo>
                    <a:cubicBezTo>
                      <a:pt x="88" y="129"/>
                      <a:pt x="96" y="128"/>
                      <a:pt x="98" y="130"/>
                    </a:cubicBezTo>
                    <a:cubicBezTo>
                      <a:pt x="100" y="131"/>
                      <a:pt x="102" y="131"/>
                      <a:pt x="104" y="128"/>
                    </a:cubicBezTo>
                    <a:cubicBezTo>
                      <a:pt x="105" y="125"/>
                      <a:pt x="115" y="118"/>
                      <a:pt x="116" y="117"/>
                    </a:cubicBezTo>
                    <a:cubicBezTo>
                      <a:pt x="118" y="116"/>
                      <a:pt x="128" y="117"/>
                      <a:pt x="132" y="116"/>
                    </a:cubicBezTo>
                    <a:cubicBezTo>
                      <a:pt x="136" y="115"/>
                      <a:pt x="163" y="106"/>
                      <a:pt x="165" y="105"/>
                    </a:cubicBezTo>
                    <a:cubicBezTo>
                      <a:pt x="166" y="105"/>
                      <a:pt x="170" y="90"/>
                      <a:pt x="170" y="89"/>
                    </a:cubicBezTo>
                    <a:cubicBezTo>
                      <a:pt x="170" y="87"/>
                      <a:pt x="168" y="83"/>
                      <a:pt x="166" y="83"/>
                    </a:cubicBezTo>
                    <a:cubicBezTo>
                      <a:pt x="164" y="83"/>
                      <a:pt x="147" y="81"/>
                      <a:pt x="146" y="81"/>
                    </a:cubicBezTo>
                    <a:cubicBezTo>
                      <a:pt x="145" y="80"/>
                      <a:pt x="140" y="77"/>
                      <a:pt x="140" y="72"/>
                    </a:cubicBezTo>
                    <a:cubicBezTo>
                      <a:pt x="138" y="71"/>
                      <a:pt x="137" y="69"/>
                      <a:pt x="136" y="67"/>
                    </a:cubicBezTo>
                    <a:cubicBezTo>
                      <a:pt x="134" y="67"/>
                      <a:pt x="131" y="67"/>
                      <a:pt x="130" y="62"/>
                    </a:cubicBezTo>
                    <a:cubicBezTo>
                      <a:pt x="128" y="61"/>
                      <a:pt x="124" y="55"/>
                      <a:pt x="125" y="54"/>
                    </a:cubicBezTo>
                    <a:cubicBezTo>
                      <a:pt x="127" y="52"/>
                      <a:pt x="124" y="47"/>
                      <a:pt x="122" y="45"/>
                    </a:cubicBezTo>
                    <a:cubicBezTo>
                      <a:pt x="119" y="42"/>
                      <a:pt x="114" y="38"/>
                      <a:pt x="113" y="35"/>
                    </a:cubicBezTo>
                    <a:cubicBezTo>
                      <a:pt x="113" y="35"/>
                      <a:pt x="113" y="33"/>
                      <a:pt x="112" y="32"/>
                    </a:cubicBezTo>
                    <a:cubicBezTo>
                      <a:pt x="106" y="32"/>
                      <a:pt x="106" y="32"/>
                      <a:pt x="106" y="32"/>
                    </a:cubicBezTo>
                    <a:lnTo>
                      <a:pt x="102" y="2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DF6C08B4-317D-4F73-8046-0A2E6A9F4882}"/>
                  </a:ext>
                </a:extLst>
              </p:cNvPr>
              <p:cNvSpPr>
                <a:spLocks/>
              </p:cNvSpPr>
              <p:nvPr/>
            </p:nvSpPr>
            <p:spPr bwMode="auto">
              <a:xfrm>
                <a:off x="5877070" y="3609238"/>
                <a:ext cx="150567" cy="165624"/>
              </a:xfrm>
              <a:custGeom>
                <a:avLst/>
                <a:gdLst>
                  <a:gd name="T0" fmla="*/ 32 w 65"/>
                  <a:gd name="T1" fmla="*/ 2 h 72"/>
                  <a:gd name="T2" fmla="*/ 32 w 65"/>
                  <a:gd name="T3" fmla="*/ 8 h 72"/>
                  <a:gd name="T4" fmla="*/ 27 w 65"/>
                  <a:gd name="T5" fmla="*/ 14 h 72"/>
                  <a:gd name="T6" fmla="*/ 24 w 65"/>
                  <a:gd name="T7" fmla="*/ 21 h 72"/>
                  <a:gd name="T8" fmla="*/ 26 w 65"/>
                  <a:gd name="T9" fmla="*/ 21 h 72"/>
                  <a:gd name="T10" fmla="*/ 30 w 65"/>
                  <a:gd name="T11" fmla="*/ 27 h 72"/>
                  <a:gd name="T12" fmla="*/ 25 w 65"/>
                  <a:gd name="T13" fmla="*/ 43 h 72"/>
                  <a:gd name="T14" fmla="*/ 0 w 65"/>
                  <a:gd name="T15" fmla="*/ 52 h 72"/>
                  <a:gd name="T16" fmla="*/ 10 w 65"/>
                  <a:gd name="T17" fmla="*/ 72 h 72"/>
                  <a:gd name="T18" fmla="*/ 12 w 65"/>
                  <a:gd name="T19" fmla="*/ 71 h 72"/>
                  <a:gd name="T20" fmla="*/ 25 w 65"/>
                  <a:gd name="T21" fmla="*/ 69 h 72"/>
                  <a:gd name="T22" fmla="*/ 28 w 65"/>
                  <a:gd name="T23" fmla="*/ 63 h 72"/>
                  <a:gd name="T24" fmla="*/ 37 w 65"/>
                  <a:gd name="T25" fmla="*/ 61 h 72"/>
                  <a:gd name="T26" fmla="*/ 42 w 65"/>
                  <a:gd name="T27" fmla="*/ 54 h 72"/>
                  <a:gd name="T28" fmla="*/ 47 w 65"/>
                  <a:gd name="T29" fmla="*/ 51 h 72"/>
                  <a:gd name="T30" fmla="*/ 50 w 65"/>
                  <a:gd name="T31" fmla="*/ 40 h 72"/>
                  <a:gd name="T32" fmla="*/ 56 w 65"/>
                  <a:gd name="T33" fmla="*/ 36 h 72"/>
                  <a:gd name="T34" fmla="*/ 63 w 65"/>
                  <a:gd name="T35" fmla="*/ 26 h 72"/>
                  <a:gd name="T36" fmla="*/ 62 w 65"/>
                  <a:gd name="T37" fmla="*/ 22 h 72"/>
                  <a:gd name="T38" fmla="*/ 56 w 65"/>
                  <a:gd name="T39" fmla="*/ 14 h 72"/>
                  <a:gd name="T40" fmla="*/ 42 w 65"/>
                  <a:gd name="T41" fmla="*/ 9 h 72"/>
                  <a:gd name="T42" fmla="*/ 38 w 65"/>
                  <a:gd name="T43" fmla="*/ 0 h 72"/>
                  <a:gd name="T44" fmla="*/ 35 w 65"/>
                  <a:gd name="T45" fmla="*/ 2 h 72"/>
                  <a:gd name="T46" fmla="*/ 32 w 65"/>
                  <a:gd name="T47" fmla="*/ 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2">
                    <a:moveTo>
                      <a:pt x="32" y="2"/>
                    </a:moveTo>
                    <a:cubicBezTo>
                      <a:pt x="32" y="8"/>
                      <a:pt x="32" y="8"/>
                      <a:pt x="32" y="8"/>
                    </a:cubicBezTo>
                    <a:cubicBezTo>
                      <a:pt x="27" y="14"/>
                      <a:pt x="27" y="14"/>
                      <a:pt x="27" y="14"/>
                    </a:cubicBezTo>
                    <a:cubicBezTo>
                      <a:pt x="24" y="21"/>
                      <a:pt x="24" y="21"/>
                      <a:pt x="24" y="21"/>
                    </a:cubicBezTo>
                    <a:cubicBezTo>
                      <a:pt x="25" y="21"/>
                      <a:pt x="26" y="21"/>
                      <a:pt x="26" y="21"/>
                    </a:cubicBezTo>
                    <a:cubicBezTo>
                      <a:pt x="28" y="21"/>
                      <a:pt x="30" y="25"/>
                      <a:pt x="30" y="27"/>
                    </a:cubicBezTo>
                    <a:cubicBezTo>
                      <a:pt x="30" y="28"/>
                      <a:pt x="26" y="43"/>
                      <a:pt x="25" y="43"/>
                    </a:cubicBezTo>
                    <a:cubicBezTo>
                      <a:pt x="24" y="44"/>
                      <a:pt x="9" y="49"/>
                      <a:pt x="0" y="52"/>
                    </a:cubicBezTo>
                    <a:cubicBezTo>
                      <a:pt x="2" y="56"/>
                      <a:pt x="6" y="65"/>
                      <a:pt x="10" y="72"/>
                    </a:cubicBezTo>
                    <a:cubicBezTo>
                      <a:pt x="10" y="72"/>
                      <a:pt x="11" y="72"/>
                      <a:pt x="12" y="71"/>
                    </a:cubicBezTo>
                    <a:cubicBezTo>
                      <a:pt x="16" y="68"/>
                      <a:pt x="21" y="70"/>
                      <a:pt x="25" y="69"/>
                    </a:cubicBezTo>
                    <a:cubicBezTo>
                      <a:pt x="28" y="68"/>
                      <a:pt x="25" y="65"/>
                      <a:pt x="28" y="63"/>
                    </a:cubicBezTo>
                    <a:cubicBezTo>
                      <a:pt x="31" y="60"/>
                      <a:pt x="35" y="62"/>
                      <a:pt x="37" y="61"/>
                    </a:cubicBezTo>
                    <a:cubicBezTo>
                      <a:pt x="38" y="60"/>
                      <a:pt x="39" y="55"/>
                      <a:pt x="42" y="54"/>
                    </a:cubicBezTo>
                    <a:cubicBezTo>
                      <a:pt x="45" y="53"/>
                      <a:pt x="47" y="53"/>
                      <a:pt x="47" y="51"/>
                    </a:cubicBezTo>
                    <a:cubicBezTo>
                      <a:pt x="47" y="49"/>
                      <a:pt x="47" y="41"/>
                      <a:pt x="50" y="40"/>
                    </a:cubicBezTo>
                    <a:cubicBezTo>
                      <a:pt x="52" y="40"/>
                      <a:pt x="56" y="37"/>
                      <a:pt x="56" y="36"/>
                    </a:cubicBezTo>
                    <a:cubicBezTo>
                      <a:pt x="56" y="34"/>
                      <a:pt x="61" y="29"/>
                      <a:pt x="63" y="26"/>
                    </a:cubicBezTo>
                    <a:cubicBezTo>
                      <a:pt x="65" y="24"/>
                      <a:pt x="65" y="22"/>
                      <a:pt x="62" y="22"/>
                    </a:cubicBezTo>
                    <a:cubicBezTo>
                      <a:pt x="60" y="22"/>
                      <a:pt x="57" y="15"/>
                      <a:pt x="56" y="14"/>
                    </a:cubicBezTo>
                    <a:cubicBezTo>
                      <a:pt x="55" y="12"/>
                      <a:pt x="48" y="13"/>
                      <a:pt x="42" y="9"/>
                    </a:cubicBezTo>
                    <a:cubicBezTo>
                      <a:pt x="40" y="7"/>
                      <a:pt x="39" y="3"/>
                      <a:pt x="38" y="0"/>
                    </a:cubicBezTo>
                    <a:cubicBezTo>
                      <a:pt x="35" y="2"/>
                      <a:pt x="35" y="2"/>
                      <a:pt x="35" y="2"/>
                    </a:cubicBezTo>
                    <a:lnTo>
                      <a:pt x="32" y="2"/>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2">
                <a:extLst>
                  <a:ext uri="{FF2B5EF4-FFF2-40B4-BE49-F238E27FC236}">
                    <a16:creationId xmlns:a16="http://schemas.microsoft.com/office/drawing/2014/main" id="{052F22A9-7841-4204-A51F-76640142C51A}"/>
                  </a:ext>
                </a:extLst>
              </p:cNvPr>
              <p:cNvSpPr>
                <a:spLocks/>
              </p:cNvSpPr>
              <p:nvPr/>
            </p:nvSpPr>
            <p:spPr bwMode="auto">
              <a:xfrm>
                <a:off x="5854485" y="3587908"/>
                <a:ext cx="20076" cy="32623"/>
              </a:xfrm>
              <a:custGeom>
                <a:avLst/>
                <a:gdLst>
                  <a:gd name="T0" fmla="*/ 6 w 9"/>
                  <a:gd name="T1" fmla="*/ 14 h 14"/>
                  <a:gd name="T2" fmla="*/ 6 w 9"/>
                  <a:gd name="T3" fmla="*/ 12 h 14"/>
                  <a:gd name="T4" fmla="*/ 5 w 9"/>
                  <a:gd name="T5" fmla="*/ 1 h 14"/>
                  <a:gd name="T6" fmla="*/ 0 w 9"/>
                  <a:gd name="T7" fmla="*/ 9 h 14"/>
                  <a:gd name="T8" fmla="*/ 0 w 9"/>
                  <a:gd name="T9" fmla="*/ 9 h 14"/>
                  <a:gd name="T10" fmla="*/ 6 w 9"/>
                  <a:gd name="T11" fmla="*/ 14 h 14"/>
                </a:gdLst>
                <a:ahLst/>
                <a:cxnLst>
                  <a:cxn ang="0">
                    <a:pos x="T0" y="T1"/>
                  </a:cxn>
                  <a:cxn ang="0">
                    <a:pos x="T2" y="T3"/>
                  </a:cxn>
                  <a:cxn ang="0">
                    <a:pos x="T4" y="T5"/>
                  </a:cxn>
                  <a:cxn ang="0">
                    <a:pos x="T6" y="T7"/>
                  </a:cxn>
                  <a:cxn ang="0">
                    <a:pos x="T8" y="T9"/>
                  </a:cxn>
                  <a:cxn ang="0">
                    <a:pos x="T10" y="T11"/>
                  </a:cxn>
                </a:cxnLst>
                <a:rect l="0" t="0" r="r" b="b"/>
                <a:pathLst>
                  <a:path w="9" h="14">
                    <a:moveTo>
                      <a:pt x="6" y="14"/>
                    </a:moveTo>
                    <a:cubicBezTo>
                      <a:pt x="6" y="13"/>
                      <a:pt x="6" y="12"/>
                      <a:pt x="6" y="12"/>
                    </a:cubicBezTo>
                    <a:cubicBezTo>
                      <a:pt x="8" y="9"/>
                      <a:pt x="9" y="2"/>
                      <a:pt x="5" y="1"/>
                    </a:cubicBezTo>
                    <a:cubicBezTo>
                      <a:pt x="2" y="0"/>
                      <a:pt x="0" y="7"/>
                      <a:pt x="0" y="9"/>
                    </a:cubicBezTo>
                    <a:cubicBezTo>
                      <a:pt x="0" y="9"/>
                      <a:pt x="0" y="9"/>
                      <a:pt x="0" y="9"/>
                    </a:cubicBezTo>
                    <a:cubicBezTo>
                      <a:pt x="1" y="14"/>
                      <a:pt x="4" y="14"/>
                      <a:pt x="6"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3">
                <a:extLst>
                  <a:ext uri="{FF2B5EF4-FFF2-40B4-BE49-F238E27FC236}">
                    <a16:creationId xmlns:a16="http://schemas.microsoft.com/office/drawing/2014/main" id="{6A535125-5DB5-4A2E-8311-CA830F2F5E31}"/>
                  </a:ext>
                </a:extLst>
              </p:cNvPr>
              <p:cNvSpPr>
                <a:spLocks/>
              </p:cNvSpPr>
              <p:nvPr/>
            </p:nvSpPr>
            <p:spPr bwMode="auto">
              <a:xfrm>
                <a:off x="5877070" y="3586653"/>
                <a:ext cx="87831" cy="71519"/>
              </a:xfrm>
              <a:custGeom>
                <a:avLst/>
                <a:gdLst>
                  <a:gd name="T0" fmla="*/ 6 w 38"/>
                  <a:gd name="T1" fmla="*/ 29 h 31"/>
                  <a:gd name="T2" fmla="*/ 24 w 38"/>
                  <a:gd name="T3" fmla="*/ 31 h 31"/>
                  <a:gd name="T4" fmla="*/ 27 w 38"/>
                  <a:gd name="T5" fmla="*/ 24 h 31"/>
                  <a:gd name="T6" fmla="*/ 32 w 38"/>
                  <a:gd name="T7" fmla="*/ 18 h 31"/>
                  <a:gd name="T8" fmla="*/ 32 w 38"/>
                  <a:gd name="T9" fmla="*/ 12 h 31"/>
                  <a:gd name="T10" fmla="*/ 35 w 38"/>
                  <a:gd name="T11" fmla="*/ 12 h 31"/>
                  <a:gd name="T12" fmla="*/ 38 w 38"/>
                  <a:gd name="T13" fmla="*/ 10 h 31"/>
                  <a:gd name="T14" fmla="*/ 36 w 38"/>
                  <a:gd name="T15" fmla="*/ 0 h 31"/>
                  <a:gd name="T16" fmla="*/ 26 w 38"/>
                  <a:gd name="T17" fmla="*/ 11 h 31"/>
                  <a:gd name="T18" fmla="*/ 11 w 38"/>
                  <a:gd name="T19" fmla="*/ 18 h 31"/>
                  <a:gd name="T20" fmla="*/ 1 w 38"/>
                  <a:gd name="T21" fmla="*/ 20 h 31"/>
                  <a:gd name="T22" fmla="*/ 0 w 38"/>
                  <a:gd name="T23" fmla="*/ 20 h 31"/>
                  <a:gd name="T24" fmla="*/ 6 w 38"/>
                  <a:gd name="T25"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6" y="29"/>
                    </a:moveTo>
                    <a:cubicBezTo>
                      <a:pt x="7" y="29"/>
                      <a:pt x="19" y="31"/>
                      <a:pt x="24" y="31"/>
                    </a:cubicBezTo>
                    <a:cubicBezTo>
                      <a:pt x="27" y="24"/>
                      <a:pt x="27" y="24"/>
                      <a:pt x="27" y="24"/>
                    </a:cubicBezTo>
                    <a:cubicBezTo>
                      <a:pt x="32" y="18"/>
                      <a:pt x="32" y="18"/>
                      <a:pt x="32" y="18"/>
                    </a:cubicBezTo>
                    <a:cubicBezTo>
                      <a:pt x="32" y="12"/>
                      <a:pt x="32" y="12"/>
                      <a:pt x="32" y="12"/>
                    </a:cubicBezTo>
                    <a:cubicBezTo>
                      <a:pt x="35" y="12"/>
                      <a:pt x="35" y="12"/>
                      <a:pt x="35" y="12"/>
                    </a:cubicBezTo>
                    <a:cubicBezTo>
                      <a:pt x="38" y="10"/>
                      <a:pt x="38" y="10"/>
                      <a:pt x="38" y="10"/>
                    </a:cubicBezTo>
                    <a:cubicBezTo>
                      <a:pt x="37" y="5"/>
                      <a:pt x="37" y="0"/>
                      <a:pt x="36" y="0"/>
                    </a:cubicBezTo>
                    <a:cubicBezTo>
                      <a:pt x="34" y="0"/>
                      <a:pt x="28" y="6"/>
                      <a:pt x="26" y="11"/>
                    </a:cubicBezTo>
                    <a:cubicBezTo>
                      <a:pt x="24" y="15"/>
                      <a:pt x="17" y="19"/>
                      <a:pt x="11" y="18"/>
                    </a:cubicBezTo>
                    <a:cubicBezTo>
                      <a:pt x="5" y="17"/>
                      <a:pt x="3" y="19"/>
                      <a:pt x="1" y="20"/>
                    </a:cubicBezTo>
                    <a:cubicBezTo>
                      <a:pt x="1" y="21"/>
                      <a:pt x="0" y="21"/>
                      <a:pt x="0" y="20"/>
                    </a:cubicBezTo>
                    <a:cubicBezTo>
                      <a:pt x="0" y="25"/>
                      <a:pt x="5" y="28"/>
                      <a:pt x="6"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4">
                <a:extLst>
                  <a:ext uri="{FF2B5EF4-FFF2-40B4-BE49-F238E27FC236}">
                    <a16:creationId xmlns:a16="http://schemas.microsoft.com/office/drawing/2014/main" id="{F28E06A1-1ED9-475E-A10B-1ACE2AD48C5E}"/>
                  </a:ext>
                </a:extLst>
              </p:cNvPr>
              <p:cNvSpPr>
                <a:spLocks noEditPoints="1"/>
              </p:cNvSpPr>
              <p:nvPr/>
            </p:nvSpPr>
            <p:spPr bwMode="auto">
              <a:xfrm>
                <a:off x="6752869" y="3964326"/>
                <a:ext cx="360106" cy="112925"/>
              </a:xfrm>
              <a:custGeom>
                <a:avLst/>
                <a:gdLst>
                  <a:gd name="T0" fmla="*/ 28 w 156"/>
                  <a:gd name="T1" fmla="*/ 18 h 49"/>
                  <a:gd name="T2" fmla="*/ 22 w 156"/>
                  <a:gd name="T3" fmla="*/ 9 h 49"/>
                  <a:gd name="T4" fmla="*/ 18 w 156"/>
                  <a:gd name="T5" fmla="*/ 5 h 49"/>
                  <a:gd name="T6" fmla="*/ 17 w 156"/>
                  <a:gd name="T7" fmla="*/ 4 h 49"/>
                  <a:gd name="T8" fmla="*/ 15 w 156"/>
                  <a:gd name="T9" fmla="*/ 7 h 49"/>
                  <a:gd name="T10" fmla="*/ 8 w 156"/>
                  <a:gd name="T11" fmla="*/ 7 h 49"/>
                  <a:gd name="T12" fmla="*/ 4 w 156"/>
                  <a:gd name="T13" fmla="*/ 2 h 49"/>
                  <a:gd name="T14" fmla="*/ 0 w 156"/>
                  <a:gd name="T15" fmla="*/ 2 h 49"/>
                  <a:gd name="T16" fmla="*/ 2 w 156"/>
                  <a:gd name="T17" fmla="*/ 14 h 49"/>
                  <a:gd name="T18" fmla="*/ 10 w 156"/>
                  <a:gd name="T19" fmla="*/ 29 h 49"/>
                  <a:gd name="T20" fmla="*/ 18 w 156"/>
                  <a:gd name="T21" fmla="*/ 37 h 49"/>
                  <a:gd name="T22" fmla="*/ 33 w 156"/>
                  <a:gd name="T23" fmla="*/ 45 h 49"/>
                  <a:gd name="T24" fmla="*/ 28 w 156"/>
                  <a:gd name="T25" fmla="*/ 33 h 49"/>
                  <a:gd name="T26" fmla="*/ 28 w 156"/>
                  <a:gd name="T27" fmla="*/ 18 h 49"/>
                  <a:gd name="T28" fmla="*/ 149 w 156"/>
                  <a:gd name="T29" fmla="*/ 9 h 49"/>
                  <a:gd name="T30" fmla="*/ 142 w 156"/>
                  <a:gd name="T31" fmla="*/ 7 h 49"/>
                  <a:gd name="T32" fmla="*/ 135 w 156"/>
                  <a:gd name="T33" fmla="*/ 0 h 49"/>
                  <a:gd name="T34" fmla="*/ 129 w 156"/>
                  <a:gd name="T35" fmla="*/ 9 h 49"/>
                  <a:gd name="T36" fmla="*/ 124 w 156"/>
                  <a:gd name="T37" fmla="*/ 14 h 49"/>
                  <a:gd name="T38" fmla="*/ 122 w 156"/>
                  <a:gd name="T39" fmla="*/ 16 h 49"/>
                  <a:gd name="T40" fmla="*/ 123 w 156"/>
                  <a:gd name="T41" fmla="*/ 21 h 49"/>
                  <a:gd name="T42" fmla="*/ 117 w 156"/>
                  <a:gd name="T43" fmla="*/ 23 h 49"/>
                  <a:gd name="T44" fmla="*/ 113 w 156"/>
                  <a:gd name="T45" fmla="*/ 17 h 49"/>
                  <a:gd name="T46" fmla="*/ 113 w 156"/>
                  <a:gd name="T47" fmla="*/ 17 h 49"/>
                  <a:gd name="T48" fmla="*/ 106 w 156"/>
                  <a:gd name="T49" fmla="*/ 28 h 49"/>
                  <a:gd name="T50" fmla="*/ 94 w 156"/>
                  <a:gd name="T51" fmla="*/ 32 h 49"/>
                  <a:gd name="T52" fmla="*/ 89 w 156"/>
                  <a:gd name="T53" fmla="*/ 42 h 49"/>
                  <a:gd name="T54" fmla="*/ 77 w 156"/>
                  <a:gd name="T55" fmla="*/ 39 h 49"/>
                  <a:gd name="T56" fmla="*/ 79 w 156"/>
                  <a:gd name="T57" fmla="*/ 44 h 49"/>
                  <a:gd name="T58" fmla="*/ 86 w 156"/>
                  <a:gd name="T59" fmla="*/ 48 h 49"/>
                  <a:gd name="T60" fmla="*/ 96 w 156"/>
                  <a:gd name="T61" fmla="*/ 47 h 49"/>
                  <a:gd name="T62" fmla="*/ 105 w 156"/>
                  <a:gd name="T63" fmla="*/ 43 h 49"/>
                  <a:gd name="T64" fmla="*/ 112 w 156"/>
                  <a:gd name="T65" fmla="*/ 45 h 49"/>
                  <a:gd name="T66" fmla="*/ 119 w 156"/>
                  <a:gd name="T67" fmla="*/ 40 h 49"/>
                  <a:gd name="T68" fmla="*/ 122 w 156"/>
                  <a:gd name="T69" fmla="*/ 32 h 49"/>
                  <a:gd name="T70" fmla="*/ 126 w 156"/>
                  <a:gd name="T71" fmla="*/ 25 h 49"/>
                  <a:gd name="T72" fmla="*/ 139 w 156"/>
                  <a:gd name="T73" fmla="*/ 20 h 49"/>
                  <a:gd name="T74" fmla="*/ 143 w 156"/>
                  <a:gd name="T75" fmla="*/ 21 h 49"/>
                  <a:gd name="T76" fmla="*/ 148 w 156"/>
                  <a:gd name="T77" fmla="*/ 16 h 49"/>
                  <a:gd name="T78" fmla="*/ 155 w 156"/>
                  <a:gd name="T79" fmla="*/ 13 h 49"/>
                  <a:gd name="T80" fmla="*/ 149 w 156"/>
                  <a:gd name="T81" fmla="*/ 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6" h="49">
                    <a:moveTo>
                      <a:pt x="28" y="18"/>
                    </a:moveTo>
                    <a:cubicBezTo>
                      <a:pt x="28" y="12"/>
                      <a:pt x="23" y="13"/>
                      <a:pt x="22" y="9"/>
                    </a:cubicBezTo>
                    <a:cubicBezTo>
                      <a:pt x="20" y="6"/>
                      <a:pt x="18" y="8"/>
                      <a:pt x="18" y="5"/>
                    </a:cubicBezTo>
                    <a:cubicBezTo>
                      <a:pt x="18" y="5"/>
                      <a:pt x="17" y="5"/>
                      <a:pt x="17" y="4"/>
                    </a:cubicBezTo>
                    <a:cubicBezTo>
                      <a:pt x="14" y="5"/>
                      <a:pt x="15" y="7"/>
                      <a:pt x="15" y="7"/>
                    </a:cubicBezTo>
                    <a:cubicBezTo>
                      <a:pt x="14" y="8"/>
                      <a:pt x="8" y="8"/>
                      <a:pt x="8" y="7"/>
                    </a:cubicBezTo>
                    <a:cubicBezTo>
                      <a:pt x="8" y="5"/>
                      <a:pt x="7" y="2"/>
                      <a:pt x="4" y="2"/>
                    </a:cubicBezTo>
                    <a:cubicBezTo>
                      <a:pt x="3" y="2"/>
                      <a:pt x="1" y="1"/>
                      <a:pt x="0" y="2"/>
                    </a:cubicBezTo>
                    <a:cubicBezTo>
                      <a:pt x="2" y="6"/>
                      <a:pt x="2" y="10"/>
                      <a:pt x="2" y="14"/>
                    </a:cubicBezTo>
                    <a:cubicBezTo>
                      <a:pt x="2" y="19"/>
                      <a:pt x="9" y="26"/>
                      <a:pt x="10" y="29"/>
                    </a:cubicBezTo>
                    <a:cubicBezTo>
                      <a:pt x="11" y="32"/>
                      <a:pt x="13" y="33"/>
                      <a:pt x="18" y="37"/>
                    </a:cubicBezTo>
                    <a:cubicBezTo>
                      <a:pt x="22" y="40"/>
                      <a:pt x="32" y="45"/>
                      <a:pt x="33" y="45"/>
                    </a:cubicBezTo>
                    <a:cubicBezTo>
                      <a:pt x="35" y="44"/>
                      <a:pt x="31" y="36"/>
                      <a:pt x="28" y="33"/>
                    </a:cubicBezTo>
                    <a:cubicBezTo>
                      <a:pt x="25" y="30"/>
                      <a:pt x="28" y="23"/>
                      <a:pt x="28" y="18"/>
                    </a:cubicBezTo>
                    <a:close/>
                    <a:moveTo>
                      <a:pt x="149" y="9"/>
                    </a:moveTo>
                    <a:cubicBezTo>
                      <a:pt x="147" y="9"/>
                      <a:pt x="142" y="9"/>
                      <a:pt x="142" y="7"/>
                    </a:cubicBezTo>
                    <a:cubicBezTo>
                      <a:pt x="142" y="4"/>
                      <a:pt x="138" y="0"/>
                      <a:pt x="135" y="0"/>
                    </a:cubicBezTo>
                    <a:cubicBezTo>
                      <a:pt x="132" y="0"/>
                      <a:pt x="129" y="6"/>
                      <a:pt x="129" y="9"/>
                    </a:cubicBezTo>
                    <a:cubicBezTo>
                      <a:pt x="128" y="11"/>
                      <a:pt x="124" y="11"/>
                      <a:pt x="124" y="14"/>
                    </a:cubicBezTo>
                    <a:cubicBezTo>
                      <a:pt x="124" y="15"/>
                      <a:pt x="124" y="16"/>
                      <a:pt x="122" y="16"/>
                    </a:cubicBezTo>
                    <a:cubicBezTo>
                      <a:pt x="123" y="19"/>
                      <a:pt x="124" y="21"/>
                      <a:pt x="123" y="21"/>
                    </a:cubicBezTo>
                    <a:cubicBezTo>
                      <a:pt x="121" y="20"/>
                      <a:pt x="120" y="23"/>
                      <a:pt x="117" y="23"/>
                    </a:cubicBezTo>
                    <a:cubicBezTo>
                      <a:pt x="116" y="23"/>
                      <a:pt x="115" y="20"/>
                      <a:pt x="113" y="17"/>
                    </a:cubicBezTo>
                    <a:cubicBezTo>
                      <a:pt x="113" y="17"/>
                      <a:pt x="113" y="17"/>
                      <a:pt x="113" y="17"/>
                    </a:cubicBezTo>
                    <a:cubicBezTo>
                      <a:pt x="111" y="17"/>
                      <a:pt x="107" y="24"/>
                      <a:pt x="106" y="28"/>
                    </a:cubicBezTo>
                    <a:cubicBezTo>
                      <a:pt x="105" y="33"/>
                      <a:pt x="100" y="31"/>
                      <a:pt x="94" y="32"/>
                    </a:cubicBezTo>
                    <a:cubicBezTo>
                      <a:pt x="88" y="32"/>
                      <a:pt x="90" y="39"/>
                      <a:pt x="89" y="42"/>
                    </a:cubicBezTo>
                    <a:cubicBezTo>
                      <a:pt x="88" y="45"/>
                      <a:pt x="80" y="40"/>
                      <a:pt x="77" y="39"/>
                    </a:cubicBezTo>
                    <a:cubicBezTo>
                      <a:pt x="77" y="42"/>
                      <a:pt x="78" y="44"/>
                      <a:pt x="79" y="44"/>
                    </a:cubicBezTo>
                    <a:cubicBezTo>
                      <a:pt x="81" y="44"/>
                      <a:pt x="84" y="49"/>
                      <a:pt x="86" y="48"/>
                    </a:cubicBezTo>
                    <a:cubicBezTo>
                      <a:pt x="88" y="46"/>
                      <a:pt x="94" y="48"/>
                      <a:pt x="96" y="47"/>
                    </a:cubicBezTo>
                    <a:cubicBezTo>
                      <a:pt x="99" y="46"/>
                      <a:pt x="100" y="43"/>
                      <a:pt x="105" y="43"/>
                    </a:cubicBezTo>
                    <a:cubicBezTo>
                      <a:pt x="109" y="43"/>
                      <a:pt x="107" y="47"/>
                      <a:pt x="112" y="45"/>
                    </a:cubicBezTo>
                    <a:cubicBezTo>
                      <a:pt x="117" y="42"/>
                      <a:pt x="120" y="44"/>
                      <a:pt x="119" y="40"/>
                    </a:cubicBezTo>
                    <a:cubicBezTo>
                      <a:pt x="119" y="36"/>
                      <a:pt x="122" y="36"/>
                      <a:pt x="122" y="32"/>
                    </a:cubicBezTo>
                    <a:cubicBezTo>
                      <a:pt x="121" y="29"/>
                      <a:pt x="127" y="31"/>
                      <a:pt x="126" y="25"/>
                    </a:cubicBezTo>
                    <a:cubicBezTo>
                      <a:pt x="126" y="19"/>
                      <a:pt x="135" y="20"/>
                      <a:pt x="139" y="20"/>
                    </a:cubicBezTo>
                    <a:cubicBezTo>
                      <a:pt x="140" y="20"/>
                      <a:pt x="141" y="20"/>
                      <a:pt x="143" y="21"/>
                    </a:cubicBezTo>
                    <a:cubicBezTo>
                      <a:pt x="145" y="20"/>
                      <a:pt x="149" y="18"/>
                      <a:pt x="148" y="16"/>
                    </a:cubicBezTo>
                    <a:cubicBezTo>
                      <a:pt x="145" y="14"/>
                      <a:pt x="154" y="16"/>
                      <a:pt x="155" y="13"/>
                    </a:cubicBezTo>
                    <a:cubicBezTo>
                      <a:pt x="156" y="10"/>
                      <a:pt x="152" y="8"/>
                      <a:pt x="149"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5">
                <a:extLst>
                  <a:ext uri="{FF2B5EF4-FFF2-40B4-BE49-F238E27FC236}">
                    <a16:creationId xmlns:a16="http://schemas.microsoft.com/office/drawing/2014/main" id="{685D9F58-FC5E-4133-8E8A-4B83622C7A34}"/>
                  </a:ext>
                </a:extLst>
              </p:cNvPr>
              <p:cNvSpPr>
                <a:spLocks/>
              </p:cNvSpPr>
              <p:nvPr/>
            </p:nvSpPr>
            <p:spPr bwMode="auto">
              <a:xfrm>
                <a:off x="7013852" y="4000713"/>
                <a:ext cx="25095" cy="16311"/>
              </a:xfrm>
              <a:custGeom>
                <a:avLst/>
                <a:gdLst>
                  <a:gd name="T0" fmla="*/ 4 w 11"/>
                  <a:gd name="T1" fmla="*/ 7 h 7"/>
                  <a:gd name="T2" fmla="*/ 10 w 11"/>
                  <a:gd name="T3" fmla="*/ 5 h 7"/>
                  <a:gd name="T4" fmla="*/ 9 w 11"/>
                  <a:gd name="T5" fmla="*/ 0 h 7"/>
                  <a:gd name="T6" fmla="*/ 6 w 11"/>
                  <a:gd name="T7" fmla="*/ 2 h 7"/>
                  <a:gd name="T8" fmla="*/ 0 w 11"/>
                  <a:gd name="T9" fmla="*/ 1 h 7"/>
                  <a:gd name="T10" fmla="*/ 4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4" y="7"/>
                    </a:moveTo>
                    <a:cubicBezTo>
                      <a:pt x="7" y="7"/>
                      <a:pt x="8" y="4"/>
                      <a:pt x="10" y="5"/>
                    </a:cubicBezTo>
                    <a:cubicBezTo>
                      <a:pt x="11" y="5"/>
                      <a:pt x="10" y="3"/>
                      <a:pt x="9" y="0"/>
                    </a:cubicBezTo>
                    <a:cubicBezTo>
                      <a:pt x="8" y="1"/>
                      <a:pt x="6" y="1"/>
                      <a:pt x="6" y="2"/>
                    </a:cubicBezTo>
                    <a:cubicBezTo>
                      <a:pt x="6" y="4"/>
                      <a:pt x="2" y="1"/>
                      <a:pt x="0" y="1"/>
                    </a:cubicBezTo>
                    <a:cubicBezTo>
                      <a:pt x="2" y="4"/>
                      <a:pt x="3" y="7"/>
                      <a:pt x="4"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96">
                <a:extLst>
                  <a:ext uri="{FF2B5EF4-FFF2-40B4-BE49-F238E27FC236}">
                    <a16:creationId xmlns:a16="http://schemas.microsoft.com/office/drawing/2014/main" id="{F0921AF9-53BF-4227-B542-E904D451499E}"/>
                  </a:ext>
                </a:extLst>
              </p:cNvPr>
              <p:cNvSpPr>
                <a:spLocks/>
              </p:cNvSpPr>
              <p:nvPr/>
            </p:nvSpPr>
            <p:spPr bwMode="auto">
              <a:xfrm>
                <a:off x="5632399" y="3353274"/>
                <a:ext cx="181935" cy="178171"/>
              </a:xfrm>
              <a:custGeom>
                <a:avLst/>
                <a:gdLst>
                  <a:gd name="T0" fmla="*/ 66 w 79"/>
                  <a:gd name="T1" fmla="*/ 69 h 77"/>
                  <a:gd name="T2" fmla="*/ 70 w 79"/>
                  <a:gd name="T3" fmla="*/ 66 h 77"/>
                  <a:gd name="T4" fmla="*/ 75 w 79"/>
                  <a:gd name="T5" fmla="*/ 69 h 77"/>
                  <a:gd name="T6" fmla="*/ 79 w 79"/>
                  <a:gd name="T7" fmla="*/ 68 h 77"/>
                  <a:gd name="T8" fmla="*/ 74 w 79"/>
                  <a:gd name="T9" fmla="*/ 61 h 77"/>
                  <a:gd name="T10" fmla="*/ 71 w 79"/>
                  <a:gd name="T11" fmla="*/ 56 h 77"/>
                  <a:gd name="T12" fmla="*/ 72 w 79"/>
                  <a:gd name="T13" fmla="*/ 50 h 77"/>
                  <a:gd name="T14" fmla="*/ 68 w 79"/>
                  <a:gd name="T15" fmla="*/ 46 h 77"/>
                  <a:gd name="T16" fmla="*/ 59 w 79"/>
                  <a:gd name="T17" fmla="*/ 40 h 77"/>
                  <a:gd name="T18" fmla="*/ 56 w 79"/>
                  <a:gd name="T19" fmla="*/ 35 h 77"/>
                  <a:gd name="T20" fmla="*/ 55 w 79"/>
                  <a:gd name="T21" fmla="*/ 28 h 77"/>
                  <a:gd name="T22" fmla="*/ 58 w 79"/>
                  <a:gd name="T23" fmla="*/ 22 h 77"/>
                  <a:gd name="T24" fmla="*/ 59 w 79"/>
                  <a:gd name="T25" fmla="*/ 17 h 77"/>
                  <a:gd name="T26" fmla="*/ 56 w 79"/>
                  <a:gd name="T27" fmla="*/ 14 h 77"/>
                  <a:gd name="T28" fmla="*/ 51 w 79"/>
                  <a:gd name="T29" fmla="*/ 9 h 77"/>
                  <a:gd name="T30" fmla="*/ 48 w 79"/>
                  <a:gd name="T31" fmla="*/ 3 h 77"/>
                  <a:gd name="T32" fmla="*/ 40 w 79"/>
                  <a:gd name="T33" fmla="*/ 1 h 77"/>
                  <a:gd name="T34" fmla="*/ 33 w 79"/>
                  <a:gd name="T35" fmla="*/ 0 h 77"/>
                  <a:gd name="T36" fmla="*/ 29 w 79"/>
                  <a:gd name="T37" fmla="*/ 3 h 77"/>
                  <a:gd name="T38" fmla="*/ 29 w 79"/>
                  <a:gd name="T39" fmla="*/ 3 h 77"/>
                  <a:gd name="T40" fmla="*/ 24 w 79"/>
                  <a:gd name="T41" fmla="*/ 6 h 77"/>
                  <a:gd name="T42" fmla="*/ 19 w 79"/>
                  <a:gd name="T43" fmla="*/ 10 h 77"/>
                  <a:gd name="T44" fmla="*/ 20 w 79"/>
                  <a:gd name="T45" fmla="*/ 17 h 77"/>
                  <a:gd name="T46" fmla="*/ 19 w 79"/>
                  <a:gd name="T47" fmla="*/ 23 h 77"/>
                  <a:gd name="T48" fmla="*/ 17 w 79"/>
                  <a:gd name="T49" fmla="*/ 28 h 77"/>
                  <a:gd name="T50" fmla="*/ 0 w 79"/>
                  <a:gd name="T51" fmla="*/ 37 h 77"/>
                  <a:gd name="T52" fmla="*/ 1 w 79"/>
                  <a:gd name="T53" fmla="*/ 41 h 77"/>
                  <a:gd name="T54" fmla="*/ 3 w 79"/>
                  <a:gd name="T55" fmla="*/ 49 h 77"/>
                  <a:gd name="T56" fmla="*/ 9 w 79"/>
                  <a:gd name="T57" fmla="*/ 49 h 77"/>
                  <a:gd name="T58" fmla="*/ 25 w 79"/>
                  <a:gd name="T59" fmla="*/ 58 h 77"/>
                  <a:gd name="T60" fmla="*/ 44 w 79"/>
                  <a:gd name="T61" fmla="*/ 72 h 77"/>
                  <a:gd name="T62" fmla="*/ 54 w 79"/>
                  <a:gd name="T63" fmla="*/ 76 h 77"/>
                  <a:gd name="T64" fmla="*/ 63 w 79"/>
                  <a:gd name="T65" fmla="*/ 77 h 77"/>
                  <a:gd name="T66" fmla="*/ 66 w 79"/>
                  <a:gd name="T67" fmla="*/ 69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9" h="77">
                    <a:moveTo>
                      <a:pt x="66" y="69"/>
                    </a:moveTo>
                    <a:cubicBezTo>
                      <a:pt x="67" y="68"/>
                      <a:pt x="68" y="67"/>
                      <a:pt x="70" y="66"/>
                    </a:cubicBezTo>
                    <a:cubicBezTo>
                      <a:pt x="72" y="66"/>
                      <a:pt x="73" y="67"/>
                      <a:pt x="75" y="69"/>
                    </a:cubicBezTo>
                    <a:cubicBezTo>
                      <a:pt x="76" y="69"/>
                      <a:pt x="78" y="68"/>
                      <a:pt x="79" y="68"/>
                    </a:cubicBezTo>
                    <a:cubicBezTo>
                      <a:pt x="77" y="65"/>
                      <a:pt x="74" y="63"/>
                      <a:pt x="74" y="61"/>
                    </a:cubicBezTo>
                    <a:cubicBezTo>
                      <a:pt x="75" y="59"/>
                      <a:pt x="72" y="57"/>
                      <a:pt x="71" y="56"/>
                    </a:cubicBezTo>
                    <a:cubicBezTo>
                      <a:pt x="71" y="54"/>
                      <a:pt x="73" y="52"/>
                      <a:pt x="72" y="50"/>
                    </a:cubicBezTo>
                    <a:cubicBezTo>
                      <a:pt x="71" y="49"/>
                      <a:pt x="70" y="46"/>
                      <a:pt x="68" y="46"/>
                    </a:cubicBezTo>
                    <a:cubicBezTo>
                      <a:pt x="66" y="45"/>
                      <a:pt x="59" y="42"/>
                      <a:pt x="59" y="40"/>
                    </a:cubicBezTo>
                    <a:cubicBezTo>
                      <a:pt x="60" y="37"/>
                      <a:pt x="57" y="36"/>
                      <a:pt x="56" y="35"/>
                    </a:cubicBezTo>
                    <a:cubicBezTo>
                      <a:pt x="54" y="35"/>
                      <a:pt x="53" y="29"/>
                      <a:pt x="55" y="28"/>
                    </a:cubicBezTo>
                    <a:cubicBezTo>
                      <a:pt x="56" y="27"/>
                      <a:pt x="56" y="22"/>
                      <a:pt x="58" y="22"/>
                    </a:cubicBezTo>
                    <a:cubicBezTo>
                      <a:pt x="60" y="22"/>
                      <a:pt x="58" y="19"/>
                      <a:pt x="59" y="17"/>
                    </a:cubicBezTo>
                    <a:cubicBezTo>
                      <a:pt x="59" y="15"/>
                      <a:pt x="57" y="14"/>
                      <a:pt x="56" y="14"/>
                    </a:cubicBezTo>
                    <a:cubicBezTo>
                      <a:pt x="54" y="14"/>
                      <a:pt x="51" y="11"/>
                      <a:pt x="51" y="9"/>
                    </a:cubicBezTo>
                    <a:cubicBezTo>
                      <a:pt x="51" y="7"/>
                      <a:pt x="48" y="4"/>
                      <a:pt x="48" y="3"/>
                    </a:cubicBezTo>
                    <a:cubicBezTo>
                      <a:pt x="48" y="7"/>
                      <a:pt x="42" y="1"/>
                      <a:pt x="40" y="1"/>
                    </a:cubicBezTo>
                    <a:cubicBezTo>
                      <a:pt x="38" y="2"/>
                      <a:pt x="36" y="0"/>
                      <a:pt x="33" y="0"/>
                    </a:cubicBezTo>
                    <a:cubicBezTo>
                      <a:pt x="30" y="0"/>
                      <a:pt x="30" y="2"/>
                      <a:pt x="29" y="3"/>
                    </a:cubicBezTo>
                    <a:cubicBezTo>
                      <a:pt x="29" y="3"/>
                      <a:pt x="29" y="3"/>
                      <a:pt x="29" y="3"/>
                    </a:cubicBezTo>
                    <a:cubicBezTo>
                      <a:pt x="24" y="6"/>
                      <a:pt x="24" y="6"/>
                      <a:pt x="24" y="6"/>
                    </a:cubicBezTo>
                    <a:cubicBezTo>
                      <a:pt x="24" y="6"/>
                      <a:pt x="20" y="8"/>
                      <a:pt x="19" y="10"/>
                    </a:cubicBezTo>
                    <a:cubicBezTo>
                      <a:pt x="18" y="13"/>
                      <a:pt x="21" y="15"/>
                      <a:pt x="20" y="17"/>
                    </a:cubicBezTo>
                    <a:cubicBezTo>
                      <a:pt x="19" y="18"/>
                      <a:pt x="19" y="22"/>
                      <a:pt x="19" y="23"/>
                    </a:cubicBezTo>
                    <a:cubicBezTo>
                      <a:pt x="20" y="24"/>
                      <a:pt x="17" y="28"/>
                      <a:pt x="17" y="28"/>
                    </a:cubicBezTo>
                    <a:cubicBezTo>
                      <a:pt x="17" y="28"/>
                      <a:pt x="8" y="33"/>
                      <a:pt x="0" y="37"/>
                    </a:cubicBezTo>
                    <a:cubicBezTo>
                      <a:pt x="0" y="38"/>
                      <a:pt x="0" y="40"/>
                      <a:pt x="1" y="41"/>
                    </a:cubicBezTo>
                    <a:cubicBezTo>
                      <a:pt x="1" y="43"/>
                      <a:pt x="2" y="46"/>
                      <a:pt x="3" y="49"/>
                    </a:cubicBezTo>
                    <a:cubicBezTo>
                      <a:pt x="6" y="49"/>
                      <a:pt x="6" y="49"/>
                      <a:pt x="9" y="49"/>
                    </a:cubicBezTo>
                    <a:cubicBezTo>
                      <a:pt x="12" y="49"/>
                      <a:pt x="22" y="57"/>
                      <a:pt x="25" y="58"/>
                    </a:cubicBezTo>
                    <a:cubicBezTo>
                      <a:pt x="27" y="59"/>
                      <a:pt x="41" y="70"/>
                      <a:pt x="44" y="72"/>
                    </a:cubicBezTo>
                    <a:cubicBezTo>
                      <a:pt x="47" y="75"/>
                      <a:pt x="52" y="76"/>
                      <a:pt x="54" y="76"/>
                    </a:cubicBezTo>
                    <a:cubicBezTo>
                      <a:pt x="55" y="76"/>
                      <a:pt x="59" y="76"/>
                      <a:pt x="63" y="77"/>
                    </a:cubicBezTo>
                    <a:cubicBezTo>
                      <a:pt x="64" y="74"/>
                      <a:pt x="66" y="70"/>
                      <a:pt x="66" y="6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97">
                <a:extLst>
                  <a:ext uri="{FF2B5EF4-FFF2-40B4-BE49-F238E27FC236}">
                    <a16:creationId xmlns:a16="http://schemas.microsoft.com/office/drawing/2014/main" id="{6B1FD5B8-F9B8-41D4-941C-02D38CBE63F5}"/>
                  </a:ext>
                </a:extLst>
              </p:cNvPr>
              <p:cNvSpPr>
                <a:spLocks/>
              </p:cNvSpPr>
              <p:nvPr/>
            </p:nvSpPr>
            <p:spPr bwMode="auto">
              <a:xfrm>
                <a:off x="5777947" y="3505096"/>
                <a:ext cx="35132" cy="35132"/>
              </a:xfrm>
              <a:custGeom>
                <a:avLst/>
                <a:gdLst>
                  <a:gd name="T0" fmla="*/ 5 w 15"/>
                  <a:gd name="T1" fmla="*/ 11 h 15"/>
                  <a:gd name="T2" fmla="*/ 9 w 15"/>
                  <a:gd name="T3" fmla="*/ 15 h 15"/>
                  <a:gd name="T4" fmla="*/ 15 w 15"/>
                  <a:gd name="T5" fmla="*/ 15 h 15"/>
                  <a:gd name="T6" fmla="*/ 12 w 15"/>
                  <a:gd name="T7" fmla="*/ 5 h 15"/>
                  <a:gd name="T8" fmla="*/ 12 w 15"/>
                  <a:gd name="T9" fmla="*/ 3 h 15"/>
                  <a:gd name="T10" fmla="*/ 7 w 15"/>
                  <a:gd name="T11" fmla="*/ 0 h 15"/>
                  <a:gd name="T12" fmla="*/ 3 w 15"/>
                  <a:gd name="T13" fmla="*/ 3 h 15"/>
                  <a:gd name="T14" fmla="*/ 0 w 15"/>
                  <a:gd name="T15" fmla="*/ 11 h 15"/>
                  <a:gd name="T16" fmla="*/ 5 w 15"/>
                  <a:gd name="T17"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5">
                    <a:moveTo>
                      <a:pt x="5" y="11"/>
                    </a:moveTo>
                    <a:cubicBezTo>
                      <a:pt x="9" y="15"/>
                      <a:pt x="9" y="15"/>
                      <a:pt x="9" y="15"/>
                    </a:cubicBezTo>
                    <a:cubicBezTo>
                      <a:pt x="15" y="15"/>
                      <a:pt x="15" y="15"/>
                      <a:pt x="15" y="15"/>
                    </a:cubicBezTo>
                    <a:cubicBezTo>
                      <a:pt x="14" y="11"/>
                      <a:pt x="12" y="6"/>
                      <a:pt x="12" y="5"/>
                    </a:cubicBezTo>
                    <a:cubicBezTo>
                      <a:pt x="12" y="4"/>
                      <a:pt x="12" y="4"/>
                      <a:pt x="12" y="3"/>
                    </a:cubicBezTo>
                    <a:cubicBezTo>
                      <a:pt x="10" y="1"/>
                      <a:pt x="9" y="0"/>
                      <a:pt x="7" y="0"/>
                    </a:cubicBezTo>
                    <a:cubicBezTo>
                      <a:pt x="5" y="1"/>
                      <a:pt x="4" y="2"/>
                      <a:pt x="3" y="3"/>
                    </a:cubicBezTo>
                    <a:cubicBezTo>
                      <a:pt x="3" y="4"/>
                      <a:pt x="1" y="8"/>
                      <a:pt x="0" y="11"/>
                    </a:cubicBezTo>
                    <a:cubicBezTo>
                      <a:pt x="3" y="11"/>
                      <a:pt x="5" y="11"/>
                      <a:pt x="5"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98">
                <a:extLst>
                  <a:ext uri="{FF2B5EF4-FFF2-40B4-BE49-F238E27FC236}">
                    <a16:creationId xmlns:a16="http://schemas.microsoft.com/office/drawing/2014/main" id="{EE344350-A6AE-4C12-82E2-FCA41E7EDA75}"/>
                  </a:ext>
                </a:extLst>
              </p:cNvPr>
              <p:cNvSpPr>
                <a:spLocks noEditPoints="1"/>
              </p:cNvSpPr>
              <p:nvPr/>
            </p:nvSpPr>
            <p:spPr bwMode="auto">
              <a:xfrm>
                <a:off x="4830629" y="3039593"/>
                <a:ext cx="272276" cy="225851"/>
              </a:xfrm>
              <a:custGeom>
                <a:avLst/>
                <a:gdLst>
                  <a:gd name="T0" fmla="*/ 104 w 118"/>
                  <a:gd name="T1" fmla="*/ 22 h 98"/>
                  <a:gd name="T2" fmla="*/ 99 w 118"/>
                  <a:gd name="T3" fmla="*/ 21 h 98"/>
                  <a:gd name="T4" fmla="*/ 94 w 118"/>
                  <a:gd name="T5" fmla="*/ 18 h 98"/>
                  <a:gd name="T6" fmla="*/ 86 w 118"/>
                  <a:gd name="T7" fmla="*/ 17 h 98"/>
                  <a:gd name="T8" fmla="*/ 82 w 118"/>
                  <a:gd name="T9" fmla="*/ 14 h 98"/>
                  <a:gd name="T10" fmla="*/ 79 w 118"/>
                  <a:gd name="T11" fmla="*/ 10 h 98"/>
                  <a:gd name="T12" fmla="*/ 76 w 118"/>
                  <a:gd name="T13" fmla="*/ 12 h 98"/>
                  <a:gd name="T14" fmla="*/ 73 w 118"/>
                  <a:gd name="T15" fmla="*/ 9 h 98"/>
                  <a:gd name="T16" fmla="*/ 68 w 118"/>
                  <a:gd name="T17" fmla="*/ 6 h 98"/>
                  <a:gd name="T18" fmla="*/ 64 w 118"/>
                  <a:gd name="T19" fmla="*/ 4 h 98"/>
                  <a:gd name="T20" fmla="*/ 62 w 118"/>
                  <a:gd name="T21" fmla="*/ 1 h 98"/>
                  <a:gd name="T22" fmla="*/ 60 w 118"/>
                  <a:gd name="T23" fmla="*/ 0 h 98"/>
                  <a:gd name="T24" fmla="*/ 59 w 118"/>
                  <a:gd name="T25" fmla="*/ 0 h 98"/>
                  <a:gd name="T26" fmla="*/ 54 w 118"/>
                  <a:gd name="T27" fmla="*/ 7 h 98"/>
                  <a:gd name="T28" fmla="*/ 45 w 118"/>
                  <a:gd name="T29" fmla="*/ 12 h 98"/>
                  <a:gd name="T30" fmla="*/ 40 w 118"/>
                  <a:gd name="T31" fmla="*/ 18 h 98"/>
                  <a:gd name="T32" fmla="*/ 30 w 118"/>
                  <a:gd name="T33" fmla="*/ 15 h 98"/>
                  <a:gd name="T34" fmla="*/ 25 w 118"/>
                  <a:gd name="T35" fmla="*/ 18 h 98"/>
                  <a:gd name="T36" fmla="*/ 27 w 118"/>
                  <a:gd name="T37" fmla="*/ 26 h 98"/>
                  <a:gd name="T38" fmla="*/ 20 w 118"/>
                  <a:gd name="T39" fmla="*/ 26 h 98"/>
                  <a:gd name="T40" fmla="*/ 15 w 118"/>
                  <a:gd name="T41" fmla="*/ 24 h 98"/>
                  <a:gd name="T42" fmla="*/ 7 w 118"/>
                  <a:gd name="T43" fmla="*/ 24 h 98"/>
                  <a:gd name="T44" fmla="*/ 2 w 118"/>
                  <a:gd name="T45" fmla="*/ 28 h 98"/>
                  <a:gd name="T46" fmla="*/ 3 w 118"/>
                  <a:gd name="T47" fmla="*/ 33 h 98"/>
                  <a:gd name="T48" fmla="*/ 13 w 118"/>
                  <a:gd name="T49" fmla="*/ 37 h 98"/>
                  <a:gd name="T50" fmla="*/ 21 w 118"/>
                  <a:gd name="T51" fmla="*/ 39 h 98"/>
                  <a:gd name="T52" fmla="*/ 23 w 118"/>
                  <a:gd name="T53" fmla="*/ 42 h 98"/>
                  <a:gd name="T54" fmla="*/ 29 w 118"/>
                  <a:gd name="T55" fmla="*/ 49 h 98"/>
                  <a:gd name="T56" fmla="*/ 32 w 118"/>
                  <a:gd name="T57" fmla="*/ 55 h 98"/>
                  <a:gd name="T58" fmla="*/ 30 w 118"/>
                  <a:gd name="T59" fmla="*/ 65 h 98"/>
                  <a:gd name="T60" fmla="*/ 27 w 118"/>
                  <a:gd name="T61" fmla="*/ 79 h 98"/>
                  <a:gd name="T62" fmla="*/ 26 w 118"/>
                  <a:gd name="T63" fmla="*/ 80 h 98"/>
                  <a:gd name="T64" fmla="*/ 31 w 118"/>
                  <a:gd name="T65" fmla="*/ 82 h 98"/>
                  <a:gd name="T66" fmla="*/ 38 w 118"/>
                  <a:gd name="T67" fmla="*/ 86 h 98"/>
                  <a:gd name="T68" fmla="*/ 45 w 118"/>
                  <a:gd name="T69" fmla="*/ 85 h 98"/>
                  <a:gd name="T70" fmla="*/ 49 w 118"/>
                  <a:gd name="T71" fmla="*/ 86 h 98"/>
                  <a:gd name="T72" fmla="*/ 58 w 118"/>
                  <a:gd name="T73" fmla="*/ 88 h 98"/>
                  <a:gd name="T74" fmla="*/ 66 w 118"/>
                  <a:gd name="T75" fmla="*/ 88 h 98"/>
                  <a:gd name="T76" fmla="*/ 66 w 118"/>
                  <a:gd name="T77" fmla="*/ 86 h 98"/>
                  <a:gd name="T78" fmla="*/ 73 w 118"/>
                  <a:gd name="T79" fmla="*/ 78 h 98"/>
                  <a:gd name="T80" fmla="*/ 87 w 118"/>
                  <a:gd name="T81" fmla="*/ 82 h 98"/>
                  <a:gd name="T82" fmla="*/ 97 w 118"/>
                  <a:gd name="T83" fmla="*/ 79 h 98"/>
                  <a:gd name="T84" fmla="*/ 102 w 118"/>
                  <a:gd name="T85" fmla="*/ 75 h 98"/>
                  <a:gd name="T86" fmla="*/ 103 w 118"/>
                  <a:gd name="T87" fmla="*/ 73 h 98"/>
                  <a:gd name="T88" fmla="*/ 99 w 118"/>
                  <a:gd name="T89" fmla="*/ 71 h 98"/>
                  <a:gd name="T90" fmla="*/ 97 w 118"/>
                  <a:gd name="T91" fmla="*/ 67 h 98"/>
                  <a:gd name="T92" fmla="*/ 95 w 118"/>
                  <a:gd name="T93" fmla="*/ 63 h 98"/>
                  <a:gd name="T94" fmla="*/ 96 w 118"/>
                  <a:gd name="T95" fmla="*/ 61 h 98"/>
                  <a:gd name="T96" fmla="*/ 98 w 118"/>
                  <a:gd name="T97" fmla="*/ 58 h 98"/>
                  <a:gd name="T98" fmla="*/ 97 w 118"/>
                  <a:gd name="T99" fmla="*/ 54 h 98"/>
                  <a:gd name="T100" fmla="*/ 96 w 118"/>
                  <a:gd name="T101" fmla="*/ 50 h 98"/>
                  <a:gd name="T102" fmla="*/ 92 w 118"/>
                  <a:gd name="T103" fmla="*/ 50 h 98"/>
                  <a:gd name="T104" fmla="*/ 91 w 118"/>
                  <a:gd name="T105" fmla="*/ 47 h 98"/>
                  <a:gd name="T106" fmla="*/ 96 w 118"/>
                  <a:gd name="T107" fmla="*/ 41 h 98"/>
                  <a:gd name="T108" fmla="*/ 100 w 118"/>
                  <a:gd name="T109" fmla="*/ 37 h 98"/>
                  <a:gd name="T110" fmla="*/ 102 w 118"/>
                  <a:gd name="T111" fmla="*/ 31 h 98"/>
                  <a:gd name="T112" fmla="*/ 105 w 118"/>
                  <a:gd name="T113" fmla="*/ 25 h 98"/>
                  <a:gd name="T114" fmla="*/ 104 w 118"/>
                  <a:gd name="T115" fmla="*/ 22 h 98"/>
                  <a:gd name="T116" fmla="*/ 116 w 118"/>
                  <a:gd name="T117" fmla="*/ 83 h 98"/>
                  <a:gd name="T118" fmla="*/ 111 w 118"/>
                  <a:gd name="T119" fmla="*/ 87 h 98"/>
                  <a:gd name="T120" fmla="*/ 115 w 118"/>
                  <a:gd name="T121" fmla="*/ 98 h 98"/>
                  <a:gd name="T122" fmla="*/ 116 w 118"/>
                  <a:gd name="T123"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8" h="98">
                    <a:moveTo>
                      <a:pt x="104" y="22"/>
                    </a:moveTo>
                    <a:cubicBezTo>
                      <a:pt x="103" y="22"/>
                      <a:pt x="102" y="21"/>
                      <a:pt x="99" y="21"/>
                    </a:cubicBezTo>
                    <a:cubicBezTo>
                      <a:pt x="97" y="21"/>
                      <a:pt x="95" y="20"/>
                      <a:pt x="94" y="18"/>
                    </a:cubicBezTo>
                    <a:cubicBezTo>
                      <a:pt x="93" y="17"/>
                      <a:pt x="88" y="16"/>
                      <a:pt x="86" y="17"/>
                    </a:cubicBezTo>
                    <a:cubicBezTo>
                      <a:pt x="84" y="17"/>
                      <a:pt x="83" y="14"/>
                      <a:pt x="82" y="14"/>
                    </a:cubicBezTo>
                    <a:cubicBezTo>
                      <a:pt x="80" y="14"/>
                      <a:pt x="79" y="12"/>
                      <a:pt x="79" y="10"/>
                    </a:cubicBezTo>
                    <a:cubicBezTo>
                      <a:pt x="79" y="9"/>
                      <a:pt x="77" y="11"/>
                      <a:pt x="76" y="12"/>
                    </a:cubicBezTo>
                    <a:cubicBezTo>
                      <a:pt x="74" y="13"/>
                      <a:pt x="74" y="10"/>
                      <a:pt x="73" y="9"/>
                    </a:cubicBezTo>
                    <a:cubicBezTo>
                      <a:pt x="73" y="8"/>
                      <a:pt x="70" y="7"/>
                      <a:pt x="68" y="6"/>
                    </a:cubicBezTo>
                    <a:cubicBezTo>
                      <a:pt x="67" y="5"/>
                      <a:pt x="65" y="3"/>
                      <a:pt x="64" y="4"/>
                    </a:cubicBezTo>
                    <a:cubicBezTo>
                      <a:pt x="64" y="5"/>
                      <a:pt x="62" y="2"/>
                      <a:pt x="62" y="1"/>
                    </a:cubicBezTo>
                    <a:cubicBezTo>
                      <a:pt x="61" y="0"/>
                      <a:pt x="61" y="0"/>
                      <a:pt x="60" y="0"/>
                    </a:cubicBezTo>
                    <a:cubicBezTo>
                      <a:pt x="60" y="0"/>
                      <a:pt x="59" y="0"/>
                      <a:pt x="59" y="0"/>
                    </a:cubicBezTo>
                    <a:cubicBezTo>
                      <a:pt x="56" y="0"/>
                      <a:pt x="53" y="2"/>
                      <a:pt x="54" y="7"/>
                    </a:cubicBezTo>
                    <a:cubicBezTo>
                      <a:pt x="54" y="12"/>
                      <a:pt x="50" y="12"/>
                      <a:pt x="45" y="12"/>
                    </a:cubicBezTo>
                    <a:cubicBezTo>
                      <a:pt x="41" y="13"/>
                      <a:pt x="42" y="17"/>
                      <a:pt x="40" y="18"/>
                    </a:cubicBezTo>
                    <a:cubicBezTo>
                      <a:pt x="38" y="20"/>
                      <a:pt x="31" y="17"/>
                      <a:pt x="30" y="15"/>
                    </a:cubicBezTo>
                    <a:cubicBezTo>
                      <a:pt x="29" y="12"/>
                      <a:pt x="23" y="15"/>
                      <a:pt x="25" y="18"/>
                    </a:cubicBezTo>
                    <a:cubicBezTo>
                      <a:pt x="28" y="21"/>
                      <a:pt x="28" y="25"/>
                      <a:pt x="27" y="26"/>
                    </a:cubicBezTo>
                    <a:cubicBezTo>
                      <a:pt x="25" y="28"/>
                      <a:pt x="22" y="24"/>
                      <a:pt x="20" y="26"/>
                    </a:cubicBezTo>
                    <a:cubicBezTo>
                      <a:pt x="17" y="28"/>
                      <a:pt x="17" y="25"/>
                      <a:pt x="15" y="24"/>
                    </a:cubicBezTo>
                    <a:cubicBezTo>
                      <a:pt x="12" y="23"/>
                      <a:pt x="11" y="25"/>
                      <a:pt x="7" y="24"/>
                    </a:cubicBezTo>
                    <a:cubicBezTo>
                      <a:pt x="3" y="24"/>
                      <a:pt x="0" y="26"/>
                      <a:pt x="2" y="28"/>
                    </a:cubicBezTo>
                    <a:cubicBezTo>
                      <a:pt x="3" y="30"/>
                      <a:pt x="2" y="32"/>
                      <a:pt x="3" y="33"/>
                    </a:cubicBezTo>
                    <a:cubicBezTo>
                      <a:pt x="4" y="35"/>
                      <a:pt x="9" y="35"/>
                      <a:pt x="13" y="37"/>
                    </a:cubicBezTo>
                    <a:cubicBezTo>
                      <a:pt x="18" y="39"/>
                      <a:pt x="18" y="37"/>
                      <a:pt x="21" y="39"/>
                    </a:cubicBezTo>
                    <a:cubicBezTo>
                      <a:pt x="23" y="40"/>
                      <a:pt x="23" y="39"/>
                      <a:pt x="23" y="42"/>
                    </a:cubicBezTo>
                    <a:cubicBezTo>
                      <a:pt x="23" y="45"/>
                      <a:pt x="25" y="48"/>
                      <a:pt x="29" y="49"/>
                    </a:cubicBezTo>
                    <a:cubicBezTo>
                      <a:pt x="33" y="50"/>
                      <a:pt x="30" y="53"/>
                      <a:pt x="32" y="55"/>
                    </a:cubicBezTo>
                    <a:cubicBezTo>
                      <a:pt x="33" y="58"/>
                      <a:pt x="30" y="62"/>
                      <a:pt x="30" y="65"/>
                    </a:cubicBezTo>
                    <a:cubicBezTo>
                      <a:pt x="31" y="68"/>
                      <a:pt x="28" y="79"/>
                      <a:pt x="27" y="79"/>
                    </a:cubicBezTo>
                    <a:cubicBezTo>
                      <a:pt x="26" y="80"/>
                      <a:pt x="26" y="80"/>
                      <a:pt x="26" y="80"/>
                    </a:cubicBezTo>
                    <a:cubicBezTo>
                      <a:pt x="28" y="80"/>
                      <a:pt x="30" y="81"/>
                      <a:pt x="31" y="82"/>
                    </a:cubicBezTo>
                    <a:cubicBezTo>
                      <a:pt x="32" y="83"/>
                      <a:pt x="36" y="84"/>
                      <a:pt x="38" y="86"/>
                    </a:cubicBezTo>
                    <a:cubicBezTo>
                      <a:pt x="41" y="87"/>
                      <a:pt x="45" y="87"/>
                      <a:pt x="45" y="85"/>
                    </a:cubicBezTo>
                    <a:cubicBezTo>
                      <a:pt x="45" y="83"/>
                      <a:pt x="47" y="84"/>
                      <a:pt x="49" y="86"/>
                    </a:cubicBezTo>
                    <a:cubicBezTo>
                      <a:pt x="50" y="87"/>
                      <a:pt x="56" y="88"/>
                      <a:pt x="58" y="88"/>
                    </a:cubicBezTo>
                    <a:cubicBezTo>
                      <a:pt x="60" y="89"/>
                      <a:pt x="64" y="88"/>
                      <a:pt x="66" y="88"/>
                    </a:cubicBezTo>
                    <a:cubicBezTo>
                      <a:pt x="66" y="88"/>
                      <a:pt x="66" y="87"/>
                      <a:pt x="66" y="86"/>
                    </a:cubicBezTo>
                    <a:cubicBezTo>
                      <a:pt x="64" y="82"/>
                      <a:pt x="69" y="79"/>
                      <a:pt x="73" y="78"/>
                    </a:cubicBezTo>
                    <a:cubicBezTo>
                      <a:pt x="77" y="78"/>
                      <a:pt x="85" y="80"/>
                      <a:pt x="87" y="82"/>
                    </a:cubicBezTo>
                    <a:cubicBezTo>
                      <a:pt x="90" y="83"/>
                      <a:pt x="93" y="83"/>
                      <a:pt x="97" y="79"/>
                    </a:cubicBezTo>
                    <a:cubicBezTo>
                      <a:pt x="99" y="76"/>
                      <a:pt x="100" y="76"/>
                      <a:pt x="102" y="75"/>
                    </a:cubicBezTo>
                    <a:cubicBezTo>
                      <a:pt x="102" y="74"/>
                      <a:pt x="102" y="73"/>
                      <a:pt x="103" y="73"/>
                    </a:cubicBezTo>
                    <a:cubicBezTo>
                      <a:pt x="103" y="71"/>
                      <a:pt x="101" y="71"/>
                      <a:pt x="99" y="71"/>
                    </a:cubicBezTo>
                    <a:cubicBezTo>
                      <a:pt x="97" y="71"/>
                      <a:pt x="96" y="69"/>
                      <a:pt x="97" y="67"/>
                    </a:cubicBezTo>
                    <a:cubicBezTo>
                      <a:pt x="98" y="65"/>
                      <a:pt x="96" y="65"/>
                      <a:pt x="95" y="63"/>
                    </a:cubicBezTo>
                    <a:cubicBezTo>
                      <a:pt x="93" y="61"/>
                      <a:pt x="95" y="62"/>
                      <a:pt x="96" y="61"/>
                    </a:cubicBezTo>
                    <a:cubicBezTo>
                      <a:pt x="97" y="61"/>
                      <a:pt x="99" y="59"/>
                      <a:pt x="98" y="58"/>
                    </a:cubicBezTo>
                    <a:cubicBezTo>
                      <a:pt x="97" y="58"/>
                      <a:pt x="96" y="56"/>
                      <a:pt x="97" y="54"/>
                    </a:cubicBezTo>
                    <a:cubicBezTo>
                      <a:pt x="98" y="52"/>
                      <a:pt x="96" y="52"/>
                      <a:pt x="96" y="50"/>
                    </a:cubicBezTo>
                    <a:cubicBezTo>
                      <a:pt x="96" y="49"/>
                      <a:pt x="94" y="48"/>
                      <a:pt x="92" y="50"/>
                    </a:cubicBezTo>
                    <a:cubicBezTo>
                      <a:pt x="90" y="52"/>
                      <a:pt x="90" y="50"/>
                      <a:pt x="91" y="47"/>
                    </a:cubicBezTo>
                    <a:cubicBezTo>
                      <a:pt x="92" y="44"/>
                      <a:pt x="96" y="43"/>
                      <a:pt x="96" y="41"/>
                    </a:cubicBezTo>
                    <a:cubicBezTo>
                      <a:pt x="96" y="39"/>
                      <a:pt x="99" y="37"/>
                      <a:pt x="100" y="37"/>
                    </a:cubicBezTo>
                    <a:cubicBezTo>
                      <a:pt x="102" y="37"/>
                      <a:pt x="101" y="34"/>
                      <a:pt x="102" y="31"/>
                    </a:cubicBezTo>
                    <a:cubicBezTo>
                      <a:pt x="103" y="29"/>
                      <a:pt x="103" y="27"/>
                      <a:pt x="105" y="25"/>
                    </a:cubicBezTo>
                    <a:cubicBezTo>
                      <a:pt x="108" y="23"/>
                      <a:pt x="105" y="22"/>
                      <a:pt x="104" y="22"/>
                    </a:cubicBezTo>
                    <a:close/>
                    <a:moveTo>
                      <a:pt x="116" y="83"/>
                    </a:moveTo>
                    <a:cubicBezTo>
                      <a:pt x="115" y="82"/>
                      <a:pt x="115" y="85"/>
                      <a:pt x="111" y="87"/>
                    </a:cubicBezTo>
                    <a:cubicBezTo>
                      <a:pt x="108" y="89"/>
                      <a:pt x="111" y="98"/>
                      <a:pt x="115" y="98"/>
                    </a:cubicBezTo>
                    <a:cubicBezTo>
                      <a:pt x="118" y="97"/>
                      <a:pt x="118" y="83"/>
                      <a:pt x="116" y="8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99">
                <a:extLst>
                  <a:ext uri="{FF2B5EF4-FFF2-40B4-BE49-F238E27FC236}">
                    <a16:creationId xmlns:a16="http://schemas.microsoft.com/office/drawing/2014/main" id="{B86E59F7-7640-43A1-9E5A-53EE5F5C9293}"/>
                  </a:ext>
                </a:extLst>
              </p:cNvPr>
              <p:cNvSpPr>
                <a:spLocks/>
              </p:cNvSpPr>
              <p:nvPr/>
            </p:nvSpPr>
            <p:spPr bwMode="auto">
              <a:xfrm>
                <a:off x="3239636" y="3816268"/>
                <a:ext cx="42661" cy="26349"/>
              </a:xfrm>
              <a:custGeom>
                <a:avLst/>
                <a:gdLst>
                  <a:gd name="T0" fmla="*/ 18 w 18"/>
                  <a:gd name="T1" fmla="*/ 4 h 11"/>
                  <a:gd name="T2" fmla="*/ 9 w 18"/>
                  <a:gd name="T3" fmla="*/ 2 h 11"/>
                  <a:gd name="T4" fmla="*/ 6 w 18"/>
                  <a:gd name="T5" fmla="*/ 0 h 11"/>
                  <a:gd name="T6" fmla="*/ 5 w 18"/>
                  <a:gd name="T7" fmla="*/ 0 h 11"/>
                  <a:gd name="T8" fmla="*/ 0 w 18"/>
                  <a:gd name="T9" fmla="*/ 5 h 11"/>
                  <a:gd name="T10" fmla="*/ 15 w 18"/>
                  <a:gd name="T11" fmla="*/ 11 h 11"/>
                  <a:gd name="T12" fmla="*/ 18 w 18"/>
                  <a:gd name="T13" fmla="*/ 9 h 11"/>
                  <a:gd name="T14" fmla="*/ 18 w 18"/>
                  <a:gd name="T15" fmla="*/ 4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1">
                    <a:moveTo>
                      <a:pt x="18" y="4"/>
                    </a:moveTo>
                    <a:cubicBezTo>
                      <a:pt x="16" y="2"/>
                      <a:pt x="13" y="5"/>
                      <a:pt x="9" y="2"/>
                    </a:cubicBezTo>
                    <a:cubicBezTo>
                      <a:pt x="8" y="1"/>
                      <a:pt x="7" y="1"/>
                      <a:pt x="6" y="0"/>
                    </a:cubicBezTo>
                    <a:cubicBezTo>
                      <a:pt x="5" y="0"/>
                      <a:pt x="5" y="0"/>
                      <a:pt x="5" y="0"/>
                    </a:cubicBezTo>
                    <a:cubicBezTo>
                      <a:pt x="4" y="1"/>
                      <a:pt x="2" y="3"/>
                      <a:pt x="0" y="5"/>
                    </a:cubicBezTo>
                    <a:cubicBezTo>
                      <a:pt x="2" y="7"/>
                      <a:pt x="12" y="11"/>
                      <a:pt x="15" y="11"/>
                    </a:cubicBezTo>
                    <a:cubicBezTo>
                      <a:pt x="16" y="11"/>
                      <a:pt x="17" y="10"/>
                      <a:pt x="18" y="9"/>
                    </a:cubicBezTo>
                    <a:cubicBezTo>
                      <a:pt x="18" y="7"/>
                      <a:pt x="18" y="5"/>
                      <a:pt x="18" y="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0">
                <a:extLst>
                  <a:ext uri="{FF2B5EF4-FFF2-40B4-BE49-F238E27FC236}">
                    <a16:creationId xmlns:a16="http://schemas.microsoft.com/office/drawing/2014/main" id="{215652BC-2210-4F30-B8EB-7EBA1F66C14E}"/>
                  </a:ext>
                </a:extLst>
              </p:cNvPr>
              <p:cNvSpPr>
                <a:spLocks/>
              </p:cNvSpPr>
              <p:nvPr/>
            </p:nvSpPr>
            <p:spPr bwMode="auto">
              <a:xfrm>
                <a:off x="3253438" y="3782390"/>
                <a:ext cx="112925" cy="61482"/>
              </a:xfrm>
              <a:custGeom>
                <a:avLst/>
                <a:gdLst>
                  <a:gd name="T0" fmla="*/ 20 w 49"/>
                  <a:gd name="T1" fmla="*/ 25 h 27"/>
                  <a:gd name="T2" fmla="*/ 23 w 49"/>
                  <a:gd name="T3" fmla="*/ 20 h 27"/>
                  <a:gd name="T4" fmla="*/ 32 w 49"/>
                  <a:gd name="T5" fmla="*/ 16 h 27"/>
                  <a:gd name="T6" fmla="*/ 39 w 49"/>
                  <a:gd name="T7" fmla="*/ 14 h 27"/>
                  <a:gd name="T8" fmla="*/ 49 w 49"/>
                  <a:gd name="T9" fmla="*/ 10 h 27"/>
                  <a:gd name="T10" fmla="*/ 40 w 49"/>
                  <a:gd name="T11" fmla="*/ 4 h 27"/>
                  <a:gd name="T12" fmla="*/ 23 w 49"/>
                  <a:gd name="T13" fmla="*/ 4 h 27"/>
                  <a:gd name="T14" fmla="*/ 8 w 49"/>
                  <a:gd name="T15" fmla="*/ 4 h 27"/>
                  <a:gd name="T16" fmla="*/ 8 w 49"/>
                  <a:gd name="T17" fmla="*/ 5 h 27"/>
                  <a:gd name="T18" fmla="*/ 3 w 49"/>
                  <a:gd name="T19" fmla="*/ 9 h 27"/>
                  <a:gd name="T20" fmla="*/ 0 w 49"/>
                  <a:gd name="T21" fmla="*/ 15 h 27"/>
                  <a:gd name="T22" fmla="*/ 3 w 49"/>
                  <a:gd name="T23" fmla="*/ 17 h 27"/>
                  <a:gd name="T24" fmla="*/ 12 w 49"/>
                  <a:gd name="T25" fmla="*/ 19 h 27"/>
                  <a:gd name="T26" fmla="*/ 12 w 49"/>
                  <a:gd name="T27" fmla="*/ 24 h 27"/>
                  <a:gd name="T28" fmla="*/ 14 w 49"/>
                  <a:gd name="T29" fmla="*/ 24 h 27"/>
                  <a:gd name="T30" fmla="*/ 15 w 49"/>
                  <a:gd name="T31" fmla="*/ 27 h 27"/>
                  <a:gd name="T32" fmla="*/ 18 w 49"/>
                  <a:gd name="T33" fmla="*/ 27 h 27"/>
                  <a:gd name="T34" fmla="*/ 20 w 49"/>
                  <a:gd name="T3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27">
                    <a:moveTo>
                      <a:pt x="20" y="25"/>
                    </a:moveTo>
                    <a:cubicBezTo>
                      <a:pt x="21" y="24"/>
                      <a:pt x="18" y="20"/>
                      <a:pt x="23" y="20"/>
                    </a:cubicBezTo>
                    <a:cubicBezTo>
                      <a:pt x="27" y="19"/>
                      <a:pt x="31" y="19"/>
                      <a:pt x="32" y="16"/>
                    </a:cubicBezTo>
                    <a:cubicBezTo>
                      <a:pt x="32" y="13"/>
                      <a:pt x="38" y="14"/>
                      <a:pt x="39" y="14"/>
                    </a:cubicBezTo>
                    <a:cubicBezTo>
                      <a:pt x="41" y="14"/>
                      <a:pt x="45" y="10"/>
                      <a:pt x="49" y="10"/>
                    </a:cubicBezTo>
                    <a:cubicBezTo>
                      <a:pt x="49" y="6"/>
                      <a:pt x="43" y="8"/>
                      <a:pt x="40" y="4"/>
                    </a:cubicBezTo>
                    <a:cubicBezTo>
                      <a:pt x="36" y="0"/>
                      <a:pt x="27" y="2"/>
                      <a:pt x="23" y="4"/>
                    </a:cubicBezTo>
                    <a:cubicBezTo>
                      <a:pt x="18" y="5"/>
                      <a:pt x="13" y="2"/>
                      <a:pt x="8" y="4"/>
                    </a:cubicBezTo>
                    <a:cubicBezTo>
                      <a:pt x="8" y="5"/>
                      <a:pt x="8" y="5"/>
                      <a:pt x="8" y="5"/>
                    </a:cubicBezTo>
                    <a:cubicBezTo>
                      <a:pt x="6" y="6"/>
                      <a:pt x="5" y="8"/>
                      <a:pt x="3" y="9"/>
                    </a:cubicBezTo>
                    <a:cubicBezTo>
                      <a:pt x="0" y="12"/>
                      <a:pt x="1" y="14"/>
                      <a:pt x="0" y="15"/>
                    </a:cubicBezTo>
                    <a:cubicBezTo>
                      <a:pt x="1" y="16"/>
                      <a:pt x="2" y="16"/>
                      <a:pt x="3" y="17"/>
                    </a:cubicBezTo>
                    <a:cubicBezTo>
                      <a:pt x="7" y="20"/>
                      <a:pt x="10" y="17"/>
                      <a:pt x="12" y="19"/>
                    </a:cubicBezTo>
                    <a:cubicBezTo>
                      <a:pt x="12" y="20"/>
                      <a:pt x="12" y="22"/>
                      <a:pt x="12" y="24"/>
                    </a:cubicBezTo>
                    <a:cubicBezTo>
                      <a:pt x="12" y="24"/>
                      <a:pt x="13" y="23"/>
                      <a:pt x="14" y="24"/>
                    </a:cubicBezTo>
                    <a:cubicBezTo>
                      <a:pt x="15" y="25"/>
                      <a:pt x="15" y="26"/>
                      <a:pt x="15" y="27"/>
                    </a:cubicBezTo>
                    <a:cubicBezTo>
                      <a:pt x="18" y="27"/>
                      <a:pt x="18" y="27"/>
                      <a:pt x="18" y="27"/>
                    </a:cubicBezTo>
                    <a:cubicBezTo>
                      <a:pt x="18" y="27"/>
                      <a:pt x="20" y="25"/>
                      <a:pt x="2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01">
                <a:extLst>
                  <a:ext uri="{FF2B5EF4-FFF2-40B4-BE49-F238E27FC236}">
                    <a16:creationId xmlns:a16="http://schemas.microsoft.com/office/drawing/2014/main" id="{6A890E7D-5E2C-48FA-B025-52C9B52225A3}"/>
                  </a:ext>
                </a:extLst>
              </p:cNvPr>
              <p:cNvSpPr>
                <a:spLocks/>
              </p:cNvSpPr>
              <p:nvPr/>
            </p:nvSpPr>
            <p:spPr bwMode="auto">
              <a:xfrm>
                <a:off x="2737746" y="3454907"/>
                <a:ext cx="564627" cy="352578"/>
              </a:xfrm>
              <a:custGeom>
                <a:avLst/>
                <a:gdLst>
                  <a:gd name="T0" fmla="*/ 214 w 245"/>
                  <a:gd name="T1" fmla="*/ 143 h 153"/>
                  <a:gd name="T2" fmla="*/ 211 w 245"/>
                  <a:gd name="T3" fmla="*/ 129 h 153"/>
                  <a:gd name="T4" fmla="*/ 231 w 245"/>
                  <a:gd name="T5" fmla="*/ 124 h 153"/>
                  <a:gd name="T6" fmla="*/ 238 w 245"/>
                  <a:gd name="T7" fmla="*/ 115 h 153"/>
                  <a:gd name="T8" fmla="*/ 244 w 245"/>
                  <a:gd name="T9" fmla="*/ 100 h 153"/>
                  <a:gd name="T10" fmla="*/ 225 w 245"/>
                  <a:gd name="T11" fmla="*/ 98 h 153"/>
                  <a:gd name="T12" fmla="*/ 212 w 245"/>
                  <a:gd name="T13" fmla="*/ 115 h 153"/>
                  <a:gd name="T14" fmla="*/ 200 w 245"/>
                  <a:gd name="T15" fmla="*/ 121 h 153"/>
                  <a:gd name="T16" fmla="*/ 172 w 245"/>
                  <a:gd name="T17" fmla="*/ 121 h 153"/>
                  <a:gd name="T18" fmla="*/ 159 w 245"/>
                  <a:gd name="T19" fmla="*/ 102 h 153"/>
                  <a:gd name="T20" fmla="*/ 159 w 245"/>
                  <a:gd name="T21" fmla="*/ 64 h 153"/>
                  <a:gd name="T22" fmla="*/ 156 w 245"/>
                  <a:gd name="T23" fmla="*/ 60 h 153"/>
                  <a:gd name="T24" fmla="*/ 143 w 245"/>
                  <a:gd name="T25" fmla="*/ 51 h 153"/>
                  <a:gd name="T26" fmla="*/ 133 w 245"/>
                  <a:gd name="T27" fmla="*/ 34 h 153"/>
                  <a:gd name="T28" fmla="*/ 113 w 245"/>
                  <a:gd name="T29" fmla="*/ 33 h 153"/>
                  <a:gd name="T30" fmla="*/ 100 w 245"/>
                  <a:gd name="T31" fmla="*/ 23 h 153"/>
                  <a:gd name="T32" fmla="*/ 86 w 245"/>
                  <a:gd name="T33" fmla="*/ 9 h 153"/>
                  <a:gd name="T34" fmla="*/ 71 w 245"/>
                  <a:gd name="T35" fmla="*/ 12 h 153"/>
                  <a:gd name="T36" fmla="*/ 27 w 245"/>
                  <a:gd name="T37" fmla="*/ 5 h 153"/>
                  <a:gd name="T38" fmla="*/ 0 w 245"/>
                  <a:gd name="T39" fmla="*/ 3 h 153"/>
                  <a:gd name="T40" fmla="*/ 11 w 245"/>
                  <a:gd name="T41" fmla="*/ 25 h 153"/>
                  <a:gd name="T42" fmla="*/ 25 w 245"/>
                  <a:gd name="T43" fmla="*/ 44 h 153"/>
                  <a:gd name="T44" fmla="*/ 28 w 245"/>
                  <a:gd name="T45" fmla="*/ 52 h 153"/>
                  <a:gd name="T46" fmla="*/ 39 w 245"/>
                  <a:gd name="T47" fmla="*/ 67 h 153"/>
                  <a:gd name="T48" fmla="*/ 57 w 245"/>
                  <a:gd name="T49" fmla="*/ 86 h 153"/>
                  <a:gd name="T50" fmla="*/ 59 w 245"/>
                  <a:gd name="T51" fmla="*/ 77 h 153"/>
                  <a:gd name="T52" fmla="*/ 51 w 245"/>
                  <a:gd name="T53" fmla="*/ 67 h 153"/>
                  <a:gd name="T54" fmla="*/ 37 w 245"/>
                  <a:gd name="T55" fmla="*/ 43 h 153"/>
                  <a:gd name="T56" fmla="*/ 31 w 245"/>
                  <a:gd name="T57" fmla="*/ 30 h 153"/>
                  <a:gd name="T58" fmla="*/ 20 w 245"/>
                  <a:gd name="T59" fmla="*/ 21 h 153"/>
                  <a:gd name="T60" fmla="*/ 21 w 245"/>
                  <a:gd name="T61" fmla="*/ 8 h 153"/>
                  <a:gd name="T62" fmla="*/ 28 w 245"/>
                  <a:gd name="T63" fmla="*/ 12 h 153"/>
                  <a:gd name="T64" fmla="*/ 34 w 245"/>
                  <a:gd name="T65" fmla="*/ 23 h 153"/>
                  <a:gd name="T66" fmla="*/ 40 w 245"/>
                  <a:gd name="T67" fmla="*/ 34 h 153"/>
                  <a:gd name="T68" fmla="*/ 52 w 245"/>
                  <a:gd name="T69" fmla="*/ 43 h 153"/>
                  <a:gd name="T70" fmla="*/ 62 w 245"/>
                  <a:gd name="T71" fmla="*/ 53 h 153"/>
                  <a:gd name="T72" fmla="*/ 68 w 245"/>
                  <a:gd name="T73" fmla="*/ 64 h 153"/>
                  <a:gd name="T74" fmla="*/ 92 w 245"/>
                  <a:gd name="T75" fmla="*/ 89 h 153"/>
                  <a:gd name="T76" fmla="*/ 95 w 245"/>
                  <a:gd name="T77" fmla="*/ 104 h 153"/>
                  <a:gd name="T78" fmla="*/ 99 w 245"/>
                  <a:gd name="T79" fmla="*/ 117 h 153"/>
                  <a:gd name="T80" fmla="*/ 124 w 245"/>
                  <a:gd name="T81" fmla="*/ 129 h 153"/>
                  <a:gd name="T82" fmla="*/ 158 w 245"/>
                  <a:gd name="T83" fmla="*/ 145 h 153"/>
                  <a:gd name="T84" fmla="*/ 189 w 245"/>
                  <a:gd name="T85" fmla="*/ 146 h 153"/>
                  <a:gd name="T86" fmla="*/ 204 w 245"/>
                  <a:gd name="T87" fmla="*/ 144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 h="153">
                    <a:moveTo>
                      <a:pt x="204" y="144"/>
                    </a:moveTo>
                    <a:cubicBezTo>
                      <a:pt x="205" y="144"/>
                      <a:pt x="214" y="145"/>
                      <a:pt x="214" y="143"/>
                    </a:cubicBezTo>
                    <a:cubicBezTo>
                      <a:pt x="215" y="140"/>
                      <a:pt x="208" y="135"/>
                      <a:pt x="209" y="135"/>
                    </a:cubicBezTo>
                    <a:cubicBezTo>
                      <a:pt x="209" y="134"/>
                      <a:pt x="210" y="129"/>
                      <a:pt x="211" y="129"/>
                    </a:cubicBezTo>
                    <a:cubicBezTo>
                      <a:pt x="213" y="129"/>
                      <a:pt x="225" y="129"/>
                      <a:pt x="226" y="129"/>
                    </a:cubicBezTo>
                    <a:cubicBezTo>
                      <a:pt x="227" y="129"/>
                      <a:pt x="229" y="124"/>
                      <a:pt x="231" y="124"/>
                    </a:cubicBezTo>
                    <a:cubicBezTo>
                      <a:pt x="232" y="124"/>
                      <a:pt x="233" y="125"/>
                      <a:pt x="235" y="126"/>
                    </a:cubicBezTo>
                    <a:cubicBezTo>
                      <a:pt x="237" y="124"/>
                      <a:pt x="238" y="119"/>
                      <a:pt x="238" y="115"/>
                    </a:cubicBezTo>
                    <a:cubicBezTo>
                      <a:pt x="239" y="110"/>
                      <a:pt x="237" y="109"/>
                      <a:pt x="240" y="106"/>
                    </a:cubicBezTo>
                    <a:cubicBezTo>
                      <a:pt x="242" y="104"/>
                      <a:pt x="245" y="103"/>
                      <a:pt x="244" y="100"/>
                    </a:cubicBezTo>
                    <a:cubicBezTo>
                      <a:pt x="243" y="96"/>
                      <a:pt x="240" y="100"/>
                      <a:pt x="237" y="98"/>
                    </a:cubicBezTo>
                    <a:cubicBezTo>
                      <a:pt x="234" y="96"/>
                      <a:pt x="232" y="97"/>
                      <a:pt x="225" y="98"/>
                    </a:cubicBezTo>
                    <a:cubicBezTo>
                      <a:pt x="217" y="99"/>
                      <a:pt x="214" y="102"/>
                      <a:pt x="214" y="108"/>
                    </a:cubicBezTo>
                    <a:cubicBezTo>
                      <a:pt x="215" y="113"/>
                      <a:pt x="212" y="110"/>
                      <a:pt x="212" y="115"/>
                    </a:cubicBezTo>
                    <a:cubicBezTo>
                      <a:pt x="212" y="119"/>
                      <a:pt x="206" y="120"/>
                      <a:pt x="207" y="122"/>
                    </a:cubicBezTo>
                    <a:cubicBezTo>
                      <a:pt x="207" y="125"/>
                      <a:pt x="202" y="122"/>
                      <a:pt x="200" y="121"/>
                    </a:cubicBezTo>
                    <a:cubicBezTo>
                      <a:pt x="199" y="120"/>
                      <a:pt x="184" y="125"/>
                      <a:pt x="182" y="125"/>
                    </a:cubicBezTo>
                    <a:cubicBezTo>
                      <a:pt x="179" y="126"/>
                      <a:pt x="176" y="121"/>
                      <a:pt x="172" y="121"/>
                    </a:cubicBezTo>
                    <a:cubicBezTo>
                      <a:pt x="169" y="121"/>
                      <a:pt x="168" y="117"/>
                      <a:pt x="168" y="113"/>
                    </a:cubicBezTo>
                    <a:cubicBezTo>
                      <a:pt x="168" y="109"/>
                      <a:pt x="162" y="106"/>
                      <a:pt x="159" y="102"/>
                    </a:cubicBezTo>
                    <a:cubicBezTo>
                      <a:pt x="157" y="99"/>
                      <a:pt x="156" y="92"/>
                      <a:pt x="156" y="87"/>
                    </a:cubicBezTo>
                    <a:cubicBezTo>
                      <a:pt x="156" y="82"/>
                      <a:pt x="156" y="74"/>
                      <a:pt x="159" y="64"/>
                    </a:cubicBezTo>
                    <a:cubicBezTo>
                      <a:pt x="159" y="63"/>
                      <a:pt x="160" y="62"/>
                      <a:pt x="160" y="61"/>
                    </a:cubicBezTo>
                    <a:cubicBezTo>
                      <a:pt x="158" y="60"/>
                      <a:pt x="157" y="60"/>
                      <a:pt x="156" y="60"/>
                    </a:cubicBezTo>
                    <a:cubicBezTo>
                      <a:pt x="153" y="60"/>
                      <a:pt x="146" y="56"/>
                      <a:pt x="145" y="56"/>
                    </a:cubicBezTo>
                    <a:cubicBezTo>
                      <a:pt x="144" y="56"/>
                      <a:pt x="144" y="52"/>
                      <a:pt x="143" y="51"/>
                    </a:cubicBezTo>
                    <a:cubicBezTo>
                      <a:pt x="142" y="49"/>
                      <a:pt x="142" y="46"/>
                      <a:pt x="141" y="45"/>
                    </a:cubicBezTo>
                    <a:cubicBezTo>
                      <a:pt x="139" y="43"/>
                      <a:pt x="135" y="39"/>
                      <a:pt x="133" y="34"/>
                    </a:cubicBezTo>
                    <a:cubicBezTo>
                      <a:pt x="132" y="28"/>
                      <a:pt x="122" y="26"/>
                      <a:pt x="119" y="26"/>
                    </a:cubicBezTo>
                    <a:cubicBezTo>
                      <a:pt x="116" y="25"/>
                      <a:pt x="114" y="33"/>
                      <a:pt x="113" y="33"/>
                    </a:cubicBezTo>
                    <a:cubicBezTo>
                      <a:pt x="112" y="33"/>
                      <a:pt x="105" y="29"/>
                      <a:pt x="103" y="28"/>
                    </a:cubicBezTo>
                    <a:cubicBezTo>
                      <a:pt x="101" y="27"/>
                      <a:pt x="100" y="25"/>
                      <a:pt x="100" y="23"/>
                    </a:cubicBezTo>
                    <a:cubicBezTo>
                      <a:pt x="100" y="21"/>
                      <a:pt x="96" y="17"/>
                      <a:pt x="95" y="17"/>
                    </a:cubicBezTo>
                    <a:cubicBezTo>
                      <a:pt x="94" y="16"/>
                      <a:pt x="86" y="9"/>
                      <a:pt x="86" y="9"/>
                    </a:cubicBezTo>
                    <a:cubicBezTo>
                      <a:pt x="74" y="9"/>
                      <a:pt x="74" y="9"/>
                      <a:pt x="74" y="9"/>
                    </a:cubicBezTo>
                    <a:cubicBezTo>
                      <a:pt x="71" y="12"/>
                      <a:pt x="71" y="12"/>
                      <a:pt x="71" y="12"/>
                    </a:cubicBezTo>
                    <a:cubicBezTo>
                      <a:pt x="48" y="12"/>
                      <a:pt x="48" y="12"/>
                      <a:pt x="48" y="12"/>
                    </a:cubicBezTo>
                    <a:cubicBezTo>
                      <a:pt x="48" y="12"/>
                      <a:pt x="31" y="6"/>
                      <a:pt x="27" y="5"/>
                    </a:cubicBezTo>
                    <a:cubicBezTo>
                      <a:pt x="24" y="4"/>
                      <a:pt x="18" y="0"/>
                      <a:pt x="18" y="0"/>
                    </a:cubicBezTo>
                    <a:cubicBezTo>
                      <a:pt x="0" y="3"/>
                      <a:pt x="0" y="3"/>
                      <a:pt x="0" y="3"/>
                    </a:cubicBezTo>
                    <a:cubicBezTo>
                      <a:pt x="1" y="5"/>
                      <a:pt x="2" y="7"/>
                      <a:pt x="4" y="9"/>
                    </a:cubicBezTo>
                    <a:cubicBezTo>
                      <a:pt x="8" y="14"/>
                      <a:pt x="11" y="22"/>
                      <a:pt x="11" y="25"/>
                    </a:cubicBezTo>
                    <a:cubicBezTo>
                      <a:pt x="11" y="28"/>
                      <a:pt x="16" y="30"/>
                      <a:pt x="21" y="33"/>
                    </a:cubicBezTo>
                    <a:cubicBezTo>
                      <a:pt x="25" y="36"/>
                      <a:pt x="25" y="42"/>
                      <a:pt x="25" y="44"/>
                    </a:cubicBezTo>
                    <a:cubicBezTo>
                      <a:pt x="24" y="45"/>
                      <a:pt x="19" y="43"/>
                      <a:pt x="18" y="44"/>
                    </a:cubicBezTo>
                    <a:cubicBezTo>
                      <a:pt x="18" y="46"/>
                      <a:pt x="26" y="52"/>
                      <a:pt x="28" y="52"/>
                    </a:cubicBezTo>
                    <a:cubicBezTo>
                      <a:pt x="31" y="51"/>
                      <a:pt x="33" y="53"/>
                      <a:pt x="37" y="57"/>
                    </a:cubicBezTo>
                    <a:cubicBezTo>
                      <a:pt x="42" y="61"/>
                      <a:pt x="41" y="66"/>
                      <a:pt x="39" y="67"/>
                    </a:cubicBezTo>
                    <a:cubicBezTo>
                      <a:pt x="38" y="69"/>
                      <a:pt x="43" y="72"/>
                      <a:pt x="49" y="75"/>
                    </a:cubicBezTo>
                    <a:cubicBezTo>
                      <a:pt x="54" y="79"/>
                      <a:pt x="57" y="84"/>
                      <a:pt x="57" y="86"/>
                    </a:cubicBezTo>
                    <a:cubicBezTo>
                      <a:pt x="58" y="88"/>
                      <a:pt x="60" y="86"/>
                      <a:pt x="61" y="83"/>
                    </a:cubicBezTo>
                    <a:cubicBezTo>
                      <a:pt x="62" y="80"/>
                      <a:pt x="59" y="80"/>
                      <a:pt x="59" y="77"/>
                    </a:cubicBezTo>
                    <a:cubicBezTo>
                      <a:pt x="59" y="74"/>
                      <a:pt x="55" y="74"/>
                      <a:pt x="53" y="74"/>
                    </a:cubicBezTo>
                    <a:cubicBezTo>
                      <a:pt x="51" y="74"/>
                      <a:pt x="53" y="69"/>
                      <a:pt x="51" y="67"/>
                    </a:cubicBezTo>
                    <a:cubicBezTo>
                      <a:pt x="49" y="65"/>
                      <a:pt x="47" y="59"/>
                      <a:pt x="46" y="55"/>
                    </a:cubicBezTo>
                    <a:cubicBezTo>
                      <a:pt x="44" y="51"/>
                      <a:pt x="39" y="48"/>
                      <a:pt x="37" y="43"/>
                    </a:cubicBezTo>
                    <a:cubicBezTo>
                      <a:pt x="34" y="39"/>
                      <a:pt x="32" y="36"/>
                      <a:pt x="30" y="34"/>
                    </a:cubicBezTo>
                    <a:cubicBezTo>
                      <a:pt x="29" y="33"/>
                      <a:pt x="32" y="32"/>
                      <a:pt x="31" y="30"/>
                    </a:cubicBezTo>
                    <a:cubicBezTo>
                      <a:pt x="30" y="29"/>
                      <a:pt x="27" y="29"/>
                      <a:pt x="25" y="28"/>
                    </a:cubicBezTo>
                    <a:cubicBezTo>
                      <a:pt x="22" y="26"/>
                      <a:pt x="20" y="24"/>
                      <a:pt x="20" y="21"/>
                    </a:cubicBezTo>
                    <a:cubicBezTo>
                      <a:pt x="20" y="18"/>
                      <a:pt x="19" y="12"/>
                      <a:pt x="18" y="9"/>
                    </a:cubicBezTo>
                    <a:cubicBezTo>
                      <a:pt x="17" y="7"/>
                      <a:pt x="20" y="7"/>
                      <a:pt x="21" y="8"/>
                    </a:cubicBezTo>
                    <a:cubicBezTo>
                      <a:pt x="21" y="10"/>
                      <a:pt x="22" y="11"/>
                      <a:pt x="23" y="10"/>
                    </a:cubicBezTo>
                    <a:cubicBezTo>
                      <a:pt x="25" y="9"/>
                      <a:pt x="27" y="10"/>
                      <a:pt x="28" y="12"/>
                    </a:cubicBezTo>
                    <a:cubicBezTo>
                      <a:pt x="29" y="14"/>
                      <a:pt x="32" y="12"/>
                      <a:pt x="33" y="13"/>
                    </a:cubicBezTo>
                    <a:cubicBezTo>
                      <a:pt x="34" y="14"/>
                      <a:pt x="30" y="15"/>
                      <a:pt x="34" y="23"/>
                    </a:cubicBezTo>
                    <a:cubicBezTo>
                      <a:pt x="39" y="31"/>
                      <a:pt x="36" y="26"/>
                      <a:pt x="36" y="32"/>
                    </a:cubicBezTo>
                    <a:cubicBezTo>
                      <a:pt x="36" y="38"/>
                      <a:pt x="39" y="35"/>
                      <a:pt x="40" y="34"/>
                    </a:cubicBezTo>
                    <a:cubicBezTo>
                      <a:pt x="41" y="33"/>
                      <a:pt x="43" y="36"/>
                      <a:pt x="45" y="39"/>
                    </a:cubicBezTo>
                    <a:cubicBezTo>
                      <a:pt x="48" y="42"/>
                      <a:pt x="52" y="42"/>
                      <a:pt x="52" y="43"/>
                    </a:cubicBezTo>
                    <a:cubicBezTo>
                      <a:pt x="52" y="45"/>
                      <a:pt x="53" y="48"/>
                      <a:pt x="56" y="49"/>
                    </a:cubicBezTo>
                    <a:cubicBezTo>
                      <a:pt x="59" y="49"/>
                      <a:pt x="60" y="53"/>
                      <a:pt x="62" y="53"/>
                    </a:cubicBezTo>
                    <a:cubicBezTo>
                      <a:pt x="64" y="53"/>
                      <a:pt x="64" y="56"/>
                      <a:pt x="63" y="58"/>
                    </a:cubicBezTo>
                    <a:cubicBezTo>
                      <a:pt x="62" y="60"/>
                      <a:pt x="63" y="62"/>
                      <a:pt x="68" y="64"/>
                    </a:cubicBezTo>
                    <a:cubicBezTo>
                      <a:pt x="73" y="66"/>
                      <a:pt x="70" y="66"/>
                      <a:pt x="74" y="70"/>
                    </a:cubicBezTo>
                    <a:cubicBezTo>
                      <a:pt x="78" y="74"/>
                      <a:pt x="89" y="86"/>
                      <a:pt x="92" y="89"/>
                    </a:cubicBezTo>
                    <a:cubicBezTo>
                      <a:pt x="94" y="93"/>
                      <a:pt x="95" y="96"/>
                      <a:pt x="96" y="98"/>
                    </a:cubicBezTo>
                    <a:cubicBezTo>
                      <a:pt x="97" y="101"/>
                      <a:pt x="94" y="102"/>
                      <a:pt x="95" y="104"/>
                    </a:cubicBezTo>
                    <a:cubicBezTo>
                      <a:pt x="97" y="106"/>
                      <a:pt x="93" y="105"/>
                      <a:pt x="93" y="107"/>
                    </a:cubicBezTo>
                    <a:cubicBezTo>
                      <a:pt x="93" y="108"/>
                      <a:pt x="95" y="117"/>
                      <a:pt x="99" y="117"/>
                    </a:cubicBezTo>
                    <a:cubicBezTo>
                      <a:pt x="103" y="117"/>
                      <a:pt x="108" y="122"/>
                      <a:pt x="111" y="125"/>
                    </a:cubicBezTo>
                    <a:cubicBezTo>
                      <a:pt x="114" y="127"/>
                      <a:pt x="119" y="127"/>
                      <a:pt x="124" y="129"/>
                    </a:cubicBezTo>
                    <a:cubicBezTo>
                      <a:pt x="128" y="130"/>
                      <a:pt x="133" y="135"/>
                      <a:pt x="140" y="137"/>
                    </a:cubicBezTo>
                    <a:cubicBezTo>
                      <a:pt x="146" y="139"/>
                      <a:pt x="153" y="142"/>
                      <a:pt x="158" y="145"/>
                    </a:cubicBezTo>
                    <a:cubicBezTo>
                      <a:pt x="162" y="147"/>
                      <a:pt x="168" y="146"/>
                      <a:pt x="174" y="144"/>
                    </a:cubicBezTo>
                    <a:cubicBezTo>
                      <a:pt x="180" y="141"/>
                      <a:pt x="185" y="144"/>
                      <a:pt x="189" y="146"/>
                    </a:cubicBezTo>
                    <a:cubicBezTo>
                      <a:pt x="190" y="146"/>
                      <a:pt x="194" y="149"/>
                      <a:pt x="197" y="153"/>
                    </a:cubicBezTo>
                    <a:cubicBezTo>
                      <a:pt x="200" y="148"/>
                      <a:pt x="203" y="144"/>
                      <a:pt x="204" y="14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02">
                <a:extLst>
                  <a:ext uri="{FF2B5EF4-FFF2-40B4-BE49-F238E27FC236}">
                    <a16:creationId xmlns:a16="http://schemas.microsoft.com/office/drawing/2014/main" id="{5BC9F8B4-4598-453D-BFB6-841AEE836E80}"/>
                  </a:ext>
                </a:extLst>
              </p:cNvPr>
              <p:cNvSpPr>
                <a:spLocks/>
              </p:cNvSpPr>
              <p:nvPr/>
            </p:nvSpPr>
            <p:spPr bwMode="auto">
              <a:xfrm>
                <a:off x="3191957" y="3752277"/>
                <a:ext cx="80302" cy="76538"/>
              </a:xfrm>
              <a:custGeom>
                <a:avLst/>
                <a:gdLst>
                  <a:gd name="T0" fmla="*/ 30 w 35"/>
                  <a:gd name="T1" fmla="*/ 22 h 33"/>
                  <a:gd name="T2" fmla="*/ 35 w 35"/>
                  <a:gd name="T3" fmla="*/ 18 h 33"/>
                  <a:gd name="T4" fmla="*/ 31 w 35"/>
                  <a:gd name="T5" fmla="*/ 16 h 33"/>
                  <a:gd name="T6" fmla="*/ 27 w 35"/>
                  <a:gd name="T7" fmla="*/ 16 h 33"/>
                  <a:gd name="T8" fmla="*/ 28 w 35"/>
                  <a:gd name="T9" fmla="*/ 0 h 33"/>
                  <a:gd name="T10" fmla="*/ 14 w 35"/>
                  <a:gd name="T11" fmla="*/ 0 h 33"/>
                  <a:gd name="T12" fmla="*/ 12 w 35"/>
                  <a:gd name="T13" fmla="*/ 6 h 33"/>
                  <a:gd name="T14" fmla="*/ 17 w 35"/>
                  <a:gd name="T15" fmla="*/ 14 h 33"/>
                  <a:gd name="T16" fmla="*/ 7 w 35"/>
                  <a:gd name="T17" fmla="*/ 15 h 33"/>
                  <a:gd name="T18" fmla="*/ 0 w 35"/>
                  <a:gd name="T19" fmla="*/ 24 h 33"/>
                  <a:gd name="T20" fmla="*/ 9 w 35"/>
                  <a:gd name="T21" fmla="*/ 31 h 33"/>
                  <a:gd name="T22" fmla="*/ 20 w 35"/>
                  <a:gd name="T23" fmla="*/ 33 h 33"/>
                  <a:gd name="T24" fmla="*/ 21 w 35"/>
                  <a:gd name="T25" fmla="*/ 33 h 33"/>
                  <a:gd name="T26" fmla="*/ 26 w 35"/>
                  <a:gd name="T27" fmla="*/ 28 h 33"/>
                  <a:gd name="T28" fmla="*/ 30 w 35"/>
                  <a:gd name="T29"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33">
                    <a:moveTo>
                      <a:pt x="30" y="22"/>
                    </a:moveTo>
                    <a:cubicBezTo>
                      <a:pt x="32" y="21"/>
                      <a:pt x="33" y="19"/>
                      <a:pt x="35" y="18"/>
                    </a:cubicBezTo>
                    <a:cubicBezTo>
                      <a:pt x="32" y="19"/>
                      <a:pt x="31" y="18"/>
                      <a:pt x="31" y="16"/>
                    </a:cubicBezTo>
                    <a:cubicBezTo>
                      <a:pt x="27" y="16"/>
                      <a:pt x="27" y="16"/>
                      <a:pt x="27" y="16"/>
                    </a:cubicBezTo>
                    <a:cubicBezTo>
                      <a:pt x="28" y="0"/>
                      <a:pt x="28" y="0"/>
                      <a:pt x="28" y="0"/>
                    </a:cubicBezTo>
                    <a:cubicBezTo>
                      <a:pt x="24" y="0"/>
                      <a:pt x="15" y="0"/>
                      <a:pt x="14" y="0"/>
                    </a:cubicBezTo>
                    <a:cubicBezTo>
                      <a:pt x="13" y="0"/>
                      <a:pt x="12" y="5"/>
                      <a:pt x="12" y="6"/>
                    </a:cubicBezTo>
                    <a:cubicBezTo>
                      <a:pt x="11" y="6"/>
                      <a:pt x="18" y="11"/>
                      <a:pt x="17" y="14"/>
                    </a:cubicBezTo>
                    <a:cubicBezTo>
                      <a:pt x="17" y="16"/>
                      <a:pt x="8" y="15"/>
                      <a:pt x="7" y="15"/>
                    </a:cubicBezTo>
                    <a:cubicBezTo>
                      <a:pt x="6" y="15"/>
                      <a:pt x="3" y="19"/>
                      <a:pt x="0" y="24"/>
                    </a:cubicBezTo>
                    <a:cubicBezTo>
                      <a:pt x="4" y="27"/>
                      <a:pt x="7" y="30"/>
                      <a:pt x="9" y="31"/>
                    </a:cubicBezTo>
                    <a:cubicBezTo>
                      <a:pt x="12" y="33"/>
                      <a:pt x="18" y="31"/>
                      <a:pt x="20" y="33"/>
                    </a:cubicBezTo>
                    <a:cubicBezTo>
                      <a:pt x="20" y="33"/>
                      <a:pt x="20" y="33"/>
                      <a:pt x="21" y="33"/>
                    </a:cubicBezTo>
                    <a:cubicBezTo>
                      <a:pt x="23" y="31"/>
                      <a:pt x="25" y="29"/>
                      <a:pt x="26" y="28"/>
                    </a:cubicBezTo>
                    <a:cubicBezTo>
                      <a:pt x="28" y="28"/>
                      <a:pt x="27" y="25"/>
                      <a:pt x="30"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03">
                <a:extLst>
                  <a:ext uri="{FF2B5EF4-FFF2-40B4-BE49-F238E27FC236}">
                    <a16:creationId xmlns:a16="http://schemas.microsoft.com/office/drawing/2014/main" id="{40D8D7D1-EC17-411A-A823-EE94E47D8E2B}"/>
                  </a:ext>
                </a:extLst>
              </p:cNvPr>
              <p:cNvSpPr>
                <a:spLocks/>
              </p:cNvSpPr>
              <p:nvPr/>
            </p:nvSpPr>
            <p:spPr bwMode="auto">
              <a:xfrm>
                <a:off x="3253438" y="3740984"/>
                <a:ext cx="26349" cy="47680"/>
              </a:xfrm>
              <a:custGeom>
                <a:avLst/>
                <a:gdLst>
                  <a:gd name="T0" fmla="*/ 2 w 11"/>
                  <a:gd name="T1" fmla="*/ 5 h 21"/>
                  <a:gd name="T2" fmla="*/ 1 w 11"/>
                  <a:gd name="T3" fmla="*/ 5 h 21"/>
                  <a:gd name="T4" fmla="*/ 0 w 11"/>
                  <a:gd name="T5" fmla="*/ 21 h 21"/>
                  <a:gd name="T6" fmla="*/ 4 w 11"/>
                  <a:gd name="T7" fmla="*/ 21 h 21"/>
                  <a:gd name="T8" fmla="*/ 7 w 11"/>
                  <a:gd name="T9" fmla="*/ 17 h 21"/>
                  <a:gd name="T10" fmla="*/ 9 w 11"/>
                  <a:gd name="T11" fmla="*/ 3 h 21"/>
                  <a:gd name="T12" fmla="*/ 11 w 11"/>
                  <a:gd name="T13" fmla="*/ 2 h 21"/>
                  <a:gd name="T14" fmla="*/ 7 w 11"/>
                  <a:gd name="T15" fmla="*/ 0 h 21"/>
                  <a:gd name="T16" fmla="*/ 2 w 11"/>
                  <a:gd name="T17"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1">
                    <a:moveTo>
                      <a:pt x="2" y="5"/>
                    </a:moveTo>
                    <a:cubicBezTo>
                      <a:pt x="2" y="5"/>
                      <a:pt x="1" y="5"/>
                      <a:pt x="1" y="5"/>
                    </a:cubicBezTo>
                    <a:cubicBezTo>
                      <a:pt x="0" y="21"/>
                      <a:pt x="0" y="21"/>
                      <a:pt x="0" y="21"/>
                    </a:cubicBezTo>
                    <a:cubicBezTo>
                      <a:pt x="4" y="21"/>
                      <a:pt x="4" y="21"/>
                      <a:pt x="4" y="21"/>
                    </a:cubicBezTo>
                    <a:cubicBezTo>
                      <a:pt x="5" y="19"/>
                      <a:pt x="5" y="18"/>
                      <a:pt x="7" y="17"/>
                    </a:cubicBezTo>
                    <a:cubicBezTo>
                      <a:pt x="10" y="14"/>
                      <a:pt x="5" y="4"/>
                      <a:pt x="9" y="3"/>
                    </a:cubicBezTo>
                    <a:cubicBezTo>
                      <a:pt x="10" y="3"/>
                      <a:pt x="10" y="3"/>
                      <a:pt x="11" y="2"/>
                    </a:cubicBezTo>
                    <a:cubicBezTo>
                      <a:pt x="9" y="1"/>
                      <a:pt x="8" y="0"/>
                      <a:pt x="7" y="0"/>
                    </a:cubicBezTo>
                    <a:cubicBezTo>
                      <a:pt x="5" y="0"/>
                      <a:pt x="3" y="5"/>
                      <a:pt x="2"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04">
                <a:extLst>
                  <a:ext uri="{FF2B5EF4-FFF2-40B4-BE49-F238E27FC236}">
                    <a16:creationId xmlns:a16="http://schemas.microsoft.com/office/drawing/2014/main" id="{E0540DB1-B9F3-439D-B6C2-2DC8722536CB}"/>
                  </a:ext>
                </a:extLst>
              </p:cNvPr>
              <p:cNvSpPr>
                <a:spLocks/>
              </p:cNvSpPr>
              <p:nvPr/>
            </p:nvSpPr>
            <p:spPr bwMode="auto">
              <a:xfrm>
                <a:off x="3525714" y="3703343"/>
                <a:ext cx="55208" cy="46425"/>
              </a:xfrm>
              <a:custGeom>
                <a:avLst/>
                <a:gdLst>
                  <a:gd name="T0" fmla="*/ 12 w 24"/>
                  <a:gd name="T1" fmla="*/ 2 h 20"/>
                  <a:gd name="T2" fmla="*/ 17 w 24"/>
                  <a:gd name="T3" fmla="*/ 13 h 20"/>
                  <a:gd name="T4" fmla="*/ 1 w 24"/>
                  <a:gd name="T5" fmla="*/ 16 h 20"/>
                  <a:gd name="T6" fmla="*/ 12 w 24"/>
                  <a:gd name="T7" fmla="*/ 19 h 20"/>
                  <a:gd name="T8" fmla="*/ 23 w 24"/>
                  <a:gd name="T9" fmla="*/ 20 h 20"/>
                  <a:gd name="T10" fmla="*/ 24 w 24"/>
                  <a:gd name="T11" fmla="*/ 5 h 20"/>
                  <a:gd name="T12" fmla="*/ 12 w 24"/>
                  <a:gd name="T13" fmla="*/ 2 h 20"/>
                </a:gdLst>
                <a:ahLst/>
                <a:cxnLst>
                  <a:cxn ang="0">
                    <a:pos x="T0" y="T1"/>
                  </a:cxn>
                  <a:cxn ang="0">
                    <a:pos x="T2" y="T3"/>
                  </a:cxn>
                  <a:cxn ang="0">
                    <a:pos x="T4" y="T5"/>
                  </a:cxn>
                  <a:cxn ang="0">
                    <a:pos x="T6" y="T7"/>
                  </a:cxn>
                  <a:cxn ang="0">
                    <a:pos x="T8" y="T9"/>
                  </a:cxn>
                  <a:cxn ang="0">
                    <a:pos x="T10" y="T11"/>
                  </a:cxn>
                  <a:cxn ang="0">
                    <a:pos x="T12" y="T13"/>
                  </a:cxn>
                </a:cxnLst>
                <a:rect l="0" t="0" r="r" b="b"/>
                <a:pathLst>
                  <a:path w="24" h="20">
                    <a:moveTo>
                      <a:pt x="12" y="2"/>
                    </a:moveTo>
                    <a:cubicBezTo>
                      <a:pt x="8" y="5"/>
                      <a:pt x="17" y="10"/>
                      <a:pt x="17" y="13"/>
                    </a:cubicBezTo>
                    <a:cubicBezTo>
                      <a:pt x="17" y="17"/>
                      <a:pt x="3" y="13"/>
                      <a:pt x="1" y="16"/>
                    </a:cubicBezTo>
                    <a:cubicBezTo>
                      <a:pt x="0" y="18"/>
                      <a:pt x="6" y="20"/>
                      <a:pt x="12" y="19"/>
                    </a:cubicBezTo>
                    <a:cubicBezTo>
                      <a:pt x="16" y="17"/>
                      <a:pt x="20" y="19"/>
                      <a:pt x="23" y="20"/>
                    </a:cubicBezTo>
                    <a:cubicBezTo>
                      <a:pt x="23" y="15"/>
                      <a:pt x="24" y="9"/>
                      <a:pt x="24" y="5"/>
                    </a:cubicBezTo>
                    <a:cubicBezTo>
                      <a:pt x="20" y="3"/>
                      <a:pt x="14" y="0"/>
                      <a:pt x="12"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05">
                <a:extLst>
                  <a:ext uri="{FF2B5EF4-FFF2-40B4-BE49-F238E27FC236}">
                    <a16:creationId xmlns:a16="http://schemas.microsoft.com/office/drawing/2014/main" id="{4A9F74F2-B7E6-4DEC-92BA-2679E40D6C5F}"/>
                  </a:ext>
                </a:extLst>
              </p:cNvPr>
              <p:cNvSpPr>
                <a:spLocks/>
              </p:cNvSpPr>
              <p:nvPr/>
            </p:nvSpPr>
            <p:spPr bwMode="auto">
              <a:xfrm>
                <a:off x="3579667" y="3710871"/>
                <a:ext cx="61482" cy="43915"/>
              </a:xfrm>
              <a:custGeom>
                <a:avLst/>
                <a:gdLst>
                  <a:gd name="T0" fmla="*/ 10 w 27"/>
                  <a:gd name="T1" fmla="*/ 14 h 19"/>
                  <a:gd name="T2" fmla="*/ 27 w 27"/>
                  <a:gd name="T3" fmla="*/ 11 h 19"/>
                  <a:gd name="T4" fmla="*/ 6 w 27"/>
                  <a:gd name="T5" fmla="*/ 2 h 19"/>
                  <a:gd name="T6" fmla="*/ 1 w 27"/>
                  <a:gd name="T7" fmla="*/ 2 h 19"/>
                  <a:gd name="T8" fmla="*/ 0 w 27"/>
                  <a:gd name="T9" fmla="*/ 17 h 19"/>
                  <a:gd name="T10" fmla="*/ 0 w 27"/>
                  <a:gd name="T11" fmla="*/ 17 h 19"/>
                  <a:gd name="T12" fmla="*/ 10 w 27"/>
                  <a:gd name="T13" fmla="*/ 14 h 19"/>
                </a:gdLst>
                <a:ahLst/>
                <a:cxnLst>
                  <a:cxn ang="0">
                    <a:pos x="T0" y="T1"/>
                  </a:cxn>
                  <a:cxn ang="0">
                    <a:pos x="T2" y="T3"/>
                  </a:cxn>
                  <a:cxn ang="0">
                    <a:pos x="T4" y="T5"/>
                  </a:cxn>
                  <a:cxn ang="0">
                    <a:pos x="T6" y="T7"/>
                  </a:cxn>
                  <a:cxn ang="0">
                    <a:pos x="T8" y="T9"/>
                  </a:cxn>
                  <a:cxn ang="0">
                    <a:pos x="T10" y="T11"/>
                  </a:cxn>
                  <a:cxn ang="0">
                    <a:pos x="T12" y="T13"/>
                  </a:cxn>
                </a:cxnLst>
                <a:rect l="0" t="0" r="r" b="b"/>
                <a:pathLst>
                  <a:path w="27" h="19">
                    <a:moveTo>
                      <a:pt x="10" y="14"/>
                    </a:moveTo>
                    <a:cubicBezTo>
                      <a:pt x="17" y="12"/>
                      <a:pt x="27" y="16"/>
                      <a:pt x="27" y="11"/>
                    </a:cubicBezTo>
                    <a:cubicBezTo>
                      <a:pt x="27" y="6"/>
                      <a:pt x="10" y="0"/>
                      <a:pt x="6" y="2"/>
                    </a:cubicBezTo>
                    <a:cubicBezTo>
                      <a:pt x="4" y="2"/>
                      <a:pt x="3" y="2"/>
                      <a:pt x="1" y="2"/>
                    </a:cubicBezTo>
                    <a:cubicBezTo>
                      <a:pt x="1" y="6"/>
                      <a:pt x="0" y="12"/>
                      <a:pt x="0" y="17"/>
                    </a:cubicBezTo>
                    <a:cubicBezTo>
                      <a:pt x="0" y="17"/>
                      <a:pt x="0" y="17"/>
                      <a:pt x="0" y="17"/>
                    </a:cubicBezTo>
                    <a:cubicBezTo>
                      <a:pt x="3" y="19"/>
                      <a:pt x="4" y="16"/>
                      <a:pt x="10"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06">
                <a:extLst>
                  <a:ext uri="{FF2B5EF4-FFF2-40B4-BE49-F238E27FC236}">
                    <a16:creationId xmlns:a16="http://schemas.microsoft.com/office/drawing/2014/main" id="{63DD974E-D568-4065-81AF-94C0F6102497}"/>
                  </a:ext>
                </a:extLst>
              </p:cNvPr>
              <p:cNvSpPr>
                <a:spLocks/>
              </p:cNvSpPr>
              <p:nvPr/>
            </p:nvSpPr>
            <p:spPr bwMode="auto">
              <a:xfrm>
                <a:off x="3288571" y="3804975"/>
                <a:ext cx="77793" cy="81557"/>
              </a:xfrm>
              <a:custGeom>
                <a:avLst/>
                <a:gdLst>
                  <a:gd name="T0" fmla="*/ 18 w 34"/>
                  <a:gd name="T1" fmla="*/ 33 h 35"/>
                  <a:gd name="T2" fmla="*/ 26 w 34"/>
                  <a:gd name="T3" fmla="*/ 35 h 35"/>
                  <a:gd name="T4" fmla="*/ 30 w 34"/>
                  <a:gd name="T5" fmla="*/ 35 h 35"/>
                  <a:gd name="T6" fmla="*/ 29 w 34"/>
                  <a:gd name="T7" fmla="*/ 34 h 35"/>
                  <a:gd name="T8" fmla="*/ 31 w 34"/>
                  <a:gd name="T9" fmla="*/ 23 h 35"/>
                  <a:gd name="T10" fmla="*/ 32 w 34"/>
                  <a:gd name="T11" fmla="*/ 9 h 35"/>
                  <a:gd name="T12" fmla="*/ 34 w 34"/>
                  <a:gd name="T13" fmla="*/ 1 h 35"/>
                  <a:gd name="T14" fmla="*/ 34 w 34"/>
                  <a:gd name="T15" fmla="*/ 0 h 35"/>
                  <a:gd name="T16" fmla="*/ 24 w 34"/>
                  <a:gd name="T17" fmla="*/ 4 h 35"/>
                  <a:gd name="T18" fmla="*/ 17 w 34"/>
                  <a:gd name="T19" fmla="*/ 6 h 35"/>
                  <a:gd name="T20" fmla="*/ 8 w 34"/>
                  <a:gd name="T21" fmla="*/ 10 h 35"/>
                  <a:gd name="T22" fmla="*/ 5 w 34"/>
                  <a:gd name="T23" fmla="*/ 15 h 35"/>
                  <a:gd name="T24" fmla="*/ 3 w 34"/>
                  <a:gd name="T25" fmla="*/ 17 h 35"/>
                  <a:gd name="T26" fmla="*/ 0 w 34"/>
                  <a:gd name="T27" fmla="*/ 17 h 35"/>
                  <a:gd name="T28" fmla="*/ 1 w 34"/>
                  <a:gd name="T29" fmla="*/ 21 h 35"/>
                  <a:gd name="T30" fmla="*/ 11 w 34"/>
                  <a:gd name="T31" fmla="*/ 30 h 35"/>
                  <a:gd name="T32" fmla="*/ 14 w 34"/>
                  <a:gd name="T33" fmla="*/ 33 h 35"/>
                  <a:gd name="T34" fmla="*/ 18 w 34"/>
                  <a:gd name="T35" fmla="*/ 3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35">
                    <a:moveTo>
                      <a:pt x="18" y="33"/>
                    </a:moveTo>
                    <a:cubicBezTo>
                      <a:pt x="20" y="34"/>
                      <a:pt x="24" y="33"/>
                      <a:pt x="26" y="35"/>
                    </a:cubicBezTo>
                    <a:cubicBezTo>
                      <a:pt x="27" y="35"/>
                      <a:pt x="28" y="35"/>
                      <a:pt x="30" y="35"/>
                    </a:cubicBezTo>
                    <a:cubicBezTo>
                      <a:pt x="30" y="35"/>
                      <a:pt x="29" y="34"/>
                      <a:pt x="29" y="34"/>
                    </a:cubicBezTo>
                    <a:cubicBezTo>
                      <a:pt x="28" y="31"/>
                      <a:pt x="30" y="27"/>
                      <a:pt x="31" y="23"/>
                    </a:cubicBezTo>
                    <a:cubicBezTo>
                      <a:pt x="32" y="20"/>
                      <a:pt x="30" y="12"/>
                      <a:pt x="32" y="9"/>
                    </a:cubicBezTo>
                    <a:cubicBezTo>
                      <a:pt x="34" y="7"/>
                      <a:pt x="33" y="6"/>
                      <a:pt x="34" y="1"/>
                    </a:cubicBezTo>
                    <a:cubicBezTo>
                      <a:pt x="34" y="1"/>
                      <a:pt x="34" y="1"/>
                      <a:pt x="34" y="0"/>
                    </a:cubicBezTo>
                    <a:cubicBezTo>
                      <a:pt x="30" y="0"/>
                      <a:pt x="26" y="4"/>
                      <a:pt x="24" y="4"/>
                    </a:cubicBezTo>
                    <a:cubicBezTo>
                      <a:pt x="23" y="4"/>
                      <a:pt x="17" y="3"/>
                      <a:pt x="17" y="6"/>
                    </a:cubicBezTo>
                    <a:cubicBezTo>
                      <a:pt x="16" y="9"/>
                      <a:pt x="12" y="9"/>
                      <a:pt x="8" y="10"/>
                    </a:cubicBezTo>
                    <a:cubicBezTo>
                      <a:pt x="3" y="10"/>
                      <a:pt x="6" y="14"/>
                      <a:pt x="5" y="15"/>
                    </a:cubicBezTo>
                    <a:cubicBezTo>
                      <a:pt x="5" y="15"/>
                      <a:pt x="3" y="17"/>
                      <a:pt x="3" y="17"/>
                    </a:cubicBezTo>
                    <a:cubicBezTo>
                      <a:pt x="0" y="17"/>
                      <a:pt x="0" y="17"/>
                      <a:pt x="0" y="17"/>
                    </a:cubicBezTo>
                    <a:cubicBezTo>
                      <a:pt x="0" y="19"/>
                      <a:pt x="0" y="20"/>
                      <a:pt x="1" y="21"/>
                    </a:cubicBezTo>
                    <a:cubicBezTo>
                      <a:pt x="4" y="22"/>
                      <a:pt x="8" y="28"/>
                      <a:pt x="11" y="30"/>
                    </a:cubicBezTo>
                    <a:cubicBezTo>
                      <a:pt x="12" y="31"/>
                      <a:pt x="13" y="32"/>
                      <a:pt x="14" y="33"/>
                    </a:cubicBezTo>
                    <a:cubicBezTo>
                      <a:pt x="15" y="33"/>
                      <a:pt x="17" y="33"/>
                      <a:pt x="18" y="3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08">
                <a:extLst>
                  <a:ext uri="{FF2B5EF4-FFF2-40B4-BE49-F238E27FC236}">
                    <a16:creationId xmlns:a16="http://schemas.microsoft.com/office/drawing/2014/main" id="{690BBC24-8B53-4B58-B171-19CB1E27361F}"/>
                  </a:ext>
                </a:extLst>
              </p:cNvPr>
              <p:cNvSpPr>
                <a:spLocks/>
              </p:cNvSpPr>
              <p:nvPr/>
            </p:nvSpPr>
            <p:spPr bwMode="auto">
              <a:xfrm>
                <a:off x="3828103" y="4669481"/>
                <a:ext cx="91595" cy="101633"/>
              </a:xfrm>
              <a:custGeom>
                <a:avLst/>
                <a:gdLst>
                  <a:gd name="T0" fmla="*/ 40 w 40"/>
                  <a:gd name="T1" fmla="*/ 21 h 44"/>
                  <a:gd name="T2" fmla="*/ 34 w 40"/>
                  <a:gd name="T3" fmla="*/ 15 h 44"/>
                  <a:gd name="T4" fmla="*/ 25 w 40"/>
                  <a:gd name="T5" fmla="*/ 8 h 44"/>
                  <a:gd name="T6" fmla="*/ 21 w 40"/>
                  <a:gd name="T7" fmla="*/ 9 h 44"/>
                  <a:gd name="T8" fmla="*/ 17 w 40"/>
                  <a:gd name="T9" fmla="*/ 3 h 44"/>
                  <a:gd name="T10" fmla="*/ 10 w 40"/>
                  <a:gd name="T11" fmla="*/ 1 h 44"/>
                  <a:gd name="T12" fmla="*/ 8 w 40"/>
                  <a:gd name="T13" fmla="*/ 1 h 44"/>
                  <a:gd name="T14" fmla="*/ 5 w 40"/>
                  <a:gd name="T15" fmla="*/ 6 h 44"/>
                  <a:gd name="T16" fmla="*/ 3 w 40"/>
                  <a:gd name="T17" fmla="*/ 19 h 44"/>
                  <a:gd name="T18" fmla="*/ 0 w 40"/>
                  <a:gd name="T19" fmla="*/ 30 h 44"/>
                  <a:gd name="T20" fmla="*/ 3 w 40"/>
                  <a:gd name="T21" fmla="*/ 35 h 44"/>
                  <a:gd name="T22" fmla="*/ 2 w 40"/>
                  <a:gd name="T23" fmla="*/ 38 h 44"/>
                  <a:gd name="T24" fmla="*/ 5 w 40"/>
                  <a:gd name="T25" fmla="*/ 40 h 44"/>
                  <a:gd name="T26" fmla="*/ 16 w 40"/>
                  <a:gd name="T27" fmla="*/ 42 h 44"/>
                  <a:gd name="T28" fmla="*/ 22 w 40"/>
                  <a:gd name="T29" fmla="*/ 42 h 44"/>
                  <a:gd name="T30" fmla="*/ 34 w 40"/>
                  <a:gd name="T31" fmla="*/ 41 h 44"/>
                  <a:gd name="T32" fmla="*/ 40 w 40"/>
                  <a:gd name="T33" fmla="*/ 33 h 44"/>
                  <a:gd name="T34" fmla="*/ 40 w 40"/>
                  <a:gd name="T35" fmla="*/ 2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44">
                    <a:moveTo>
                      <a:pt x="40" y="21"/>
                    </a:moveTo>
                    <a:cubicBezTo>
                      <a:pt x="40" y="17"/>
                      <a:pt x="35" y="16"/>
                      <a:pt x="34" y="15"/>
                    </a:cubicBezTo>
                    <a:cubicBezTo>
                      <a:pt x="33" y="13"/>
                      <a:pt x="27" y="11"/>
                      <a:pt x="25" y="8"/>
                    </a:cubicBezTo>
                    <a:cubicBezTo>
                      <a:pt x="23" y="5"/>
                      <a:pt x="22" y="9"/>
                      <a:pt x="21" y="9"/>
                    </a:cubicBezTo>
                    <a:cubicBezTo>
                      <a:pt x="20" y="9"/>
                      <a:pt x="20" y="7"/>
                      <a:pt x="17" y="3"/>
                    </a:cubicBezTo>
                    <a:cubicBezTo>
                      <a:pt x="14" y="0"/>
                      <a:pt x="12" y="0"/>
                      <a:pt x="10" y="1"/>
                    </a:cubicBezTo>
                    <a:cubicBezTo>
                      <a:pt x="10" y="1"/>
                      <a:pt x="9" y="1"/>
                      <a:pt x="8" y="1"/>
                    </a:cubicBezTo>
                    <a:cubicBezTo>
                      <a:pt x="6" y="3"/>
                      <a:pt x="5" y="4"/>
                      <a:pt x="5" y="6"/>
                    </a:cubicBezTo>
                    <a:cubicBezTo>
                      <a:pt x="5" y="9"/>
                      <a:pt x="3" y="13"/>
                      <a:pt x="3" y="19"/>
                    </a:cubicBezTo>
                    <a:cubicBezTo>
                      <a:pt x="2" y="26"/>
                      <a:pt x="1" y="25"/>
                      <a:pt x="0" y="30"/>
                    </a:cubicBezTo>
                    <a:cubicBezTo>
                      <a:pt x="0" y="35"/>
                      <a:pt x="2" y="34"/>
                      <a:pt x="3" y="35"/>
                    </a:cubicBezTo>
                    <a:cubicBezTo>
                      <a:pt x="3" y="35"/>
                      <a:pt x="3" y="37"/>
                      <a:pt x="2" y="38"/>
                    </a:cubicBezTo>
                    <a:cubicBezTo>
                      <a:pt x="3" y="39"/>
                      <a:pt x="4" y="40"/>
                      <a:pt x="5" y="40"/>
                    </a:cubicBezTo>
                    <a:cubicBezTo>
                      <a:pt x="9" y="39"/>
                      <a:pt x="12" y="41"/>
                      <a:pt x="16" y="42"/>
                    </a:cubicBezTo>
                    <a:cubicBezTo>
                      <a:pt x="20" y="44"/>
                      <a:pt x="18" y="42"/>
                      <a:pt x="22" y="42"/>
                    </a:cubicBezTo>
                    <a:cubicBezTo>
                      <a:pt x="26" y="43"/>
                      <a:pt x="30" y="43"/>
                      <a:pt x="34" y="41"/>
                    </a:cubicBezTo>
                    <a:cubicBezTo>
                      <a:pt x="37" y="39"/>
                      <a:pt x="38" y="36"/>
                      <a:pt x="40" y="33"/>
                    </a:cubicBezTo>
                    <a:cubicBezTo>
                      <a:pt x="38" y="29"/>
                      <a:pt x="40" y="24"/>
                      <a:pt x="40"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09">
                <a:extLst>
                  <a:ext uri="{FF2B5EF4-FFF2-40B4-BE49-F238E27FC236}">
                    <a16:creationId xmlns:a16="http://schemas.microsoft.com/office/drawing/2014/main" id="{99E2CA1F-A1D0-4B23-B3F8-DC21D7D13DDC}"/>
                  </a:ext>
                </a:extLst>
              </p:cNvPr>
              <p:cNvSpPr>
                <a:spLocks noEditPoints="1"/>
              </p:cNvSpPr>
              <p:nvPr/>
            </p:nvSpPr>
            <p:spPr bwMode="auto">
              <a:xfrm>
                <a:off x="3542025" y="4501348"/>
                <a:ext cx="376418" cy="740288"/>
              </a:xfrm>
              <a:custGeom>
                <a:avLst/>
                <a:gdLst>
                  <a:gd name="T0" fmla="*/ 46 w 163"/>
                  <a:gd name="T1" fmla="*/ 304 h 321"/>
                  <a:gd name="T2" fmla="*/ 43 w 163"/>
                  <a:gd name="T3" fmla="*/ 297 h 321"/>
                  <a:gd name="T4" fmla="*/ 40 w 163"/>
                  <a:gd name="T5" fmla="*/ 319 h 321"/>
                  <a:gd name="T6" fmla="*/ 58 w 163"/>
                  <a:gd name="T7" fmla="*/ 320 h 321"/>
                  <a:gd name="T8" fmla="*/ 62 w 163"/>
                  <a:gd name="T9" fmla="*/ 315 h 321"/>
                  <a:gd name="T10" fmla="*/ 156 w 163"/>
                  <a:gd name="T11" fmla="*/ 33 h 321"/>
                  <a:gd name="T12" fmla="*/ 152 w 163"/>
                  <a:gd name="T13" fmla="*/ 46 h 321"/>
                  <a:gd name="T14" fmla="*/ 138 w 163"/>
                  <a:gd name="T15" fmla="*/ 50 h 321"/>
                  <a:gd name="T16" fmla="*/ 123 w 163"/>
                  <a:gd name="T17" fmla="*/ 48 h 321"/>
                  <a:gd name="T18" fmla="*/ 132 w 163"/>
                  <a:gd name="T19" fmla="*/ 32 h 321"/>
                  <a:gd name="T20" fmla="*/ 108 w 163"/>
                  <a:gd name="T21" fmla="*/ 20 h 321"/>
                  <a:gd name="T22" fmla="*/ 88 w 163"/>
                  <a:gd name="T23" fmla="*/ 3 h 321"/>
                  <a:gd name="T24" fmla="*/ 75 w 163"/>
                  <a:gd name="T25" fmla="*/ 7 h 321"/>
                  <a:gd name="T26" fmla="*/ 59 w 163"/>
                  <a:gd name="T27" fmla="*/ 4 h 321"/>
                  <a:gd name="T28" fmla="*/ 52 w 163"/>
                  <a:gd name="T29" fmla="*/ 18 h 321"/>
                  <a:gd name="T30" fmla="*/ 42 w 163"/>
                  <a:gd name="T31" fmla="*/ 31 h 321"/>
                  <a:gd name="T32" fmla="*/ 43 w 163"/>
                  <a:gd name="T33" fmla="*/ 45 h 321"/>
                  <a:gd name="T34" fmla="*/ 36 w 163"/>
                  <a:gd name="T35" fmla="*/ 56 h 321"/>
                  <a:gd name="T36" fmla="*/ 30 w 163"/>
                  <a:gd name="T37" fmla="*/ 67 h 321"/>
                  <a:gd name="T38" fmla="*/ 26 w 163"/>
                  <a:gd name="T39" fmla="*/ 82 h 321"/>
                  <a:gd name="T40" fmla="*/ 29 w 163"/>
                  <a:gd name="T41" fmla="*/ 98 h 321"/>
                  <a:gd name="T42" fmla="*/ 29 w 163"/>
                  <a:gd name="T43" fmla="*/ 112 h 321"/>
                  <a:gd name="T44" fmla="*/ 26 w 163"/>
                  <a:gd name="T45" fmla="*/ 128 h 321"/>
                  <a:gd name="T46" fmla="*/ 21 w 163"/>
                  <a:gd name="T47" fmla="*/ 147 h 321"/>
                  <a:gd name="T48" fmla="*/ 18 w 163"/>
                  <a:gd name="T49" fmla="*/ 154 h 321"/>
                  <a:gd name="T50" fmla="*/ 15 w 163"/>
                  <a:gd name="T51" fmla="*/ 166 h 321"/>
                  <a:gd name="T52" fmla="*/ 15 w 163"/>
                  <a:gd name="T53" fmla="*/ 177 h 321"/>
                  <a:gd name="T54" fmla="*/ 13 w 163"/>
                  <a:gd name="T55" fmla="*/ 194 h 321"/>
                  <a:gd name="T56" fmla="*/ 15 w 163"/>
                  <a:gd name="T57" fmla="*/ 203 h 321"/>
                  <a:gd name="T58" fmla="*/ 19 w 163"/>
                  <a:gd name="T59" fmla="*/ 211 h 321"/>
                  <a:gd name="T60" fmla="*/ 17 w 163"/>
                  <a:gd name="T61" fmla="*/ 218 h 321"/>
                  <a:gd name="T62" fmla="*/ 15 w 163"/>
                  <a:gd name="T63" fmla="*/ 231 h 321"/>
                  <a:gd name="T64" fmla="*/ 10 w 163"/>
                  <a:gd name="T65" fmla="*/ 241 h 321"/>
                  <a:gd name="T66" fmla="*/ 6 w 163"/>
                  <a:gd name="T67" fmla="*/ 253 h 321"/>
                  <a:gd name="T68" fmla="*/ 2 w 163"/>
                  <a:gd name="T69" fmla="*/ 266 h 321"/>
                  <a:gd name="T70" fmla="*/ 11 w 163"/>
                  <a:gd name="T71" fmla="*/ 274 h 321"/>
                  <a:gd name="T72" fmla="*/ 16 w 163"/>
                  <a:gd name="T73" fmla="*/ 286 h 321"/>
                  <a:gd name="T74" fmla="*/ 34 w 163"/>
                  <a:gd name="T75" fmla="*/ 289 h 321"/>
                  <a:gd name="T76" fmla="*/ 38 w 163"/>
                  <a:gd name="T77" fmla="*/ 282 h 321"/>
                  <a:gd name="T78" fmla="*/ 38 w 163"/>
                  <a:gd name="T79" fmla="*/ 269 h 321"/>
                  <a:gd name="T80" fmla="*/ 47 w 163"/>
                  <a:gd name="T81" fmla="*/ 260 h 321"/>
                  <a:gd name="T82" fmla="*/ 63 w 163"/>
                  <a:gd name="T83" fmla="*/ 243 h 321"/>
                  <a:gd name="T84" fmla="*/ 56 w 163"/>
                  <a:gd name="T85" fmla="*/ 233 h 321"/>
                  <a:gd name="T86" fmla="*/ 64 w 163"/>
                  <a:gd name="T87" fmla="*/ 213 h 321"/>
                  <a:gd name="T88" fmla="*/ 68 w 163"/>
                  <a:gd name="T89" fmla="*/ 203 h 321"/>
                  <a:gd name="T90" fmla="*/ 73 w 163"/>
                  <a:gd name="T91" fmla="*/ 192 h 321"/>
                  <a:gd name="T92" fmla="*/ 78 w 163"/>
                  <a:gd name="T93" fmla="*/ 192 h 321"/>
                  <a:gd name="T94" fmla="*/ 76 w 163"/>
                  <a:gd name="T95" fmla="*/ 187 h 321"/>
                  <a:gd name="T96" fmla="*/ 70 w 163"/>
                  <a:gd name="T97" fmla="*/ 179 h 321"/>
                  <a:gd name="T98" fmla="*/ 82 w 163"/>
                  <a:gd name="T99" fmla="*/ 175 h 321"/>
                  <a:gd name="T100" fmla="*/ 92 w 163"/>
                  <a:gd name="T101" fmla="*/ 162 h 321"/>
                  <a:gd name="T102" fmla="*/ 95 w 163"/>
                  <a:gd name="T103" fmla="*/ 154 h 321"/>
                  <a:gd name="T104" fmla="*/ 131 w 163"/>
                  <a:gd name="T105" fmla="*/ 145 h 321"/>
                  <a:gd name="T106" fmla="*/ 135 w 163"/>
                  <a:gd name="T107" fmla="*/ 129 h 321"/>
                  <a:gd name="T108" fmla="*/ 129 w 163"/>
                  <a:gd name="T109" fmla="*/ 117 h 321"/>
                  <a:gd name="T110" fmla="*/ 126 w 163"/>
                  <a:gd name="T111" fmla="*/ 111 h 321"/>
                  <a:gd name="T112" fmla="*/ 124 w 163"/>
                  <a:gd name="T113" fmla="*/ 103 h 321"/>
                  <a:gd name="T114" fmla="*/ 129 w 163"/>
                  <a:gd name="T115" fmla="*/ 79 h 321"/>
                  <a:gd name="T116" fmla="*/ 153 w 163"/>
                  <a:gd name="T117" fmla="*/ 51 h 321"/>
                  <a:gd name="T118" fmla="*/ 161 w 163"/>
                  <a:gd name="T119" fmla="*/ 33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3" h="321">
                    <a:moveTo>
                      <a:pt x="62" y="315"/>
                    </a:moveTo>
                    <a:cubicBezTo>
                      <a:pt x="58" y="315"/>
                      <a:pt x="49" y="307"/>
                      <a:pt x="46" y="304"/>
                    </a:cubicBezTo>
                    <a:cubicBezTo>
                      <a:pt x="44" y="302"/>
                      <a:pt x="46" y="300"/>
                      <a:pt x="43" y="301"/>
                    </a:cubicBezTo>
                    <a:cubicBezTo>
                      <a:pt x="39" y="301"/>
                      <a:pt x="41" y="298"/>
                      <a:pt x="43" y="297"/>
                    </a:cubicBezTo>
                    <a:cubicBezTo>
                      <a:pt x="45" y="296"/>
                      <a:pt x="43" y="293"/>
                      <a:pt x="40" y="293"/>
                    </a:cubicBezTo>
                    <a:cubicBezTo>
                      <a:pt x="40" y="298"/>
                      <a:pt x="39" y="319"/>
                      <a:pt x="40" y="319"/>
                    </a:cubicBezTo>
                    <a:cubicBezTo>
                      <a:pt x="42" y="320"/>
                      <a:pt x="51" y="318"/>
                      <a:pt x="54" y="320"/>
                    </a:cubicBezTo>
                    <a:cubicBezTo>
                      <a:pt x="55" y="320"/>
                      <a:pt x="57" y="321"/>
                      <a:pt x="58" y="320"/>
                    </a:cubicBezTo>
                    <a:cubicBezTo>
                      <a:pt x="59" y="318"/>
                      <a:pt x="65" y="319"/>
                      <a:pt x="68" y="317"/>
                    </a:cubicBezTo>
                    <a:cubicBezTo>
                      <a:pt x="71" y="316"/>
                      <a:pt x="67" y="315"/>
                      <a:pt x="62" y="315"/>
                    </a:cubicBezTo>
                    <a:close/>
                    <a:moveTo>
                      <a:pt x="161" y="33"/>
                    </a:moveTo>
                    <a:cubicBezTo>
                      <a:pt x="160" y="33"/>
                      <a:pt x="158" y="33"/>
                      <a:pt x="156" y="33"/>
                    </a:cubicBezTo>
                    <a:cubicBezTo>
                      <a:pt x="156" y="33"/>
                      <a:pt x="156" y="34"/>
                      <a:pt x="156" y="34"/>
                    </a:cubicBezTo>
                    <a:cubicBezTo>
                      <a:pt x="156" y="37"/>
                      <a:pt x="154" y="46"/>
                      <a:pt x="152" y="46"/>
                    </a:cubicBezTo>
                    <a:cubicBezTo>
                      <a:pt x="149" y="45"/>
                      <a:pt x="147" y="49"/>
                      <a:pt x="145" y="49"/>
                    </a:cubicBezTo>
                    <a:cubicBezTo>
                      <a:pt x="144" y="48"/>
                      <a:pt x="141" y="52"/>
                      <a:pt x="138" y="50"/>
                    </a:cubicBezTo>
                    <a:cubicBezTo>
                      <a:pt x="136" y="49"/>
                      <a:pt x="133" y="51"/>
                      <a:pt x="131" y="49"/>
                    </a:cubicBezTo>
                    <a:cubicBezTo>
                      <a:pt x="129" y="48"/>
                      <a:pt x="123" y="49"/>
                      <a:pt x="123" y="48"/>
                    </a:cubicBezTo>
                    <a:cubicBezTo>
                      <a:pt x="123" y="46"/>
                      <a:pt x="126" y="47"/>
                      <a:pt x="126" y="42"/>
                    </a:cubicBezTo>
                    <a:cubicBezTo>
                      <a:pt x="126" y="38"/>
                      <a:pt x="133" y="33"/>
                      <a:pt x="132" y="32"/>
                    </a:cubicBezTo>
                    <a:cubicBezTo>
                      <a:pt x="131" y="30"/>
                      <a:pt x="119" y="26"/>
                      <a:pt x="117" y="24"/>
                    </a:cubicBezTo>
                    <a:cubicBezTo>
                      <a:pt x="116" y="22"/>
                      <a:pt x="113" y="20"/>
                      <a:pt x="108" y="20"/>
                    </a:cubicBezTo>
                    <a:cubicBezTo>
                      <a:pt x="103" y="19"/>
                      <a:pt x="104" y="17"/>
                      <a:pt x="99" y="14"/>
                    </a:cubicBezTo>
                    <a:cubicBezTo>
                      <a:pt x="96" y="12"/>
                      <a:pt x="90" y="6"/>
                      <a:pt x="88" y="3"/>
                    </a:cubicBezTo>
                    <a:cubicBezTo>
                      <a:pt x="85" y="2"/>
                      <a:pt x="81" y="2"/>
                      <a:pt x="80" y="3"/>
                    </a:cubicBezTo>
                    <a:cubicBezTo>
                      <a:pt x="79" y="4"/>
                      <a:pt x="77" y="11"/>
                      <a:pt x="75" y="7"/>
                    </a:cubicBezTo>
                    <a:cubicBezTo>
                      <a:pt x="74" y="4"/>
                      <a:pt x="70" y="4"/>
                      <a:pt x="66" y="4"/>
                    </a:cubicBezTo>
                    <a:cubicBezTo>
                      <a:pt x="63" y="3"/>
                      <a:pt x="63" y="0"/>
                      <a:pt x="59" y="4"/>
                    </a:cubicBezTo>
                    <a:cubicBezTo>
                      <a:pt x="57" y="6"/>
                      <a:pt x="55" y="7"/>
                      <a:pt x="53" y="9"/>
                    </a:cubicBezTo>
                    <a:cubicBezTo>
                      <a:pt x="53" y="13"/>
                      <a:pt x="52" y="17"/>
                      <a:pt x="52" y="18"/>
                    </a:cubicBezTo>
                    <a:cubicBezTo>
                      <a:pt x="51" y="20"/>
                      <a:pt x="43" y="23"/>
                      <a:pt x="42" y="25"/>
                    </a:cubicBezTo>
                    <a:cubicBezTo>
                      <a:pt x="42" y="27"/>
                      <a:pt x="43" y="30"/>
                      <a:pt x="42" y="31"/>
                    </a:cubicBezTo>
                    <a:cubicBezTo>
                      <a:pt x="40" y="32"/>
                      <a:pt x="45" y="38"/>
                      <a:pt x="43" y="40"/>
                    </a:cubicBezTo>
                    <a:cubicBezTo>
                      <a:pt x="40" y="41"/>
                      <a:pt x="45" y="44"/>
                      <a:pt x="43" y="45"/>
                    </a:cubicBezTo>
                    <a:cubicBezTo>
                      <a:pt x="41" y="47"/>
                      <a:pt x="38" y="47"/>
                      <a:pt x="38" y="49"/>
                    </a:cubicBezTo>
                    <a:cubicBezTo>
                      <a:pt x="38" y="51"/>
                      <a:pt x="38" y="55"/>
                      <a:pt x="36" y="56"/>
                    </a:cubicBezTo>
                    <a:cubicBezTo>
                      <a:pt x="33" y="57"/>
                      <a:pt x="32" y="60"/>
                      <a:pt x="32" y="63"/>
                    </a:cubicBezTo>
                    <a:cubicBezTo>
                      <a:pt x="32" y="66"/>
                      <a:pt x="29" y="64"/>
                      <a:pt x="30" y="67"/>
                    </a:cubicBezTo>
                    <a:cubicBezTo>
                      <a:pt x="31" y="71"/>
                      <a:pt x="32" y="75"/>
                      <a:pt x="30" y="76"/>
                    </a:cubicBezTo>
                    <a:cubicBezTo>
                      <a:pt x="27" y="76"/>
                      <a:pt x="28" y="82"/>
                      <a:pt x="26" y="82"/>
                    </a:cubicBezTo>
                    <a:cubicBezTo>
                      <a:pt x="25" y="82"/>
                      <a:pt x="24" y="88"/>
                      <a:pt x="26" y="91"/>
                    </a:cubicBezTo>
                    <a:cubicBezTo>
                      <a:pt x="29" y="93"/>
                      <a:pt x="29" y="96"/>
                      <a:pt x="29" y="98"/>
                    </a:cubicBezTo>
                    <a:cubicBezTo>
                      <a:pt x="29" y="101"/>
                      <a:pt x="32" y="103"/>
                      <a:pt x="31" y="105"/>
                    </a:cubicBezTo>
                    <a:cubicBezTo>
                      <a:pt x="30" y="108"/>
                      <a:pt x="31" y="111"/>
                      <a:pt x="29" y="112"/>
                    </a:cubicBezTo>
                    <a:cubicBezTo>
                      <a:pt x="27" y="113"/>
                      <a:pt x="29" y="117"/>
                      <a:pt x="26" y="118"/>
                    </a:cubicBezTo>
                    <a:cubicBezTo>
                      <a:pt x="24" y="119"/>
                      <a:pt x="28" y="127"/>
                      <a:pt x="26" y="128"/>
                    </a:cubicBezTo>
                    <a:cubicBezTo>
                      <a:pt x="25" y="130"/>
                      <a:pt x="20" y="131"/>
                      <a:pt x="20" y="136"/>
                    </a:cubicBezTo>
                    <a:cubicBezTo>
                      <a:pt x="20" y="141"/>
                      <a:pt x="21" y="144"/>
                      <a:pt x="21" y="147"/>
                    </a:cubicBezTo>
                    <a:cubicBezTo>
                      <a:pt x="20" y="149"/>
                      <a:pt x="23" y="148"/>
                      <a:pt x="23" y="151"/>
                    </a:cubicBezTo>
                    <a:cubicBezTo>
                      <a:pt x="22" y="154"/>
                      <a:pt x="18" y="153"/>
                      <a:pt x="18" y="154"/>
                    </a:cubicBezTo>
                    <a:cubicBezTo>
                      <a:pt x="18" y="156"/>
                      <a:pt x="19" y="160"/>
                      <a:pt x="18" y="161"/>
                    </a:cubicBezTo>
                    <a:cubicBezTo>
                      <a:pt x="16" y="161"/>
                      <a:pt x="15" y="162"/>
                      <a:pt x="15" y="166"/>
                    </a:cubicBezTo>
                    <a:cubicBezTo>
                      <a:pt x="15" y="169"/>
                      <a:pt x="13" y="169"/>
                      <a:pt x="13" y="171"/>
                    </a:cubicBezTo>
                    <a:cubicBezTo>
                      <a:pt x="13" y="173"/>
                      <a:pt x="15" y="175"/>
                      <a:pt x="15" y="177"/>
                    </a:cubicBezTo>
                    <a:cubicBezTo>
                      <a:pt x="15" y="179"/>
                      <a:pt x="16" y="185"/>
                      <a:pt x="14" y="185"/>
                    </a:cubicBezTo>
                    <a:cubicBezTo>
                      <a:pt x="13" y="186"/>
                      <a:pt x="12" y="193"/>
                      <a:pt x="13" y="194"/>
                    </a:cubicBezTo>
                    <a:cubicBezTo>
                      <a:pt x="15" y="195"/>
                      <a:pt x="15" y="197"/>
                      <a:pt x="14" y="198"/>
                    </a:cubicBezTo>
                    <a:cubicBezTo>
                      <a:pt x="13" y="200"/>
                      <a:pt x="17" y="201"/>
                      <a:pt x="15" y="203"/>
                    </a:cubicBezTo>
                    <a:cubicBezTo>
                      <a:pt x="13" y="205"/>
                      <a:pt x="15" y="208"/>
                      <a:pt x="18" y="207"/>
                    </a:cubicBezTo>
                    <a:cubicBezTo>
                      <a:pt x="20" y="207"/>
                      <a:pt x="21" y="211"/>
                      <a:pt x="19" y="211"/>
                    </a:cubicBezTo>
                    <a:cubicBezTo>
                      <a:pt x="16" y="211"/>
                      <a:pt x="13" y="211"/>
                      <a:pt x="16" y="213"/>
                    </a:cubicBezTo>
                    <a:cubicBezTo>
                      <a:pt x="18" y="214"/>
                      <a:pt x="20" y="217"/>
                      <a:pt x="17" y="218"/>
                    </a:cubicBezTo>
                    <a:cubicBezTo>
                      <a:pt x="14" y="219"/>
                      <a:pt x="16" y="221"/>
                      <a:pt x="16" y="224"/>
                    </a:cubicBezTo>
                    <a:cubicBezTo>
                      <a:pt x="15" y="227"/>
                      <a:pt x="18" y="230"/>
                      <a:pt x="15" y="231"/>
                    </a:cubicBezTo>
                    <a:cubicBezTo>
                      <a:pt x="13" y="231"/>
                      <a:pt x="16" y="236"/>
                      <a:pt x="13" y="236"/>
                    </a:cubicBezTo>
                    <a:cubicBezTo>
                      <a:pt x="10" y="237"/>
                      <a:pt x="12" y="240"/>
                      <a:pt x="10" y="241"/>
                    </a:cubicBezTo>
                    <a:cubicBezTo>
                      <a:pt x="7" y="243"/>
                      <a:pt x="12" y="246"/>
                      <a:pt x="10" y="248"/>
                    </a:cubicBezTo>
                    <a:cubicBezTo>
                      <a:pt x="7" y="249"/>
                      <a:pt x="9" y="253"/>
                      <a:pt x="6" y="253"/>
                    </a:cubicBezTo>
                    <a:cubicBezTo>
                      <a:pt x="4" y="253"/>
                      <a:pt x="2" y="257"/>
                      <a:pt x="2" y="259"/>
                    </a:cubicBezTo>
                    <a:cubicBezTo>
                      <a:pt x="2" y="260"/>
                      <a:pt x="0" y="264"/>
                      <a:pt x="2" y="266"/>
                    </a:cubicBezTo>
                    <a:cubicBezTo>
                      <a:pt x="4" y="268"/>
                      <a:pt x="2" y="270"/>
                      <a:pt x="4" y="271"/>
                    </a:cubicBezTo>
                    <a:cubicBezTo>
                      <a:pt x="6" y="272"/>
                      <a:pt x="12" y="271"/>
                      <a:pt x="11" y="274"/>
                    </a:cubicBezTo>
                    <a:cubicBezTo>
                      <a:pt x="10" y="277"/>
                      <a:pt x="11" y="283"/>
                      <a:pt x="12" y="283"/>
                    </a:cubicBezTo>
                    <a:cubicBezTo>
                      <a:pt x="13" y="283"/>
                      <a:pt x="14" y="287"/>
                      <a:pt x="16" y="286"/>
                    </a:cubicBezTo>
                    <a:cubicBezTo>
                      <a:pt x="18" y="286"/>
                      <a:pt x="26" y="285"/>
                      <a:pt x="30" y="286"/>
                    </a:cubicBezTo>
                    <a:cubicBezTo>
                      <a:pt x="32" y="287"/>
                      <a:pt x="33" y="288"/>
                      <a:pt x="34" y="289"/>
                    </a:cubicBezTo>
                    <a:cubicBezTo>
                      <a:pt x="36" y="288"/>
                      <a:pt x="41" y="291"/>
                      <a:pt x="42" y="290"/>
                    </a:cubicBezTo>
                    <a:cubicBezTo>
                      <a:pt x="43" y="288"/>
                      <a:pt x="37" y="284"/>
                      <a:pt x="38" y="282"/>
                    </a:cubicBezTo>
                    <a:cubicBezTo>
                      <a:pt x="38" y="280"/>
                      <a:pt x="37" y="278"/>
                      <a:pt x="37" y="276"/>
                    </a:cubicBezTo>
                    <a:cubicBezTo>
                      <a:pt x="37" y="274"/>
                      <a:pt x="36" y="270"/>
                      <a:pt x="38" y="269"/>
                    </a:cubicBezTo>
                    <a:cubicBezTo>
                      <a:pt x="41" y="267"/>
                      <a:pt x="41" y="265"/>
                      <a:pt x="43" y="265"/>
                    </a:cubicBezTo>
                    <a:cubicBezTo>
                      <a:pt x="44" y="266"/>
                      <a:pt x="47" y="264"/>
                      <a:pt x="47" y="260"/>
                    </a:cubicBezTo>
                    <a:cubicBezTo>
                      <a:pt x="48" y="255"/>
                      <a:pt x="50" y="254"/>
                      <a:pt x="53" y="251"/>
                    </a:cubicBezTo>
                    <a:cubicBezTo>
                      <a:pt x="57" y="247"/>
                      <a:pt x="64" y="244"/>
                      <a:pt x="63" y="243"/>
                    </a:cubicBezTo>
                    <a:cubicBezTo>
                      <a:pt x="62" y="241"/>
                      <a:pt x="64" y="237"/>
                      <a:pt x="64" y="235"/>
                    </a:cubicBezTo>
                    <a:cubicBezTo>
                      <a:pt x="64" y="233"/>
                      <a:pt x="58" y="234"/>
                      <a:pt x="56" y="233"/>
                    </a:cubicBezTo>
                    <a:cubicBezTo>
                      <a:pt x="54" y="232"/>
                      <a:pt x="47" y="227"/>
                      <a:pt x="51" y="221"/>
                    </a:cubicBezTo>
                    <a:cubicBezTo>
                      <a:pt x="54" y="214"/>
                      <a:pt x="62" y="213"/>
                      <a:pt x="64" y="213"/>
                    </a:cubicBezTo>
                    <a:cubicBezTo>
                      <a:pt x="66" y="213"/>
                      <a:pt x="64" y="210"/>
                      <a:pt x="66" y="209"/>
                    </a:cubicBezTo>
                    <a:cubicBezTo>
                      <a:pt x="67" y="208"/>
                      <a:pt x="68" y="206"/>
                      <a:pt x="68" y="203"/>
                    </a:cubicBezTo>
                    <a:cubicBezTo>
                      <a:pt x="68" y="200"/>
                      <a:pt x="68" y="195"/>
                      <a:pt x="71" y="195"/>
                    </a:cubicBezTo>
                    <a:cubicBezTo>
                      <a:pt x="74" y="195"/>
                      <a:pt x="75" y="193"/>
                      <a:pt x="73" y="192"/>
                    </a:cubicBezTo>
                    <a:cubicBezTo>
                      <a:pt x="71" y="192"/>
                      <a:pt x="70" y="190"/>
                      <a:pt x="74" y="189"/>
                    </a:cubicBezTo>
                    <a:cubicBezTo>
                      <a:pt x="77" y="189"/>
                      <a:pt x="76" y="192"/>
                      <a:pt x="78" y="192"/>
                    </a:cubicBezTo>
                    <a:cubicBezTo>
                      <a:pt x="80" y="192"/>
                      <a:pt x="84" y="188"/>
                      <a:pt x="81" y="186"/>
                    </a:cubicBezTo>
                    <a:cubicBezTo>
                      <a:pt x="78" y="183"/>
                      <a:pt x="77" y="187"/>
                      <a:pt x="76" y="187"/>
                    </a:cubicBezTo>
                    <a:cubicBezTo>
                      <a:pt x="74" y="187"/>
                      <a:pt x="73" y="185"/>
                      <a:pt x="71" y="185"/>
                    </a:cubicBezTo>
                    <a:cubicBezTo>
                      <a:pt x="70" y="185"/>
                      <a:pt x="71" y="180"/>
                      <a:pt x="70" y="179"/>
                    </a:cubicBezTo>
                    <a:cubicBezTo>
                      <a:pt x="69" y="177"/>
                      <a:pt x="68" y="173"/>
                      <a:pt x="70" y="171"/>
                    </a:cubicBezTo>
                    <a:cubicBezTo>
                      <a:pt x="71" y="169"/>
                      <a:pt x="77" y="174"/>
                      <a:pt x="82" y="175"/>
                    </a:cubicBezTo>
                    <a:cubicBezTo>
                      <a:pt x="88" y="175"/>
                      <a:pt x="92" y="172"/>
                      <a:pt x="92" y="170"/>
                    </a:cubicBezTo>
                    <a:cubicBezTo>
                      <a:pt x="92" y="168"/>
                      <a:pt x="89" y="165"/>
                      <a:pt x="92" y="162"/>
                    </a:cubicBezTo>
                    <a:cubicBezTo>
                      <a:pt x="96" y="160"/>
                      <a:pt x="93" y="160"/>
                      <a:pt x="92" y="157"/>
                    </a:cubicBezTo>
                    <a:cubicBezTo>
                      <a:pt x="91" y="154"/>
                      <a:pt x="94" y="152"/>
                      <a:pt x="95" y="154"/>
                    </a:cubicBezTo>
                    <a:cubicBezTo>
                      <a:pt x="96" y="155"/>
                      <a:pt x="107" y="154"/>
                      <a:pt x="116" y="152"/>
                    </a:cubicBezTo>
                    <a:cubicBezTo>
                      <a:pt x="124" y="150"/>
                      <a:pt x="130" y="147"/>
                      <a:pt x="131" y="145"/>
                    </a:cubicBezTo>
                    <a:cubicBezTo>
                      <a:pt x="131" y="142"/>
                      <a:pt x="137" y="136"/>
                      <a:pt x="138" y="134"/>
                    </a:cubicBezTo>
                    <a:cubicBezTo>
                      <a:pt x="140" y="132"/>
                      <a:pt x="138" y="129"/>
                      <a:pt x="135" y="129"/>
                    </a:cubicBezTo>
                    <a:cubicBezTo>
                      <a:pt x="131" y="128"/>
                      <a:pt x="131" y="124"/>
                      <a:pt x="133" y="122"/>
                    </a:cubicBezTo>
                    <a:cubicBezTo>
                      <a:pt x="135" y="120"/>
                      <a:pt x="132" y="117"/>
                      <a:pt x="129" y="117"/>
                    </a:cubicBezTo>
                    <a:cubicBezTo>
                      <a:pt x="126" y="117"/>
                      <a:pt x="120" y="114"/>
                      <a:pt x="123" y="112"/>
                    </a:cubicBezTo>
                    <a:cubicBezTo>
                      <a:pt x="125" y="110"/>
                      <a:pt x="125" y="110"/>
                      <a:pt x="126" y="111"/>
                    </a:cubicBezTo>
                    <a:cubicBezTo>
                      <a:pt x="127" y="110"/>
                      <a:pt x="127" y="108"/>
                      <a:pt x="127" y="108"/>
                    </a:cubicBezTo>
                    <a:cubicBezTo>
                      <a:pt x="126" y="107"/>
                      <a:pt x="124" y="108"/>
                      <a:pt x="124" y="103"/>
                    </a:cubicBezTo>
                    <a:cubicBezTo>
                      <a:pt x="125" y="98"/>
                      <a:pt x="126" y="99"/>
                      <a:pt x="127" y="92"/>
                    </a:cubicBezTo>
                    <a:cubicBezTo>
                      <a:pt x="127" y="86"/>
                      <a:pt x="129" y="82"/>
                      <a:pt x="129" y="79"/>
                    </a:cubicBezTo>
                    <a:cubicBezTo>
                      <a:pt x="129" y="75"/>
                      <a:pt x="135" y="71"/>
                      <a:pt x="139" y="66"/>
                    </a:cubicBezTo>
                    <a:cubicBezTo>
                      <a:pt x="142" y="60"/>
                      <a:pt x="150" y="53"/>
                      <a:pt x="153" y="51"/>
                    </a:cubicBezTo>
                    <a:cubicBezTo>
                      <a:pt x="156" y="49"/>
                      <a:pt x="162" y="47"/>
                      <a:pt x="163" y="46"/>
                    </a:cubicBezTo>
                    <a:cubicBezTo>
                      <a:pt x="163" y="44"/>
                      <a:pt x="163" y="34"/>
                      <a:pt x="161" y="3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10">
                <a:extLst>
                  <a:ext uri="{FF2B5EF4-FFF2-40B4-BE49-F238E27FC236}">
                    <a16:creationId xmlns:a16="http://schemas.microsoft.com/office/drawing/2014/main" id="{E4F95AF0-685F-4209-8EC3-F5B3ABB953C3}"/>
                  </a:ext>
                </a:extLst>
              </p:cNvPr>
              <p:cNvSpPr>
                <a:spLocks/>
              </p:cNvSpPr>
              <p:nvPr/>
            </p:nvSpPr>
            <p:spPr bwMode="auto">
              <a:xfrm>
                <a:off x="3503129" y="4418536"/>
                <a:ext cx="163114" cy="836902"/>
              </a:xfrm>
              <a:custGeom>
                <a:avLst/>
                <a:gdLst>
                  <a:gd name="T0" fmla="*/ 28 w 71"/>
                  <a:gd name="T1" fmla="*/ 310 h 363"/>
                  <a:gd name="T2" fmla="*/ 19 w 71"/>
                  <a:gd name="T3" fmla="*/ 295 h 363"/>
                  <a:gd name="T4" fmla="*/ 27 w 71"/>
                  <a:gd name="T5" fmla="*/ 277 h 363"/>
                  <a:gd name="T6" fmla="*/ 33 w 71"/>
                  <a:gd name="T7" fmla="*/ 260 h 363"/>
                  <a:gd name="T8" fmla="*/ 36 w 71"/>
                  <a:gd name="T9" fmla="*/ 247 h 363"/>
                  <a:gd name="T10" fmla="*/ 31 w 71"/>
                  <a:gd name="T11" fmla="*/ 234 h 363"/>
                  <a:gd name="T12" fmla="*/ 32 w 71"/>
                  <a:gd name="T13" fmla="*/ 213 h 363"/>
                  <a:gd name="T14" fmla="*/ 35 w 71"/>
                  <a:gd name="T15" fmla="*/ 197 h 363"/>
                  <a:gd name="T16" fmla="*/ 38 w 71"/>
                  <a:gd name="T17" fmla="*/ 183 h 363"/>
                  <a:gd name="T18" fmla="*/ 43 w 71"/>
                  <a:gd name="T19" fmla="*/ 154 h 363"/>
                  <a:gd name="T20" fmla="*/ 46 w 71"/>
                  <a:gd name="T21" fmla="*/ 134 h 363"/>
                  <a:gd name="T22" fmla="*/ 47 w 71"/>
                  <a:gd name="T23" fmla="*/ 112 h 363"/>
                  <a:gd name="T24" fmla="*/ 53 w 71"/>
                  <a:gd name="T25" fmla="*/ 92 h 363"/>
                  <a:gd name="T26" fmla="*/ 60 w 71"/>
                  <a:gd name="T27" fmla="*/ 76 h 363"/>
                  <a:gd name="T28" fmla="*/ 69 w 71"/>
                  <a:gd name="T29" fmla="*/ 54 h 363"/>
                  <a:gd name="T30" fmla="*/ 63 w 71"/>
                  <a:gd name="T31" fmla="*/ 37 h 363"/>
                  <a:gd name="T32" fmla="*/ 59 w 71"/>
                  <a:gd name="T33" fmla="*/ 18 h 363"/>
                  <a:gd name="T34" fmla="*/ 50 w 71"/>
                  <a:gd name="T35" fmla="*/ 1 h 363"/>
                  <a:gd name="T36" fmla="*/ 45 w 71"/>
                  <a:gd name="T37" fmla="*/ 16 h 363"/>
                  <a:gd name="T38" fmla="*/ 44 w 71"/>
                  <a:gd name="T39" fmla="*/ 53 h 363"/>
                  <a:gd name="T40" fmla="*/ 37 w 71"/>
                  <a:gd name="T41" fmla="*/ 91 h 363"/>
                  <a:gd name="T42" fmla="*/ 34 w 71"/>
                  <a:gd name="T43" fmla="*/ 116 h 363"/>
                  <a:gd name="T44" fmla="*/ 29 w 71"/>
                  <a:gd name="T45" fmla="*/ 149 h 363"/>
                  <a:gd name="T46" fmla="*/ 18 w 71"/>
                  <a:gd name="T47" fmla="*/ 179 h 363"/>
                  <a:gd name="T48" fmla="*/ 17 w 71"/>
                  <a:gd name="T49" fmla="*/ 204 h 363"/>
                  <a:gd name="T50" fmla="*/ 12 w 71"/>
                  <a:gd name="T51" fmla="*/ 227 h 363"/>
                  <a:gd name="T52" fmla="*/ 22 w 71"/>
                  <a:gd name="T53" fmla="*/ 215 h 363"/>
                  <a:gd name="T54" fmla="*/ 24 w 71"/>
                  <a:gd name="T55" fmla="*/ 228 h 363"/>
                  <a:gd name="T56" fmla="*/ 21 w 71"/>
                  <a:gd name="T57" fmla="*/ 244 h 363"/>
                  <a:gd name="T58" fmla="*/ 17 w 71"/>
                  <a:gd name="T59" fmla="*/ 254 h 363"/>
                  <a:gd name="T60" fmla="*/ 16 w 71"/>
                  <a:gd name="T61" fmla="*/ 252 h 363"/>
                  <a:gd name="T62" fmla="*/ 10 w 71"/>
                  <a:gd name="T63" fmla="*/ 255 h 363"/>
                  <a:gd name="T64" fmla="*/ 1 w 71"/>
                  <a:gd name="T65" fmla="*/ 267 h 363"/>
                  <a:gd name="T66" fmla="*/ 11 w 71"/>
                  <a:gd name="T67" fmla="*/ 268 h 363"/>
                  <a:gd name="T68" fmla="*/ 17 w 71"/>
                  <a:gd name="T69" fmla="*/ 277 h 363"/>
                  <a:gd name="T70" fmla="*/ 7 w 71"/>
                  <a:gd name="T71" fmla="*/ 280 h 363"/>
                  <a:gd name="T72" fmla="*/ 9 w 71"/>
                  <a:gd name="T73" fmla="*/ 285 h 363"/>
                  <a:gd name="T74" fmla="*/ 4 w 71"/>
                  <a:gd name="T75" fmla="*/ 294 h 363"/>
                  <a:gd name="T76" fmla="*/ 10 w 71"/>
                  <a:gd name="T77" fmla="*/ 297 h 363"/>
                  <a:gd name="T78" fmla="*/ 11 w 71"/>
                  <a:gd name="T79" fmla="*/ 305 h 363"/>
                  <a:gd name="T80" fmla="*/ 6 w 71"/>
                  <a:gd name="T81" fmla="*/ 315 h 363"/>
                  <a:gd name="T82" fmla="*/ 16 w 71"/>
                  <a:gd name="T83" fmla="*/ 316 h 363"/>
                  <a:gd name="T84" fmla="*/ 20 w 71"/>
                  <a:gd name="T85" fmla="*/ 320 h 363"/>
                  <a:gd name="T86" fmla="*/ 15 w 71"/>
                  <a:gd name="T87" fmla="*/ 329 h 363"/>
                  <a:gd name="T88" fmla="*/ 29 w 71"/>
                  <a:gd name="T89" fmla="*/ 329 h 363"/>
                  <a:gd name="T90" fmla="*/ 19 w 71"/>
                  <a:gd name="T91" fmla="*/ 336 h 363"/>
                  <a:gd name="T92" fmla="*/ 30 w 71"/>
                  <a:gd name="T93" fmla="*/ 335 h 363"/>
                  <a:gd name="T94" fmla="*/ 18 w 71"/>
                  <a:gd name="T95" fmla="*/ 343 h 363"/>
                  <a:gd name="T96" fmla="*/ 29 w 71"/>
                  <a:gd name="T97" fmla="*/ 344 h 363"/>
                  <a:gd name="T98" fmla="*/ 45 w 71"/>
                  <a:gd name="T99" fmla="*/ 328 h 363"/>
                  <a:gd name="T100" fmla="*/ 50 w 71"/>
                  <a:gd name="T101" fmla="*/ 337 h 363"/>
                  <a:gd name="T102" fmla="*/ 43 w 71"/>
                  <a:gd name="T103" fmla="*/ 340 h 363"/>
                  <a:gd name="T104" fmla="*/ 35 w 71"/>
                  <a:gd name="T105" fmla="*/ 347 h 363"/>
                  <a:gd name="T106" fmla="*/ 41 w 71"/>
                  <a:gd name="T107" fmla="*/ 358 h 363"/>
                  <a:gd name="T108" fmla="*/ 52 w 71"/>
                  <a:gd name="T109" fmla="*/ 357 h 363"/>
                  <a:gd name="T110" fmla="*/ 64 w 71"/>
                  <a:gd name="T111" fmla="*/ 357 h 363"/>
                  <a:gd name="T112" fmla="*/ 57 w 71"/>
                  <a:gd name="T113" fmla="*/ 355 h 363"/>
                  <a:gd name="T114" fmla="*/ 50 w 71"/>
                  <a:gd name="T115" fmla="*/ 326 h 363"/>
                  <a:gd name="T116" fmla="*/ 33 w 71"/>
                  <a:gd name="T117" fmla="*/ 3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 h="363">
                    <a:moveTo>
                      <a:pt x="33" y="322"/>
                    </a:moveTo>
                    <a:cubicBezTo>
                      <a:pt x="31" y="323"/>
                      <a:pt x="30" y="319"/>
                      <a:pt x="29" y="319"/>
                    </a:cubicBezTo>
                    <a:cubicBezTo>
                      <a:pt x="28" y="319"/>
                      <a:pt x="27" y="313"/>
                      <a:pt x="28" y="310"/>
                    </a:cubicBezTo>
                    <a:cubicBezTo>
                      <a:pt x="29" y="307"/>
                      <a:pt x="23" y="308"/>
                      <a:pt x="21" y="307"/>
                    </a:cubicBezTo>
                    <a:cubicBezTo>
                      <a:pt x="19" y="306"/>
                      <a:pt x="21" y="304"/>
                      <a:pt x="19" y="302"/>
                    </a:cubicBezTo>
                    <a:cubicBezTo>
                      <a:pt x="17" y="300"/>
                      <a:pt x="19" y="296"/>
                      <a:pt x="19" y="295"/>
                    </a:cubicBezTo>
                    <a:cubicBezTo>
                      <a:pt x="19" y="293"/>
                      <a:pt x="21" y="289"/>
                      <a:pt x="23" y="289"/>
                    </a:cubicBezTo>
                    <a:cubicBezTo>
                      <a:pt x="26" y="289"/>
                      <a:pt x="24" y="285"/>
                      <a:pt x="27" y="284"/>
                    </a:cubicBezTo>
                    <a:cubicBezTo>
                      <a:pt x="29" y="282"/>
                      <a:pt x="24" y="279"/>
                      <a:pt x="27" y="277"/>
                    </a:cubicBezTo>
                    <a:cubicBezTo>
                      <a:pt x="29" y="276"/>
                      <a:pt x="27" y="273"/>
                      <a:pt x="30" y="272"/>
                    </a:cubicBezTo>
                    <a:cubicBezTo>
                      <a:pt x="33" y="272"/>
                      <a:pt x="30" y="267"/>
                      <a:pt x="32" y="267"/>
                    </a:cubicBezTo>
                    <a:cubicBezTo>
                      <a:pt x="35" y="266"/>
                      <a:pt x="32" y="263"/>
                      <a:pt x="33" y="260"/>
                    </a:cubicBezTo>
                    <a:cubicBezTo>
                      <a:pt x="33" y="257"/>
                      <a:pt x="31" y="255"/>
                      <a:pt x="34" y="254"/>
                    </a:cubicBezTo>
                    <a:cubicBezTo>
                      <a:pt x="37" y="253"/>
                      <a:pt x="35" y="250"/>
                      <a:pt x="33" y="249"/>
                    </a:cubicBezTo>
                    <a:cubicBezTo>
                      <a:pt x="30" y="247"/>
                      <a:pt x="33" y="247"/>
                      <a:pt x="36" y="247"/>
                    </a:cubicBezTo>
                    <a:cubicBezTo>
                      <a:pt x="38" y="247"/>
                      <a:pt x="37" y="243"/>
                      <a:pt x="35" y="243"/>
                    </a:cubicBezTo>
                    <a:cubicBezTo>
                      <a:pt x="32" y="244"/>
                      <a:pt x="30" y="241"/>
                      <a:pt x="32" y="239"/>
                    </a:cubicBezTo>
                    <a:cubicBezTo>
                      <a:pt x="34" y="237"/>
                      <a:pt x="30" y="236"/>
                      <a:pt x="31" y="234"/>
                    </a:cubicBezTo>
                    <a:cubicBezTo>
                      <a:pt x="32" y="233"/>
                      <a:pt x="32" y="231"/>
                      <a:pt x="30" y="230"/>
                    </a:cubicBezTo>
                    <a:cubicBezTo>
                      <a:pt x="29" y="229"/>
                      <a:pt x="30" y="222"/>
                      <a:pt x="31" y="221"/>
                    </a:cubicBezTo>
                    <a:cubicBezTo>
                      <a:pt x="33" y="221"/>
                      <a:pt x="32" y="215"/>
                      <a:pt x="32" y="213"/>
                    </a:cubicBezTo>
                    <a:cubicBezTo>
                      <a:pt x="32" y="211"/>
                      <a:pt x="30" y="209"/>
                      <a:pt x="30" y="207"/>
                    </a:cubicBezTo>
                    <a:cubicBezTo>
                      <a:pt x="30" y="205"/>
                      <a:pt x="32" y="205"/>
                      <a:pt x="32" y="202"/>
                    </a:cubicBezTo>
                    <a:cubicBezTo>
                      <a:pt x="32" y="198"/>
                      <a:pt x="33" y="197"/>
                      <a:pt x="35" y="197"/>
                    </a:cubicBezTo>
                    <a:cubicBezTo>
                      <a:pt x="36" y="196"/>
                      <a:pt x="35" y="192"/>
                      <a:pt x="35" y="190"/>
                    </a:cubicBezTo>
                    <a:cubicBezTo>
                      <a:pt x="35" y="189"/>
                      <a:pt x="39" y="190"/>
                      <a:pt x="40" y="187"/>
                    </a:cubicBezTo>
                    <a:cubicBezTo>
                      <a:pt x="40" y="184"/>
                      <a:pt x="37" y="185"/>
                      <a:pt x="38" y="183"/>
                    </a:cubicBezTo>
                    <a:cubicBezTo>
                      <a:pt x="38" y="180"/>
                      <a:pt x="37" y="177"/>
                      <a:pt x="37" y="172"/>
                    </a:cubicBezTo>
                    <a:cubicBezTo>
                      <a:pt x="37" y="167"/>
                      <a:pt x="42" y="166"/>
                      <a:pt x="43" y="164"/>
                    </a:cubicBezTo>
                    <a:cubicBezTo>
                      <a:pt x="45" y="163"/>
                      <a:pt x="41" y="155"/>
                      <a:pt x="43" y="154"/>
                    </a:cubicBezTo>
                    <a:cubicBezTo>
                      <a:pt x="46" y="153"/>
                      <a:pt x="44" y="149"/>
                      <a:pt x="46" y="148"/>
                    </a:cubicBezTo>
                    <a:cubicBezTo>
                      <a:pt x="48" y="147"/>
                      <a:pt x="47" y="144"/>
                      <a:pt x="48" y="141"/>
                    </a:cubicBezTo>
                    <a:cubicBezTo>
                      <a:pt x="49" y="139"/>
                      <a:pt x="46" y="137"/>
                      <a:pt x="46" y="134"/>
                    </a:cubicBezTo>
                    <a:cubicBezTo>
                      <a:pt x="46" y="132"/>
                      <a:pt x="46" y="129"/>
                      <a:pt x="43" y="127"/>
                    </a:cubicBezTo>
                    <a:cubicBezTo>
                      <a:pt x="41" y="124"/>
                      <a:pt x="42" y="118"/>
                      <a:pt x="43" y="118"/>
                    </a:cubicBezTo>
                    <a:cubicBezTo>
                      <a:pt x="45" y="118"/>
                      <a:pt x="44" y="112"/>
                      <a:pt x="47" y="112"/>
                    </a:cubicBezTo>
                    <a:cubicBezTo>
                      <a:pt x="49" y="111"/>
                      <a:pt x="48" y="107"/>
                      <a:pt x="47" y="103"/>
                    </a:cubicBezTo>
                    <a:cubicBezTo>
                      <a:pt x="46" y="100"/>
                      <a:pt x="49" y="102"/>
                      <a:pt x="49" y="99"/>
                    </a:cubicBezTo>
                    <a:cubicBezTo>
                      <a:pt x="49" y="96"/>
                      <a:pt x="50" y="93"/>
                      <a:pt x="53" y="92"/>
                    </a:cubicBezTo>
                    <a:cubicBezTo>
                      <a:pt x="55" y="91"/>
                      <a:pt x="55" y="87"/>
                      <a:pt x="55" y="85"/>
                    </a:cubicBezTo>
                    <a:cubicBezTo>
                      <a:pt x="55" y="83"/>
                      <a:pt x="58" y="83"/>
                      <a:pt x="60" y="81"/>
                    </a:cubicBezTo>
                    <a:cubicBezTo>
                      <a:pt x="62" y="80"/>
                      <a:pt x="57" y="77"/>
                      <a:pt x="60" y="76"/>
                    </a:cubicBezTo>
                    <a:cubicBezTo>
                      <a:pt x="62" y="74"/>
                      <a:pt x="57" y="68"/>
                      <a:pt x="59" y="67"/>
                    </a:cubicBezTo>
                    <a:cubicBezTo>
                      <a:pt x="60" y="66"/>
                      <a:pt x="59" y="63"/>
                      <a:pt x="59" y="61"/>
                    </a:cubicBezTo>
                    <a:cubicBezTo>
                      <a:pt x="60" y="59"/>
                      <a:pt x="68" y="56"/>
                      <a:pt x="69" y="54"/>
                    </a:cubicBezTo>
                    <a:cubicBezTo>
                      <a:pt x="69" y="53"/>
                      <a:pt x="70" y="49"/>
                      <a:pt x="70" y="45"/>
                    </a:cubicBezTo>
                    <a:cubicBezTo>
                      <a:pt x="68" y="46"/>
                      <a:pt x="66" y="47"/>
                      <a:pt x="65" y="46"/>
                    </a:cubicBezTo>
                    <a:cubicBezTo>
                      <a:pt x="64" y="45"/>
                      <a:pt x="65" y="40"/>
                      <a:pt x="63" y="37"/>
                    </a:cubicBezTo>
                    <a:cubicBezTo>
                      <a:pt x="61" y="35"/>
                      <a:pt x="63" y="31"/>
                      <a:pt x="60" y="30"/>
                    </a:cubicBezTo>
                    <a:cubicBezTo>
                      <a:pt x="58" y="29"/>
                      <a:pt x="56" y="25"/>
                      <a:pt x="58" y="23"/>
                    </a:cubicBezTo>
                    <a:cubicBezTo>
                      <a:pt x="59" y="22"/>
                      <a:pt x="58" y="19"/>
                      <a:pt x="59" y="18"/>
                    </a:cubicBezTo>
                    <a:cubicBezTo>
                      <a:pt x="61" y="16"/>
                      <a:pt x="58" y="16"/>
                      <a:pt x="56" y="13"/>
                    </a:cubicBezTo>
                    <a:cubicBezTo>
                      <a:pt x="54" y="10"/>
                      <a:pt x="57" y="7"/>
                      <a:pt x="54" y="5"/>
                    </a:cubicBezTo>
                    <a:cubicBezTo>
                      <a:pt x="51" y="2"/>
                      <a:pt x="51" y="0"/>
                      <a:pt x="50" y="1"/>
                    </a:cubicBezTo>
                    <a:cubicBezTo>
                      <a:pt x="50" y="2"/>
                      <a:pt x="49" y="6"/>
                      <a:pt x="47" y="7"/>
                    </a:cubicBezTo>
                    <a:cubicBezTo>
                      <a:pt x="47" y="8"/>
                      <a:pt x="46" y="8"/>
                      <a:pt x="45" y="9"/>
                    </a:cubicBezTo>
                    <a:cubicBezTo>
                      <a:pt x="45" y="11"/>
                      <a:pt x="45" y="14"/>
                      <a:pt x="45" y="16"/>
                    </a:cubicBezTo>
                    <a:cubicBezTo>
                      <a:pt x="46" y="19"/>
                      <a:pt x="47" y="32"/>
                      <a:pt x="46" y="37"/>
                    </a:cubicBezTo>
                    <a:cubicBezTo>
                      <a:pt x="45" y="42"/>
                      <a:pt x="44" y="46"/>
                      <a:pt x="43" y="49"/>
                    </a:cubicBezTo>
                    <a:cubicBezTo>
                      <a:pt x="42" y="52"/>
                      <a:pt x="45" y="52"/>
                      <a:pt x="44" y="53"/>
                    </a:cubicBezTo>
                    <a:cubicBezTo>
                      <a:pt x="42" y="55"/>
                      <a:pt x="43" y="58"/>
                      <a:pt x="43" y="64"/>
                    </a:cubicBezTo>
                    <a:cubicBezTo>
                      <a:pt x="43" y="70"/>
                      <a:pt x="40" y="79"/>
                      <a:pt x="39" y="83"/>
                    </a:cubicBezTo>
                    <a:cubicBezTo>
                      <a:pt x="39" y="86"/>
                      <a:pt x="37" y="87"/>
                      <a:pt x="37" y="91"/>
                    </a:cubicBezTo>
                    <a:cubicBezTo>
                      <a:pt x="38" y="94"/>
                      <a:pt x="36" y="96"/>
                      <a:pt x="34" y="98"/>
                    </a:cubicBezTo>
                    <a:cubicBezTo>
                      <a:pt x="32" y="99"/>
                      <a:pt x="37" y="105"/>
                      <a:pt x="37" y="107"/>
                    </a:cubicBezTo>
                    <a:cubicBezTo>
                      <a:pt x="36" y="110"/>
                      <a:pt x="33" y="112"/>
                      <a:pt x="34" y="116"/>
                    </a:cubicBezTo>
                    <a:cubicBezTo>
                      <a:pt x="35" y="122"/>
                      <a:pt x="34" y="132"/>
                      <a:pt x="34" y="134"/>
                    </a:cubicBezTo>
                    <a:cubicBezTo>
                      <a:pt x="34" y="136"/>
                      <a:pt x="31" y="136"/>
                      <a:pt x="32" y="139"/>
                    </a:cubicBezTo>
                    <a:cubicBezTo>
                      <a:pt x="32" y="143"/>
                      <a:pt x="30" y="144"/>
                      <a:pt x="29" y="149"/>
                    </a:cubicBezTo>
                    <a:cubicBezTo>
                      <a:pt x="28" y="155"/>
                      <a:pt x="24" y="162"/>
                      <a:pt x="23" y="167"/>
                    </a:cubicBezTo>
                    <a:cubicBezTo>
                      <a:pt x="21" y="171"/>
                      <a:pt x="21" y="173"/>
                      <a:pt x="19" y="173"/>
                    </a:cubicBezTo>
                    <a:cubicBezTo>
                      <a:pt x="17" y="173"/>
                      <a:pt x="16" y="175"/>
                      <a:pt x="18" y="179"/>
                    </a:cubicBezTo>
                    <a:cubicBezTo>
                      <a:pt x="20" y="182"/>
                      <a:pt x="17" y="185"/>
                      <a:pt x="19" y="189"/>
                    </a:cubicBezTo>
                    <a:cubicBezTo>
                      <a:pt x="21" y="193"/>
                      <a:pt x="20" y="194"/>
                      <a:pt x="19" y="197"/>
                    </a:cubicBezTo>
                    <a:cubicBezTo>
                      <a:pt x="18" y="201"/>
                      <a:pt x="17" y="201"/>
                      <a:pt x="17" y="204"/>
                    </a:cubicBezTo>
                    <a:cubicBezTo>
                      <a:pt x="17" y="207"/>
                      <a:pt x="14" y="210"/>
                      <a:pt x="16" y="213"/>
                    </a:cubicBezTo>
                    <a:cubicBezTo>
                      <a:pt x="17" y="217"/>
                      <a:pt x="17" y="218"/>
                      <a:pt x="15" y="218"/>
                    </a:cubicBezTo>
                    <a:cubicBezTo>
                      <a:pt x="13" y="218"/>
                      <a:pt x="12" y="221"/>
                      <a:pt x="12" y="227"/>
                    </a:cubicBezTo>
                    <a:cubicBezTo>
                      <a:pt x="11" y="233"/>
                      <a:pt x="11" y="233"/>
                      <a:pt x="15" y="232"/>
                    </a:cubicBezTo>
                    <a:cubicBezTo>
                      <a:pt x="20" y="232"/>
                      <a:pt x="16" y="218"/>
                      <a:pt x="19" y="218"/>
                    </a:cubicBezTo>
                    <a:cubicBezTo>
                      <a:pt x="22" y="218"/>
                      <a:pt x="19" y="216"/>
                      <a:pt x="22" y="215"/>
                    </a:cubicBezTo>
                    <a:cubicBezTo>
                      <a:pt x="25" y="214"/>
                      <a:pt x="22" y="217"/>
                      <a:pt x="24" y="218"/>
                    </a:cubicBezTo>
                    <a:cubicBezTo>
                      <a:pt x="26" y="218"/>
                      <a:pt x="27" y="220"/>
                      <a:pt x="25" y="221"/>
                    </a:cubicBezTo>
                    <a:cubicBezTo>
                      <a:pt x="22" y="223"/>
                      <a:pt x="25" y="226"/>
                      <a:pt x="24" y="228"/>
                    </a:cubicBezTo>
                    <a:cubicBezTo>
                      <a:pt x="23" y="230"/>
                      <a:pt x="21" y="232"/>
                      <a:pt x="22" y="235"/>
                    </a:cubicBezTo>
                    <a:cubicBezTo>
                      <a:pt x="23" y="237"/>
                      <a:pt x="21" y="237"/>
                      <a:pt x="21" y="240"/>
                    </a:cubicBezTo>
                    <a:cubicBezTo>
                      <a:pt x="20" y="243"/>
                      <a:pt x="22" y="243"/>
                      <a:pt x="21" y="244"/>
                    </a:cubicBezTo>
                    <a:cubicBezTo>
                      <a:pt x="20" y="244"/>
                      <a:pt x="23" y="247"/>
                      <a:pt x="21" y="247"/>
                    </a:cubicBezTo>
                    <a:cubicBezTo>
                      <a:pt x="19" y="247"/>
                      <a:pt x="20" y="250"/>
                      <a:pt x="21" y="252"/>
                    </a:cubicBezTo>
                    <a:cubicBezTo>
                      <a:pt x="22" y="254"/>
                      <a:pt x="19" y="253"/>
                      <a:pt x="17" y="254"/>
                    </a:cubicBezTo>
                    <a:cubicBezTo>
                      <a:pt x="15" y="256"/>
                      <a:pt x="19" y="258"/>
                      <a:pt x="18" y="260"/>
                    </a:cubicBezTo>
                    <a:cubicBezTo>
                      <a:pt x="17" y="262"/>
                      <a:pt x="14" y="259"/>
                      <a:pt x="13" y="257"/>
                    </a:cubicBezTo>
                    <a:cubicBezTo>
                      <a:pt x="11" y="256"/>
                      <a:pt x="15" y="254"/>
                      <a:pt x="16" y="252"/>
                    </a:cubicBezTo>
                    <a:cubicBezTo>
                      <a:pt x="18" y="250"/>
                      <a:pt x="15" y="245"/>
                      <a:pt x="12" y="246"/>
                    </a:cubicBezTo>
                    <a:cubicBezTo>
                      <a:pt x="9" y="247"/>
                      <a:pt x="15" y="250"/>
                      <a:pt x="15" y="253"/>
                    </a:cubicBezTo>
                    <a:cubicBezTo>
                      <a:pt x="15" y="255"/>
                      <a:pt x="10" y="252"/>
                      <a:pt x="10" y="255"/>
                    </a:cubicBezTo>
                    <a:cubicBezTo>
                      <a:pt x="10" y="257"/>
                      <a:pt x="7" y="256"/>
                      <a:pt x="6" y="258"/>
                    </a:cubicBezTo>
                    <a:cubicBezTo>
                      <a:pt x="4" y="260"/>
                      <a:pt x="8" y="261"/>
                      <a:pt x="6" y="262"/>
                    </a:cubicBezTo>
                    <a:cubicBezTo>
                      <a:pt x="4" y="262"/>
                      <a:pt x="1" y="265"/>
                      <a:pt x="1" y="267"/>
                    </a:cubicBezTo>
                    <a:cubicBezTo>
                      <a:pt x="1" y="269"/>
                      <a:pt x="3" y="269"/>
                      <a:pt x="3" y="267"/>
                    </a:cubicBezTo>
                    <a:cubicBezTo>
                      <a:pt x="3" y="265"/>
                      <a:pt x="6" y="265"/>
                      <a:pt x="7" y="267"/>
                    </a:cubicBezTo>
                    <a:cubicBezTo>
                      <a:pt x="8" y="269"/>
                      <a:pt x="9" y="267"/>
                      <a:pt x="11" y="268"/>
                    </a:cubicBezTo>
                    <a:cubicBezTo>
                      <a:pt x="14" y="268"/>
                      <a:pt x="13" y="272"/>
                      <a:pt x="12" y="272"/>
                    </a:cubicBezTo>
                    <a:cubicBezTo>
                      <a:pt x="11" y="272"/>
                      <a:pt x="9" y="274"/>
                      <a:pt x="10" y="277"/>
                    </a:cubicBezTo>
                    <a:cubicBezTo>
                      <a:pt x="10" y="279"/>
                      <a:pt x="15" y="277"/>
                      <a:pt x="17" y="277"/>
                    </a:cubicBezTo>
                    <a:cubicBezTo>
                      <a:pt x="19" y="278"/>
                      <a:pt x="18" y="282"/>
                      <a:pt x="17" y="281"/>
                    </a:cubicBezTo>
                    <a:cubicBezTo>
                      <a:pt x="16" y="279"/>
                      <a:pt x="13" y="277"/>
                      <a:pt x="12" y="279"/>
                    </a:cubicBezTo>
                    <a:cubicBezTo>
                      <a:pt x="11" y="282"/>
                      <a:pt x="9" y="280"/>
                      <a:pt x="7" y="280"/>
                    </a:cubicBezTo>
                    <a:cubicBezTo>
                      <a:pt x="5" y="279"/>
                      <a:pt x="0" y="283"/>
                      <a:pt x="2" y="284"/>
                    </a:cubicBezTo>
                    <a:cubicBezTo>
                      <a:pt x="4" y="286"/>
                      <a:pt x="4" y="288"/>
                      <a:pt x="5" y="288"/>
                    </a:cubicBezTo>
                    <a:cubicBezTo>
                      <a:pt x="6" y="288"/>
                      <a:pt x="8" y="287"/>
                      <a:pt x="9" y="285"/>
                    </a:cubicBezTo>
                    <a:cubicBezTo>
                      <a:pt x="9" y="284"/>
                      <a:pt x="12" y="282"/>
                      <a:pt x="12" y="286"/>
                    </a:cubicBezTo>
                    <a:cubicBezTo>
                      <a:pt x="12" y="289"/>
                      <a:pt x="9" y="287"/>
                      <a:pt x="8" y="289"/>
                    </a:cubicBezTo>
                    <a:cubicBezTo>
                      <a:pt x="7" y="291"/>
                      <a:pt x="6" y="292"/>
                      <a:pt x="4" y="294"/>
                    </a:cubicBezTo>
                    <a:cubicBezTo>
                      <a:pt x="2" y="295"/>
                      <a:pt x="4" y="298"/>
                      <a:pt x="5" y="297"/>
                    </a:cubicBezTo>
                    <a:cubicBezTo>
                      <a:pt x="7" y="296"/>
                      <a:pt x="5" y="299"/>
                      <a:pt x="7" y="300"/>
                    </a:cubicBezTo>
                    <a:cubicBezTo>
                      <a:pt x="10" y="300"/>
                      <a:pt x="10" y="298"/>
                      <a:pt x="10" y="297"/>
                    </a:cubicBezTo>
                    <a:cubicBezTo>
                      <a:pt x="9" y="295"/>
                      <a:pt x="11" y="291"/>
                      <a:pt x="13" y="293"/>
                    </a:cubicBezTo>
                    <a:cubicBezTo>
                      <a:pt x="15" y="295"/>
                      <a:pt x="12" y="297"/>
                      <a:pt x="12" y="298"/>
                    </a:cubicBezTo>
                    <a:cubicBezTo>
                      <a:pt x="12" y="300"/>
                      <a:pt x="11" y="303"/>
                      <a:pt x="11" y="305"/>
                    </a:cubicBezTo>
                    <a:cubicBezTo>
                      <a:pt x="11" y="307"/>
                      <a:pt x="9" y="305"/>
                      <a:pt x="9" y="308"/>
                    </a:cubicBezTo>
                    <a:cubicBezTo>
                      <a:pt x="9" y="310"/>
                      <a:pt x="4" y="308"/>
                      <a:pt x="6" y="310"/>
                    </a:cubicBezTo>
                    <a:cubicBezTo>
                      <a:pt x="8" y="311"/>
                      <a:pt x="5" y="313"/>
                      <a:pt x="6" y="315"/>
                    </a:cubicBezTo>
                    <a:cubicBezTo>
                      <a:pt x="7" y="316"/>
                      <a:pt x="8" y="313"/>
                      <a:pt x="10" y="313"/>
                    </a:cubicBezTo>
                    <a:cubicBezTo>
                      <a:pt x="12" y="314"/>
                      <a:pt x="12" y="315"/>
                      <a:pt x="14" y="313"/>
                    </a:cubicBezTo>
                    <a:cubicBezTo>
                      <a:pt x="17" y="312"/>
                      <a:pt x="18" y="315"/>
                      <a:pt x="16" y="316"/>
                    </a:cubicBezTo>
                    <a:cubicBezTo>
                      <a:pt x="14" y="317"/>
                      <a:pt x="11" y="320"/>
                      <a:pt x="12" y="320"/>
                    </a:cubicBezTo>
                    <a:cubicBezTo>
                      <a:pt x="13" y="320"/>
                      <a:pt x="16" y="318"/>
                      <a:pt x="17" y="320"/>
                    </a:cubicBezTo>
                    <a:cubicBezTo>
                      <a:pt x="18" y="323"/>
                      <a:pt x="20" y="322"/>
                      <a:pt x="20" y="320"/>
                    </a:cubicBezTo>
                    <a:cubicBezTo>
                      <a:pt x="20" y="317"/>
                      <a:pt x="24" y="319"/>
                      <a:pt x="25" y="321"/>
                    </a:cubicBezTo>
                    <a:cubicBezTo>
                      <a:pt x="26" y="323"/>
                      <a:pt x="20" y="325"/>
                      <a:pt x="18" y="324"/>
                    </a:cubicBezTo>
                    <a:cubicBezTo>
                      <a:pt x="15" y="324"/>
                      <a:pt x="14" y="327"/>
                      <a:pt x="15" y="329"/>
                    </a:cubicBezTo>
                    <a:cubicBezTo>
                      <a:pt x="17" y="331"/>
                      <a:pt x="19" y="329"/>
                      <a:pt x="21" y="327"/>
                    </a:cubicBezTo>
                    <a:cubicBezTo>
                      <a:pt x="23" y="325"/>
                      <a:pt x="33" y="326"/>
                      <a:pt x="34" y="328"/>
                    </a:cubicBezTo>
                    <a:cubicBezTo>
                      <a:pt x="34" y="330"/>
                      <a:pt x="29" y="328"/>
                      <a:pt x="29" y="329"/>
                    </a:cubicBezTo>
                    <a:cubicBezTo>
                      <a:pt x="28" y="331"/>
                      <a:pt x="24" y="332"/>
                      <a:pt x="24" y="330"/>
                    </a:cubicBezTo>
                    <a:cubicBezTo>
                      <a:pt x="23" y="329"/>
                      <a:pt x="19" y="331"/>
                      <a:pt x="19" y="333"/>
                    </a:cubicBezTo>
                    <a:cubicBezTo>
                      <a:pt x="19" y="335"/>
                      <a:pt x="16" y="335"/>
                      <a:pt x="19" y="336"/>
                    </a:cubicBezTo>
                    <a:cubicBezTo>
                      <a:pt x="23" y="337"/>
                      <a:pt x="22" y="333"/>
                      <a:pt x="27" y="333"/>
                    </a:cubicBezTo>
                    <a:cubicBezTo>
                      <a:pt x="32" y="334"/>
                      <a:pt x="34" y="329"/>
                      <a:pt x="36" y="331"/>
                    </a:cubicBezTo>
                    <a:cubicBezTo>
                      <a:pt x="37" y="334"/>
                      <a:pt x="32" y="337"/>
                      <a:pt x="30" y="335"/>
                    </a:cubicBezTo>
                    <a:cubicBezTo>
                      <a:pt x="28" y="333"/>
                      <a:pt x="25" y="336"/>
                      <a:pt x="26" y="339"/>
                    </a:cubicBezTo>
                    <a:cubicBezTo>
                      <a:pt x="26" y="341"/>
                      <a:pt x="20" y="338"/>
                      <a:pt x="17" y="338"/>
                    </a:cubicBezTo>
                    <a:cubicBezTo>
                      <a:pt x="14" y="337"/>
                      <a:pt x="15" y="340"/>
                      <a:pt x="18" y="343"/>
                    </a:cubicBezTo>
                    <a:cubicBezTo>
                      <a:pt x="20" y="346"/>
                      <a:pt x="22" y="343"/>
                      <a:pt x="25" y="345"/>
                    </a:cubicBezTo>
                    <a:cubicBezTo>
                      <a:pt x="28" y="347"/>
                      <a:pt x="28" y="349"/>
                      <a:pt x="30" y="347"/>
                    </a:cubicBezTo>
                    <a:cubicBezTo>
                      <a:pt x="32" y="345"/>
                      <a:pt x="30" y="345"/>
                      <a:pt x="29" y="344"/>
                    </a:cubicBezTo>
                    <a:cubicBezTo>
                      <a:pt x="27" y="343"/>
                      <a:pt x="28" y="340"/>
                      <a:pt x="32" y="342"/>
                    </a:cubicBezTo>
                    <a:cubicBezTo>
                      <a:pt x="35" y="343"/>
                      <a:pt x="39" y="340"/>
                      <a:pt x="38" y="336"/>
                    </a:cubicBezTo>
                    <a:cubicBezTo>
                      <a:pt x="37" y="332"/>
                      <a:pt x="41" y="330"/>
                      <a:pt x="45" y="328"/>
                    </a:cubicBezTo>
                    <a:cubicBezTo>
                      <a:pt x="49" y="327"/>
                      <a:pt x="47" y="331"/>
                      <a:pt x="44" y="332"/>
                    </a:cubicBezTo>
                    <a:cubicBezTo>
                      <a:pt x="41" y="334"/>
                      <a:pt x="41" y="335"/>
                      <a:pt x="43" y="337"/>
                    </a:cubicBezTo>
                    <a:cubicBezTo>
                      <a:pt x="45" y="339"/>
                      <a:pt x="48" y="335"/>
                      <a:pt x="50" y="337"/>
                    </a:cubicBezTo>
                    <a:cubicBezTo>
                      <a:pt x="52" y="339"/>
                      <a:pt x="47" y="339"/>
                      <a:pt x="46" y="341"/>
                    </a:cubicBezTo>
                    <a:cubicBezTo>
                      <a:pt x="45" y="343"/>
                      <a:pt x="49" y="345"/>
                      <a:pt x="46" y="347"/>
                    </a:cubicBezTo>
                    <a:cubicBezTo>
                      <a:pt x="43" y="348"/>
                      <a:pt x="45" y="341"/>
                      <a:pt x="43" y="340"/>
                    </a:cubicBezTo>
                    <a:cubicBezTo>
                      <a:pt x="41" y="339"/>
                      <a:pt x="39" y="341"/>
                      <a:pt x="41" y="345"/>
                    </a:cubicBezTo>
                    <a:cubicBezTo>
                      <a:pt x="43" y="349"/>
                      <a:pt x="39" y="346"/>
                      <a:pt x="37" y="344"/>
                    </a:cubicBezTo>
                    <a:cubicBezTo>
                      <a:pt x="35" y="342"/>
                      <a:pt x="33" y="344"/>
                      <a:pt x="35" y="347"/>
                    </a:cubicBezTo>
                    <a:cubicBezTo>
                      <a:pt x="37" y="349"/>
                      <a:pt x="31" y="346"/>
                      <a:pt x="31" y="350"/>
                    </a:cubicBezTo>
                    <a:cubicBezTo>
                      <a:pt x="31" y="353"/>
                      <a:pt x="34" y="350"/>
                      <a:pt x="37" y="351"/>
                    </a:cubicBezTo>
                    <a:cubicBezTo>
                      <a:pt x="40" y="352"/>
                      <a:pt x="39" y="356"/>
                      <a:pt x="41" y="358"/>
                    </a:cubicBezTo>
                    <a:cubicBezTo>
                      <a:pt x="43" y="360"/>
                      <a:pt x="41" y="353"/>
                      <a:pt x="44" y="352"/>
                    </a:cubicBezTo>
                    <a:cubicBezTo>
                      <a:pt x="46" y="351"/>
                      <a:pt x="44" y="358"/>
                      <a:pt x="50" y="359"/>
                    </a:cubicBezTo>
                    <a:cubicBezTo>
                      <a:pt x="55" y="361"/>
                      <a:pt x="50" y="358"/>
                      <a:pt x="52" y="357"/>
                    </a:cubicBezTo>
                    <a:cubicBezTo>
                      <a:pt x="55" y="355"/>
                      <a:pt x="58" y="362"/>
                      <a:pt x="61" y="363"/>
                    </a:cubicBezTo>
                    <a:cubicBezTo>
                      <a:pt x="63" y="363"/>
                      <a:pt x="62" y="359"/>
                      <a:pt x="60" y="357"/>
                    </a:cubicBezTo>
                    <a:cubicBezTo>
                      <a:pt x="58" y="355"/>
                      <a:pt x="62" y="356"/>
                      <a:pt x="64" y="357"/>
                    </a:cubicBezTo>
                    <a:cubicBezTo>
                      <a:pt x="67" y="358"/>
                      <a:pt x="69" y="359"/>
                      <a:pt x="70" y="357"/>
                    </a:cubicBezTo>
                    <a:cubicBezTo>
                      <a:pt x="70" y="356"/>
                      <a:pt x="70" y="356"/>
                      <a:pt x="71" y="356"/>
                    </a:cubicBezTo>
                    <a:cubicBezTo>
                      <a:pt x="68" y="354"/>
                      <a:pt x="59" y="356"/>
                      <a:pt x="57" y="355"/>
                    </a:cubicBezTo>
                    <a:cubicBezTo>
                      <a:pt x="56" y="355"/>
                      <a:pt x="57" y="334"/>
                      <a:pt x="57" y="329"/>
                    </a:cubicBezTo>
                    <a:cubicBezTo>
                      <a:pt x="57" y="329"/>
                      <a:pt x="57" y="329"/>
                      <a:pt x="57" y="329"/>
                    </a:cubicBezTo>
                    <a:cubicBezTo>
                      <a:pt x="55" y="329"/>
                      <a:pt x="49" y="329"/>
                      <a:pt x="50" y="326"/>
                    </a:cubicBezTo>
                    <a:cubicBezTo>
                      <a:pt x="50" y="325"/>
                      <a:pt x="51" y="325"/>
                      <a:pt x="51" y="325"/>
                    </a:cubicBezTo>
                    <a:cubicBezTo>
                      <a:pt x="50" y="324"/>
                      <a:pt x="49" y="323"/>
                      <a:pt x="47" y="322"/>
                    </a:cubicBezTo>
                    <a:cubicBezTo>
                      <a:pt x="43" y="321"/>
                      <a:pt x="35" y="322"/>
                      <a:pt x="33" y="3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11">
                <a:extLst>
                  <a:ext uri="{FF2B5EF4-FFF2-40B4-BE49-F238E27FC236}">
                    <a16:creationId xmlns:a16="http://schemas.microsoft.com/office/drawing/2014/main" id="{B03CEC0E-7512-4246-8F1E-DA7C4B7A2B0B}"/>
                  </a:ext>
                </a:extLst>
              </p:cNvPr>
              <p:cNvSpPr>
                <a:spLocks/>
              </p:cNvSpPr>
              <p:nvPr/>
            </p:nvSpPr>
            <p:spPr bwMode="auto">
              <a:xfrm>
                <a:off x="3745291" y="4454923"/>
                <a:ext cx="163114" cy="166878"/>
              </a:xfrm>
              <a:custGeom>
                <a:avLst/>
                <a:gdLst>
                  <a:gd name="T0" fmla="*/ 69 w 71"/>
                  <a:gd name="T1" fmla="*/ 39 h 72"/>
                  <a:gd name="T2" fmla="*/ 62 w 71"/>
                  <a:gd name="T3" fmla="*/ 40 h 72"/>
                  <a:gd name="T4" fmla="*/ 58 w 71"/>
                  <a:gd name="T5" fmla="*/ 31 h 72"/>
                  <a:gd name="T6" fmla="*/ 52 w 71"/>
                  <a:gd name="T7" fmla="*/ 24 h 72"/>
                  <a:gd name="T8" fmla="*/ 45 w 71"/>
                  <a:gd name="T9" fmla="*/ 24 h 72"/>
                  <a:gd name="T10" fmla="*/ 41 w 71"/>
                  <a:gd name="T11" fmla="*/ 17 h 72"/>
                  <a:gd name="T12" fmla="*/ 40 w 71"/>
                  <a:gd name="T13" fmla="*/ 7 h 72"/>
                  <a:gd name="T14" fmla="*/ 40 w 71"/>
                  <a:gd name="T15" fmla="*/ 3 h 72"/>
                  <a:gd name="T16" fmla="*/ 38 w 71"/>
                  <a:gd name="T17" fmla="*/ 3 h 72"/>
                  <a:gd name="T18" fmla="*/ 31 w 71"/>
                  <a:gd name="T19" fmla="*/ 0 h 72"/>
                  <a:gd name="T20" fmla="*/ 21 w 71"/>
                  <a:gd name="T21" fmla="*/ 1 h 72"/>
                  <a:gd name="T22" fmla="*/ 12 w 71"/>
                  <a:gd name="T23" fmla="*/ 3 h 72"/>
                  <a:gd name="T24" fmla="*/ 5 w 71"/>
                  <a:gd name="T25" fmla="*/ 10 h 72"/>
                  <a:gd name="T26" fmla="*/ 3 w 71"/>
                  <a:gd name="T27" fmla="*/ 23 h 72"/>
                  <a:gd name="T28" fmla="*/ 0 w 71"/>
                  <a:gd name="T29" fmla="*/ 23 h 72"/>
                  <a:gd name="T30" fmla="*/ 11 w 71"/>
                  <a:gd name="T31" fmla="*/ 34 h 72"/>
                  <a:gd name="T32" fmla="*/ 20 w 71"/>
                  <a:gd name="T33" fmla="*/ 40 h 72"/>
                  <a:gd name="T34" fmla="*/ 29 w 71"/>
                  <a:gd name="T35" fmla="*/ 44 h 72"/>
                  <a:gd name="T36" fmla="*/ 44 w 71"/>
                  <a:gd name="T37" fmla="*/ 52 h 72"/>
                  <a:gd name="T38" fmla="*/ 38 w 71"/>
                  <a:gd name="T39" fmla="*/ 62 h 72"/>
                  <a:gd name="T40" fmla="*/ 35 w 71"/>
                  <a:gd name="T41" fmla="*/ 68 h 72"/>
                  <a:gd name="T42" fmla="*/ 43 w 71"/>
                  <a:gd name="T43" fmla="*/ 69 h 72"/>
                  <a:gd name="T44" fmla="*/ 50 w 71"/>
                  <a:gd name="T45" fmla="*/ 70 h 72"/>
                  <a:gd name="T46" fmla="*/ 57 w 71"/>
                  <a:gd name="T47" fmla="*/ 69 h 72"/>
                  <a:gd name="T48" fmla="*/ 64 w 71"/>
                  <a:gd name="T49" fmla="*/ 66 h 72"/>
                  <a:gd name="T50" fmla="*/ 68 w 71"/>
                  <a:gd name="T51" fmla="*/ 54 h 72"/>
                  <a:gd name="T52" fmla="*/ 69 w 71"/>
                  <a:gd name="T53" fmla="*/ 3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72">
                    <a:moveTo>
                      <a:pt x="69" y="39"/>
                    </a:moveTo>
                    <a:cubicBezTo>
                      <a:pt x="66" y="37"/>
                      <a:pt x="63" y="40"/>
                      <a:pt x="62" y="40"/>
                    </a:cubicBezTo>
                    <a:cubicBezTo>
                      <a:pt x="61" y="40"/>
                      <a:pt x="59" y="34"/>
                      <a:pt x="58" y="31"/>
                    </a:cubicBezTo>
                    <a:cubicBezTo>
                      <a:pt x="57" y="28"/>
                      <a:pt x="54" y="23"/>
                      <a:pt x="52" y="24"/>
                    </a:cubicBezTo>
                    <a:cubicBezTo>
                      <a:pt x="50" y="26"/>
                      <a:pt x="51" y="24"/>
                      <a:pt x="45" y="24"/>
                    </a:cubicBezTo>
                    <a:cubicBezTo>
                      <a:pt x="40" y="23"/>
                      <a:pt x="40" y="22"/>
                      <a:pt x="41" y="17"/>
                    </a:cubicBezTo>
                    <a:cubicBezTo>
                      <a:pt x="43" y="12"/>
                      <a:pt x="38" y="8"/>
                      <a:pt x="40" y="7"/>
                    </a:cubicBezTo>
                    <a:cubicBezTo>
                      <a:pt x="41" y="6"/>
                      <a:pt x="41" y="5"/>
                      <a:pt x="40" y="3"/>
                    </a:cubicBezTo>
                    <a:cubicBezTo>
                      <a:pt x="39" y="3"/>
                      <a:pt x="39" y="3"/>
                      <a:pt x="38" y="3"/>
                    </a:cubicBezTo>
                    <a:cubicBezTo>
                      <a:pt x="36" y="3"/>
                      <a:pt x="34" y="0"/>
                      <a:pt x="31" y="0"/>
                    </a:cubicBezTo>
                    <a:cubicBezTo>
                      <a:pt x="27" y="0"/>
                      <a:pt x="24" y="0"/>
                      <a:pt x="21" y="1"/>
                    </a:cubicBezTo>
                    <a:cubicBezTo>
                      <a:pt x="19" y="2"/>
                      <a:pt x="14" y="1"/>
                      <a:pt x="12" y="3"/>
                    </a:cubicBezTo>
                    <a:cubicBezTo>
                      <a:pt x="9" y="5"/>
                      <a:pt x="5" y="9"/>
                      <a:pt x="5" y="10"/>
                    </a:cubicBezTo>
                    <a:cubicBezTo>
                      <a:pt x="6" y="12"/>
                      <a:pt x="4" y="22"/>
                      <a:pt x="3" y="23"/>
                    </a:cubicBezTo>
                    <a:cubicBezTo>
                      <a:pt x="3" y="23"/>
                      <a:pt x="1" y="23"/>
                      <a:pt x="0" y="23"/>
                    </a:cubicBezTo>
                    <a:cubicBezTo>
                      <a:pt x="2" y="26"/>
                      <a:pt x="8" y="32"/>
                      <a:pt x="11" y="34"/>
                    </a:cubicBezTo>
                    <a:cubicBezTo>
                      <a:pt x="16" y="37"/>
                      <a:pt x="15" y="39"/>
                      <a:pt x="20" y="40"/>
                    </a:cubicBezTo>
                    <a:cubicBezTo>
                      <a:pt x="25" y="40"/>
                      <a:pt x="28" y="42"/>
                      <a:pt x="29" y="44"/>
                    </a:cubicBezTo>
                    <a:cubicBezTo>
                      <a:pt x="31" y="46"/>
                      <a:pt x="43" y="50"/>
                      <a:pt x="44" y="52"/>
                    </a:cubicBezTo>
                    <a:cubicBezTo>
                      <a:pt x="45" y="53"/>
                      <a:pt x="38" y="58"/>
                      <a:pt x="38" y="62"/>
                    </a:cubicBezTo>
                    <a:cubicBezTo>
                      <a:pt x="38" y="67"/>
                      <a:pt x="35" y="66"/>
                      <a:pt x="35" y="68"/>
                    </a:cubicBezTo>
                    <a:cubicBezTo>
                      <a:pt x="35" y="69"/>
                      <a:pt x="41" y="68"/>
                      <a:pt x="43" y="69"/>
                    </a:cubicBezTo>
                    <a:cubicBezTo>
                      <a:pt x="45" y="71"/>
                      <a:pt x="48" y="69"/>
                      <a:pt x="50" y="70"/>
                    </a:cubicBezTo>
                    <a:cubicBezTo>
                      <a:pt x="53" y="72"/>
                      <a:pt x="56" y="68"/>
                      <a:pt x="57" y="69"/>
                    </a:cubicBezTo>
                    <a:cubicBezTo>
                      <a:pt x="59" y="69"/>
                      <a:pt x="61" y="65"/>
                      <a:pt x="64" y="66"/>
                    </a:cubicBezTo>
                    <a:cubicBezTo>
                      <a:pt x="66" y="66"/>
                      <a:pt x="68" y="57"/>
                      <a:pt x="68" y="54"/>
                    </a:cubicBezTo>
                    <a:cubicBezTo>
                      <a:pt x="67" y="50"/>
                      <a:pt x="71" y="40"/>
                      <a:pt x="69"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12">
                <a:extLst>
                  <a:ext uri="{FF2B5EF4-FFF2-40B4-BE49-F238E27FC236}">
                    <a16:creationId xmlns:a16="http://schemas.microsoft.com/office/drawing/2014/main" id="{6B5C1B4F-ECCE-4281-8A4B-D501B4362407}"/>
                  </a:ext>
                </a:extLst>
              </p:cNvPr>
              <p:cNvSpPr>
                <a:spLocks/>
              </p:cNvSpPr>
              <p:nvPr/>
            </p:nvSpPr>
            <p:spPr bwMode="auto">
              <a:xfrm>
                <a:off x="3313665" y="3881514"/>
                <a:ext cx="62736" cy="50189"/>
              </a:xfrm>
              <a:custGeom>
                <a:avLst/>
                <a:gdLst>
                  <a:gd name="T0" fmla="*/ 26 w 27"/>
                  <a:gd name="T1" fmla="*/ 17 h 22"/>
                  <a:gd name="T2" fmla="*/ 27 w 27"/>
                  <a:gd name="T3" fmla="*/ 12 h 22"/>
                  <a:gd name="T4" fmla="*/ 19 w 27"/>
                  <a:gd name="T5" fmla="*/ 2 h 22"/>
                  <a:gd name="T6" fmla="*/ 15 w 27"/>
                  <a:gd name="T7" fmla="*/ 2 h 22"/>
                  <a:gd name="T8" fmla="*/ 7 w 27"/>
                  <a:gd name="T9" fmla="*/ 0 h 22"/>
                  <a:gd name="T10" fmla="*/ 3 w 27"/>
                  <a:gd name="T11" fmla="*/ 0 h 22"/>
                  <a:gd name="T12" fmla="*/ 2 w 27"/>
                  <a:gd name="T13" fmla="*/ 3 h 22"/>
                  <a:gd name="T14" fmla="*/ 4 w 27"/>
                  <a:gd name="T15" fmla="*/ 10 h 22"/>
                  <a:gd name="T16" fmla="*/ 9 w 27"/>
                  <a:gd name="T17" fmla="*/ 9 h 22"/>
                  <a:gd name="T18" fmla="*/ 12 w 27"/>
                  <a:gd name="T19" fmla="*/ 12 h 22"/>
                  <a:gd name="T20" fmla="*/ 18 w 27"/>
                  <a:gd name="T21" fmla="*/ 17 h 22"/>
                  <a:gd name="T22" fmla="*/ 23 w 27"/>
                  <a:gd name="T23" fmla="*/ 22 h 22"/>
                  <a:gd name="T24" fmla="*/ 25 w 27"/>
                  <a:gd name="T25" fmla="*/ 22 h 22"/>
                  <a:gd name="T26" fmla="*/ 26 w 27"/>
                  <a:gd name="T27"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2">
                    <a:moveTo>
                      <a:pt x="26" y="17"/>
                    </a:moveTo>
                    <a:cubicBezTo>
                      <a:pt x="25" y="16"/>
                      <a:pt x="26" y="14"/>
                      <a:pt x="27" y="12"/>
                    </a:cubicBezTo>
                    <a:cubicBezTo>
                      <a:pt x="24" y="9"/>
                      <a:pt x="21" y="5"/>
                      <a:pt x="19" y="2"/>
                    </a:cubicBezTo>
                    <a:cubicBezTo>
                      <a:pt x="17" y="2"/>
                      <a:pt x="16" y="2"/>
                      <a:pt x="15" y="2"/>
                    </a:cubicBezTo>
                    <a:cubicBezTo>
                      <a:pt x="13" y="0"/>
                      <a:pt x="9" y="1"/>
                      <a:pt x="7" y="0"/>
                    </a:cubicBezTo>
                    <a:cubicBezTo>
                      <a:pt x="6" y="0"/>
                      <a:pt x="4" y="0"/>
                      <a:pt x="3" y="0"/>
                    </a:cubicBezTo>
                    <a:cubicBezTo>
                      <a:pt x="3" y="2"/>
                      <a:pt x="3" y="3"/>
                      <a:pt x="2" y="3"/>
                    </a:cubicBezTo>
                    <a:cubicBezTo>
                      <a:pt x="0" y="4"/>
                      <a:pt x="0" y="9"/>
                      <a:pt x="4" y="10"/>
                    </a:cubicBezTo>
                    <a:cubicBezTo>
                      <a:pt x="8" y="12"/>
                      <a:pt x="7" y="9"/>
                      <a:pt x="9" y="9"/>
                    </a:cubicBezTo>
                    <a:cubicBezTo>
                      <a:pt x="11" y="9"/>
                      <a:pt x="11" y="12"/>
                      <a:pt x="12" y="12"/>
                    </a:cubicBezTo>
                    <a:cubicBezTo>
                      <a:pt x="14" y="12"/>
                      <a:pt x="18" y="15"/>
                      <a:pt x="18" y="17"/>
                    </a:cubicBezTo>
                    <a:cubicBezTo>
                      <a:pt x="18" y="20"/>
                      <a:pt x="20" y="22"/>
                      <a:pt x="23" y="22"/>
                    </a:cubicBezTo>
                    <a:cubicBezTo>
                      <a:pt x="23" y="22"/>
                      <a:pt x="24" y="22"/>
                      <a:pt x="25" y="22"/>
                    </a:cubicBezTo>
                    <a:cubicBezTo>
                      <a:pt x="25" y="20"/>
                      <a:pt x="26" y="18"/>
                      <a:pt x="26" y="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13">
                <a:extLst>
                  <a:ext uri="{FF2B5EF4-FFF2-40B4-BE49-F238E27FC236}">
                    <a16:creationId xmlns:a16="http://schemas.microsoft.com/office/drawing/2014/main" id="{E11AF6E2-AF0F-4D82-B08F-14B9C0B30AD6}"/>
                  </a:ext>
                </a:extLst>
              </p:cNvPr>
              <p:cNvSpPr>
                <a:spLocks/>
              </p:cNvSpPr>
              <p:nvPr/>
            </p:nvSpPr>
            <p:spPr bwMode="auto">
              <a:xfrm>
                <a:off x="3371383" y="3906608"/>
                <a:ext cx="109161" cy="50189"/>
              </a:xfrm>
              <a:custGeom>
                <a:avLst/>
                <a:gdLst>
                  <a:gd name="T0" fmla="*/ 42 w 47"/>
                  <a:gd name="T1" fmla="*/ 6 h 22"/>
                  <a:gd name="T2" fmla="*/ 30 w 47"/>
                  <a:gd name="T3" fmla="*/ 1 h 22"/>
                  <a:gd name="T4" fmla="*/ 19 w 47"/>
                  <a:gd name="T5" fmla="*/ 5 h 22"/>
                  <a:gd name="T6" fmla="*/ 6 w 47"/>
                  <a:gd name="T7" fmla="*/ 5 h 22"/>
                  <a:gd name="T8" fmla="*/ 2 w 47"/>
                  <a:gd name="T9" fmla="*/ 1 h 22"/>
                  <a:gd name="T10" fmla="*/ 1 w 47"/>
                  <a:gd name="T11" fmla="*/ 6 h 22"/>
                  <a:gd name="T12" fmla="*/ 0 w 47"/>
                  <a:gd name="T13" fmla="*/ 11 h 22"/>
                  <a:gd name="T14" fmla="*/ 10 w 47"/>
                  <a:gd name="T15" fmla="*/ 15 h 22"/>
                  <a:gd name="T16" fmla="*/ 16 w 47"/>
                  <a:gd name="T17" fmla="*/ 19 h 22"/>
                  <a:gd name="T18" fmla="*/ 22 w 47"/>
                  <a:gd name="T19" fmla="*/ 18 h 22"/>
                  <a:gd name="T20" fmla="*/ 20 w 47"/>
                  <a:gd name="T21" fmla="*/ 13 h 22"/>
                  <a:gd name="T22" fmla="*/ 24 w 47"/>
                  <a:gd name="T23" fmla="*/ 9 h 22"/>
                  <a:gd name="T24" fmla="*/ 33 w 47"/>
                  <a:gd name="T25" fmla="*/ 6 h 22"/>
                  <a:gd name="T26" fmla="*/ 35 w 47"/>
                  <a:gd name="T27" fmla="*/ 12 h 22"/>
                  <a:gd name="T28" fmla="*/ 40 w 47"/>
                  <a:gd name="T29" fmla="*/ 20 h 22"/>
                  <a:gd name="T30" fmla="*/ 46 w 47"/>
                  <a:gd name="T31" fmla="*/ 15 h 22"/>
                  <a:gd name="T32" fmla="*/ 47 w 47"/>
                  <a:gd name="T33" fmla="*/ 13 h 22"/>
                  <a:gd name="T34" fmla="*/ 42 w 47"/>
                  <a:gd name="T35"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 h="22">
                    <a:moveTo>
                      <a:pt x="42" y="6"/>
                    </a:moveTo>
                    <a:cubicBezTo>
                      <a:pt x="39" y="2"/>
                      <a:pt x="34" y="2"/>
                      <a:pt x="30" y="1"/>
                    </a:cubicBezTo>
                    <a:cubicBezTo>
                      <a:pt x="27" y="0"/>
                      <a:pt x="23" y="1"/>
                      <a:pt x="19" y="5"/>
                    </a:cubicBezTo>
                    <a:cubicBezTo>
                      <a:pt x="15" y="9"/>
                      <a:pt x="10" y="7"/>
                      <a:pt x="6" y="5"/>
                    </a:cubicBezTo>
                    <a:cubicBezTo>
                      <a:pt x="5" y="4"/>
                      <a:pt x="4" y="3"/>
                      <a:pt x="2" y="1"/>
                    </a:cubicBezTo>
                    <a:cubicBezTo>
                      <a:pt x="1" y="3"/>
                      <a:pt x="0" y="5"/>
                      <a:pt x="1" y="6"/>
                    </a:cubicBezTo>
                    <a:cubicBezTo>
                      <a:pt x="1" y="7"/>
                      <a:pt x="0" y="9"/>
                      <a:pt x="0" y="11"/>
                    </a:cubicBezTo>
                    <a:cubicBezTo>
                      <a:pt x="3" y="11"/>
                      <a:pt x="8" y="13"/>
                      <a:pt x="10" y="15"/>
                    </a:cubicBezTo>
                    <a:cubicBezTo>
                      <a:pt x="13" y="19"/>
                      <a:pt x="14" y="16"/>
                      <a:pt x="16" y="19"/>
                    </a:cubicBezTo>
                    <a:cubicBezTo>
                      <a:pt x="18" y="22"/>
                      <a:pt x="21" y="20"/>
                      <a:pt x="22" y="18"/>
                    </a:cubicBezTo>
                    <a:cubicBezTo>
                      <a:pt x="23" y="16"/>
                      <a:pt x="20" y="15"/>
                      <a:pt x="20" y="13"/>
                    </a:cubicBezTo>
                    <a:cubicBezTo>
                      <a:pt x="19" y="11"/>
                      <a:pt x="23" y="12"/>
                      <a:pt x="24" y="9"/>
                    </a:cubicBezTo>
                    <a:cubicBezTo>
                      <a:pt x="25" y="7"/>
                      <a:pt x="31" y="5"/>
                      <a:pt x="33" y="6"/>
                    </a:cubicBezTo>
                    <a:cubicBezTo>
                      <a:pt x="36" y="8"/>
                      <a:pt x="38" y="9"/>
                      <a:pt x="35" y="12"/>
                    </a:cubicBezTo>
                    <a:cubicBezTo>
                      <a:pt x="34" y="14"/>
                      <a:pt x="37" y="18"/>
                      <a:pt x="40" y="20"/>
                    </a:cubicBezTo>
                    <a:cubicBezTo>
                      <a:pt x="42" y="18"/>
                      <a:pt x="45" y="16"/>
                      <a:pt x="46" y="15"/>
                    </a:cubicBezTo>
                    <a:cubicBezTo>
                      <a:pt x="46" y="15"/>
                      <a:pt x="46" y="14"/>
                      <a:pt x="47" y="13"/>
                    </a:cubicBezTo>
                    <a:cubicBezTo>
                      <a:pt x="45" y="12"/>
                      <a:pt x="44" y="9"/>
                      <a:pt x="42"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14">
                <a:extLst>
                  <a:ext uri="{FF2B5EF4-FFF2-40B4-BE49-F238E27FC236}">
                    <a16:creationId xmlns:a16="http://schemas.microsoft.com/office/drawing/2014/main" id="{78F346BA-FA7E-4DF8-ACE9-939A3B8FCAB3}"/>
                  </a:ext>
                </a:extLst>
              </p:cNvPr>
              <p:cNvSpPr>
                <a:spLocks/>
              </p:cNvSpPr>
              <p:nvPr/>
            </p:nvSpPr>
            <p:spPr bwMode="auto">
              <a:xfrm>
                <a:off x="3445411" y="3851400"/>
                <a:ext cx="220832" cy="316191"/>
              </a:xfrm>
              <a:custGeom>
                <a:avLst/>
                <a:gdLst>
                  <a:gd name="T0" fmla="*/ 15 w 96"/>
                  <a:gd name="T1" fmla="*/ 100 h 137"/>
                  <a:gd name="T2" fmla="*/ 21 w 96"/>
                  <a:gd name="T3" fmla="*/ 100 h 137"/>
                  <a:gd name="T4" fmla="*/ 26 w 96"/>
                  <a:gd name="T5" fmla="*/ 105 h 137"/>
                  <a:gd name="T6" fmla="*/ 27 w 96"/>
                  <a:gd name="T7" fmla="*/ 105 h 137"/>
                  <a:gd name="T8" fmla="*/ 34 w 96"/>
                  <a:gd name="T9" fmla="*/ 105 h 137"/>
                  <a:gd name="T10" fmla="*/ 39 w 96"/>
                  <a:gd name="T11" fmla="*/ 112 h 137"/>
                  <a:gd name="T12" fmla="*/ 44 w 96"/>
                  <a:gd name="T13" fmla="*/ 117 h 137"/>
                  <a:gd name="T14" fmla="*/ 47 w 96"/>
                  <a:gd name="T15" fmla="*/ 122 h 137"/>
                  <a:gd name="T16" fmla="*/ 56 w 96"/>
                  <a:gd name="T17" fmla="*/ 123 h 137"/>
                  <a:gd name="T18" fmla="*/ 61 w 96"/>
                  <a:gd name="T19" fmla="*/ 122 h 137"/>
                  <a:gd name="T20" fmla="*/ 66 w 96"/>
                  <a:gd name="T21" fmla="*/ 122 h 137"/>
                  <a:gd name="T22" fmla="*/ 72 w 96"/>
                  <a:gd name="T23" fmla="*/ 127 h 137"/>
                  <a:gd name="T24" fmla="*/ 68 w 96"/>
                  <a:gd name="T25" fmla="*/ 133 h 137"/>
                  <a:gd name="T26" fmla="*/ 72 w 96"/>
                  <a:gd name="T27" fmla="*/ 137 h 137"/>
                  <a:gd name="T28" fmla="*/ 73 w 96"/>
                  <a:gd name="T29" fmla="*/ 137 h 137"/>
                  <a:gd name="T30" fmla="*/ 76 w 96"/>
                  <a:gd name="T31" fmla="*/ 126 h 137"/>
                  <a:gd name="T32" fmla="*/ 78 w 96"/>
                  <a:gd name="T33" fmla="*/ 115 h 137"/>
                  <a:gd name="T34" fmla="*/ 72 w 96"/>
                  <a:gd name="T35" fmla="*/ 102 h 137"/>
                  <a:gd name="T36" fmla="*/ 78 w 96"/>
                  <a:gd name="T37" fmla="*/ 98 h 137"/>
                  <a:gd name="T38" fmla="*/ 76 w 96"/>
                  <a:gd name="T39" fmla="*/ 95 h 137"/>
                  <a:gd name="T40" fmla="*/ 74 w 96"/>
                  <a:gd name="T41" fmla="*/ 90 h 137"/>
                  <a:gd name="T42" fmla="*/ 86 w 96"/>
                  <a:gd name="T43" fmla="*/ 89 h 137"/>
                  <a:gd name="T44" fmla="*/ 95 w 96"/>
                  <a:gd name="T45" fmla="*/ 86 h 137"/>
                  <a:gd name="T46" fmla="*/ 94 w 96"/>
                  <a:gd name="T47" fmla="*/ 82 h 137"/>
                  <a:gd name="T48" fmla="*/ 94 w 96"/>
                  <a:gd name="T49" fmla="*/ 76 h 137"/>
                  <a:gd name="T50" fmla="*/ 91 w 96"/>
                  <a:gd name="T51" fmla="*/ 70 h 137"/>
                  <a:gd name="T52" fmla="*/ 93 w 96"/>
                  <a:gd name="T53" fmla="*/ 55 h 137"/>
                  <a:gd name="T54" fmla="*/ 84 w 96"/>
                  <a:gd name="T55" fmla="*/ 53 h 137"/>
                  <a:gd name="T56" fmla="*/ 72 w 96"/>
                  <a:gd name="T57" fmla="*/ 48 h 137"/>
                  <a:gd name="T58" fmla="*/ 59 w 96"/>
                  <a:gd name="T59" fmla="*/ 47 h 137"/>
                  <a:gd name="T60" fmla="*/ 53 w 96"/>
                  <a:gd name="T61" fmla="*/ 36 h 137"/>
                  <a:gd name="T62" fmla="*/ 50 w 96"/>
                  <a:gd name="T63" fmla="*/ 31 h 137"/>
                  <a:gd name="T64" fmla="*/ 46 w 96"/>
                  <a:gd name="T65" fmla="*/ 29 h 137"/>
                  <a:gd name="T66" fmla="*/ 47 w 96"/>
                  <a:gd name="T67" fmla="*/ 25 h 137"/>
                  <a:gd name="T68" fmla="*/ 48 w 96"/>
                  <a:gd name="T69" fmla="*/ 19 h 137"/>
                  <a:gd name="T70" fmla="*/ 55 w 96"/>
                  <a:gd name="T71" fmla="*/ 10 h 137"/>
                  <a:gd name="T72" fmla="*/ 58 w 96"/>
                  <a:gd name="T73" fmla="*/ 9 h 137"/>
                  <a:gd name="T74" fmla="*/ 60 w 96"/>
                  <a:gd name="T75" fmla="*/ 7 h 137"/>
                  <a:gd name="T76" fmla="*/ 62 w 96"/>
                  <a:gd name="T77" fmla="*/ 2 h 137"/>
                  <a:gd name="T78" fmla="*/ 53 w 96"/>
                  <a:gd name="T79" fmla="*/ 6 h 137"/>
                  <a:gd name="T80" fmla="*/ 46 w 96"/>
                  <a:gd name="T81" fmla="*/ 11 h 137"/>
                  <a:gd name="T82" fmla="*/ 38 w 96"/>
                  <a:gd name="T83" fmla="*/ 13 h 137"/>
                  <a:gd name="T84" fmla="*/ 35 w 96"/>
                  <a:gd name="T85" fmla="*/ 12 h 137"/>
                  <a:gd name="T86" fmla="*/ 27 w 96"/>
                  <a:gd name="T87" fmla="*/ 19 h 137"/>
                  <a:gd name="T88" fmla="*/ 24 w 96"/>
                  <a:gd name="T89" fmla="*/ 27 h 137"/>
                  <a:gd name="T90" fmla="*/ 16 w 96"/>
                  <a:gd name="T91" fmla="*/ 36 h 137"/>
                  <a:gd name="T92" fmla="*/ 15 w 96"/>
                  <a:gd name="T93" fmla="*/ 37 h 137"/>
                  <a:gd name="T94" fmla="*/ 14 w 96"/>
                  <a:gd name="T95" fmla="*/ 39 h 137"/>
                  <a:gd name="T96" fmla="*/ 8 w 96"/>
                  <a:gd name="T97" fmla="*/ 44 h 137"/>
                  <a:gd name="T98" fmla="*/ 11 w 96"/>
                  <a:gd name="T99" fmla="*/ 47 h 137"/>
                  <a:gd name="T100" fmla="*/ 12 w 96"/>
                  <a:gd name="T101" fmla="*/ 53 h 137"/>
                  <a:gd name="T102" fmla="*/ 12 w 96"/>
                  <a:gd name="T103" fmla="*/ 58 h 137"/>
                  <a:gd name="T104" fmla="*/ 14 w 96"/>
                  <a:gd name="T105" fmla="*/ 70 h 137"/>
                  <a:gd name="T106" fmla="*/ 12 w 96"/>
                  <a:gd name="T107" fmla="*/ 77 h 137"/>
                  <a:gd name="T108" fmla="*/ 5 w 96"/>
                  <a:gd name="T109" fmla="*/ 82 h 137"/>
                  <a:gd name="T110" fmla="*/ 1 w 96"/>
                  <a:gd name="T111" fmla="*/ 88 h 137"/>
                  <a:gd name="T112" fmla="*/ 0 w 96"/>
                  <a:gd name="T113" fmla="*/ 91 h 137"/>
                  <a:gd name="T114" fmla="*/ 10 w 96"/>
                  <a:gd name="T115" fmla="*/ 96 h 137"/>
                  <a:gd name="T116" fmla="*/ 15 w 96"/>
                  <a:gd name="T117" fmla="*/ 10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6" h="137">
                    <a:moveTo>
                      <a:pt x="15" y="100"/>
                    </a:moveTo>
                    <a:cubicBezTo>
                      <a:pt x="17" y="102"/>
                      <a:pt x="20" y="101"/>
                      <a:pt x="21" y="100"/>
                    </a:cubicBezTo>
                    <a:cubicBezTo>
                      <a:pt x="21" y="99"/>
                      <a:pt x="23" y="101"/>
                      <a:pt x="26" y="105"/>
                    </a:cubicBezTo>
                    <a:cubicBezTo>
                      <a:pt x="27" y="105"/>
                      <a:pt x="27" y="105"/>
                      <a:pt x="27" y="105"/>
                    </a:cubicBezTo>
                    <a:cubicBezTo>
                      <a:pt x="29" y="105"/>
                      <a:pt x="32" y="104"/>
                      <a:pt x="34" y="105"/>
                    </a:cubicBezTo>
                    <a:cubicBezTo>
                      <a:pt x="36" y="106"/>
                      <a:pt x="35" y="111"/>
                      <a:pt x="39" y="112"/>
                    </a:cubicBezTo>
                    <a:cubicBezTo>
                      <a:pt x="42" y="112"/>
                      <a:pt x="44" y="115"/>
                      <a:pt x="44" y="117"/>
                    </a:cubicBezTo>
                    <a:cubicBezTo>
                      <a:pt x="43" y="118"/>
                      <a:pt x="47" y="119"/>
                      <a:pt x="47" y="122"/>
                    </a:cubicBezTo>
                    <a:cubicBezTo>
                      <a:pt x="46" y="124"/>
                      <a:pt x="55" y="124"/>
                      <a:pt x="56" y="123"/>
                    </a:cubicBezTo>
                    <a:cubicBezTo>
                      <a:pt x="57" y="122"/>
                      <a:pt x="59" y="121"/>
                      <a:pt x="61" y="122"/>
                    </a:cubicBezTo>
                    <a:cubicBezTo>
                      <a:pt x="62" y="123"/>
                      <a:pt x="65" y="121"/>
                      <a:pt x="66" y="122"/>
                    </a:cubicBezTo>
                    <a:cubicBezTo>
                      <a:pt x="67" y="122"/>
                      <a:pt x="73" y="125"/>
                      <a:pt x="72" y="127"/>
                    </a:cubicBezTo>
                    <a:cubicBezTo>
                      <a:pt x="71" y="129"/>
                      <a:pt x="67" y="132"/>
                      <a:pt x="68" y="133"/>
                    </a:cubicBezTo>
                    <a:cubicBezTo>
                      <a:pt x="68" y="135"/>
                      <a:pt x="71" y="136"/>
                      <a:pt x="72" y="137"/>
                    </a:cubicBezTo>
                    <a:cubicBezTo>
                      <a:pt x="73" y="137"/>
                      <a:pt x="73" y="137"/>
                      <a:pt x="73" y="137"/>
                    </a:cubicBezTo>
                    <a:cubicBezTo>
                      <a:pt x="75" y="137"/>
                      <a:pt x="76" y="129"/>
                      <a:pt x="76" y="126"/>
                    </a:cubicBezTo>
                    <a:cubicBezTo>
                      <a:pt x="76" y="124"/>
                      <a:pt x="77" y="118"/>
                      <a:pt x="78" y="115"/>
                    </a:cubicBezTo>
                    <a:cubicBezTo>
                      <a:pt x="79" y="111"/>
                      <a:pt x="72" y="107"/>
                      <a:pt x="72" y="102"/>
                    </a:cubicBezTo>
                    <a:cubicBezTo>
                      <a:pt x="72" y="97"/>
                      <a:pt x="75" y="100"/>
                      <a:pt x="78" y="98"/>
                    </a:cubicBezTo>
                    <a:cubicBezTo>
                      <a:pt x="81" y="96"/>
                      <a:pt x="78" y="95"/>
                      <a:pt x="76" y="95"/>
                    </a:cubicBezTo>
                    <a:cubicBezTo>
                      <a:pt x="75" y="94"/>
                      <a:pt x="74" y="92"/>
                      <a:pt x="74" y="90"/>
                    </a:cubicBezTo>
                    <a:cubicBezTo>
                      <a:pt x="75" y="89"/>
                      <a:pt x="83" y="89"/>
                      <a:pt x="86" y="89"/>
                    </a:cubicBezTo>
                    <a:cubicBezTo>
                      <a:pt x="89" y="89"/>
                      <a:pt x="95" y="87"/>
                      <a:pt x="95" y="86"/>
                    </a:cubicBezTo>
                    <a:cubicBezTo>
                      <a:pt x="95" y="86"/>
                      <a:pt x="96" y="84"/>
                      <a:pt x="94" y="82"/>
                    </a:cubicBezTo>
                    <a:cubicBezTo>
                      <a:pt x="92" y="81"/>
                      <a:pt x="92" y="78"/>
                      <a:pt x="94" y="76"/>
                    </a:cubicBezTo>
                    <a:cubicBezTo>
                      <a:pt x="96" y="74"/>
                      <a:pt x="93" y="72"/>
                      <a:pt x="91" y="70"/>
                    </a:cubicBezTo>
                    <a:cubicBezTo>
                      <a:pt x="89" y="68"/>
                      <a:pt x="91" y="59"/>
                      <a:pt x="93" y="55"/>
                    </a:cubicBezTo>
                    <a:cubicBezTo>
                      <a:pt x="95" y="51"/>
                      <a:pt x="88" y="52"/>
                      <a:pt x="84" y="53"/>
                    </a:cubicBezTo>
                    <a:cubicBezTo>
                      <a:pt x="79" y="53"/>
                      <a:pt x="75" y="52"/>
                      <a:pt x="72" y="48"/>
                    </a:cubicBezTo>
                    <a:cubicBezTo>
                      <a:pt x="69" y="44"/>
                      <a:pt x="65" y="47"/>
                      <a:pt x="59" y="47"/>
                    </a:cubicBezTo>
                    <a:cubicBezTo>
                      <a:pt x="52" y="47"/>
                      <a:pt x="53" y="39"/>
                      <a:pt x="53" y="36"/>
                    </a:cubicBezTo>
                    <a:cubicBezTo>
                      <a:pt x="54" y="33"/>
                      <a:pt x="50" y="33"/>
                      <a:pt x="50" y="31"/>
                    </a:cubicBezTo>
                    <a:cubicBezTo>
                      <a:pt x="50" y="29"/>
                      <a:pt x="48" y="29"/>
                      <a:pt x="46" y="29"/>
                    </a:cubicBezTo>
                    <a:cubicBezTo>
                      <a:pt x="44" y="29"/>
                      <a:pt x="46" y="27"/>
                      <a:pt x="47" y="25"/>
                    </a:cubicBezTo>
                    <a:cubicBezTo>
                      <a:pt x="48" y="24"/>
                      <a:pt x="48" y="23"/>
                      <a:pt x="48" y="19"/>
                    </a:cubicBezTo>
                    <a:cubicBezTo>
                      <a:pt x="49" y="16"/>
                      <a:pt x="53" y="13"/>
                      <a:pt x="55" y="10"/>
                    </a:cubicBezTo>
                    <a:cubicBezTo>
                      <a:pt x="56" y="9"/>
                      <a:pt x="57" y="9"/>
                      <a:pt x="58" y="9"/>
                    </a:cubicBezTo>
                    <a:cubicBezTo>
                      <a:pt x="58" y="8"/>
                      <a:pt x="59" y="7"/>
                      <a:pt x="60" y="7"/>
                    </a:cubicBezTo>
                    <a:cubicBezTo>
                      <a:pt x="63" y="6"/>
                      <a:pt x="65" y="4"/>
                      <a:pt x="62" y="2"/>
                    </a:cubicBezTo>
                    <a:cubicBezTo>
                      <a:pt x="58" y="0"/>
                      <a:pt x="57" y="6"/>
                      <a:pt x="53" y="6"/>
                    </a:cubicBezTo>
                    <a:cubicBezTo>
                      <a:pt x="49" y="7"/>
                      <a:pt x="48" y="9"/>
                      <a:pt x="46" y="11"/>
                    </a:cubicBezTo>
                    <a:cubicBezTo>
                      <a:pt x="43" y="12"/>
                      <a:pt x="39" y="11"/>
                      <a:pt x="38" y="13"/>
                    </a:cubicBezTo>
                    <a:cubicBezTo>
                      <a:pt x="38" y="15"/>
                      <a:pt x="37" y="13"/>
                      <a:pt x="35" y="12"/>
                    </a:cubicBezTo>
                    <a:cubicBezTo>
                      <a:pt x="33" y="12"/>
                      <a:pt x="27" y="17"/>
                      <a:pt x="27" y="19"/>
                    </a:cubicBezTo>
                    <a:cubicBezTo>
                      <a:pt x="27" y="22"/>
                      <a:pt x="28" y="24"/>
                      <a:pt x="24" y="27"/>
                    </a:cubicBezTo>
                    <a:cubicBezTo>
                      <a:pt x="20" y="29"/>
                      <a:pt x="18" y="34"/>
                      <a:pt x="16" y="36"/>
                    </a:cubicBezTo>
                    <a:cubicBezTo>
                      <a:pt x="16" y="37"/>
                      <a:pt x="15" y="37"/>
                      <a:pt x="15" y="37"/>
                    </a:cubicBezTo>
                    <a:cubicBezTo>
                      <a:pt x="14" y="38"/>
                      <a:pt x="14" y="39"/>
                      <a:pt x="14" y="39"/>
                    </a:cubicBezTo>
                    <a:cubicBezTo>
                      <a:pt x="13" y="40"/>
                      <a:pt x="10" y="42"/>
                      <a:pt x="8" y="44"/>
                    </a:cubicBezTo>
                    <a:cubicBezTo>
                      <a:pt x="9" y="45"/>
                      <a:pt x="10" y="46"/>
                      <a:pt x="11" y="47"/>
                    </a:cubicBezTo>
                    <a:cubicBezTo>
                      <a:pt x="13" y="50"/>
                      <a:pt x="12" y="52"/>
                      <a:pt x="12" y="53"/>
                    </a:cubicBezTo>
                    <a:cubicBezTo>
                      <a:pt x="13" y="55"/>
                      <a:pt x="14" y="57"/>
                      <a:pt x="12" y="58"/>
                    </a:cubicBezTo>
                    <a:cubicBezTo>
                      <a:pt x="11" y="58"/>
                      <a:pt x="12" y="68"/>
                      <a:pt x="14" y="70"/>
                    </a:cubicBezTo>
                    <a:cubicBezTo>
                      <a:pt x="15" y="72"/>
                      <a:pt x="14" y="73"/>
                      <a:pt x="12" y="77"/>
                    </a:cubicBezTo>
                    <a:cubicBezTo>
                      <a:pt x="10" y="81"/>
                      <a:pt x="9" y="82"/>
                      <a:pt x="5" y="82"/>
                    </a:cubicBezTo>
                    <a:cubicBezTo>
                      <a:pt x="2" y="83"/>
                      <a:pt x="2" y="88"/>
                      <a:pt x="1" y="88"/>
                    </a:cubicBezTo>
                    <a:cubicBezTo>
                      <a:pt x="0" y="88"/>
                      <a:pt x="0" y="89"/>
                      <a:pt x="0" y="91"/>
                    </a:cubicBezTo>
                    <a:cubicBezTo>
                      <a:pt x="3" y="93"/>
                      <a:pt x="8" y="96"/>
                      <a:pt x="10" y="96"/>
                    </a:cubicBezTo>
                    <a:cubicBezTo>
                      <a:pt x="11" y="96"/>
                      <a:pt x="12" y="99"/>
                      <a:pt x="15" y="10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15">
                <a:extLst>
                  <a:ext uri="{FF2B5EF4-FFF2-40B4-BE49-F238E27FC236}">
                    <a16:creationId xmlns:a16="http://schemas.microsoft.com/office/drawing/2014/main" id="{51396BE7-D131-40D1-A7E9-8BA8F52C49DC}"/>
                  </a:ext>
                </a:extLst>
              </p:cNvPr>
              <p:cNvSpPr>
                <a:spLocks/>
              </p:cNvSpPr>
              <p:nvPr/>
            </p:nvSpPr>
            <p:spPr bwMode="auto">
              <a:xfrm>
                <a:off x="3618564" y="4270479"/>
                <a:ext cx="228360" cy="258473"/>
              </a:xfrm>
              <a:custGeom>
                <a:avLst/>
                <a:gdLst>
                  <a:gd name="T0" fmla="*/ 98 w 99"/>
                  <a:gd name="T1" fmla="*/ 67 h 112"/>
                  <a:gd name="T2" fmla="*/ 93 w 99"/>
                  <a:gd name="T3" fmla="*/ 59 h 112"/>
                  <a:gd name="T4" fmla="*/ 86 w 99"/>
                  <a:gd name="T5" fmla="*/ 55 h 112"/>
                  <a:gd name="T6" fmla="*/ 78 w 99"/>
                  <a:gd name="T7" fmla="*/ 51 h 112"/>
                  <a:gd name="T8" fmla="*/ 77 w 99"/>
                  <a:gd name="T9" fmla="*/ 44 h 112"/>
                  <a:gd name="T10" fmla="*/ 76 w 99"/>
                  <a:gd name="T11" fmla="*/ 38 h 112"/>
                  <a:gd name="T12" fmla="*/ 72 w 99"/>
                  <a:gd name="T13" fmla="*/ 33 h 112"/>
                  <a:gd name="T14" fmla="*/ 64 w 99"/>
                  <a:gd name="T15" fmla="*/ 31 h 112"/>
                  <a:gd name="T16" fmla="*/ 57 w 99"/>
                  <a:gd name="T17" fmla="*/ 28 h 112"/>
                  <a:gd name="T18" fmla="*/ 54 w 99"/>
                  <a:gd name="T19" fmla="*/ 25 h 112"/>
                  <a:gd name="T20" fmla="*/ 48 w 99"/>
                  <a:gd name="T21" fmla="*/ 24 h 112"/>
                  <a:gd name="T22" fmla="*/ 38 w 99"/>
                  <a:gd name="T23" fmla="*/ 18 h 112"/>
                  <a:gd name="T24" fmla="*/ 36 w 99"/>
                  <a:gd name="T25" fmla="*/ 2 h 112"/>
                  <a:gd name="T26" fmla="*/ 28 w 99"/>
                  <a:gd name="T27" fmla="*/ 2 h 112"/>
                  <a:gd name="T28" fmla="*/ 19 w 99"/>
                  <a:gd name="T29" fmla="*/ 6 h 112"/>
                  <a:gd name="T30" fmla="*/ 12 w 99"/>
                  <a:gd name="T31" fmla="*/ 10 h 112"/>
                  <a:gd name="T32" fmla="*/ 5 w 99"/>
                  <a:gd name="T33" fmla="*/ 11 h 112"/>
                  <a:gd name="T34" fmla="*/ 2 w 99"/>
                  <a:gd name="T35" fmla="*/ 11 h 112"/>
                  <a:gd name="T36" fmla="*/ 8 w 99"/>
                  <a:gd name="T37" fmla="*/ 22 h 112"/>
                  <a:gd name="T38" fmla="*/ 6 w 99"/>
                  <a:gd name="T39" fmla="*/ 26 h 112"/>
                  <a:gd name="T40" fmla="*/ 6 w 99"/>
                  <a:gd name="T41" fmla="*/ 38 h 112"/>
                  <a:gd name="T42" fmla="*/ 4 w 99"/>
                  <a:gd name="T43" fmla="*/ 44 h 112"/>
                  <a:gd name="T44" fmla="*/ 3 w 99"/>
                  <a:gd name="T45" fmla="*/ 51 h 112"/>
                  <a:gd name="T46" fmla="*/ 6 w 99"/>
                  <a:gd name="T47" fmla="*/ 55 h 112"/>
                  <a:gd name="T48" fmla="*/ 1 w 99"/>
                  <a:gd name="T49" fmla="*/ 61 h 112"/>
                  <a:gd name="T50" fmla="*/ 1 w 99"/>
                  <a:gd name="T51" fmla="*/ 65 h 112"/>
                  <a:gd name="T52" fmla="*/ 4 w 99"/>
                  <a:gd name="T53" fmla="*/ 69 h 112"/>
                  <a:gd name="T54" fmla="*/ 6 w 99"/>
                  <a:gd name="T55" fmla="*/ 77 h 112"/>
                  <a:gd name="T56" fmla="*/ 9 w 99"/>
                  <a:gd name="T57" fmla="*/ 82 h 112"/>
                  <a:gd name="T58" fmla="*/ 8 w 99"/>
                  <a:gd name="T59" fmla="*/ 87 h 112"/>
                  <a:gd name="T60" fmla="*/ 10 w 99"/>
                  <a:gd name="T61" fmla="*/ 94 h 112"/>
                  <a:gd name="T62" fmla="*/ 13 w 99"/>
                  <a:gd name="T63" fmla="*/ 101 h 112"/>
                  <a:gd name="T64" fmla="*/ 15 w 99"/>
                  <a:gd name="T65" fmla="*/ 110 h 112"/>
                  <a:gd name="T66" fmla="*/ 26 w 99"/>
                  <a:gd name="T67" fmla="*/ 104 h 112"/>
                  <a:gd name="T68" fmla="*/ 33 w 99"/>
                  <a:gd name="T69" fmla="*/ 104 h 112"/>
                  <a:gd name="T70" fmla="*/ 42 w 99"/>
                  <a:gd name="T71" fmla="*/ 107 h 112"/>
                  <a:gd name="T72" fmla="*/ 47 w 99"/>
                  <a:gd name="T73" fmla="*/ 103 h 112"/>
                  <a:gd name="T74" fmla="*/ 58 w 99"/>
                  <a:gd name="T75" fmla="*/ 103 h 112"/>
                  <a:gd name="T76" fmla="*/ 60 w 99"/>
                  <a:gd name="T77" fmla="*/ 90 h 112"/>
                  <a:gd name="T78" fmla="*/ 67 w 99"/>
                  <a:gd name="T79" fmla="*/ 83 h 112"/>
                  <a:gd name="T80" fmla="*/ 76 w 99"/>
                  <a:gd name="T81" fmla="*/ 81 h 112"/>
                  <a:gd name="T82" fmla="*/ 86 w 99"/>
                  <a:gd name="T83" fmla="*/ 80 h 112"/>
                  <a:gd name="T84" fmla="*/ 93 w 99"/>
                  <a:gd name="T85" fmla="*/ 83 h 112"/>
                  <a:gd name="T86" fmla="*/ 97 w 99"/>
                  <a:gd name="T87" fmla="*/ 77 h 112"/>
                  <a:gd name="T88" fmla="*/ 98 w 99"/>
                  <a:gd name="T89" fmla="*/ 6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9" h="112">
                    <a:moveTo>
                      <a:pt x="98" y="67"/>
                    </a:moveTo>
                    <a:cubicBezTo>
                      <a:pt x="97" y="63"/>
                      <a:pt x="93" y="63"/>
                      <a:pt x="93" y="59"/>
                    </a:cubicBezTo>
                    <a:cubicBezTo>
                      <a:pt x="93" y="55"/>
                      <a:pt x="92" y="55"/>
                      <a:pt x="86" y="55"/>
                    </a:cubicBezTo>
                    <a:cubicBezTo>
                      <a:pt x="81" y="55"/>
                      <a:pt x="78" y="54"/>
                      <a:pt x="78" y="51"/>
                    </a:cubicBezTo>
                    <a:cubicBezTo>
                      <a:pt x="77" y="48"/>
                      <a:pt x="74" y="46"/>
                      <a:pt x="77" y="44"/>
                    </a:cubicBezTo>
                    <a:cubicBezTo>
                      <a:pt x="79" y="43"/>
                      <a:pt x="75" y="41"/>
                      <a:pt x="76" y="38"/>
                    </a:cubicBezTo>
                    <a:cubicBezTo>
                      <a:pt x="76" y="35"/>
                      <a:pt x="74" y="34"/>
                      <a:pt x="72" y="33"/>
                    </a:cubicBezTo>
                    <a:cubicBezTo>
                      <a:pt x="71" y="31"/>
                      <a:pt x="64" y="33"/>
                      <a:pt x="64" y="31"/>
                    </a:cubicBezTo>
                    <a:cubicBezTo>
                      <a:pt x="64" y="28"/>
                      <a:pt x="59" y="28"/>
                      <a:pt x="57" y="28"/>
                    </a:cubicBezTo>
                    <a:cubicBezTo>
                      <a:pt x="55" y="28"/>
                      <a:pt x="56" y="25"/>
                      <a:pt x="54" y="25"/>
                    </a:cubicBezTo>
                    <a:cubicBezTo>
                      <a:pt x="51" y="25"/>
                      <a:pt x="52" y="23"/>
                      <a:pt x="48" y="24"/>
                    </a:cubicBezTo>
                    <a:cubicBezTo>
                      <a:pt x="44" y="24"/>
                      <a:pt x="42" y="22"/>
                      <a:pt x="38" y="18"/>
                    </a:cubicBezTo>
                    <a:cubicBezTo>
                      <a:pt x="35" y="13"/>
                      <a:pt x="35" y="5"/>
                      <a:pt x="36" y="2"/>
                    </a:cubicBezTo>
                    <a:cubicBezTo>
                      <a:pt x="37" y="0"/>
                      <a:pt x="31" y="2"/>
                      <a:pt x="28" y="2"/>
                    </a:cubicBezTo>
                    <a:cubicBezTo>
                      <a:pt x="25" y="2"/>
                      <a:pt x="22" y="4"/>
                      <a:pt x="19" y="6"/>
                    </a:cubicBezTo>
                    <a:cubicBezTo>
                      <a:pt x="15" y="8"/>
                      <a:pt x="13" y="8"/>
                      <a:pt x="12" y="10"/>
                    </a:cubicBezTo>
                    <a:cubicBezTo>
                      <a:pt x="10" y="11"/>
                      <a:pt x="8" y="12"/>
                      <a:pt x="5" y="11"/>
                    </a:cubicBezTo>
                    <a:cubicBezTo>
                      <a:pt x="4" y="11"/>
                      <a:pt x="3" y="11"/>
                      <a:pt x="2" y="11"/>
                    </a:cubicBezTo>
                    <a:cubicBezTo>
                      <a:pt x="4" y="14"/>
                      <a:pt x="7" y="20"/>
                      <a:pt x="8" y="22"/>
                    </a:cubicBezTo>
                    <a:cubicBezTo>
                      <a:pt x="9" y="25"/>
                      <a:pt x="7" y="25"/>
                      <a:pt x="6" y="26"/>
                    </a:cubicBezTo>
                    <a:cubicBezTo>
                      <a:pt x="5" y="27"/>
                      <a:pt x="6" y="36"/>
                      <a:pt x="6" y="38"/>
                    </a:cubicBezTo>
                    <a:cubicBezTo>
                      <a:pt x="7" y="40"/>
                      <a:pt x="3" y="43"/>
                      <a:pt x="4" y="44"/>
                    </a:cubicBezTo>
                    <a:cubicBezTo>
                      <a:pt x="6" y="46"/>
                      <a:pt x="3" y="49"/>
                      <a:pt x="3" y="51"/>
                    </a:cubicBezTo>
                    <a:cubicBezTo>
                      <a:pt x="3" y="53"/>
                      <a:pt x="6" y="53"/>
                      <a:pt x="6" y="55"/>
                    </a:cubicBezTo>
                    <a:cubicBezTo>
                      <a:pt x="6" y="57"/>
                      <a:pt x="3" y="61"/>
                      <a:pt x="1" y="61"/>
                    </a:cubicBezTo>
                    <a:cubicBezTo>
                      <a:pt x="0" y="62"/>
                      <a:pt x="0" y="63"/>
                      <a:pt x="1" y="65"/>
                    </a:cubicBezTo>
                    <a:cubicBezTo>
                      <a:pt x="1" y="65"/>
                      <a:pt x="2" y="67"/>
                      <a:pt x="4" y="69"/>
                    </a:cubicBezTo>
                    <a:cubicBezTo>
                      <a:pt x="7" y="71"/>
                      <a:pt x="4" y="74"/>
                      <a:pt x="6" y="77"/>
                    </a:cubicBezTo>
                    <a:cubicBezTo>
                      <a:pt x="8" y="80"/>
                      <a:pt x="11" y="80"/>
                      <a:pt x="9" y="82"/>
                    </a:cubicBezTo>
                    <a:cubicBezTo>
                      <a:pt x="8" y="83"/>
                      <a:pt x="9" y="86"/>
                      <a:pt x="8" y="87"/>
                    </a:cubicBezTo>
                    <a:cubicBezTo>
                      <a:pt x="6" y="89"/>
                      <a:pt x="8" y="93"/>
                      <a:pt x="10" y="94"/>
                    </a:cubicBezTo>
                    <a:cubicBezTo>
                      <a:pt x="13" y="95"/>
                      <a:pt x="11" y="99"/>
                      <a:pt x="13" y="101"/>
                    </a:cubicBezTo>
                    <a:cubicBezTo>
                      <a:pt x="15" y="104"/>
                      <a:pt x="14" y="109"/>
                      <a:pt x="15" y="110"/>
                    </a:cubicBezTo>
                    <a:cubicBezTo>
                      <a:pt x="16" y="112"/>
                      <a:pt x="22" y="108"/>
                      <a:pt x="26" y="104"/>
                    </a:cubicBezTo>
                    <a:cubicBezTo>
                      <a:pt x="30" y="100"/>
                      <a:pt x="30" y="103"/>
                      <a:pt x="33" y="104"/>
                    </a:cubicBezTo>
                    <a:cubicBezTo>
                      <a:pt x="37" y="104"/>
                      <a:pt x="41" y="104"/>
                      <a:pt x="42" y="107"/>
                    </a:cubicBezTo>
                    <a:cubicBezTo>
                      <a:pt x="44" y="111"/>
                      <a:pt x="46" y="104"/>
                      <a:pt x="47" y="103"/>
                    </a:cubicBezTo>
                    <a:cubicBezTo>
                      <a:pt x="48" y="101"/>
                      <a:pt x="57" y="103"/>
                      <a:pt x="58" y="103"/>
                    </a:cubicBezTo>
                    <a:cubicBezTo>
                      <a:pt x="59" y="102"/>
                      <a:pt x="61" y="92"/>
                      <a:pt x="60" y="90"/>
                    </a:cubicBezTo>
                    <a:cubicBezTo>
                      <a:pt x="60" y="89"/>
                      <a:pt x="64" y="85"/>
                      <a:pt x="67" y="83"/>
                    </a:cubicBezTo>
                    <a:cubicBezTo>
                      <a:pt x="69" y="81"/>
                      <a:pt x="74" y="82"/>
                      <a:pt x="76" y="81"/>
                    </a:cubicBezTo>
                    <a:cubicBezTo>
                      <a:pt x="79" y="80"/>
                      <a:pt x="82" y="80"/>
                      <a:pt x="86" y="80"/>
                    </a:cubicBezTo>
                    <a:cubicBezTo>
                      <a:pt x="89" y="80"/>
                      <a:pt x="91" y="83"/>
                      <a:pt x="93" y="83"/>
                    </a:cubicBezTo>
                    <a:cubicBezTo>
                      <a:pt x="95" y="83"/>
                      <a:pt x="97" y="80"/>
                      <a:pt x="97" y="77"/>
                    </a:cubicBezTo>
                    <a:cubicBezTo>
                      <a:pt x="96" y="75"/>
                      <a:pt x="99" y="71"/>
                      <a:pt x="98" y="6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16">
                <a:extLst>
                  <a:ext uri="{FF2B5EF4-FFF2-40B4-BE49-F238E27FC236}">
                    <a16:creationId xmlns:a16="http://schemas.microsoft.com/office/drawing/2014/main" id="{E8319A9F-CD41-4CD4-91DC-0CDBCF7F1E87}"/>
                  </a:ext>
                </a:extLst>
              </p:cNvPr>
              <p:cNvSpPr>
                <a:spLocks/>
              </p:cNvSpPr>
              <p:nvPr/>
            </p:nvSpPr>
            <p:spPr bwMode="auto">
              <a:xfrm>
                <a:off x="3398987" y="4091053"/>
                <a:ext cx="239653" cy="348814"/>
              </a:xfrm>
              <a:custGeom>
                <a:avLst/>
                <a:gdLst>
                  <a:gd name="T0" fmla="*/ 95 w 104"/>
                  <a:gd name="T1" fmla="*/ 143 h 151"/>
                  <a:gd name="T2" fmla="*/ 96 w 104"/>
                  <a:gd name="T3" fmla="*/ 143 h 151"/>
                  <a:gd name="T4" fmla="*/ 96 w 104"/>
                  <a:gd name="T5" fmla="*/ 139 h 151"/>
                  <a:gd name="T6" fmla="*/ 101 w 104"/>
                  <a:gd name="T7" fmla="*/ 133 h 151"/>
                  <a:gd name="T8" fmla="*/ 98 w 104"/>
                  <a:gd name="T9" fmla="*/ 129 h 151"/>
                  <a:gd name="T10" fmla="*/ 99 w 104"/>
                  <a:gd name="T11" fmla="*/ 122 h 151"/>
                  <a:gd name="T12" fmla="*/ 101 w 104"/>
                  <a:gd name="T13" fmla="*/ 116 h 151"/>
                  <a:gd name="T14" fmla="*/ 101 w 104"/>
                  <a:gd name="T15" fmla="*/ 104 h 151"/>
                  <a:gd name="T16" fmla="*/ 103 w 104"/>
                  <a:gd name="T17" fmla="*/ 100 h 151"/>
                  <a:gd name="T18" fmla="*/ 97 w 104"/>
                  <a:gd name="T19" fmla="*/ 89 h 151"/>
                  <a:gd name="T20" fmla="*/ 89 w 104"/>
                  <a:gd name="T21" fmla="*/ 89 h 151"/>
                  <a:gd name="T22" fmla="*/ 88 w 104"/>
                  <a:gd name="T23" fmla="*/ 79 h 151"/>
                  <a:gd name="T24" fmla="*/ 84 w 104"/>
                  <a:gd name="T25" fmla="*/ 79 h 151"/>
                  <a:gd name="T26" fmla="*/ 75 w 104"/>
                  <a:gd name="T27" fmla="*/ 81 h 151"/>
                  <a:gd name="T28" fmla="*/ 71 w 104"/>
                  <a:gd name="T29" fmla="*/ 76 h 151"/>
                  <a:gd name="T30" fmla="*/ 67 w 104"/>
                  <a:gd name="T31" fmla="*/ 73 h 151"/>
                  <a:gd name="T32" fmla="*/ 64 w 104"/>
                  <a:gd name="T33" fmla="*/ 66 h 151"/>
                  <a:gd name="T34" fmla="*/ 62 w 104"/>
                  <a:gd name="T35" fmla="*/ 59 h 151"/>
                  <a:gd name="T36" fmla="*/ 63 w 104"/>
                  <a:gd name="T37" fmla="*/ 54 h 151"/>
                  <a:gd name="T38" fmla="*/ 66 w 104"/>
                  <a:gd name="T39" fmla="*/ 50 h 151"/>
                  <a:gd name="T40" fmla="*/ 69 w 104"/>
                  <a:gd name="T41" fmla="*/ 42 h 151"/>
                  <a:gd name="T42" fmla="*/ 76 w 104"/>
                  <a:gd name="T43" fmla="*/ 37 h 151"/>
                  <a:gd name="T44" fmla="*/ 86 w 104"/>
                  <a:gd name="T45" fmla="*/ 34 h 151"/>
                  <a:gd name="T46" fmla="*/ 92 w 104"/>
                  <a:gd name="T47" fmla="*/ 33 h 151"/>
                  <a:gd name="T48" fmla="*/ 88 w 104"/>
                  <a:gd name="T49" fmla="*/ 29 h 151"/>
                  <a:gd name="T50" fmla="*/ 92 w 104"/>
                  <a:gd name="T51" fmla="*/ 23 h 151"/>
                  <a:gd name="T52" fmla="*/ 86 w 104"/>
                  <a:gd name="T53" fmla="*/ 18 h 151"/>
                  <a:gd name="T54" fmla="*/ 81 w 104"/>
                  <a:gd name="T55" fmla="*/ 18 h 151"/>
                  <a:gd name="T56" fmla="*/ 76 w 104"/>
                  <a:gd name="T57" fmla="*/ 19 h 151"/>
                  <a:gd name="T58" fmla="*/ 67 w 104"/>
                  <a:gd name="T59" fmla="*/ 18 h 151"/>
                  <a:gd name="T60" fmla="*/ 64 w 104"/>
                  <a:gd name="T61" fmla="*/ 13 h 151"/>
                  <a:gd name="T62" fmla="*/ 59 w 104"/>
                  <a:gd name="T63" fmla="*/ 8 h 151"/>
                  <a:gd name="T64" fmla="*/ 54 w 104"/>
                  <a:gd name="T65" fmla="*/ 1 h 151"/>
                  <a:gd name="T66" fmla="*/ 47 w 104"/>
                  <a:gd name="T67" fmla="*/ 1 h 151"/>
                  <a:gd name="T68" fmla="*/ 49 w 104"/>
                  <a:gd name="T69" fmla="*/ 7 h 151"/>
                  <a:gd name="T70" fmla="*/ 44 w 104"/>
                  <a:gd name="T71" fmla="*/ 15 h 151"/>
                  <a:gd name="T72" fmla="*/ 28 w 104"/>
                  <a:gd name="T73" fmla="*/ 24 h 151"/>
                  <a:gd name="T74" fmla="*/ 21 w 104"/>
                  <a:gd name="T75" fmla="*/ 36 h 151"/>
                  <a:gd name="T76" fmla="*/ 15 w 104"/>
                  <a:gd name="T77" fmla="*/ 37 h 151"/>
                  <a:gd name="T78" fmla="*/ 9 w 104"/>
                  <a:gd name="T79" fmla="*/ 35 h 151"/>
                  <a:gd name="T80" fmla="*/ 9 w 104"/>
                  <a:gd name="T81" fmla="*/ 31 h 151"/>
                  <a:gd name="T82" fmla="*/ 8 w 104"/>
                  <a:gd name="T83" fmla="*/ 27 h 151"/>
                  <a:gd name="T84" fmla="*/ 1 w 104"/>
                  <a:gd name="T85" fmla="*/ 34 h 151"/>
                  <a:gd name="T86" fmla="*/ 4 w 104"/>
                  <a:gd name="T87" fmla="*/ 45 h 151"/>
                  <a:gd name="T88" fmla="*/ 2 w 104"/>
                  <a:gd name="T89" fmla="*/ 47 h 151"/>
                  <a:gd name="T90" fmla="*/ 10 w 104"/>
                  <a:gd name="T91" fmla="*/ 54 h 151"/>
                  <a:gd name="T92" fmla="*/ 18 w 104"/>
                  <a:gd name="T93" fmla="*/ 65 h 151"/>
                  <a:gd name="T94" fmla="*/ 24 w 104"/>
                  <a:gd name="T95" fmla="*/ 77 h 151"/>
                  <a:gd name="T96" fmla="*/ 37 w 104"/>
                  <a:gd name="T97" fmla="*/ 101 h 151"/>
                  <a:gd name="T98" fmla="*/ 41 w 104"/>
                  <a:gd name="T99" fmla="*/ 111 h 151"/>
                  <a:gd name="T100" fmla="*/ 44 w 104"/>
                  <a:gd name="T101" fmla="*/ 119 h 151"/>
                  <a:gd name="T102" fmla="*/ 57 w 104"/>
                  <a:gd name="T103" fmla="*/ 128 h 151"/>
                  <a:gd name="T104" fmla="*/ 80 w 104"/>
                  <a:gd name="T105" fmla="*/ 142 h 151"/>
                  <a:gd name="T106" fmla="*/ 90 w 104"/>
                  <a:gd name="T107" fmla="*/ 149 h 151"/>
                  <a:gd name="T108" fmla="*/ 90 w 104"/>
                  <a:gd name="T109" fmla="*/ 151 h 151"/>
                  <a:gd name="T110" fmla="*/ 92 w 104"/>
                  <a:gd name="T111" fmla="*/ 149 h 151"/>
                  <a:gd name="T112" fmla="*/ 95 w 104"/>
                  <a:gd name="T113" fmla="*/ 14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4" h="151">
                    <a:moveTo>
                      <a:pt x="95" y="143"/>
                    </a:moveTo>
                    <a:cubicBezTo>
                      <a:pt x="96" y="143"/>
                      <a:pt x="96" y="143"/>
                      <a:pt x="96" y="143"/>
                    </a:cubicBezTo>
                    <a:cubicBezTo>
                      <a:pt x="95" y="141"/>
                      <a:pt x="95" y="140"/>
                      <a:pt x="96" y="139"/>
                    </a:cubicBezTo>
                    <a:cubicBezTo>
                      <a:pt x="98" y="139"/>
                      <a:pt x="101" y="135"/>
                      <a:pt x="101" y="133"/>
                    </a:cubicBezTo>
                    <a:cubicBezTo>
                      <a:pt x="101" y="131"/>
                      <a:pt x="98" y="131"/>
                      <a:pt x="98" y="129"/>
                    </a:cubicBezTo>
                    <a:cubicBezTo>
                      <a:pt x="98" y="127"/>
                      <a:pt x="101" y="124"/>
                      <a:pt x="99" y="122"/>
                    </a:cubicBezTo>
                    <a:cubicBezTo>
                      <a:pt x="98" y="121"/>
                      <a:pt x="102" y="118"/>
                      <a:pt x="101" y="116"/>
                    </a:cubicBezTo>
                    <a:cubicBezTo>
                      <a:pt x="101" y="114"/>
                      <a:pt x="100" y="105"/>
                      <a:pt x="101" y="104"/>
                    </a:cubicBezTo>
                    <a:cubicBezTo>
                      <a:pt x="102" y="103"/>
                      <a:pt x="104" y="103"/>
                      <a:pt x="103" y="100"/>
                    </a:cubicBezTo>
                    <a:cubicBezTo>
                      <a:pt x="102" y="98"/>
                      <a:pt x="99" y="92"/>
                      <a:pt x="97" y="89"/>
                    </a:cubicBezTo>
                    <a:cubicBezTo>
                      <a:pt x="95" y="88"/>
                      <a:pt x="91" y="88"/>
                      <a:pt x="89" y="89"/>
                    </a:cubicBezTo>
                    <a:cubicBezTo>
                      <a:pt x="87" y="90"/>
                      <a:pt x="88" y="82"/>
                      <a:pt x="88" y="79"/>
                    </a:cubicBezTo>
                    <a:cubicBezTo>
                      <a:pt x="88" y="76"/>
                      <a:pt x="85" y="77"/>
                      <a:pt x="84" y="79"/>
                    </a:cubicBezTo>
                    <a:cubicBezTo>
                      <a:pt x="83" y="81"/>
                      <a:pt x="79" y="81"/>
                      <a:pt x="75" y="81"/>
                    </a:cubicBezTo>
                    <a:cubicBezTo>
                      <a:pt x="72" y="81"/>
                      <a:pt x="74" y="76"/>
                      <a:pt x="71" y="76"/>
                    </a:cubicBezTo>
                    <a:cubicBezTo>
                      <a:pt x="69" y="76"/>
                      <a:pt x="67" y="75"/>
                      <a:pt x="67" y="73"/>
                    </a:cubicBezTo>
                    <a:cubicBezTo>
                      <a:pt x="67" y="71"/>
                      <a:pt x="65" y="69"/>
                      <a:pt x="64" y="66"/>
                    </a:cubicBezTo>
                    <a:cubicBezTo>
                      <a:pt x="62" y="63"/>
                      <a:pt x="60" y="61"/>
                      <a:pt x="62" y="59"/>
                    </a:cubicBezTo>
                    <a:cubicBezTo>
                      <a:pt x="63" y="57"/>
                      <a:pt x="61" y="56"/>
                      <a:pt x="63" y="54"/>
                    </a:cubicBezTo>
                    <a:cubicBezTo>
                      <a:pt x="65" y="52"/>
                      <a:pt x="67" y="52"/>
                      <a:pt x="66" y="50"/>
                    </a:cubicBezTo>
                    <a:cubicBezTo>
                      <a:pt x="66" y="47"/>
                      <a:pt x="69" y="45"/>
                      <a:pt x="69" y="42"/>
                    </a:cubicBezTo>
                    <a:cubicBezTo>
                      <a:pt x="69" y="39"/>
                      <a:pt x="73" y="40"/>
                      <a:pt x="76" y="37"/>
                    </a:cubicBezTo>
                    <a:cubicBezTo>
                      <a:pt x="79" y="35"/>
                      <a:pt x="83" y="36"/>
                      <a:pt x="86" y="34"/>
                    </a:cubicBezTo>
                    <a:cubicBezTo>
                      <a:pt x="89" y="31"/>
                      <a:pt x="90" y="33"/>
                      <a:pt x="92" y="33"/>
                    </a:cubicBezTo>
                    <a:cubicBezTo>
                      <a:pt x="91" y="32"/>
                      <a:pt x="88" y="31"/>
                      <a:pt x="88" y="29"/>
                    </a:cubicBezTo>
                    <a:cubicBezTo>
                      <a:pt x="87" y="28"/>
                      <a:pt x="91" y="25"/>
                      <a:pt x="92" y="23"/>
                    </a:cubicBezTo>
                    <a:cubicBezTo>
                      <a:pt x="93" y="21"/>
                      <a:pt x="87" y="18"/>
                      <a:pt x="86" y="18"/>
                    </a:cubicBezTo>
                    <a:cubicBezTo>
                      <a:pt x="85" y="17"/>
                      <a:pt x="82" y="19"/>
                      <a:pt x="81" y="18"/>
                    </a:cubicBezTo>
                    <a:cubicBezTo>
                      <a:pt x="79" y="17"/>
                      <a:pt x="77" y="18"/>
                      <a:pt x="76" y="19"/>
                    </a:cubicBezTo>
                    <a:cubicBezTo>
                      <a:pt x="75" y="20"/>
                      <a:pt x="66" y="20"/>
                      <a:pt x="67" y="18"/>
                    </a:cubicBezTo>
                    <a:cubicBezTo>
                      <a:pt x="67" y="15"/>
                      <a:pt x="63" y="14"/>
                      <a:pt x="64" y="13"/>
                    </a:cubicBezTo>
                    <a:cubicBezTo>
                      <a:pt x="64" y="11"/>
                      <a:pt x="62" y="8"/>
                      <a:pt x="59" y="8"/>
                    </a:cubicBezTo>
                    <a:cubicBezTo>
                      <a:pt x="55" y="7"/>
                      <a:pt x="56" y="2"/>
                      <a:pt x="54" y="1"/>
                    </a:cubicBezTo>
                    <a:cubicBezTo>
                      <a:pt x="52" y="0"/>
                      <a:pt x="49" y="1"/>
                      <a:pt x="47" y="1"/>
                    </a:cubicBezTo>
                    <a:cubicBezTo>
                      <a:pt x="50" y="4"/>
                      <a:pt x="50" y="5"/>
                      <a:pt x="49" y="7"/>
                    </a:cubicBezTo>
                    <a:cubicBezTo>
                      <a:pt x="46" y="9"/>
                      <a:pt x="49" y="9"/>
                      <a:pt x="44" y="15"/>
                    </a:cubicBezTo>
                    <a:cubicBezTo>
                      <a:pt x="40" y="21"/>
                      <a:pt x="32" y="22"/>
                      <a:pt x="28" y="24"/>
                    </a:cubicBezTo>
                    <a:cubicBezTo>
                      <a:pt x="25" y="25"/>
                      <a:pt x="23" y="32"/>
                      <a:pt x="21" y="36"/>
                    </a:cubicBezTo>
                    <a:cubicBezTo>
                      <a:pt x="19" y="41"/>
                      <a:pt x="17" y="40"/>
                      <a:pt x="15" y="37"/>
                    </a:cubicBezTo>
                    <a:cubicBezTo>
                      <a:pt x="13" y="34"/>
                      <a:pt x="12" y="37"/>
                      <a:pt x="9" y="35"/>
                    </a:cubicBezTo>
                    <a:cubicBezTo>
                      <a:pt x="7" y="33"/>
                      <a:pt x="8" y="33"/>
                      <a:pt x="9" y="31"/>
                    </a:cubicBezTo>
                    <a:cubicBezTo>
                      <a:pt x="10" y="30"/>
                      <a:pt x="9" y="28"/>
                      <a:pt x="8" y="27"/>
                    </a:cubicBezTo>
                    <a:cubicBezTo>
                      <a:pt x="5" y="27"/>
                      <a:pt x="2" y="31"/>
                      <a:pt x="1" y="34"/>
                    </a:cubicBezTo>
                    <a:cubicBezTo>
                      <a:pt x="0" y="37"/>
                      <a:pt x="4" y="43"/>
                      <a:pt x="4" y="45"/>
                    </a:cubicBezTo>
                    <a:cubicBezTo>
                      <a:pt x="5" y="47"/>
                      <a:pt x="2" y="45"/>
                      <a:pt x="2" y="47"/>
                    </a:cubicBezTo>
                    <a:cubicBezTo>
                      <a:pt x="1" y="49"/>
                      <a:pt x="7" y="52"/>
                      <a:pt x="10" y="54"/>
                    </a:cubicBezTo>
                    <a:cubicBezTo>
                      <a:pt x="13" y="56"/>
                      <a:pt x="16" y="62"/>
                      <a:pt x="18" y="65"/>
                    </a:cubicBezTo>
                    <a:cubicBezTo>
                      <a:pt x="21" y="68"/>
                      <a:pt x="21" y="70"/>
                      <a:pt x="24" y="77"/>
                    </a:cubicBezTo>
                    <a:cubicBezTo>
                      <a:pt x="27" y="84"/>
                      <a:pt x="33" y="96"/>
                      <a:pt x="37" y="101"/>
                    </a:cubicBezTo>
                    <a:cubicBezTo>
                      <a:pt x="40" y="106"/>
                      <a:pt x="42" y="110"/>
                      <a:pt x="41" y="111"/>
                    </a:cubicBezTo>
                    <a:cubicBezTo>
                      <a:pt x="40" y="113"/>
                      <a:pt x="42" y="117"/>
                      <a:pt x="44" y="119"/>
                    </a:cubicBezTo>
                    <a:cubicBezTo>
                      <a:pt x="47" y="121"/>
                      <a:pt x="50" y="124"/>
                      <a:pt x="57" y="128"/>
                    </a:cubicBezTo>
                    <a:cubicBezTo>
                      <a:pt x="65" y="131"/>
                      <a:pt x="78" y="139"/>
                      <a:pt x="80" y="142"/>
                    </a:cubicBezTo>
                    <a:cubicBezTo>
                      <a:pt x="82" y="145"/>
                      <a:pt x="89" y="149"/>
                      <a:pt x="90" y="149"/>
                    </a:cubicBezTo>
                    <a:cubicBezTo>
                      <a:pt x="90" y="149"/>
                      <a:pt x="90" y="150"/>
                      <a:pt x="90" y="151"/>
                    </a:cubicBezTo>
                    <a:cubicBezTo>
                      <a:pt x="91" y="150"/>
                      <a:pt x="92" y="150"/>
                      <a:pt x="92" y="149"/>
                    </a:cubicBezTo>
                    <a:cubicBezTo>
                      <a:pt x="94" y="148"/>
                      <a:pt x="95" y="144"/>
                      <a:pt x="95" y="14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17">
                <a:extLst>
                  <a:ext uri="{FF2B5EF4-FFF2-40B4-BE49-F238E27FC236}">
                    <a16:creationId xmlns:a16="http://schemas.microsoft.com/office/drawing/2014/main" id="{5E4708E0-AE1E-45EE-925E-74560B2A376E}"/>
                  </a:ext>
                </a:extLst>
              </p:cNvPr>
              <p:cNvSpPr>
                <a:spLocks/>
              </p:cNvSpPr>
              <p:nvPr/>
            </p:nvSpPr>
            <p:spPr bwMode="auto">
              <a:xfrm>
                <a:off x="3547044" y="3860183"/>
                <a:ext cx="258474" cy="217068"/>
              </a:xfrm>
              <a:custGeom>
                <a:avLst/>
                <a:gdLst>
                  <a:gd name="T0" fmla="*/ 11 w 112"/>
                  <a:gd name="T1" fmla="*/ 6 h 94"/>
                  <a:gd name="T2" fmla="*/ 4 w 112"/>
                  <a:gd name="T3" fmla="*/ 15 h 94"/>
                  <a:gd name="T4" fmla="*/ 3 w 112"/>
                  <a:gd name="T5" fmla="*/ 21 h 94"/>
                  <a:gd name="T6" fmla="*/ 2 w 112"/>
                  <a:gd name="T7" fmla="*/ 25 h 94"/>
                  <a:gd name="T8" fmla="*/ 6 w 112"/>
                  <a:gd name="T9" fmla="*/ 27 h 94"/>
                  <a:gd name="T10" fmla="*/ 9 w 112"/>
                  <a:gd name="T11" fmla="*/ 32 h 94"/>
                  <a:gd name="T12" fmla="*/ 15 w 112"/>
                  <a:gd name="T13" fmla="*/ 43 h 94"/>
                  <a:gd name="T14" fmla="*/ 28 w 112"/>
                  <a:gd name="T15" fmla="*/ 44 h 94"/>
                  <a:gd name="T16" fmla="*/ 40 w 112"/>
                  <a:gd name="T17" fmla="*/ 49 h 94"/>
                  <a:gd name="T18" fmla="*/ 49 w 112"/>
                  <a:gd name="T19" fmla="*/ 51 h 94"/>
                  <a:gd name="T20" fmla="*/ 47 w 112"/>
                  <a:gd name="T21" fmla="*/ 66 h 94"/>
                  <a:gd name="T22" fmla="*/ 50 w 112"/>
                  <a:gd name="T23" fmla="*/ 72 h 94"/>
                  <a:gd name="T24" fmla="*/ 50 w 112"/>
                  <a:gd name="T25" fmla="*/ 78 h 94"/>
                  <a:gd name="T26" fmla="*/ 51 w 112"/>
                  <a:gd name="T27" fmla="*/ 82 h 94"/>
                  <a:gd name="T28" fmla="*/ 50 w 112"/>
                  <a:gd name="T29" fmla="*/ 83 h 94"/>
                  <a:gd name="T30" fmla="*/ 56 w 112"/>
                  <a:gd name="T31" fmla="*/ 91 h 94"/>
                  <a:gd name="T32" fmla="*/ 61 w 112"/>
                  <a:gd name="T33" fmla="*/ 93 h 94"/>
                  <a:gd name="T34" fmla="*/ 65 w 112"/>
                  <a:gd name="T35" fmla="*/ 92 h 94"/>
                  <a:gd name="T36" fmla="*/ 71 w 112"/>
                  <a:gd name="T37" fmla="*/ 89 h 94"/>
                  <a:gd name="T38" fmla="*/ 76 w 112"/>
                  <a:gd name="T39" fmla="*/ 87 h 94"/>
                  <a:gd name="T40" fmla="*/ 81 w 112"/>
                  <a:gd name="T41" fmla="*/ 82 h 94"/>
                  <a:gd name="T42" fmla="*/ 82 w 112"/>
                  <a:gd name="T43" fmla="*/ 79 h 94"/>
                  <a:gd name="T44" fmla="*/ 78 w 112"/>
                  <a:gd name="T45" fmla="*/ 78 h 94"/>
                  <a:gd name="T46" fmla="*/ 76 w 112"/>
                  <a:gd name="T47" fmla="*/ 73 h 94"/>
                  <a:gd name="T48" fmla="*/ 72 w 112"/>
                  <a:gd name="T49" fmla="*/ 67 h 94"/>
                  <a:gd name="T50" fmla="*/ 78 w 112"/>
                  <a:gd name="T51" fmla="*/ 66 h 94"/>
                  <a:gd name="T52" fmla="*/ 85 w 112"/>
                  <a:gd name="T53" fmla="*/ 68 h 94"/>
                  <a:gd name="T54" fmla="*/ 88 w 112"/>
                  <a:gd name="T55" fmla="*/ 69 h 94"/>
                  <a:gd name="T56" fmla="*/ 93 w 112"/>
                  <a:gd name="T57" fmla="*/ 66 h 94"/>
                  <a:gd name="T58" fmla="*/ 103 w 112"/>
                  <a:gd name="T59" fmla="*/ 62 h 94"/>
                  <a:gd name="T60" fmla="*/ 106 w 112"/>
                  <a:gd name="T61" fmla="*/ 59 h 94"/>
                  <a:gd name="T62" fmla="*/ 100 w 112"/>
                  <a:gd name="T63" fmla="*/ 52 h 94"/>
                  <a:gd name="T64" fmla="*/ 101 w 112"/>
                  <a:gd name="T65" fmla="*/ 48 h 94"/>
                  <a:gd name="T66" fmla="*/ 105 w 112"/>
                  <a:gd name="T67" fmla="*/ 44 h 94"/>
                  <a:gd name="T68" fmla="*/ 106 w 112"/>
                  <a:gd name="T69" fmla="*/ 40 h 94"/>
                  <a:gd name="T70" fmla="*/ 109 w 112"/>
                  <a:gd name="T71" fmla="*/ 34 h 94"/>
                  <a:gd name="T72" fmla="*/ 112 w 112"/>
                  <a:gd name="T73" fmla="*/ 31 h 94"/>
                  <a:gd name="T74" fmla="*/ 100 w 112"/>
                  <a:gd name="T75" fmla="*/ 29 h 94"/>
                  <a:gd name="T76" fmla="*/ 102 w 112"/>
                  <a:gd name="T77" fmla="*/ 23 h 94"/>
                  <a:gd name="T78" fmla="*/ 90 w 112"/>
                  <a:gd name="T79" fmla="*/ 18 h 94"/>
                  <a:gd name="T80" fmla="*/ 92 w 112"/>
                  <a:gd name="T81" fmla="*/ 14 h 94"/>
                  <a:gd name="T82" fmla="*/ 85 w 112"/>
                  <a:gd name="T83" fmla="*/ 12 h 94"/>
                  <a:gd name="T84" fmla="*/ 69 w 112"/>
                  <a:gd name="T85" fmla="*/ 17 h 94"/>
                  <a:gd name="T86" fmla="*/ 54 w 112"/>
                  <a:gd name="T87" fmla="*/ 13 h 94"/>
                  <a:gd name="T88" fmla="*/ 44 w 112"/>
                  <a:gd name="T89" fmla="*/ 11 h 94"/>
                  <a:gd name="T90" fmla="*/ 37 w 112"/>
                  <a:gd name="T91" fmla="*/ 5 h 94"/>
                  <a:gd name="T92" fmla="*/ 31 w 112"/>
                  <a:gd name="T93" fmla="*/ 0 h 94"/>
                  <a:gd name="T94" fmla="*/ 28 w 112"/>
                  <a:gd name="T95" fmla="*/ 6 h 94"/>
                  <a:gd name="T96" fmla="*/ 17 w 112"/>
                  <a:gd name="T97" fmla="*/ 12 h 94"/>
                  <a:gd name="T98" fmla="*/ 20 w 112"/>
                  <a:gd name="T99" fmla="*/ 24 h 94"/>
                  <a:gd name="T100" fmla="*/ 11 w 112"/>
                  <a:gd name="T101" fmla="*/ 21 h 94"/>
                  <a:gd name="T102" fmla="*/ 15 w 112"/>
                  <a:gd name="T103" fmla="*/ 10 h 94"/>
                  <a:gd name="T104" fmla="*/ 14 w 112"/>
                  <a:gd name="T105" fmla="*/ 5 h 94"/>
                  <a:gd name="T106" fmla="*/ 11 w 112"/>
                  <a:gd name="T107" fmla="*/ 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2" h="94">
                    <a:moveTo>
                      <a:pt x="11" y="6"/>
                    </a:moveTo>
                    <a:cubicBezTo>
                      <a:pt x="9" y="9"/>
                      <a:pt x="5" y="12"/>
                      <a:pt x="4" y="15"/>
                    </a:cubicBezTo>
                    <a:cubicBezTo>
                      <a:pt x="4" y="19"/>
                      <a:pt x="4" y="20"/>
                      <a:pt x="3" y="21"/>
                    </a:cubicBezTo>
                    <a:cubicBezTo>
                      <a:pt x="2" y="23"/>
                      <a:pt x="0" y="25"/>
                      <a:pt x="2" y="25"/>
                    </a:cubicBezTo>
                    <a:cubicBezTo>
                      <a:pt x="4" y="25"/>
                      <a:pt x="6" y="25"/>
                      <a:pt x="6" y="27"/>
                    </a:cubicBezTo>
                    <a:cubicBezTo>
                      <a:pt x="6" y="29"/>
                      <a:pt x="10" y="29"/>
                      <a:pt x="9" y="32"/>
                    </a:cubicBezTo>
                    <a:cubicBezTo>
                      <a:pt x="9" y="35"/>
                      <a:pt x="8" y="43"/>
                      <a:pt x="15" y="43"/>
                    </a:cubicBezTo>
                    <a:cubicBezTo>
                      <a:pt x="21" y="43"/>
                      <a:pt x="25" y="40"/>
                      <a:pt x="28" y="44"/>
                    </a:cubicBezTo>
                    <a:cubicBezTo>
                      <a:pt x="31" y="48"/>
                      <a:pt x="35" y="49"/>
                      <a:pt x="40" y="49"/>
                    </a:cubicBezTo>
                    <a:cubicBezTo>
                      <a:pt x="44" y="48"/>
                      <a:pt x="51" y="47"/>
                      <a:pt x="49" y="51"/>
                    </a:cubicBezTo>
                    <a:cubicBezTo>
                      <a:pt x="47" y="55"/>
                      <a:pt x="45" y="64"/>
                      <a:pt x="47" y="66"/>
                    </a:cubicBezTo>
                    <a:cubicBezTo>
                      <a:pt x="49" y="68"/>
                      <a:pt x="52" y="70"/>
                      <a:pt x="50" y="72"/>
                    </a:cubicBezTo>
                    <a:cubicBezTo>
                      <a:pt x="48" y="74"/>
                      <a:pt x="48" y="77"/>
                      <a:pt x="50" y="78"/>
                    </a:cubicBezTo>
                    <a:cubicBezTo>
                      <a:pt x="52" y="80"/>
                      <a:pt x="51" y="82"/>
                      <a:pt x="51" y="82"/>
                    </a:cubicBezTo>
                    <a:cubicBezTo>
                      <a:pt x="51" y="82"/>
                      <a:pt x="51" y="83"/>
                      <a:pt x="50" y="83"/>
                    </a:cubicBezTo>
                    <a:cubicBezTo>
                      <a:pt x="53" y="86"/>
                      <a:pt x="55" y="90"/>
                      <a:pt x="56" y="91"/>
                    </a:cubicBezTo>
                    <a:cubicBezTo>
                      <a:pt x="59" y="93"/>
                      <a:pt x="59" y="94"/>
                      <a:pt x="61" y="93"/>
                    </a:cubicBezTo>
                    <a:cubicBezTo>
                      <a:pt x="63" y="92"/>
                      <a:pt x="64" y="91"/>
                      <a:pt x="65" y="92"/>
                    </a:cubicBezTo>
                    <a:cubicBezTo>
                      <a:pt x="67" y="93"/>
                      <a:pt x="69" y="91"/>
                      <a:pt x="71" y="89"/>
                    </a:cubicBezTo>
                    <a:cubicBezTo>
                      <a:pt x="73" y="87"/>
                      <a:pt x="76" y="89"/>
                      <a:pt x="76" y="87"/>
                    </a:cubicBezTo>
                    <a:cubicBezTo>
                      <a:pt x="77" y="84"/>
                      <a:pt x="78" y="83"/>
                      <a:pt x="81" y="82"/>
                    </a:cubicBezTo>
                    <a:cubicBezTo>
                      <a:pt x="84" y="82"/>
                      <a:pt x="84" y="79"/>
                      <a:pt x="82" y="79"/>
                    </a:cubicBezTo>
                    <a:cubicBezTo>
                      <a:pt x="80" y="79"/>
                      <a:pt x="78" y="81"/>
                      <a:pt x="78" y="78"/>
                    </a:cubicBezTo>
                    <a:cubicBezTo>
                      <a:pt x="78" y="75"/>
                      <a:pt x="76" y="76"/>
                      <a:pt x="76" y="73"/>
                    </a:cubicBezTo>
                    <a:cubicBezTo>
                      <a:pt x="76" y="70"/>
                      <a:pt x="75" y="69"/>
                      <a:pt x="72" y="67"/>
                    </a:cubicBezTo>
                    <a:cubicBezTo>
                      <a:pt x="70" y="65"/>
                      <a:pt x="76" y="65"/>
                      <a:pt x="78" y="66"/>
                    </a:cubicBezTo>
                    <a:cubicBezTo>
                      <a:pt x="79" y="67"/>
                      <a:pt x="84" y="66"/>
                      <a:pt x="85" y="68"/>
                    </a:cubicBezTo>
                    <a:cubicBezTo>
                      <a:pt x="85" y="71"/>
                      <a:pt x="88" y="71"/>
                      <a:pt x="88" y="69"/>
                    </a:cubicBezTo>
                    <a:cubicBezTo>
                      <a:pt x="88" y="66"/>
                      <a:pt x="91" y="65"/>
                      <a:pt x="93" y="66"/>
                    </a:cubicBezTo>
                    <a:cubicBezTo>
                      <a:pt x="96" y="66"/>
                      <a:pt x="101" y="62"/>
                      <a:pt x="103" y="62"/>
                    </a:cubicBezTo>
                    <a:cubicBezTo>
                      <a:pt x="105" y="61"/>
                      <a:pt x="105" y="60"/>
                      <a:pt x="106" y="59"/>
                    </a:cubicBezTo>
                    <a:cubicBezTo>
                      <a:pt x="104" y="57"/>
                      <a:pt x="101" y="53"/>
                      <a:pt x="100" y="52"/>
                    </a:cubicBezTo>
                    <a:cubicBezTo>
                      <a:pt x="99" y="51"/>
                      <a:pt x="101" y="50"/>
                      <a:pt x="101" y="48"/>
                    </a:cubicBezTo>
                    <a:cubicBezTo>
                      <a:pt x="101" y="46"/>
                      <a:pt x="101" y="44"/>
                      <a:pt x="105" y="44"/>
                    </a:cubicBezTo>
                    <a:cubicBezTo>
                      <a:pt x="109" y="44"/>
                      <a:pt x="108" y="41"/>
                      <a:pt x="106" y="40"/>
                    </a:cubicBezTo>
                    <a:cubicBezTo>
                      <a:pt x="104" y="39"/>
                      <a:pt x="107" y="36"/>
                      <a:pt x="109" y="34"/>
                    </a:cubicBezTo>
                    <a:cubicBezTo>
                      <a:pt x="110" y="34"/>
                      <a:pt x="111" y="32"/>
                      <a:pt x="112" y="31"/>
                    </a:cubicBezTo>
                    <a:cubicBezTo>
                      <a:pt x="108" y="29"/>
                      <a:pt x="103" y="29"/>
                      <a:pt x="100" y="29"/>
                    </a:cubicBezTo>
                    <a:cubicBezTo>
                      <a:pt x="97" y="30"/>
                      <a:pt x="102" y="26"/>
                      <a:pt x="102" y="23"/>
                    </a:cubicBezTo>
                    <a:cubicBezTo>
                      <a:pt x="103" y="20"/>
                      <a:pt x="94" y="19"/>
                      <a:pt x="90" y="18"/>
                    </a:cubicBezTo>
                    <a:cubicBezTo>
                      <a:pt x="87" y="18"/>
                      <a:pt x="88" y="14"/>
                      <a:pt x="92" y="14"/>
                    </a:cubicBezTo>
                    <a:cubicBezTo>
                      <a:pt x="95" y="14"/>
                      <a:pt x="90" y="11"/>
                      <a:pt x="85" y="12"/>
                    </a:cubicBezTo>
                    <a:cubicBezTo>
                      <a:pt x="80" y="13"/>
                      <a:pt x="73" y="15"/>
                      <a:pt x="69" y="17"/>
                    </a:cubicBezTo>
                    <a:cubicBezTo>
                      <a:pt x="65" y="20"/>
                      <a:pt x="59" y="11"/>
                      <a:pt x="54" y="13"/>
                    </a:cubicBezTo>
                    <a:cubicBezTo>
                      <a:pt x="50" y="15"/>
                      <a:pt x="43" y="15"/>
                      <a:pt x="44" y="11"/>
                    </a:cubicBezTo>
                    <a:cubicBezTo>
                      <a:pt x="44" y="8"/>
                      <a:pt x="42" y="5"/>
                      <a:pt x="37" y="5"/>
                    </a:cubicBezTo>
                    <a:cubicBezTo>
                      <a:pt x="33" y="5"/>
                      <a:pt x="34" y="0"/>
                      <a:pt x="31" y="0"/>
                    </a:cubicBezTo>
                    <a:cubicBezTo>
                      <a:pt x="27" y="0"/>
                      <a:pt x="31" y="5"/>
                      <a:pt x="28" y="6"/>
                    </a:cubicBezTo>
                    <a:cubicBezTo>
                      <a:pt x="26" y="7"/>
                      <a:pt x="18" y="9"/>
                      <a:pt x="17" y="12"/>
                    </a:cubicBezTo>
                    <a:cubicBezTo>
                      <a:pt x="17" y="15"/>
                      <a:pt x="22" y="20"/>
                      <a:pt x="20" y="24"/>
                    </a:cubicBezTo>
                    <a:cubicBezTo>
                      <a:pt x="18" y="27"/>
                      <a:pt x="13" y="24"/>
                      <a:pt x="11" y="21"/>
                    </a:cubicBezTo>
                    <a:cubicBezTo>
                      <a:pt x="10" y="17"/>
                      <a:pt x="16" y="12"/>
                      <a:pt x="15" y="10"/>
                    </a:cubicBezTo>
                    <a:cubicBezTo>
                      <a:pt x="14" y="9"/>
                      <a:pt x="13" y="6"/>
                      <a:pt x="14" y="5"/>
                    </a:cubicBezTo>
                    <a:cubicBezTo>
                      <a:pt x="13" y="5"/>
                      <a:pt x="12" y="5"/>
                      <a:pt x="11"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18">
                <a:extLst>
                  <a:ext uri="{FF2B5EF4-FFF2-40B4-BE49-F238E27FC236}">
                    <a16:creationId xmlns:a16="http://schemas.microsoft.com/office/drawing/2014/main" id="{1F08A624-547B-48B0-8DC1-03FE5729F9FF}"/>
                  </a:ext>
                </a:extLst>
              </p:cNvPr>
              <p:cNvSpPr>
                <a:spLocks/>
              </p:cNvSpPr>
              <p:nvPr/>
            </p:nvSpPr>
            <p:spPr bwMode="auto">
              <a:xfrm>
                <a:off x="3834376" y="3970599"/>
                <a:ext cx="81557" cy="85321"/>
              </a:xfrm>
              <a:custGeom>
                <a:avLst/>
                <a:gdLst>
                  <a:gd name="T0" fmla="*/ 9 w 35"/>
                  <a:gd name="T1" fmla="*/ 8 h 37"/>
                  <a:gd name="T2" fmla="*/ 5 w 35"/>
                  <a:gd name="T3" fmla="*/ 12 h 37"/>
                  <a:gd name="T4" fmla="*/ 2 w 35"/>
                  <a:gd name="T5" fmla="*/ 18 h 37"/>
                  <a:gd name="T6" fmla="*/ 8 w 35"/>
                  <a:gd name="T7" fmla="*/ 27 h 37"/>
                  <a:gd name="T8" fmla="*/ 13 w 35"/>
                  <a:gd name="T9" fmla="*/ 36 h 37"/>
                  <a:gd name="T10" fmla="*/ 17 w 35"/>
                  <a:gd name="T11" fmla="*/ 36 h 37"/>
                  <a:gd name="T12" fmla="*/ 20 w 35"/>
                  <a:gd name="T13" fmla="*/ 31 h 37"/>
                  <a:gd name="T14" fmla="*/ 29 w 35"/>
                  <a:gd name="T15" fmla="*/ 31 h 37"/>
                  <a:gd name="T16" fmla="*/ 30 w 35"/>
                  <a:gd name="T17" fmla="*/ 32 h 37"/>
                  <a:gd name="T18" fmla="*/ 33 w 35"/>
                  <a:gd name="T19" fmla="*/ 29 h 37"/>
                  <a:gd name="T20" fmla="*/ 32 w 35"/>
                  <a:gd name="T21" fmla="*/ 18 h 37"/>
                  <a:gd name="T22" fmla="*/ 33 w 35"/>
                  <a:gd name="T23" fmla="*/ 8 h 37"/>
                  <a:gd name="T24" fmla="*/ 35 w 35"/>
                  <a:gd name="T25" fmla="*/ 4 h 37"/>
                  <a:gd name="T26" fmla="*/ 27 w 35"/>
                  <a:gd name="T27" fmla="*/ 2 h 37"/>
                  <a:gd name="T28" fmla="*/ 16 w 35"/>
                  <a:gd name="T29" fmla="*/ 3 h 37"/>
                  <a:gd name="T30" fmla="*/ 10 w 35"/>
                  <a:gd name="T31" fmla="*/ 2 h 37"/>
                  <a:gd name="T32" fmla="*/ 9 w 35"/>
                  <a:gd name="T33" fmla="*/ 3 h 37"/>
                  <a:gd name="T34" fmla="*/ 9 w 35"/>
                  <a:gd name="T35"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 h="37">
                    <a:moveTo>
                      <a:pt x="9" y="8"/>
                    </a:moveTo>
                    <a:cubicBezTo>
                      <a:pt x="10" y="10"/>
                      <a:pt x="7" y="11"/>
                      <a:pt x="5" y="12"/>
                    </a:cubicBezTo>
                    <a:cubicBezTo>
                      <a:pt x="2" y="12"/>
                      <a:pt x="3" y="17"/>
                      <a:pt x="2" y="18"/>
                    </a:cubicBezTo>
                    <a:cubicBezTo>
                      <a:pt x="0" y="20"/>
                      <a:pt x="7" y="24"/>
                      <a:pt x="8" y="27"/>
                    </a:cubicBezTo>
                    <a:cubicBezTo>
                      <a:pt x="9" y="29"/>
                      <a:pt x="11" y="33"/>
                      <a:pt x="13" y="36"/>
                    </a:cubicBezTo>
                    <a:cubicBezTo>
                      <a:pt x="15" y="36"/>
                      <a:pt x="16" y="37"/>
                      <a:pt x="17" y="36"/>
                    </a:cubicBezTo>
                    <a:cubicBezTo>
                      <a:pt x="19" y="35"/>
                      <a:pt x="17" y="31"/>
                      <a:pt x="20" y="31"/>
                    </a:cubicBezTo>
                    <a:cubicBezTo>
                      <a:pt x="24" y="31"/>
                      <a:pt x="28" y="29"/>
                      <a:pt x="29" y="31"/>
                    </a:cubicBezTo>
                    <a:cubicBezTo>
                      <a:pt x="30" y="32"/>
                      <a:pt x="30" y="32"/>
                      <a:pt x="30" y="32"/>
                    </a:cubicBezTo>
                    <a:cubicBezTo>
                      <a:pt x="31" y="31"/>
                      <a:pt x="32" y="29"/>
                      <a:pt x="33" y="29"/>
                    </a:cubicBezTo>
                    <a:cubicBezTo>
                      <a:pt x="33" y="27"/>
                      <a:pt x="33" y="21"/>
                      <a:pt x="32" y="18"/>
                    </a:cubicBezTo>
                    <a:cubicBezTo>
                      <a:pt x="30" y="14"/>
                      <a:pt x="31" y="10"/>
                      <a:pt x="33" y="8"/>
                    </a:cubicBezTo>
                    <a:cubicBezTo>
                      <a:pt x="33" y="8"/>
                      <a:pt x="34" y="6"/>
                      <a:pt x="35" y="4"/>
                    </a:cubicBezTo>
                    <a:cubicBezTo>
                      <a:pt x="32" y="3"/>
                      <a:pt x="29" y="2"/>
                      <a:pt x="27" y="2"/>
                    </a:cubicBezTo>
                    <a:cubicBezTo>
                      <a:pt x="22" y="3"/>
                      <a:pt x="18" y="5"/>
                      <a:pt x="16" y="3"/>
                    </a:cubicBezTo>
                    <a:cubicBezTo>
                      <a:pt x="15" y="0"/>
                      <a:pt x="12" y="1"/>
                      <a:pt x="10" y="2"/>
                    </a:cubicBezTo>
                    <a:cubicBezTo>
                      <a:pt x="10" y="3"/>
                      <a:pt x="10" y="3"/>
                      <a:pt x="9" y="3"/>
                    </a:cubicBezTo>
                    <a:cubicBezTo>
                      <a:pt x="9" y="5"/>
                      <a:pt x="8" y="7"/>
                      <a:pt x="9"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19">
                <a:extLst>
                  <a:ext uri="{FF2B5EF4-FFF2-40B4-BE49-F238E27FC236}">
                    <a16:creationId xmlns:a16="http://schemas.microsoft.com/office/drawing/2014/main" id="{74E32B58-E4F8-4E88-A5CB-8EDD35949A30}"/>
                  </a:ext>
                </a:extLst>
              </p:cNvPr>
              <p:cNvSpPr>
                <a:spLocks/>
              </p:cNvSpPr>
              <p:nvPr/>
            </p:nvSpPr>
            <p:spPr bwMode="auto">
              <a:xfrm>
                <a:off x="3775404" y="3931703"/>
                <a:ext cx="89086" cy="136765"/>
              </a:xfrm>
              <a:custGeom>
                <a:avLst/>
                <a:gdLst>
                  <a:gd name="T0" fmla="*/ 10 w 39"/>
                  <a:gd name="T1" fmla="*/ 3 h 59"/>
                  <a:gd name="T2" fmla="*/ 7 w 39"/>
                  <a:gd name="T3" fmla="*/ 9 h 59"/>
                  <a:gd name="T4" fmla="*/ 6 w 39"/>
                  <a:gd name="T5" fmla="*/ 13 h 59"/>
                  <a:gd name="T6" fmla="*/ 2 w 39"/>
                  <a:gd name="T7" fmla="*/ 17 h 59"/>
                  <a:gd name="T8" fmla="*/ 1 w 39"/>
                  <a:gd name="T9" fmla="*/ 21 h 59"/>
                  <a:gd name="T10" fmla="*/ 7 w 39"/>
                  <a:gd name="T11" fmla="*/ 28 h 59"/>
                  <a:gd name="T12" fmla="*/ 9 w 39"/>
                  <a:gd name="T13" fmla="*/ 26 h 59"/>
                  <a:gd name="T14" fmla="*/ 13 w 39"/>
                  <a:gd name="T15" fmla="*/ 33 h 59"/>
                  <a:gd name="T16" fmla="*/ 14 w 39"/>
                  <a:gd name="T17" fmla="*/ 40 h 59"/>
                  <a:gd name="T18" fmla="*/ 15 w 39"/>
                  <a:gd name="T19" fmla="*/ 54 h 59"/>
                  <a:gd name="T20" fmla="*/ 24 w 39"/>
                  <a:gd name="T21" fmla="*/ 57 h 59"/>
                  <a:gd name="T22" fmla="*/ 29 w 39"/>
                  <a:gd name="T23" fmla="*/ 55 h 59"/>
                  <a:gd name="T24" fmla="*/ 33 w 39"/>
                  <a:gd name="T25" fmla="*/ 53 h 59"/>
                  <a:gd name="T26" fmla="*/ 39 w 39"/>
                  <a:gd name="T27" fmla="*/ 53 h 59"/>
                  <a:gd name="T28" fmla="*/ 34 w 39"/>
                  <a:gd name="T29" fmla="*/ 44 h 59"/>
                  <a:gd name="T30" fmla="*/ 28 w 39"/>
                  <a:gd name="T31" fmla="*/ 35 h 59"/>
                  <a:gd name="T32" fmla="*/ 31 w 39"/>
                  <a:gd name="T33" fmla="*/ 29 h 59"/>
                  <a:gd name="T34" fmla="*/ 35 w 39"/>
                  <a:gd name="T35" fmla="*/ 25 h 59"/>
                  <a:gd name="T36" fmla="*/ 35 w 39"/>
                  <a:gd name="T37" fmla="*/ 20 h 59"/>
                  <a:gd name="T38" fmla="*/ 28 w 39"/>
                  <a:gd name="T39" fmla="*/ 13 h 59"/>
                  <a:gd name="T40" fmla="*/ 24 w 39"/>
                  <a:gd name="T41" fmla="*/ 8 h 59"/>
                  <a:gd name="T42" fmla="*/ 16 w 39"/>
                  <a:gd name="T43" fmla="*/ 1 h 59"/>
                  <a:gd name="T44" fmla="*/ 13 w 39"/>
                  <a:gd name="T45" fmla="*/ 0 h 59"/>
                  <a:gd name="T46" fmla="*/ 10 w 39"/>
                  <a:gd name="T4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59">
                    <a:moveTo>
                      <a:pt x="10" y="3"/>
                    </a:moveTo>
                    <a:cubicBezTo>
                      <a:pt x="8" y="5"/>
                      <a:pt x="5" y="8"/>
                      <a:pt x="7" y="9"/>
                    </a:cubicBezTo>
                    <a:cubicBezTo>
                      <a:pt x="9" y="10"/>
                      <a:pt x="10" y="13"/>
                      <a:pt x="6" y="13"/>
                    </a:cubicBezTo>
                    <a:cubicBezTo>
                      <a:pt x="2" y="13"/>
                      <a:pt x="2" y="15"/>
                      <a:pt x="2" y="17"/>
                    </a:cubicBezTo>
                    <a:cubicBezTo>
                      <a:pt x="2" y="19"/>
                      <a:pt x="0" y="20"/>
                      <a:pt x="1" y="21"/>
                    </a:cubicBezTo>
                    <a:cubicBezTo>
                      <a:pt x="2" y="22"/>
                      <a:pt x="5" y="26"/>
                      <a:pt x="7" y="28"/>
                    </a:cubicBezTo>
                    <a:cubicBezTo>
                      <a:pt x="7" y="27"/>
                      <a:pt x="8" y="26"/>
                      <a:pt x="9" y="26"/>
                    </a:cubicBezTo>
                    <a:cubicBezTo>
                      <a:pt x="13" y="27"/>
                      <a:pt x="10" y="32"/>
                      <a:pt x="13" y="33"/>
                    </a:cubicBezTo>
                    <a:cubicBezTo>
                      <a:pt x="16" y="34"/>
                      <a:pt x="16" y="38"/>
                      <a:pt x="14" y="40"/>
                    </a:cubicBezTo>
                    <a:cubicBezTo>
                      <a:pt x="12" y="41"/>
                      <a:pt x="11" y="49"/>
                      <a:pt x="15" y="54"/>
                    </a:cubicBezTo>
                    <a:cubicBezTo>
                      <a:pt x="20" y="59"/>
                      <a:pt x="23" y="58"/>
                      <a:pt x="24" y="57"/>
                    </a:cubicBezTo>
                    <a:cubicBezTo>
                      <a:pt x="25" y="56"/>
                      <a:pt x="28" y="57"/>
                      <a:pt x="29" y="55"/>
                    </a:cubicBezTo>
                    <a:cubicBezTo>
                      <a:pt x="30" y="53"/>
                      <a:pt x="31" y="55"/>
                      <a:pt x="33" y="53"/>
                    </a:cubicBezTo>
                    <a:cubicBezTo>
                      <a:pt x="34" y="52"/>
                      <a:pt x="37" y="52"/>
                      <a:pt x="39" y="53"/>
                    </a:cubicBezTo>
                    <a:cubicBezTo>
                      <a:pt x="37" y="50"/>
                      <a:pt x="35" y="46"/>
                      <a:pt x="34" y="44"/>
                    </a:cubicBezTo>
                    <a:cubicBezTo>
                      <a:pt x="33" y="41"/>
                      <a:pt x="26" y="37"/>
                      <a:pt x="28" y="35"/>
                    </a:cubicBezTo>
                    <a:cubicBezTo>
                      <a:pt x="29" y="34"/>
                      <a:pt x="28" y="29"/>
                      <a:pt x="31" y="29"/>
                    </a:cubicBezTo>
                    <a:cubicBezTo>
                      <a:pt x="33" y="28"/>
                      <a:pt x="36" y="27"/>
                      <a:pt x="35" y="25"/>
                    </a:cubicBezTo>
                    <a:cubicBezTo>
                      <a:pt x="34" y="24"/>
                      <a:pt x="35" y="22"/>
                      <a:pt x="35" y="20"/>
                    </a:cubicBezTo>
                    <a:cubicBezTo>
                      <a:pt x="33" y="19"/>
                      <a:pt x="30" y="13"/>
                      <a:pt x="28" y="13"/>
                    </a:cubicBezTo>
                    <a:cubicBezTo>
                      <a:pt x="26" y="13"/>
                      <a:pt x="23" y="11"/>
                      <a:pt x="24" y="8"/>
                    </a:cubicBezTo>
                    <a:cubicBezTo>
                      <a:pt x="24" y="5"/>
                      <a:pt x="19" y="5"/>
                      <a:pt x="16" y="1"/>
                    </a:cubicBezTo>
                    <a:cubicBezTo>
                      <a:pt x="15" y="1"/>
                      <a:pt x="14" y="0"/>
                      <a:pt x="13" y="0"/>
                    </a:cubicBezTo>
                    <a:cubicBezTo>
                      <a:pt x="12" y="1"/>
                      <a:pt x="11" y="3"/>
                      <a:pt x="10"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20">
                <a:extLst>
                  <a:ext uri="{FF2B5EF4-FFF2-40B4-BE49-F238E27FC236}">
                    <a16:creationId xmlns:a16="http://schemas.microsoft.com/office/drawing/2014/main" id="{172AAA69-DB34-4044-9451-5621A8CEDC8D}"/>
                  </a:ext>
                </a:extLst>
              </p:cNvPr>
              <p:cNvSpPr>
                <a:spLocks/>
              </p:cNvSpPr>
              <p:nvPr/>
            </p:nvSpPr>
            <p:spPr bwMode="auto">
              <a:xfrm>
                <a:off x="3904641" y="3980637"/>
                <a:ext cx="56463" cy="71519"/>
              </a:xfrm>
              <a:custGeom>
                <a:avLst/>
                <a:gdLst>
                  <a:gd name="T0" fmla="*/ 2 w 25"/>
                  <a:gd name="T1" fmla="*/ 14 h 31"/>
                  <a:gd name="T2" fmla="*/ 3 w 25"/>
                  <a:gd name="T3" fmla="*/ 25 h 31"/>
                  <a:gd name="T4" fmla="*/ 0 w 25"/>
                  <a:gd name="T5" fmla="*/ 28 h 31"/>
                  <a:gd name="T6" fmla="*/ 7 w 25"/>
                  <a:gd name="T7" fmla="*/ 30 h 31"/>
                  <a:gd name="T8" fmla="*/ 16 w 25"/>
                  <a:gd name="T9" fmla="*/ 26 h 31"/>
                  <a:gd name="T10" fmla="*/ 25 w 25"/>
                  <a:gd name="T11" fmla="*/ 13 h 31"/>
                  <a:gd name="T12" fmla="*/ 25 w 25"/>
                  <a:gd name="T13" fmla="*/ 13 h 31"/>
                  <a:gd name="T14" fmla="*/ 11 w 25"/>
                  <a:gd name="T15" fmla="*/ 2 h 31"/>
                  <a:gd name="T16" fmla="*/ 5 w 25"/>
                  <a:gd name="T17" fmla="*/ 0 h 31"/>
                  <a:gd name="T18" fmla="*/ 3 w 25"/>
                  <a:gd name="T19" fmla="*/ 4 h 31"/>
                  <a:gd name="T20" fmla="*/ 2 w 25"/>
                  <a:gd name="T21" fmla="*/ 1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31">
                    <a:moveTo>
                      <a:pt x="2" y="14"/>
                    </a:moveTo>
                    <a:cubicBezTo>
                      <a:pt x="3" y="17"/>
                      <a:pt x="3" y="23"/>
                      <a:pt x="3" y="25"/>
                    </a:cubicBezTo>
                    <a:cubicBezTo>
                      <a:pt x="2" y="25"/>
                      <a:pt x="1" y="27"/>
                      <a:pt x="0" y="28"/>
                    </a:cubicBezTo>
                    <a:cubicBezTo>
                      <a:pt x="1" y="30"/>
                      <a:pt x="4" y="31"/>
                      <a:pt x="7" y="30"/>
                    </a:cubicBezTo>
                    <a:cubicBezTo>
                      <a:pt x="12" y="28"/>
                      <a:pt x="14" y="31"/>
                      <a:pt x="16" y="26"/>
                    </a:cubicBezTo>
                    <a:cubicBezTo>
                      <a:pt x="17" y="22"/>
                      <a:pt x="22" y="17"/>
                      <a:pt x="25" y="13"/>
                    </a:cubicBezTo>
                    <a:cubicBezTo>
                      <a:pt x="25" y="13"/>
                      <a:pt x="25" y="13"/>
                      <a:pt x="25" y="13"/>
                    </a:cubicBezTo>
                    <a:cubicBezTo>
                      <a:pt x="22" y="12"/>
                      <a:pt x="17" y="4"/>
                      <a:pt x="11" y="2"/>
                    </a:cubicBezTo>
                    <a:cubicBezTo>
                      <a:pt x="9" y="2"/>
                      <a:pt x="7" y="1"/>
                      <a:pt x="5" y="0"/>
                    </a:cubicBezTo>
                    <a:cubicBezTo>
                      <a:pt x="4" y="2"/>
                      <a:pt x="3" y="4"/>
                      <a:pt x="3" y="4"/>
                    </a:cubicBezTo>
                    <a:cubicBezTo>
                      <a:pt x="1" y="6"/>
                      <a:pt x="0" y="10"/>
                      <a:pt x="2"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21">
                <a:extLst>
                  <a:ext uri="{FF2B5EF4-FFF2-40B4-BE49-F238E27FC236}">
                    <a16:creationId xmlns:a16="http://schemas.microsoft.com/office/drawing/2014/main" id="{EA3A0EB4-A1E4-49B0-8E77-8B2085E7F589}"/>
                  </a:ext>
                </a:extLst>
              </p:cNvPr>
              <p:cNvSpPr>
                <a:spLocks/>
              </p:cNvSpPr>
              <p:nvPr/>
            </p:nvSpPr>
            <p:spPr bwMode="auto">
              <a:xfrm>
                <a:off x="3338760" y="3641861"/>
                <a:ext cx="196992" cy="69010"/>
              </a:xfrm>
              <a:custGeom>
                <a:avLst/>
                <a:gdLst>
                  <a:gd name="T0" fmla="*/ 69 w 85"/>
                  <a:gd name="T1" fmla="*/ 19 h 30"/>
                  <a:gd name="T2" fmla="*/ 30 w 85"/>
                  <a:gd name="T3" fmla="*/ 4 h 30"/>
                  <a:gd name="T4" fmla="*/ 1 w 85"/>
                  <a:gd name="T5" fmla="*/ 14 h 30"/>
                  <a:gd name="T6" fmla="*/ 15 w 85"/>
                  <a:gd name="T7" fmla="*/ 7 h 30"/>
                  <a:gd name="T8" fmla="*/ 23 w 85"/>
                  <a:gd name="T9" fmla="*/ 10 h 30"/>
                  <a:gd name="T10" fmla="*/ 37 w 85"/>
                  <a:gd name="T11" fmla="*/ 14 h 30"/>
                  <a:gd name="T12" fmla="*/ 54 w 85"/>
                  <a:gd name="T13" fmla="*/ 23 h 30"/>
                  <a:gd name="T14" fmla="*/ 58 w 85"/>
                  <a:gd name="T15" fmla="*/ 29 h 30"/>
                  <a:gd name="T16" fmla="*/ 84 w 85"/>
                  <a:gd name="T17" fmla="*/ 28 h 30"/>
                  <a:gd name="T18" fmla="*/ 69 w 85"/>
                  <a:gd name="T19"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30">
                    <a:moveTo>
                      <a:pt x="69" y="19"/>
                    </a:moveTo>
                    <a:cubicBezTo>
                      <a:pt x="63" y="19"/>
                      <a:pt x="46" y="7"/>
                      <a:pt x="30" y="4"/>
                    </a:cubicBezTo>
                    <a:cubicBezTo>
                      <a:pt x="14" y="0"/>
                      <a:pt x="0" y="12"/>
                      <a:pt x="1" y="14"/>
                    </a:cubicBezTo>
                    <a:cubicBezTo>
                      <a:pt x="3" y="16"/>
                      <a:pt x="11" y="10"/>
                      <a:pt x="15" y="7"/>
                    </a:cubicBezTo>
                    <a:cubicBezTo>
                      <a:pt x="19" y="4"/>
                      <a:pt x="23" y="9"/>
                      <a:pt x="23" y="10"/>
                    </a:cubicBezTo>
                    <a:cubicBezTo>
                      <a:pt x="23" y="12"/>
                      <a:pt x="28" y="13"/>
                      <a:pt x="37" y="14"/>
                    </a:cubicBezTo>
                    <a:cubicBezTo>
                      <a:pt x="45" y="14"/>
                      <a:pt x="46" y="21"/>
                      <a:pt x="54" y="23"/>
                    </a:cubicBezTo>
                    <a:cubicBezTo>
                      <a:pt x="61" y="24"/>
                      <a:pt x="54" y="27"/>
                      <a:pt x="58" y="29"/>
                    </a:cubicBezTo>
                    <a:cubicBezTo>
                      <a:pt x="61" y="30"/>
                      <a:pt x="82" y="30"/>
                      <a:pt x="84" y="28"/>
                    </a:cubicBezTo>
                    <a:cubicBezTo>
                      <a:pt x="85" y="26"/>
                      <a:pt x="74" y="19"/>
                      <a:pt x="69"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22">
                <a:extLst>
                  <a:ext uri="{FF2B5EF4-FFF2-40B4-BE49-F238E27FC236}">
                    <a16:creationId xmlns:a16="http://schemas.microsoft.com/office/drawing/2014/main" id="{2D847BCB-CE0B-47A3-A342-080BC988D3E6}"/>
                  </a:ext>
                </a:extLst>
              </p:cNvPr>
              <p:cNvSpPr>
                <a:spLocks/>
              </p:cNvSpPr>
              <p:nvPr/>
            </p:nvSpPr>
            <p:spPr bwMode="auto">
              <a:xfrm>
                <a:off x="3451685" y="3735965"/>
                <a:ext cx="43915" cy="21330"/>
              </a:xfrm>
              <a:custGeom>
                <a:avLst/>
                <a:gdLst>
                  <a:gd name="T0" fmla="*/ 1 w 19"/>
                  <a:gd name="T1" fmla="*/ 3 h 9"/>
                  <a:gd name="T2" fmla="*/ 18 w 19"/>
                  <a:gd name="T3" fmla="*/ 6 h 9"/>
                  <a:gd name="T4" fmla="*/ 1 w 19"/>
                  <a:gd name="T5" fmla="*/ 3 h 9"/>
                </a:gdLst>
                <a:ahLst/>
                <a:cxnLst>
                  <a:cxn ang="0">
                    <a:pos x="T0" y="T1"/>
                  </a:cxn>
                  <a:cxn ang="0">
                    <a:pos x="T2" y="T3"/>
                  </a:cxn>
                  <a:cxn ang="0">
                    <a:pos x="T4" y="T5"/>
                  </a:cxn>
                </a:cxnLst>
                <a:rect l="0" t="0" r="r" b="b"/>
                <a:pathLst>
                  <a:path w="19" h="9">
                    <a:moveTo>
                      <a:pt x="1" y="3"/>
                    </a:moveTo>
                    <a:cubicBezTo>
                      <a:pt x="3" y="5"/>
                      <a:pt x="16" y="9"/>
                      <a:pt x="18" y="6"/>
                    </a:cubicBezTo>
                    <a:cubicBezTo>
                      <a:pt x="19" y="3"/>
                      <a:pt x="0" y="0"/>
                      <a:pt x="1"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23">
                <a:extLst>
                  <a:ext uri="{FF2B5EF4-FFF2-40B4-BE49-F238E27FC236}">
                    <a16:creationId xmlns:a16="http://schemas.microsoft.com/office/drawing/2014/main" id="{57A08BF3-BA9E-4B6E-BC54-44D43F883EDA}"/>
                  </a:ext>
                </a:extLst>
              </p:cNvPr>
              <p:cNvSpPr>
                <a:spLocks/>
              </p:cNvSpPr>
              <p:nvPr/>
            </p:nvSpPr>
            <p:spPr bwMode="auto">
              <a:xfrm>
                <a:off x="3659970" y="3733456"/>
                <a:ext cx="41406" cy="23840"/>
              </a:xfrm>
              <a:custGeom>
                <a:avLst/>
                <a:gdLst>
                  <a:gd name="T0" fmla="*/ 3 w 18"/>
                  <a:gd name="T1" fmla="*/ 5 h 10"/>
                  <a:gd name="T2" fmla="*/ 16 w 18"/>
                  <a:gd name="T3" fmla="*/ 5 h 10"/>
                  <a:gd name="T4" fmla="*/ 3 w 18"/>
                  <a:gd name="T5" fmla="*/ 5 h 10"/>
                </a:gdLst>
                <a:ahLst/>
                <a:cxnLst>
                  <a:cxn ang="0">
                    <a:pos x="T0" y="T1"/>
                  </a:cxn>
                  <a:cxn ang="0">
                    <a:pos x="T2" y="T3"/>
                  </a:cxn>
                  <a:cxn ang="0">
                    <a:pos x="T4" y="T5"/>
                  </a:cxn>
                </a:cxnLst>
                <a:rect l="0" t="0" r="r" b="b"/>
                <a:pathLst>
                  <a:path w="18" h="10">
                    <a:moveTo>
                      <a:pt x="3" y="5"/>
                    </a:moveTo>
                    <a:cubicBezTo>
                      <a:pt x="6" y="10"/>
                      <a:pt x="15" y="7"/>
                      <a:pt x="16" y="5"/>
                    </a:cubicBezTo>
                    <a:cubicBezTo>
                      <a:pt x="18" y="1"/>
                      <a:pt x="0" y="0"/>
                      <a:pt x="3"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24">
                <a:extLst>
                  <a:ext uri="{FF2B5EF4-FFF2-40B4-BE49-F238E27FC236}">
                    <a16:creationId xmlns:a16="http://schemas.microsoft.com/office/drawing/2014/main" id="{637D32A7-F7AA-428E-AA41-97308E4D8CA5}"/>
                  </a:ext>
                </a:extLst>
              </p:cNvPr>
              <p:cNvSpPr>
                <a:spLocks/>
              </p:cNvSpPr>
              <p:nvPr/>
            </p:nvSpPr>
            <p:spPr bwMode="auto">
              <a:xfrm>
                <a:off x="3404005" y="4060939"/>
                <a:ext cx="112925" cy="124218"/>
              </a:xfrm>
              <a:custGeom>
                <a:avLst/>
                <a:gdLst>
                  <a:gd name="T0" fmla="*/ 44 w 49"/>
                  <a:gd name="T1" fmla="*/ 14 h 54"/>
                  <a:gd name="T2" fmla="*/ 39 w 49"/>
                  <a:gd name="T3" fmla="*/ 9 h 54"/>
                  <a:gd name="T4" fmla="*/ 33 w 49"/>
                  <a:gd name="T5" fmla="*/ 9 h 54"/>
                  <a:gd name="T6" fmla="*/ 28 w 49"/>
                  <a:gd name="T7" fmla="*/ 5 h 54"/>
                  <a:gd name="T8" fmla="*/ 18 w 49"/>
                  <a:gd name="T9" fmla="*/ 0 h 54"/>
                  <a:gd name="T10" fmla="*/ 18 w 49"/>
                  <a:gd name="T11" fmla="*/ 1 h 54"/>
                  <a:gd name="T12" fmla="*/ 12 w 49"/>
                  <a:gd name="T13" fmla="*/ 4 h 54"/>
                  <a:gd name="T14" fmla="*/ 9 w 49"/>
                  <a:gd name="T15" fmla="*/ 10 h 54"/>
                  <a:gd name="T16" fmla="*/ 6 w 49"/>
                  <a:gd name="T17" fmla="*/ 15 h 54"/>
                  <a:gd name="T18" fmla="*/ 4 w 49"/>
                  <a:gd name="T19" fmla="*/ 19 h 54"/>
                  <a:gd name="T20" fmla="*/ 2 w 49"/>
                  <a:gd name="T21" fmla="*/ 24 h 54"/>
                  <a:gd name="T22" fmla="*/ 1 w 49"/>
                  <a:gd name="T23" fmla="*/ 30 h 54"/>
                  <a:gd name="T24" fmla="*/ 6 w 49"/>
                  <a:gd name="T25" fmla="*/ 34 h 54"/>
                  <a:gd name="T26" fmla="*/ 10 w 49"/>
                  <a:gd name="T27" fmla="*/ 35 h 54"/>
                  <a:gd name="T28" fmla="*/ 6 w 49"/>
                  <a:gd name="T29" fmla="*/ 40 h 54"/>
                  <a:gd name="T30" fmla="*/ 6 w 49"/>
                  <a:gd name="T31" fmla="*/ 40 h 54"/>
                  <a:gd name="T32" fmla="*/ 7 w 49"/>
                  <a:gd name="T33" fmla="*/ 44 h 54"/>
                  <a:gd name="T34" fmla="*/ 7 w 49"/>
                  <a:gd name="T35" fmla="*/ 48 h 54"/>
                  <a:gd name="T36" fmla="*/ 13 w 49"/>
                  <a:gd name="T37" fmla="*/ 50 h 54"/>
                  <a:gd name="T38" fmla="*/ 19 w 49"/>
                  <a:gd name="T39" fmla="*/ 49 h 54"/>
                  <a:gd name="T40" fmla="*/ 26 w 49"/>
                  <a:gd name="T41" fmla="*/ 37 h 54"/>
                  <a:gd name="T42" fmla="*/ 42 w 49"/>
                  <a:gd name="T43" fmla="*/ 28 h 54"/>
                  <a:gd name="T44" fmla="*/ 47 w 49"/>
                  <a:gd name="T45" fmla="*/ 20 h 54"/>
                  <a:gd name="T46" fmla="*/ 44 w 49"/>
                  <a:gd name="T47" fmla="*/ 1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9" h="54">
                    <a:moveTo>
                      <a:pt x="44" y="14"/>
                    </a:moveTo>
                    <a:cubicBezTo>
                      <a:pt x="41" y="10"/>
                      <a:pt x="39" y="8"/>
                      <a:pt x="39" y="9"/>
                    </a:cubicBezTo>
                    <a:cubicBezTo>
                      <a:pt x="38" y="10"/>
                      <a:pt x="35" y="11"/>
                      <a:pt x="33" y="9"/>
                    </a:cubicBezTo>
                    <a:cubicBezTo>
                      <a:pt x="30" y="8"/>
                      <a:pt x="29" y="5"/>
                      <a:pt x="28" y="5"/>
                    </a:cubicBezTo>
                    <a:cubicBezTo>
                      <a:pt x="26" y="5"/>
                      <a:pt x="21" y="2"/>
                      <a:pt x="18" y="0"/>
                    </a:cubicBezTo>
                    <a:cubicBezTo>
                      <a:pt x="18" y="0"/>
                      <a:pt x="18" y="1"/>
                      <a:pt x="18" y="1"/>
                    </a:cubicBezTo>
                    <a:cubicBezTo>
                      <a:pt x="18" y="3"/>
                      <a:pt x="15" y="4"/>
                      <a:pt x="12" y="4"/>
                    </a:cubicBezTo>
                    <a:cubicBezTo>
                      <a:pt x="9" y="4"/>
                      <a:pt x="9" y="7"/>
                      <a:pt x="9" y="10"/>
                    </a:cubicBezTo>
                    <a:cubicBezTo>
                      <a:pt x="9" y="12"/>
                      <a:pt x="7" y="12"/>
                      <a:pt x="6" y="15"/>
                    </a:cubicBezTo>
                    <a:cubicBezTo>
                      <a:pt x="5" y="17"/>
                      <a:pt x="6" y="18"/>
                      <a:pt x="4" y="19"/>
                    </a:cubicBezTo>
                    <a:cubicBezTo>
                      <a:pt x="1" y="20"/>
                      <a:pt x="0" y="22"/>
                      <a:pt x="2" y="24"/>
                    </a:cubicBezTo>
                    <a:cubicBezTo>
                      <a:pt x="3" y="27"/>
                      <a:pt x="2" y="28"/>
                      <a:pt x="1" y="30"/>
                    </a:cubicBezTo>
                    <a:cubicBezTo>
                      <a:pt x="1" y="31"/>
                      <a:pt x="4" y="32"/>
                      <a:pt x="6" y="34"/>
                    </a:cubicBezTo>
                    <a:cubicBezTo>
                      <a:pt x="9" y="36"/>
                      <a:pt x="9" y="33"/>
                      <a:pt x="10" y="35"/>
                    </a:cubicBezTo>
                    <a:cubicBezTo>
                      <a:pt x="11" y="37"/>
                      <a:pt x="9" y="40"/>
                      <a:pt x="6" y="40"/>
                    </a:cubicBezTo>
                    <a:cubicBezTo>
                      <a:pt x="6" y="40"/>
                      <a:pt x="6" y="40"/>
                      <a:pt x="6" y="40"/>
                    </a:cubicBezTo>
                    <a:cubicBezTo>
                      <a:pt x="7" y="41"/>
                      <a:pt x="8" y="43"/>
                      <a:pt x="7" y="44"/>
                    </a:cubicBezTo>
                    <a:cubicBezTo>
                      <a:pt x="6" y="46"/>
                      <a:pt x="5" y="46"/>
                      <a:pt x="7" y="48"/>
                    </a:cubicBezTo>
                    <a:cubicBezTo>
                      <a:pt x="10" y="50"/>
                      <a:pt x="11" y="47"/>
                      <a:pt x="13" y="50"/>
                    </a:cubicBezTo>
                    <a:cubicBezTo>
                      <a:pt x="15" y="53"/>
                      <a:pt x="17" y="54"/>
                      <a:pt x="19" y="49"/>
                    </a:cubicBezTo>
                    <a:cubicBezTo>
                      <a:pt x="21" y="45"/>
                      <a:pt x="23" y="38"/>
                      <a:pt x="26" y="37"/>
                    </a:cubicBezTo>
                    <a:cubicBezTo>
                      <a:pt x="30" y="35"/>
                      <a:pt x="38" y="34"/>
                      <a:pt x="42" y="28"/>
                    </a:cubicBezTo>
                    <a:cubicBezTo>
                      <a:pt x="47" y="22"/>
                      <a:pt x="44" y="22"/>
                      <a:pt x="47" y="20"/>
                    </a:cubicBezTo>
                    <a:cubicBezTo>
                      <a:pt x="49" y="18"/>
                      <a:pt x="47" y="17"/>
                      <a:pt x="44"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25">
                <a:extLst>
                  <a:ext uri="{FF2B5EF4-FFF2-40B4-BE49-F238E27FC236}">
                    <a16:creationId xmlns:a16="http://schemas.microsoft.com/office/drawing/2014/main" id="{72613661-F14C-43F3-80EC-589B945A73D7}"/>
                  </a:ext>
                </a:extLst>
              </p:cNvPr>
              <p:cNvSpPr>
                <a:spLocks noEditPoints="1"/>
              </p:cNvSpPr>
              <p:nvPr/>
            </p:nvSpPr>
            <p:spPr bwMode="auto">
              <a:xfrm>
                <a:off x="3563356" y="1960529"/>
                <a:ext cx="1135527" cy="848194"/>
              </a:xfrm>
              <a:custGeom>
                <a:avLst/>
                <a:gdLst>
                  <a:gd name="T0" fmla="*/ 432 w 493"/>
                  <a:gd name="T1" fmla="*/ 42 h 368"/>
                  <a:gd name="T2" fmla="*/ 396 w 493"/>
                  <a:gd name="T3" fmla="*/ 59 h 368"/>
                  <a:gd name="T4" fmla="*/ 394 w 493"/>
                  <a:gd name="T5" fmla="*/ 37 h 368"/>
                  <a:gd name="T6" fmla="*/ 352 w 493"/>
                  <a:gd name="T7" fmla="*/ 34 h 368"/>
                  <a:gd name="T8" fmla="*/ 393 w 493"/>
                  <a:gd name="T9" fmla="*/ 27 h 368"/>
                  <a:gd name="T10" fmla="*/ 390 w 493"/>
                  <a:gd name="T11" fmla="*/ 12 h 368"/>
                  <a:gd name="T12" fmla="*/ 333 w 493"/>
                  <a:gd name="T13" fmla="*/ 0 h 368"/>
                  <a:gd name="T14" fmla="*/ 280 w 493"/>
                  <a:gd name="T15" fmla="*/ 7 h 368"/>
                  <a:gd name="T16" fmla="*/ 240 w 493"/>
                  <a:gd name="T17" fmla="*/ 7 h 368"/>
                  <a:gd name="T18" fmla="*/ 207 w 493"/>
                  <a:gd name="T19" fmla="*/ 22 h 368"/>
                  <a:gd name="T20" fmla="*/ 199 w 493"/>
                  <a:gd name="T21" fmla="*/ 26 h 368"/>
                  <a:gd name="T22" fmla="*/ 176 w 493"/>
                  <a:gd name="T23" fmla="*/ 33 h 368"/>
                  <a:gd name="T24" fmla="*/ 154 w 493"/>
                  <a:gd name="T25" fmla="*/ 41 h 368"/>
                  <a:gd name="T26" fmla="*/ 116 w 493"/>
                  <a:gd name="T27" fmla="*/ 34 h 368"/>
                  <a:gd name="T28" fmla="*/ 95 w 493"/>
                  <a:gd name="T29" fmla="*/ 50 h 368"/>
                  <a:gd name="T30" fmla="*/ 63 w 493"/>
                  <a:gd name="T31" fmla="*/ 70 h 368"/>
                  <a:gd name="T32" fmla="*/ 0 w 493"/>
                  <a:gd name="T33" fmla="*/ 101 h 368"/>
                  <a:gd name="T34" fmla="*/ 40 w 493"/>
                  <a:gd name="T35" fmla="*/ 113 h 368"/>
                  <a:gd name="T36" fmla="*/ 11 w 493"/>
                  <a:gd name="T37" fmla="*/ 123 h 368"/>
                  <a:gd name="T38" fmla="*/ 36 w 493"/>
                  <a:gd name="T39" fmla="*/ 138 h 368"/>
                  <a:gd name="T40" fmla="*/ 67 w 493"/>
                  <a:gd name="T41" fmla="*/ 137 h 368"/>
                  <a:gd name="T42" fmla="*/ 116 w 493"/>
                  <a:gd name="T43" fmla="*/ 150 h 368"/>
                  <a:gd name="T44" fmla="*/ 140 w 493"/>
                  <a:gd name="T45" fmla="*/ 183 h 368"/>
                  <a:gd name="T46" fmla="*/ 144 w 493"/>
                  <a:gd name="T47" fmla="*/ 212 h 368"/>
                  <a:gd name="T48" fmla="*/ 174 w 493"/>
                  <a:gd name="T49" fmla="*/ 222 h 368"/>
                  <a:gd name="T50" fmla="*/ 171 w 493"/>
                  <a:gd name="T51" fmla="*/ 234 h 368"/>
                  <a:gd name="T52" fmla="*/ 167 w 493"/>
                  <a:gd name="T53" fmla="*/ 254 h 368"/>
                  <a:gd name="T54" fmla="*/ 161 w 493"/>
                  <a:gd name="T55" fmla="*/ 278 h 368"/>
                  <a:gd name="T56" fmla="*/ 168 w 493"/>
                  <a:gd name="T57" fmla="*/ 311 h 368"/>
                  <a:gd name="T58" fmla="*/ 183 w 493"/>
                  <a:gd name="T59" fmla="*/ 330 h 368"/>
                  <a:gd name="T60" fmla="*/ 205 w 493"/>
                  <a:gd name="T61" fmla="*/ 355 h 368"/>
                  <a:gd name="T62" fmla="*/ 236 w 493"/>
                  <a:gd name="T63" fmla="*/ 367 h 368"/>
                  <a:gd name="T64" fmla="*/ 245 w 493"/>
                  <a:gd name="T65" fmla="*/ 336 h 368"/>
                  <a:gd name="T66" fmla="*/ 259 w 493"/>
                  <a:gd name="T67" fmla="*/ 320 h 368"/>
                  <a:gd name="T68" fmla="*/ 261 w 493"/>
                  <a:gd name="T69" fmla="*/ 305 h 368"/>
                  <a:gd name="T70" fmla="*/ 274 w 493"/>
                  <a:gd name="T71" fmla="*/ 295 h 368"/>
                  <a:gd name="T72" fmla="*/ 286 w 493"/>
                  <a:gd name="T73" fmla="*/ 292 h 368"/>
                  <a:gd name="T74" fmla="*/ 329 w 493"/>
                  <a:gd name="T75" fmla="*/ 263 h 368"/>
                  <a:gd name="T76" fmla="*/ 356 w 493"/>
                  <a:gd name="T77" fmla="*/ 256 h 368"/>
                  <a:gd name="T78" fmla="*/ 411 w 493"/>
                  <a:gd name="T79" fmla="*/ 232 h 368"/>
                  <a:gd name="T80" fmla="*/ 381 w 493"/>
                  <a:gd name="T81" fmla="*/ 225 h 368"/>
                  <a:gd name="T82" fmla="*/ 412 w 493"/>
                  <a:gd name="T83" fmla="*/ 227 h 368"/>
                  <a:gd name="T84" fmla="*/ 406 w 493"/>
                  <a:gd name="T85" fmla="*/ 200 h 368"/>
                  <a:gd name="T86" fmla="*/ 390 w 493"/>
                  <a:gd name="T87" fmla="*/ 186 h 368"/>
                  <a:gd name="T88" fmla="*/ 425 w 493"/>
                  <a:gd name="T89" fmla="*/ 181 h 368"/>
                  <a:gd name="T90" fmla="*/ 434 w 493"/>
                  <a:gd name="T91" fmla="*/ 164 h 368"/>
                  <a:gd name="T92" fmla="*/ 430 w 493"/>
                  <a:gd name="T93" fmla="*/ 138 h 368"/>
                  <a:gd name="T94" fmla="*/ 421 w 493"/>
                  <a:gd name="T95" fmla="*/ 127 h 368"/>
                  <a:gd name="T96" fmla="*/ 424 w 493"/>
                  <a:gd name="T97" fmla="*/ 115 h 368"/>
                  <a:gd name="T98" fmla="*/ 412 w 493"/>
                  <a:gd name="T99" fmla="*/ 110 h 368"/>
                  <a:gd name="T100" fmla="*/ 445 w 493"/>
                  <a:gd name="T101" fmla="*/ 76 h 368"/>
                  <a:gd name="T102" fmla="*/ 437 w 493"/>
                  <a:gd name="T103" fmla="*/ 67 h 368"/>
                  <a:gd name="T104" fmla="*/ 446 w 493"/>
                  <a:gd name="T105" fmla="*/ 58 h 368"/>
                  <a:gd name="T106" fmla="*/ 493 w 493"/>
                  <a:gd name="T107" fmla="*/ 41 h 368"/>
                  <a:gd name="T108" fmla="*/ 162 w 493"/>
                  <a:gd name="T109" fmla="*/ 235 h 368"/>
                  <a:gd name="T110" fmla="*/ 154 w 493"/>
                  <a:gd name="T111" fmla="*/ 244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3" h="368">
                    <a:moveTo>
                      <a:pt x="465" y="34"/>
                    </a:moveTo>
                    <a:cubicBezTo>
                      <a:pt x="456" y="34"/>
                      <a:pt x="449" y="35"/>
                      <a:pt x="449" y="41"/>
                    </a:cubicBezTo>
                    <a:cubicBezTo>
                      <a:pt x="448" y="47"/>
                      <a:pt x="437" y="40"/>
                      <a:pt x="432" y="42"/>
                    </a:cubicBezTo>
                    <a:cubicBezTo>
                      <a:pt x="427" y="44"/>
                      <a:pt x="430" y="37"/>
                      <a:pt x="425" y="40"/>
                    </a:cubicBezTo>
                    <a:cubicBezTo>
                      <a:pt x="420" y="42"/>
                      <a:pt x="415" y="48"/>
                      <a:pt x="409" y="50"/>
                    </a:cubicBezTo>
                    <a:cubicBezTo>
                      <a:pt x="404" y="52"/>
                      <a:pt x="399" y="58"/>
                      <a:pt x="396" y="59"/>
                    </a:cubicBezTo>
                    <a:cubicBezTo>
                      <a:pt x="392" y="59"/>
                      <a:pt x="403" y="48"/>
                      <a:pt x="409" y="42"/>
                    </a:cubicBezTo>
                    <a:cubicBezTo>
                      <a:pt x="415" y="36"/>
                      <a:pt x="412" y="30"/>
                      <a:pt x="404" y="31"/>
                    </a:cubicBezTo>
                    <a:cubicBezTo>
                      <a:pt x="397" y="31"/>
                      <a:pt x="398" y="36"/>
                      <a:pt x="394" y="37"/>
                    </a:cubicBezTo>
                    <a:cubicBezTo>
                      <a:pt x="390" y="38"/>
                      <a:pt x="369" y="48"/>
                      <a:pt x="368" y="45"/>
                    </a:cubicBezTo>
                    <a:cubicBezTo>
                      <a:pt x="367" y="42"/>
                      <a:pt x="385" y="37"/>
                      <a:pt x="385" y="35"/>
                    </a:cubicBezTo>
                    <a:cubicBezTo>
                      <a:pt x="385" y="32"/>
                      <a:pt x="362" y="32"/>
                      <a:pt x="352" y="34"/>
                    </a:cubicBezTo>
                    <a:cubicBezTo>
                      <a:pt x="342" y="35"/>
                      <a:pt x="325" y="41"/>
                      <a:pt x="325" y="38"/>
                    </a:cubicBezTo>
                    <a:cubicBezTo>
                      <a:pt x="324" y="35"/>
                      <a:pt x="345" y="31"/>
                      <a:pt x="355" y="30"/>
                    </a:cubicBezTo>
                    <a:cubicBezTo>
                      <a:pt x="366" y="29"/>
                      <a:pt x="385" y="31"/>
                      <a:pt x="393" y="27"/>
                    </a:cubicBezTo>
                    <a:cubicBezTo>
                      <a:pt x="401" y="24"/>
                      <a:pt x="413" y="24"/>
                      <a:pt x="416" y="21"/>
                    </a:cubicBezTo>
                    <a:cubicBezTo>
                      <a:pt x="418" y="18"/>
                      <a:pt x="406" y="15"/>
                      <a:pt x="401" y="15"/>
                    </a:cubicBezTo>
                    <a:cubicBezTo>
                      <a:pt x="395" y="15"/>
                      <a:pt x="389" y="15"/>
                      <a:pt x="390" y="12"/>
                    </a:cubicBezTo>
                    <a:cubicBezTo>
                      <a:pt x="390" y="9"/>
                      <a:pt x="381" y="8"/>
                      <a:pt x="380" y="6"/>
                    </a:cubicBezTo>
                    <a:cubicBezTo>
                      <a:pt x="379" y="4"/>
                      <a:pt x="361" y="6"/>
                      <a:pt x="357" y="3"/>
                    </a:cubicBezTo>
                    <a:cubicBezTo>
                      <a:pt x="354" y="1"/>
                      <a:pt x="342" y="0"/>
                      <a:pt x="333" y="0"/>
                    </a:cubicBezTo>
                    <a:cubicBezTo>
                      <a:pt x="323" y="1"/>
                      <a:pt x="304" y="1"/>
                      <a:pt x="299" y="1"/>
                    </a:cubicBezTo>
                    <a:cubicBezTo>
                      <a:pt x="295" y="2"/>
                      <a:pt x="292" y="3"/>
                      <a:pt x="288" y="3"/>
                    </a:cubicBezTo>
                    <a:cubicBezTo>
                      <a:pt x="284" y="3"/>
                      <a:pt x="278" y="4"/>
                      <a:pt x="280" y="7"/>
                    </a:cubicBezTo>
                    <a:cubicBezTo>
                      <a:pt x="284" y="12"/>
                      <a:pt x="274" y="14"/>
                      <a:pt x="274" y="10"/>
                    </a:cubicBezTo>
                    <a:cubicBezTo>
                      <a:pt x="275" y="6"/>
                      <a:pt x="265" y="5"/>
                      <a:pt x="262" y="7"/>
                    </a:cubicBezTo>
                    <a:cubicBezTo>
                      <a:pt x="258" y="10"/>
                      <a:pt x="242" y="4"/>
                      <a:pt x="240" y="7"/>
                    </a:cubicBezTo>
                    <a:cubicBezTo>
                      <a:pt x="238" y="11"/>
                      <a:pt x="219" y="10"/>
                      <a:pt x="213" y="11"/>
                    </a:cubicBezTo>
                    <a:cubicBezTo>
                      <a:pt x="208" y="11"/>
                      <a:pt x="222" y="16"/>
                      <a:pt x="222" y="18"/>
                    </a:cubicBezTo>
                    <a:cubicBezTo>
                      <a:pt x="221" y="20"/>
                      <a:pt x="204" y="18"/>
                      <a:pt x="207" y="22"/>
                    </a:cubicBezTo>
                    <a:cubicBezTo>
                      <a:pt x="211" y="26"/>
                      <a:pt x="222" y="30"/>
                      <a:pt x="228" y="35"/>
                    </a:cubicBezTo>
                    <a:cubicBezTo>
                      <a:pt x="233" y="40"/>
                      <a:pt x="223" y="37"/>
                      <a:pt x="217" y="33"/>
                    </a:cubicBezTo>
                    <a:cubicBezTo>
                      <a:pt x="211" y="29"/>
                      <a:pt x="203" y="31"/>
                      <a:pt x="199" y="26"/>
                    </a:cubicBezTo>
                    <a:cubicBezTo>
                      <a:pt x="196" y="22"/>
                      <a:pt x="181" y="19"/>
                      <a:pt x="178" y="22"/>
                    </a:cubicBezTo>
                    <a:cubicBezTo>
                      <a:pt x="174" y="25"/>
                      <a:pt x="188" y="30"/>
                      <a:pt x="188" y="33"/>
                    </a:cubicBezTo>
                    <a:cubicBezTo>
                      <a:pt x="188" y="36"/>
                      <a:pt x="178" y="32"/>
                      <a:pt x="176" y="33"/>
                    </a:cubicBezTo>
                    <a:cubicBezTo>
                      <a:pt x="175" y="35"/>
                      <a:pt x="166" y="25"/>
                      <a:pt x="162" y="25"/>
                    </a:cubicBezTo>
                    <a:cubicBezTo>
                      <a:pt x="157" y="25"/>
                      <a:pt x="161" y="30"/>
                      <a:pt x="161" y="36"/>
                    </a:cubicBezTo>
                    <a:cubicBezTo>
                      <a:pt x="161" y="41"/>
                      <a:pt x="152" y="45"/>
                      <a:pt x="154" y="41"/>
                    </a:cubicBezTo>
                    <a:cubicBezTo>
                      <a:pt x="157" y="37"/>
                      <a:pt x="155" y="26"/>
                      <a:pt x="150" y="25"/>
                    </a:cubicBezTo>
                    <a:cubicBezTo>
                      <a:pt x="145" y="23"/>
                      <a:pt x="132" y="29"/>
                      <a:pt x="125" y="28"/>
                    </a:cubicBezTo>
                    <a:cubicBezTo>
                      <a:pt x="119" y="28"/>
                      <a:pt x="110" y="30"/>
                      <a:pt x="116" y="34"/>
                    </a:cubicBezTo>
                    <a:cubicBezTo>
                      <a:pt x="121" y="37"/>
                      <a:pt x="115" y="39"/>
                      <a:pt x="110" y="35"/>
                    </a:cubicBezTo>
                    <a:cubicBezTo>
                      <a:pt x="105" y="32"/>
                      <a:pt x="89" y="35"/>
                      <a:pt x="92" y="38"/>
                    </a:cubicBezTo>
                    <a:cubicBezTo>
                      <a:pt x="96" y="40"/>
                      <a:pt x="97" y="47"/>
                      <a:pt x="95" y="50"/>
                    </a:cubicBezTo>
                    <a:cubicBezTo>
                      <a:pt x="93" y="53"/>
                      <a:pt x="86" y="47"/>
                      <a:pt x="79" y="47"/>
                    </a:cubicBezTo>
                    <a:cubicBezTo>
                      <a:pt x="73" y="48"/>
                      <a:pt x="41" y="63"/>
                      <a:pt x="43" y="67"/>
                    </a:cubicBezTo>
                    <a:cubicBezTo>
                      <a:pt x="45" y="71"/>
                      <a:pt x="58" y="68"/>
                      <a:pt x="63" y="70"/>
                    </a:cubicBezTo>
                    <a:cubicBezTo>
                      <a:pt x="67" y="73"/>
                      <a:pt x="61" y="81"/>
                      <a:pt x="56" y="85"/>
                    </a:cubicBezTo>
                    <a:cubicBezTo>
                      <a:pt x="51" y="89"/>
                      <a:pt x="31" y="85"/>
                      <a:pt x="31" y="89"/>
                    </a:cubicBezTo>
                    <a:cubicBezTo>
                      <a:pt x="30" y="94"/>
                      <a:pt x="0" y="94"/>
                      <a:pt x="0" y="101"/>
                    </a:cubicBezTo>
                    <a:cubicBezTo>
                      <a:pt x="0" y="104"/>
                      <a:pt x="2" y="107"/>
                      <a:pt x="5" y="107"/>
                    </a:cubicBezTo>
                    <a:cubicBezTo>
                      <a:pt x="9" y="108"/>
                      <a:pt x="14" y="107"/>
                      <a:pt x="18" y="111"/>
                    </a:cubicBezTo>
                    <a:cubicBezTo>
                      <a:pt x="22" y="115"/>
                      <a:pt x="33" y="116"/>
                      <a:pt x="40" y="113"/>
                    </a:cubicBezTo>
                    <a:cubicBezTo>
                      <a:pt x="47" y="110"/>
                      <a:pt x="53" y="113"/>
                      <a:pt x="53" y="118"/>
                    </a:cubicBezTo>
                    <a:cubicBezTo>
                      <a:pt x="52" y="122"/>
                      <a:pt x="36" y="116"/>
                      <a:pt x="31" y="119"/>
                    </a:cubicBezTo>
                    <a:cubicBezTo>
                      <a:pt x="26" y="122"/>
                      <a:pt x="11" y="119"/>
                      <a:pt x="11" y="123"/>
                    </a:cubicBezTo>
                    <a:cubicBezTo>
                      <a:pt x="12" y="126"/>
                      <a:pt x="20" y="125"/>
                      <a:pt x="26" y="127"/>
                    </a:cubicBezTo>
                    <a:cubicBezTo>
                      <a:pt x="32" y="128"/>
                      <a:pt x="26" y="130"/>
                      <a:pt x="26" y="133"/>
                    </a:cubicBezTo>
                    <a:cubicBezTo>
                      <a:pt x="26" y="136"/>
                      <a:pt x="29" y="135"/>
                      <a:pt x="36" y="138"/>
                    </a:cubicBezTo>
                    <a:cubicBezTo>
                      <a:pt x="42" y="141"/>
                      <a:pt x="52" y="143"/>
                      <a:pt x="49" y="140"/>
                    </a:cubicBezTo>
                    <a:cubicBezTo>
                      <a:pt x="45" y="136"/>
                      <a:pt x="55" y="137"/>
                      <a:pt x="57" y="139"/>
                    </a:cubicBezTo>
                    <a:cubicBezTo>
                      <a:pt x="58" y="141"/>
                      <a:pt x="63" y="136"/>
                      <a:pt x="67" y="137"/>
                    </a:cubicBezTo>
                    <a:cubicBezTo>
                      <a:pt x="72" y="138"/>
                      <a:pt x="74" y="133"/>
                      <a:pt x="77" y="135"/>
                    </a:cubicBezTo>
                    <a:cubicBezTo>
                      <a:pt x="81" y="137"/>
                      <a:pt x="97" y="139"/>
                      <a:pt x="103" y="142"/>
                    </a:cubicBezTo>
                    <a:cubicBezTo>
                      <a:pt x="109" y="145"/>
                      <a:pt x="117" y="146"/>
                      <a:pt x="116" y="150"/>
                    </a:cubicBezTo>
                    <a:cubicBezTo>
                      <a:pt x="115" y="155"/>
                      <a:pt x="121" y="158"/>
                      <a:pt x="127" y="161"/>
                    </a:cubicBezTo>
                    <a:cubicBezTo>
                      <a:pt x="134" y="164"/>
                      <a:pt x="135" y="170"/>
                      <a:pt x="135" y="174"/>
                    </a:cubicBezTo>
                    <a:cubicBezTo>
                      <a:pt x="134" y="178"/>
                      <a:pt x="141" y="181"/>
                      <a:pt x="140" y="183"/>
                    </a:cubicBezTo>
                    <a:cubicBezTo>
                      <a:pt x="139" y="185"/>
                      <a:pt x="140" y="187"/>
                      <a:pt x="144" y="191"/>
                    </a:cubicBezTo>
                    <a:cubicBezTo>
                      <a:pt x="149" y="195"/>
                      <a:pt x="138" y="198"/>
                      <a:pt x="140" y="201"/>
                    </a:cubicBezTo>
                    <a:cubicBezTo>
                      <a:pt x="143" y="204"/>
                      <a:pt x="136" y="211"/>
                      <a:pt x="144" y="212"/>
                    </a:cubicBezTo>
                    <a:cubicBezTo>
                      <a:pt x="152" y="213"/>
                      <a:pt x="150" y="207"/>
                      <a:pt x="156" y="207"/>
                    </a:cubicBezTo>
                    <a:cubicBezTo>
                      <a:pt x="162" y="207"/>
                      <a:pt x="156" y="212"/>
                      <a:pt x="159" y="215"/>
                    </a:cubicBezTo>
                    <a:cubicBezTo>
                      <a:pt x="162" y="218"/>
                      <a:pt x="169" y="217"/>
                      <a:pt x="174" y="222"/>
                    </a:cubicBezTo>
                    <a:cubicBezTo>
                      <a:pt x="180" y="227"/>
                      <a:pt x="177" y="230"/>
                      <a:pt x="171" y="226"/>
                    </a:cubicBezTo>
                    <a:cubicBezTo>
                      <a:pt x="166" y="221"/>
                      <a:pt x="150" y="222"/>
                      <a:pt x="150" y="224"/>
                    </a:cubicBezTo>
                    <a:cubicBezTo>
                      <a:pt x="150" y="225"/>
                      <a:pt x="167" y="235"/>
                      <a:pt x="171" y="234"/>
                    </a:cubicBezTo>
                    <a:cubicBezTo>
                      <a:pt x="175" y="232"/>
                      <a:pt x="181" y="240"/>
                      <a:pt x="178" y="242"/>
                    </a:cubicBezTo>
                    <a:cubicBezTo>
                      <a:pt x="176" y="245"/>
                      <a:pt x="177" y="250"/>
                      <a:pt x="177" y="253"/>
                    </a:cubicBezTo>
                    <a:cubicBezTo>
                      <a:pt x="176" y="256"/>
                      <a:pt x="170" y="253"/>
                      <a:pt x="167" y="254"/>
                    </a:cubicBezTo>
                    <a:cubicBezTo>
                      <a:pt x="163" y="254"/>
                      <a:pt x="160" y="255"/>
                      <a:pt x="160" y="260"/>
                    </a:cubicBezTo>
                    <a:cubicBezTo>
                      <a:pt x="160" y="264"/>
                      <a:pt x="154" y="266"/>
                      <a:pt x="154" y="271"/>
                    </a:cubicBezTo>
                    <a:cubicBezTo>
                      <a:pt x="153" y="276"/>
                      <a:pt x="158" y="276"/>
                      <a:pt x="161" y="278"/>
                    </a:cubicBezTo>
                    <a:cubicBezTo>
                      <a:pt x="164" y="280"/>
                      <a:pt x="156" y="282"/>
                      <a:pt x="155" y="285"/>
                    </a:cubicBezTo>
                    <a:cubicBezTo>
                      <a:pt x="155" y="289"/>
                      <a:pt x="163" y="295"/>
                      <a:pt x="166" y="297"/>
                    </a:cubicBezTo>
                    <a:cubicBezTo>
                      <a:pt x="169" y="299"/>
                      <a:pt x="167" y="307"/>
                      <a:pt x="168" y="311"/>
                    </a:cubicBezTo>
                    <a:cubicBezTo>
                      <a:pt x="169" y="315"/>
                      <a:pt x="173" y="310"/>
                      <a:pt x="173" y="315"/>
                    </a:cubicBezTo>
                    <a:cubicBezTo>
                      <a:pt x="172" y="320"/>
                      <a:pt x="176" y="320"/>
                      <a:pt x="177" y="323"/>
                    </a:cubicBezTo>
                    <a:cubicBezTo>
                      <a:pt x="177" y="326"/>
                      <a:pt x="184" y="326"/>
                      <a:pt x="183" y="330"/>
                    </a:cubicBezTo>
                    <a:cubicBezTo>
                      <a:pt x="181" y="334"/>
                      <a:pt x="185" y="338"/>
                      <a:pt x="187" y="340"/>
                    </a:cubicBezTo>
                    <a:cubicBezTo>
                      <a:pt x="188" y="342"/>
                      <a:pt x="194" y="346"/>
                      <a:pt x="196" y="349"/>
                    </a:cubicBezTo>
                    <a:cubicBezTo>
                      <a:pt x="197" y="352"/>
                      <a:pt x="200" y="357"/>
                      <a:pt x="205" y="355"/>
                    </a:cubicBezTo>
                    <a:cubicBezTo>
                      <a:pt x="209" y="354"/>
                      <a:pt x="209" y="358"/>
                      <a:pt x="213" y="358"/>
                    </a:cubicBezTo>
                    <a:cubicBezTo>
                      <a:pt x="216" y="357"/>
                      <a:pt x="221" y="359"/>
                      <a:pt x="222" y="362"/>
                    </a:cubicBezTo>
                    <a:cubicBezTo>
                      <a:pt x="223" y="364"/>
                      <a:pt x="233" y="367"/>
                      <a:pt x="236" y="367"/>
                    </a:cubicBezTo>
                    <a:cubicBezTo>
                      <a:pt x="239" y="368"/>
                      <a:pt x="239" y="362"/>
                      <a:pt x="242" y="361"/>
                    </a:cubicBezTo>
                    <a:cubicBezTo>
                      <a:pt x="245" y="360"/>
                      <a:pt x="244" y="349"/>
                      <a:pt x="246" y="348"/>
                    </a:cubicBezTo>
                    <a:cubicBezTo>
                      <a:pt x="248" y="348"/>
                      <a:pt x="248" y="337"/>
                      <a:pt x="245" y="336"/>
                    </a:cubicBezTo>
                    <a:cubicBezTo>
                      <a:pt x="243" y="335"/>
                      <a:pt x="244" y="331"/>
                      <a:pt x="249" y="332"/>
                    </a:cubicBezTo>
                    <a:cubicBezTo>
                      <a:pt x="255" y="333"/>
                      <a:pt x="253" y="327"/>
                      <a:pt x="256" y="326"/>
                    </a:cubicBezTo>
                    <a:cubicBezTo>
                      <a:pt x="258" y="326"/>
                      <a:pt x="257" y="321"/>
                      <a:pt x="259" y="320"/>
                    </a:cubicBezTo>
                    <a:cubicBezTo>
                      <a:pt x="261" y="320"/>
                      <a:pt x="261" y="316"/>
                      <a:pt x="259" y="314"/>
                    </a:cubicBezTo>
                    <a:cubicBezTo>
                      <a:pt x="258" y="313"/>
                      <a:pt x="259" y="311"/>
                      <a:pt x="262" y="311"/>
                    </a:cubicBezTo>
                    <a:cubicBezTo>
                      <a:pt x="265" y="310"/>
                      <a:pt x="264" y="306"/>
                      <a:pt x="261" y="305"/>
                    </a:cubicBezTo>
                    <a:cubicBezTo>
                      <a:pt x="257" y="303"/>
                      <a:pt x="258" y="299"/>
                      <a:pt x="262" y="302"/>
                    </a:cubicBezTo>
                    <a:cubicBezTo>
                      <a:pt x="266" y="304"/>
                      <a:pt x="268" y="302"/>
                      <a:pt x="266" y="299"/>
                    </a:cubicBezTo>
                    <a:cubicBezTo>
                      <a:pt x="264" y="297"/>
                      <a:pt x="269" y="295"/>
                      <a:pt x="274" y="295"/>
                    </a:cubicBezTo>
                    <a:cubicBezTo>
                      <a:pt x="279" y="294"/>
                      <a:pt x="281" y="292"/>
                      <a:pt x="281" y="288"/>
                    </a:cubicBezTo>
                    <a:cubicBezTo>
                      <a:pt x="280" y="284"/>
                      <a:pt x="286" y="284"/>
                      <a:pt x="285" y="288"/>
                    </a:cubicBezTo>
                    <a:cubicBezTo>
                      <a:pt x="283" y="291"/>
                      <a:pt x="284" y="294"/>
                      <a:pt x="286" y="292"/>
                    </a:cubicBezTo>
                    <a:cubicBezTo>
                      <a:pt x="289" y="289"/>
                      <a:pt x="293" y="291"/>
                      <a:pt x="301" y="289"/>
                    </a:cubicBezTo>
                    <a:cubicBezTo>
                      <a:pt x="309" y="286"/>
                      <a:pt x="317" y="280"/>
                      <a:pt x="319" y="273"/>
                    </a:cubicBezTo>
                    <a:cubicBezTo>
                      <a:pt x="321" y="267"/>
                      <a:pt x="330" y="268"/>
                      <a:pt x="329" y="263"/>
                    </a:cubicBezTo>
                    <a:cubicBezTo>
                      <a:pt x="328" y="259"/>
                      <a:pt x="331" y="257"/>
                      <a:pt x="337" y="260"/>
                    </a:cubicBezTo>
                    <a:cubicBezTo>
                      <a:pt x="343" y="263"/>
                      <a:pt x="338" y="258"/>
                      <a:pt x="344" y="258"/>
                    </a:cubicBezTo>
                    <a:cubicBezTo>
                      <a:pt x="351" y="258"/>
                      <a:pt x="350" y="256"/>
                      <a:pt x="356" y="256"/>
                    </a:cubicBezTo>
                    <a:cubicBezTo>
                      <a:pt x="363" y="255"/>
                      <a:pt x="379" y="253"/>
                      <a:pt x="385" y="248"/>
                    </a:cubicBezTo>
                    <a:cubicBezTo>
                      <a:pt x="391" y="243"/>
                      <a:pt x="403" y="239"/>
                      <a:pt x="408" y="236"/>
                    </a:cubicBezTo>
                    <a:cubicBezTo>
                      <a:pt x="413" y="233"/>
                      <a:pt x="414" y="230"/>
                      <a:pt x="411" y="232"/>
                    </a:cubicBezTo>
                    <a:cubicBezTo>
                      <a:pt x="408" y="234"/>
                      <a:pt x="402" y="234"/>
                      <a:pt x="397" y="233"/>
                    </a:cubicBezTo>
                    <a:cubicBezTo>
                      <a:pt x="392" y="231"/>
                      <a:pt x="384" y="227"/>
                      <a:pt x="379" y="230"/>
                    </a:cubicBezTo>
                    <a:cubicBezTo>
                      <a:pt x="373" y="234"/>
                      <a:pt x="377" y="226"/>
                      <a:pt x="381" y="225"/>
                    </a:cubicBezTo>
                    <a:cubicBezTo>
                      <a:pt x="386" y="225"/>
                      <a:pt x="384" y="222"/>
                      <a:pt x="383" y="218"/>
                    </a:cubicBezTo>
                    <a:cubicBezTo>
                      <a:pt x="382" y="213"/>
                      <a:pt x="390" y="216"/>
                      <a:pt x="394" y="221"/>
                    </a:cubicBezTo>
                    <a:cubicBezTo>
                      <a:pt x="398" y="227"/>
                      <a:pt x="405" y="229"/>
                      <a:pt x="412" y="227"/>
                    </a:cubicBezTo>
                    <a:cubicBezTo>
                      <a:pt x="418" y="226"/>
                      <a:pt x="412" y="220"/>
                      <a:pt x="415" y="217"/>
                    </a:cubicBezTo>
                    <a:cubicBezTo>
                      <a:pt x="417" y="213"/>
                      <a:pt x="395" y="202"/>
                      <a:pt x="394" y="198"/>
                    </a:cubicBezTo>
                    <a:cubicBezTo>
                      <a:pt x="393" y="194"/>
                      <a:pt x="399" y="197"/>
                      <a:pt x="406" y="200"/>
                    </a:cubicBezTo>
                    <a:cubicBezTo>
                      <a:pt x="412" y="202"/>
                      <a:pt x="413" y="195"/>
                      <a:pt x="413" y="191"/>
                    </a:cubicBezTo>
                    <a:cubicBezTo>
                      <a:pt x="413" y="188"/>
                      <a:pt x="400" y="188"/>
                      <a:pt x="394" y="191"/>
                    </a:cubicBezTo>
                    <a:cubicBezTo>
                      <a:pt x="388" y="194"/>
                      <a:pt x="382" y="187"/>
                      <a:pt x="390" y="186"/>
                    </a:cubicBezTo>
                    <a:cubicBezTo>
                      <a:pt x="398" y="185"/>
                      <a:pt x="391" y="182"/>
                      <a:pt x="393" y="179"/>
                    </a:cubicBezTo>
                    <a:cubicBezTo>
                      <a:pt x="396" y="177"/>
                      <a:pt x="406" y="186"/>
                      <a:pt x="411" y="184"/>
                    </a:cubicBezTo>
                    <a:cubicBezTo>
                      <a:pt x="417" y="183"/>
                      <a:pt x="420" y="185"/>
                      <a:pt x="425" y="181"/>
                    </a:cubicBezTo>
                    <a:cubicBezTo>
                      <a:pt x="429" y="177"/>
                      <a:pt x="417" y="174"/>
                      <a:pt x="414" y="171"/>
                    </a:cubicBezTo>
                    <a:cubicBezTo>
                      <a:pt x="412" y="168"/>
                      <a:pt x="427" y="169"/>
                      <a:pt x="432" y="169"/>
                    </a:cubicBezTo>
                    <a:cubicBezTo>
                      <a:pt x="437" y="170"/>
                      <a:pt x="438" y="162"/>
                      <a:pt x="434" y="164"/>
                    </a:cubicBezTo>
                    <a:cubicBezTo>
                      <a:pt x="430" y="165"/>
                      <a:pt x="417" y="159"/>
                      <a:pt x="420" y="155"/>
                    </a:cubicBezTo>
                    <a:cubicBezTo>
                      <a:pt x="422" y="151"/>
                      <a:pt x="428" y="156"/>
                      <a:pt x="434" y="152"/>
                    </a:cubicBezTo>
                    <a:cubicBezTo>
                      <a:pt x="440" y="149"/>
                      <a:pt x="434" y="138"/>
                      <a:pt x="430" y="138"/>
                    </a:cubicBezTo>
                    <a:cubicBezTo>
                      <a:pt x="426" y="138"/>
                      <a:pt x="416" y="136"/>
                      <a:pt x="416" y="134"/>
                    </a:cubicBezTo>
                    <a:cubicBezTo>
                      <a:pt x="416" y="132"/>
                      <a:pt x="407" y="130"/>
                      <a:pt x="410" y="128"/>
                    </a:cubicBezTo>
                    <a:cubicBezTo>
                      <a:pt x="412" y="126"/>
                      <a:pt x="415" y="131"/>
                      <a:pt x="421" y="127"/>
                    </a:cubicBezTo>
                    <a:cubicBezTo>
                      <a:pt x="426" y="123"/>
                      <a:pt x="437" y="128"/>
                      <a:pt x="442" y="127"/>
                    </a:cubicBezTo>
                    <a:cubicBezTo>
                      <a:pt x="447" y="126"/>
                      <a:pt x="440" y="116"/>
                      <a:pt x="437" y="118"/>
                    </a:cubicBezTo>
                    <a:cubicBezTo>
                      <a:pt x="435" y="120"/>
                      <a:pt x="425" y="120"/>
                      <a:pt x="424" y="115"/>
                    </a:cubicBezTo>
                    <a:cubicBezTo>
                      <a:pt x="423" y="110"/>
                      <a:pt x="433" y="115"/>
                      <a:pt x="435" y="113"/>
                    </a:cubicBezTo>
                    <a:cubicBezTo>
                      <a:pt x="437" y="110"/>
                      <a:pt x="421" y="104"/>
                      <a:pt x="419" y="109"/>
                    </a:cubicBezTo>
                    <a:cubicBezTo>
                      <a:pt x="417" y="114"/>
                      <a:pt x="408" y="113"/>
                      <a:pt x="412" y="110"/>
                    </a:cubicBezTo>
                    <a:cubicBezTo>
                      <a:pt x="417" y="107"/>
                      <a:pt x="418" y="99"/>
                      <a:pt x="417" y="95"/>
                    </a:cubicBezTo>
                    <a:cubicBezTo>
                      <a:pt x="417" y="91"/>
                      <a:pt x="434" y="90"/>
                      <a:pt x="432" y="84"/>
                    </a:cubicBezTo>
                    <a:cubicBezTo>
                      <a:pt x="430" y="77"/>
                      <a:pt x="440" y="76"/>
                      <a:pt x="445" y="76"/>
                    </a:cubicBezTo>
                    <a:cubicBezTo>
                      <a:pt x="451" y="76"/>
                      <a:pt x="445" y="69"/>
                      <a:pt x="440" y="69"/>
                    </a:cubicBezTo>
                    <a:cubicBezTo>
                      <a:pt x="434" y="70"/>
                      <a:pt x="429" y="76"/>
                      <a:pt x="426" y="74"/>
                    </a:cubicBezTo>
                    <a:cubicBezTo>
                      <a:pt x="424" y="71"/>
                      <a:pt x="432" y="67"/>
                      <a:pt x="437" y="67"/>
                    </a:cubicBezTo>
                    <a:cubicBezTo>
                      <a:pt x="442" y="67"/>
                      <a:pt x="453" y="66"/>
                      <a:pt x="457" y="64"/>
                    </a:cubicBezTo>
                    <a:cubicBezTo>
                      <a:pt x="461" y="62"/>
                      <a:pt x="450" y="60"/>
                      <a:pt x="443" y="60"/>
                    </a:cubicBezTo>
                    <a:cubicBezTo>
                      <a:pt x="435" y="61"/>
                      <a:pt x="435" y="58"/>
                      <a:pt x="446" y="58"/>
                    </a:cubicBezTo>
                    <a:cubicBezTo>
                      <a:pt x="458" y="58"/>
                      <a:pt x="456" y="55"/>
                      <a:pt x="464" y="54"/>
                    </a:cubicBezTo>
                    <a:cubicBezTo>
                      <a:pt x="472" y="53"/>
                      <a:pt x="470" y="50"/>
                      <a:pt x="475" y="50"/>
                    </a:cubicBezTo>
                    <a:cubicBezTo>
                      <a:pt x="480" y="50"/>
                      <a:pt x="493" y="44"/>
                      <a:pt x="493" y="41"/>
                    </a:cubicBezTo>
                    <a:cubicBezTo>
                      <a:pt x="493" y="39"/>
                      <a:pt x="474" y="34"/>
                      <a:pt x="465" y="34"/>
                    </a:cubicBezTo>
                    <a:close/>
                    <a:moveTo>
                      <a:pt x="169" y="241"/>
                    </a:moveTo>
                    <a:cubicBezTo>
                      <a:pt x="169" y="237"/>
                      <a:pt x="165" y="239"/>
                      <a:pt x="162" y="235"/>
                    </a:cubicBezTo>
                    <a:cubicBezTo>
                      <a:pt x="160" y="230"/>
                      <a:pt x="148" y="228"/>
                      <a:pt x="147" y="232"/>
                    </a:cubicBezTo>
                    <a:cubicBezTo>
                      <a:pt x="146" y="233"/>
                      <a:pt x="142" y="235"/>
                      <a:pt x="145" y="239"/>
                    </a:cubicBezTo>
                    <a:cubicBezTo>
                      <a:pt x="149" y="242"/>
                      <a:pt x="151" y="241"/>
                      <a:pt x="154" y="244"/>
                    </a:cubicBezTo>
                    <a:cubicBezTo>
                      <a:pt x="158" y="247"/>
                      <a:pt x="169" y="245"/>
                      <a:pt x="169" y="24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27">
                <a:extLst>
                  <a:ext uri="{FF2B5EF4-FFF2-40B4-BE49-F238E27FC236}">
                    <a16:creationId xmlns:a16="http://schemas.microsoft.com/office/drawing/2014/main" id="{7F1FC9B7-0096-47E5-A400-B2BBDD7BE3FE}"/>
                  </a:ext>
                </a:extLst>
              </p:cNvPr>
              <p:cNvSpPr>
                <a:spLocks/>
              </p:cNvSpPr>
              <p:nvPr/>
            </p:nvSpPr>
            <p:spPr bwMode="auto">
              <a:xfrm>
                <a:off x="1785409" y="2456146"/>
                <a:ext cx="718958" cy="495617"/>
              </a:xfrm>
              <a:custGeom>
                <a:avLst/>
                <a:gdLst>
                  <a:gd name="T0" fmla="*/ 285 w 312"/>
                  <a:gd name="T1" fmla="*/ 178 h 215"/>
                  <a:gd name="T2" fmla="*/ 249 w 312"/>
                  <a:gd name="T3" fmla="*/ 163 h 215"/>
                  <a:gd name="T4" fmla="*/ 230 w 312"/>
                  <a:gd name="T5" fmla="*/ 147 h 215"/>
                  <a:gd name="T6" fmla="*/ 218 w 312"/>
                  <a:gd name="T7" fmla="*/ 25 h 215"/>
                  <a:gd name="T8" fmla="*/ 182 w 312"/>
                  <a:gd name="T9" fmla="*/ 20 h 215"/>
                  <a:gd name="T10" fmla="*/ 132 w 312"/>
                  <a:gd name="T11" fmla="*/ 14 h 215"/>
                  <a:gd name="T12" fmla="*/ 110 w 312"/>
                  <a:gd name="T13" fmla="*/ 8 h 215"/>
                  <a:gd name="T14" fmla="*/ 96 w 312"/>
                  <a:gd name="T15" fmla="*/ 7 h 215"/>
                  <a:gd name="T16" fmla="*/ 85 w 312"/>
                  <a:gd name="T17" fmla="*/ 6 h 215"/>
                  <a:gd name="T18" fmla="*/ 66 w 312"/>
                  <a:gd name="T19" fmla="*/ 15 h 215"/>
                  <a:gd name="T20" fmla="*/ 39 w 312"/>
                  <a:gd name="T21" fmla="*/ 24 h 215"/>
                  <a:gd name="T22" fmla="*/ 13 w 312"/>
                  <a:gd name="T23" fmla="*/ 42 h 215"/>
                  <a:gd name="T24" fmla="*/ 49 w 312"/>
                  <a:gd name="T25" fmla="*/ 62 h 215"/>
                  <a:gd name="T26" fmla="*/ 50 w 312"/>
                  <a:gd name="T27" fmla="*/ 73 h 215"/>
                  <a:gd name="T28" fmla="*/ 33 w 312"/>
                  <a:gd name="T29" fmla="*/ 69 h 215"/>
                  <a:gd name="T30" fmla="*/ 12 w 312"/>
                  <a:gd name="T31" fmla="*/ 75 h 215"/>
                  <a:gd name="T32" fmla="*/ 11 w 312"/>
                  <a:gd name="T33" fmla="*/ 90 h 215"/>
                  <a:gd name="T34" fmla="*/ 42 w 312"/>
                  <a:gd name="T35" fmla="*/ 97 h 215"/>
                  <a:gd name="T36" fmla="*/ 55 w 312"/>
                  <a:gd name="T37" fmla="*/ 108 h 215"/>
                  <a:gd name="T38" fmla="*/ 30 w 312"/>
                  <a:gd name="T39" fmla="*/ 112 h 215"/>
                  <a:gd name="T40" fmla="*/ 15 w 312"/>
                  <a:gd name="T41" fmla="*/ 134 h 215"/>
                  <a:gd name="T42" fmla="*/ 32 w 312"/>
                  <a:gd name="T43" fmla="*/ 156 h 215"/>
                  <a:gd name="T44" fmla="*/ 49 w 312"/>
                  <a:gd name="T45" fmla="*/ 160 h 215"/>
                  <a:gd name="T46" fmla="*/ 68 w 312"/>
                  <a:gd name="T47" fmla="*/ 168 h 215"/>
                  <a:gd name="T48" fmla="*/ 85 w 312"/>
                  <a:gd name="T49" fmla="*/ 166 h 215"/>
                  <a:gd name="T50" fmla="*/ 73 w 312"/>
                  <a:gd name="T51" fmla="*/ 191 h 215"/>
                  <a:gd name="T52" fmla="*/ 41 w 312"/>
                  <a:gd name="T53" fmla="*/ 212 h 215"/>
                  <a:gd name="T54" fmla="*/ 60 w 312"/>
                  <a:gd name="T55" fmla="*/ 204 h 215"/>
                  <a:gd name="T56" fmla="*/ 78 w 312"/>
                  <a:gd name="T57" fmla="*/ 196 h 215"/>
                  <a:gd name="T58" fmla="*/ 104 w 312"/>
                  <a:gd name="T59" fmla="*/ 178 h 215"/>
                  <a:gd name="T60" fmla="*/ 117 w 312"/>
                  <a:gd name="T61" fmla="*/ 166 h 215"/>
                  <a:gd name="T62" fmla="*/ 123 w 312"/>
                  <a:gd name="T63" fmla="*/ 152 h 215"/>
                  <a:gd name="T64" fmla="*/ 139 w 312"/>
                  <a:gd name="T65" fmla="*/ 136 h 215"/>
                  <a:gd name="T66" fmla="*/ 136 w 312"/>
                  <a:gd name="T67" fmla="*/ 143 h 215"/>
                  <a:gd name="T68" fmla="*/ 130 w 312"/>
                  <a:gd name="T69" fmla="*/ 160 h 215"/>
                  <a:gd name="T70" fmla="*/ 161 w 312"/>
                  <a:gd name="T71" fmla="*/ 153 h 215"/>
                  <a:gd name="T72" fmla="*/ 160 w 312"/>
                  <a:gd name="T73" fmla="*/ 140 h 215"/>
                  <a:gd name="T74" fmla="*/ 177 w 312"/>
                  <a:gd name="T75" fmla="*/ 143 h 215"/>
                  <a:gd name="T76" fmla="*/ 181 w 312"/>
                  <a:gd name="T77" fmla="*/ 148 h 215"/>
                  <a:gd name="T78" fmla="*/ 196 w 312"/>
                  <a:gd name="T79" fmla="*/ 151 h 215"/>
                  <a:gd name="T80" fmla="*/ 231 w 312"/>
                  <a:gd name="T81" fmla="*/ 153 h 215"/>
                  <a:gd name="T82" fmla="*/ 243 w 312"/>
                  <a:gd name="T83" fmla="*/ 165 h 215"/>
                  <a:gd name="T84" fmla="*/ 263 w 312"/>
                  <a:gd name="T85" fmla="*/ 172 h 215"/>
                  <a:gd name="T86" fmla="*/ 268 w 312"/>
                  <a:gd name="T87" fmla="*/ 177 h 215"/>
                  <a:gd name="T88" fmla="*/ 263 w 312"/>
                  <a:gd name="T89" fmla="*/ 185 h 215"/>
                  <a:gd name="T90" fmla="*/ 268 w 312"/>
                  <a:gd name="T91" fmla="*/ 186 h 215"/>
                  <a:gd name="T92" fmla="*/ 275 w 312"/>
                  <a:gd name="T93" fmla="*/ 184 h 215"/>
                  <a:gd name="T94" fmla="*/ 277 w 312"/>
                  <a:gd name="T95" fmla="*/ 187 h 215"/>
                  <a:gd name="T96" fmla="*/ 277 w 312"/>
                  <a:gd name="T97" fmla="*/ 195 h 215"/>
                  <a:gd name="T98" fmla="*/ 286 w 312"/>
                  <a:gd name="T99" fmla="*/ 195 h 215"/>
                  <a:gd name="T100" fmla="*/ 288 w 312"/>
                  <a:gd name="T101" fmla="*/ 203 h 215"/>
                  <a:gd name="T102" fmla="*/ 282 w 312"/>
                  <a:gd name="T103" fmla="*/ 214 h 215"/>
                  <a:gd name="T104" fmla="*/ 291 w 312"/>
                  <a:gd name="T105" fmla="*/ 208 h 215"/>
                  <a:gd name="T106" fmla="*/ 300 w 312"/>
                  <a:gd name="T107" fmla="*/ 213 h 215"/>
                  <a:gd name="T108" fmla="*/ 309 w 312"/>
                  <a:gd name="T109" fmla="*/ 21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2" h="215">
                    <a:moveTo>
                      <a:pt x="307" y="203"/>
                    </a:moveTo>
                    <a:cubicBezTo>
                      <a:pt x="308" y="200"/>
                      <a:pt x="308" y="198"/>
                      <a:pt x="299" y="195"/>
                    </a:cubicBezTo>
                    <a:cubicBezTo>
                      <a:pt x="290" y="191"/>
                      <a:pt x="291" y="189"/>
                      <a:pt x="285" y="178"/>
                    </a:cubicBezTo>
                    <a:cubicBezTo>
                      <a:pt x="279" y="167"/>
                      <a:pt x="268" y="162"/>
                      <a:pt x="268" y="158"/>
                    </a:cubicBezTo>
                    <a:cubicBezTo>
                      <a:pt x="268" y="154"/>
                      <a:pt x="257" y="155"/>
                      <a:pt x="257" y="158"/>
                    </a:cubicBezTo>
                    <a:cubicBezTo>
                      <a:pt x="257" y="161"/>
                      <a:pt x="252" y="162"/>
                      <a:pt x="249" y="163"/>
                    </a:cubicBezTo>
                    <a:cubicBezTo>
                      <a:pt x="247" y="165"/>
                      <a:pt x="246" y="162"/>
                      <a:pt x="243" y="159"/>
                    </a:cubicBezTo>
                    <a:cubicBezTo>
                      <a:pt x="241" y="156"/>
                      <a:pt x="235" y="153"/>
                      <a:pt x="235" y="151"/>
                    </a:cubicBezTo>
                    <a:cubicBezTo>
                      <a:pt x="235" y="149"/>
                      <a:pt x="234" y="145"/>
                      <a:pt x="230" y="147"/>
                    </a:cubicBezTo>
                    <a:cubicBezTo>
                      <a:pt x="226" y="149"/>
                      <a:pt x="224" y="147"/>
                      <a:pt x="222" y="149"/>
                    </a:cubicBezTo>
                    <a:cubicBezTo>
                      <a:pt x="221" y="150"/>
                      <a:pt x="218" y="148"/>
                      <a:pt x="218" y="148"/>
                    </a:cubicBezTo>
                    <a:cubicBezTo>
                      <a:pt x="218" y="25"/>
                      <a:pt x="218" y="25"/>
                      <a:pt x="218" y="25"/>
                    </a:cubicBezTo>
                    <a:cubicBezTo>
                      <a:pt x="217" y="24"/>
                      <a:pt x="215" y="24"/>
                      <a:pt x="214" y="24"/>
                    </a:cubicBezTo>
                    <a:cubicBezTo>
                      <a:pt x="209" y="22"/>
                      <a:pt x="202" y="18"/>
                      <a:pt x="197" y="19"/>
                    </a:cubicBezTo>
                    <a:cubicBezTo>
                      <a:pt x="193" y="20"/>
                      <a:pt x="185" y="21"/>
                      <a:pt x="182" y="20"/>
                    </a:cubicBezTo>
                    <a:cubicBezTo>
                      <a:pt x="179" y="18"/>
                      <a:pt x="175" y="17"/>
                      <a:pt x="170" y="18"/>
                    </a:cubicBezTo>
                    <a:cubicBezTo>
                      <a:pt x="164" y="19"/>
                      <a:pt x="160" y="15"/>
                      <a:pt x="152" y="13"/>
                    </a:cubicBezTo>
                    <a:cubicBezTo>
                      <a:pt x="145" y="11"/>
                      <a:pt x="134" y="13"/>
                      <a:pt x="132" y="14"/>
                    </a:cubicBezTo>
                    <a:cubicBezTo>
                      <a:pt x="129" y="15"/>
                      <a:pt x="130" y="12"/>
                      <a:pt x="127" y="12"/>
                    </a:cubicBezTo>
                    <a:cubicBezTo>
                      <a:pt x="124" y="12"/>
                      <a:pt x="126" y="11"/>
                      <a:pt x="124" y="8"/>
                    </a:cubicBezTo>
                    <a:cubicBezTo>
                      <a:pt x="123" y="5"/>
                      <a:pt x="114" y="8"/>
                      <a:pt x="110" y="8"/>
                    </a:cubicBezTo>
                    <a:cubicBezTo>
                      <a:pt x="107" y="8"/>
                      <a:pt x="106" y="6"/>
                      <a:pt x="106" y="5"/>
                    </a:cubicBezTo>
                    <a:cubicBezTo>
                      <a:pt x="107" y="3"/>
                      <a:pt x="104" y="4"/>
                      <a:pt x="102" y="6"/>
                    </a:cubicBezTo>
                    <a:cubicBezTo>
                      <a:pt x="101" y="8"/>
                      <a:pt x="98" y="8"/>
                      <a:pt x="96" y="7"/>
                    </a:cubicBezTo>
                    <a:cubicBezTo>
                      <a:pt x="95" y="6"/>
                      <a:pt x="99" y="5"/>
                      <a:pt x="99" y="3"/>
                    </a:cubicBezTo>
                    <a:cubicBezTo>
                      <a:pt x="100" y="2"/>
                      <a:pt x="95" y="1"/>
                      <a:pt x="93" y="0"/>
                    </a:cubicBezTo>
                    <a:cubicBezTo>
                      <a:pt x="91" y="0"/>
                      <a:pt x="88" y="2"/>
                      <a:pt x="85" y="6"/>
                    </a:cubicBezTo>
                    <a:cubicBezTo>
                      <a:pt x="81" y="9"/>
                      <a:pt x="75" y="9"/>
                      <a:pt x="72" y="8"/>
                    </a:cubicBezTo>
                    <a:cubicBezTo>
                      <a:pt x="68" y="8"/>
                      <a:pt x="64" y="9"/>
                      <a:pt x="64" y="11"/>
                    </a:cubicBezTo>
                    <a:cubicBezTo>
                      <a:pt x="65" y="13"/>
                      <a:pt x="69" y="12"/>
                      <a:pt x="66" y="15"/>
                    </a:cubicBezTo>
                    <a:cubicBezTo>
                      <a:pt x="64" y="17"/>
                      <a:pt x="63" y="11"/>
                      <a:pt x="60" y="14"/>
                    </a:cubicBezTo>
                    <a:cubicBezTo>
                      <a:pt x="58" y="17"/>
                      <a:pt x="50" y="17"/>
                      <a:pt x="48" y="16"/>
                    </a:cubicBezTo>
                    <a:cubicBezTo>
                      <a:pt x="47" y="16"/>
                      <a:pt x="41" y="22"/>
                      <a:pt x="39" y="24"/>
                    </a:cubicBezTo>
                    <a:cubicBezTo>
                      <a:pt x="37" y="26"/>
                      <a:pt x="40" y="28"/>
                      <a:pt x="36" y="33"/>
                    </a:cubicBezTo>
                    <a:cubicBezTo>
                      <a:pt x="31" y="38"/>
                      <a:pt x="18" y="37"/>
                      <a:pt x="15" y="37"/>
                    </a:cubicBezTo>
                    <a:cubicBezTo>
                      <a:pt x="13" y="37"/>
                      <a:pt x="15" y="40"/>
                      <a:pt x="13" y="42"/>
                    </a:cubicBezTo>
                    <a:cubicBezTo>
                      <a:pt x="12" y="44"/>
                      <a:pt x="15" y="46"/>
                      <a:pt x="22" y="47"/>
                    </a:cubicBezTo>
                    <a:cubicBezTo>
                      <a:pt x="29" y="49"/>
                      <a:pt x="34" y="59"/>
                      <a:pt x="35" y="61"/>
                    </a:cubicBezTo>
                    <a:cubicBezTo>
                      <a:pt x="36" y="64"/>
                      <a:pt x="45" y="61"/>
                      <a:pt x="49" y="62"/>
                    </a:cubicBezTo>
                    <a:cubicBezTo>
                      <a:pt x="52" y="62"/>
                      <a:pt x="48" y="67"/>
                      <a:pt x="52" y="69"/>
                    </a:cubicBezTo>
                    <a:cubicBezTo>
                      <a:pt x="55" y="70"/>
                      <a:pt x="59" y="68"/>
                      <a:pt x="60" y="70"/>
                    </a:cubicBezTo>
                    <a:cubicBezTo>
                      <a:pt x="61" y="73"/>
                      <a:pt x="54" y="70"/>
                      <a:pt x="50" y="73"/>
                    </a:cubicBezTo>
                    <a:cubicBezTo>
                      <a:pt x="47" y="76"/>
                      <a:pt x="45" y="77"/>
                      <a:pt x="44" y="75"/>
                    </a:cubicBezTo>
                    <a:cubicBezTo>
                      <a:pt x="42" y="73"/>
                      <a:pt x="36" y="74"/>
                      <a:pt x="33" y="75"/>
                    </a:cubicBezTo>
                    <a:cubicBezTo>
                      <a:pt x="30" y="75"/>
                      <a:pt x="33" y="71"/>
                      <a:pt x="33" y="69"/>
                    </a:cubicBezTo>
                    <a:cubicBezTo>
                      <a:pt x="34" y="67"/>
                      <a:pt x="29" y="66"/>
                      <a:pt x="23" y="70"/>
                    </a:cubicBezTo>
                    <a:cubicBezTo>
                      <a:pt x="17" y="73"/>
                      <a:pt x="20" y="72"/>
                      <a:pt x="19" y="74"/>
                    </a:cubicBezTo>
                    <a:cubicBezTo>
                      <a:pt x="18" y="77"/>
                      <a:pt x="16" y="73"/>
                      <a:pt x="12" y="75"/>
                    </a:cubicBezTo>
                    <a:cubicBezTo>
                      <a:pt x="8" y="77"/>
                      <a:pt x="2" y="79"/>
                      <a:pt x="1" y="81"/>
                    </a:cubicBezTo>
                    <a:cubicBezTo>
                      <a:pt x="0" y="84"/>
                      <a:pt x="9" y="85"/>
                      <a:pt x="13" y="86"/>
                    </a:cubicBezTo>
                    <a:cubicBezTo>
                      <a:pt x="16" y="87"/>
                      <a:pt x="8" y="89"/>
                      <a:pt x="11" y="90"/>
                    </a:cubicBezTo>
                    <a:cubicBezTo>
                      <a:pt x="14" y="91"/>
                      <a:pt x="13" y="93"/>
                      <a:pt x="17" y="96"/>
                    </a:cubicBezTo>
                    <a:cubicBezTo>
                      <a:pt x="22" y="98"/>
                      <a:pt x="32" y="96"/>
                      <a:pt x="34" y="96"/>
                    </a:cubicBezTo>
                    <a:cubicBezTo>
                      <a:pt x="37" y="96"/>
                      <a:pt x="40" y="99"/>
                      <a:pt x="42" y="97"/>
                    </a:cubicBezTo>
                    <a:cubicBezTo>
                      <a:pt x="44" y="94"/>
                      <a:pt x="52" y="88"/>
                      <a:pt x="56" y="92"/>
                    </a:cubicBezTo>
                    <a:cubicBezTo>
                      <a:pt x="60" y="95"/>
                      <a:pt x="52" y="95"/>
                      <a:pt x="54" y="97"/>
                    </a:cubicBezTo>
                    <a:cubicBezTo>
                      <a:pt x="56" y="100"/>
                      <a:pt x="58" y="105"/>
                      <a:pt x="55" y="108"/>
                    </a:cubicBezTo>
                    <a:cubicBezTo>
                      <a:pt x="51" y="111"/>
                      <a:pt x="47" y="109"/>
                      <a:pt x="45" y="109"/>
                    </a:cubicBezTo>
                    <a:cubicBezTo>
                      <a:pt x="43" y="108"/>
                      <a:pt x="44" y="113"/>
                      <a:pt x="40" y="115"/>
                    </a:cubicBezTo>
                    <a:cubicBezTo>
                      <a:pt x="37" y="118"/>
                      <a:pt x="35" y="112"/>
                      <a:pt x="30" y="112"/>
                    </a:cubicBezTo>
                    <a:cubicBezTo>
                      <a:pt x="26" y="112"/>
                      <a:pt x="27" y="118"/>
                      <a:pt x="27" y="121"/>
                    </a:cubicBezTo>
                    <a:cubicBezTo>
                      <a:pt x="27" y="123"/>
                      <a:pt x="21" y="120"/>
                      <a:pt x="19" y="126"/>
                    </a:cubicBezTo>
                    <a:cubicBezTo>
                      <a:pt x="17" y="133"/>
                      <a:pt x="11" y="127"/>
                      <a:pt x="15" y="134"/>
                    </a:cubicBezTo>
                    <a:cubicBezTo>
                      <a:pt x="20" y="140"/>
                      <a:pt x="19" y="136"/>
                      <a:pt x="22" y="138"/>
                    </a:cubicBezTo>
                    <a:cubicBezTo>
                      <a:pt x="26" y="141"/>
                      <a:pt x="19" y="145"/>
                      <a:pt x="22" y="146"/>
                    </a:cubicBezTo>
                    <a:cubicBezTo>
                      <a:pt x="26" y="147"/>
                      <a:pt x="30" y="153"/>
                      <a:pt x="32" y="156"/>
                    </a:cubicBezTo>
                    <a:cubicBezTo>
                      <a:pt x="35" y="158"/>
                      <a:pt x="38" y="154"/>
                      <a:pt x="42" y="154"/>
                    </a:cubicBezTo>
                    <a:cubicBezTo>
                      <a:pt x="45" y="154"/>
                      <a:pt x="44" y="149"/>
                      <a:pt x="46" y="151"/>
                    </a:cubicBezTo>
                    <a:cubicBezTo>
                      <a:pt x="48" y="153"/>
                      <a:pt x="51" y="158"/>
                      <a:pt x="49" y="160"/>
                    </a:cubicBezTo>
                    <a:cubicBezTo>
                      <a:pt x="47" y="161"/>
                      <a:pt x="48" y="166"/>
                      <a:pt x="48" y="168"/>
                    </a:cubicBezTo>
                    <a:cubicBezTo>
                      <a:pt x="48" y="170"/>
                      <a:pt x="56" y="169"/>
                      <a:pt x="57" y="167"/>
                    </a:cubicBezTo>
                    <a:cubicBezTo>
                      <a:pt x="57" y="164"/>
                      <a:pt x="64" y="164"/>
                      <a:pt x="68" y="168"/>
                    </a:cubicBezTo>
                    <a:cubicBezTo>
                      <a:pt x="72" y="172"/>
                      <a:pt x="73" y="172"/>
                      <a:pt x="73" y="169"/>
                    </a:cubicBezTo>
                    <a:cubicBezTo>
                      <a:pt x="73" y="166"/>
                      <a:pt x="76" y="163"/>
                      <a:pt x="76" y="165"/>
                    </a:cubicBezTo>
                    <a:cubicBezTo>
                      <a:pt x="76" y="168"/>
                      <a:pt x="80" y="169"/>
                      <a:pt x="85" y="166"/>
                    </a:cubicBezTo>
                    <a:cubicBezTo>
                      <a:pt x="91" y="164"/>
                      <a:pt x="88" y="166"/>
                      <a:pt x="85" y="170"/>
                    </a:cubicBezTo>
                    <a:cubicBezTo>
                      <a:pt x="81" y="175"/>
                      <a:pt x="85" y="182"/>
                      <a:pt x="82" y="183"/>
                    </a:cubicBezTo>
                    <a:cubicBezTo>
                      <a:pt x="80" y="183"/>
                      <a:pt x="77" y="191"/>
                      <a:pt x="73" y="191"/>
                    </a:cubicBezTo>
                    <a:cubicBezTo>
                      <a:pt x="68" y="192"/>
                      <a:pt x="60" y="201"/>
                      <a:pt x="59" y="202"/>
                    </a:cubicBezTo>
                    <a:cubicBezTo>
                      <a:pt x="58" y="203"/>
                      <a:pt x="48" y="199"/>
                      <a:pt x="47" y="203"/>
                    </a:cubicBezTo>
                    <a:cubicBezTo>
                      <a:pt x="45" y="207"/>
                      <a:pt x="39" y="210"/>
                      <a:pt x="41" y="212"/>
                    </a:cubicBezTo>
                    <a:cubicBezTo>
                      <a:pt x="42" y="213"/>
                      <a:pt x="50" y="209"/>
                      <a:pt x="50" y="207"/>
                    </a:cubicBezTo>
                    <a:cubicBezTo>
                      <a:pt x="51" y="205"/>
                      <a:pt x="52" y="205"/>
                      <a:pt x="53" y="207"/>
                    </a:cubicBezTo>
                    <a:cubicBezTo>
                      <a:pt x="55" y="208"/>
                      <a:pt x="58" y="206"/>
                      <a:pt x="60" y="204"/>
                    </a:cubicBezTo>
                    <a:cubicBezTo>
                      <a:pt x="61" y="203"/>
                      <a:pt x="64" y="204"/>
                      <a:pt x="66" y="204"/>
                    </a:cubicBezTo>
                    <a:cubicBezTo>
                      <a:pt x="67" y="204"/>
                      <a:pt x="68" y="202"/>
                      <a:pt x="73" y="201"/>
                    </a:cubicBezTo>
                    <a:cubicBezTo>
                      <a:pt x="78" y="200"/>
                      <a:pt x="76" y="199"/>
                      <a:pt x="78" y="196"/>
                    </a:cubicBezTo>
                    <a:cubicBezTo>
                      <a:pt x="79" y="194"/>
                      <a:pt x="90" y="188"/>
                      <a:pt x="92" y="188"/>
                    </a:cubicBezTo>
                    <a:cubicBezTo>
                      <a:pt x="94" y="187"/>
                      <a:pt x="93" y="184"/>
                      <a:pt x="95" y="183"/>
                    </a:cubicBezTo>
                    <a:cubicBezTo>
                      <a:pt x="98" y="183"/>
                      <a:pt x="101" y="180"/>
                      <a:pt x="104" y="178"/>
                    </a:cubicBezTo>
                    <a:cubicBezTo>
                      <a:pt x="107" y="175"/>
                      <a:pt x="108" y="176"/>
                      <a:pt x="110" y="176"/>
                    </a:cubicBezTo>
                    <a:cubicBezTo>
                      <a:pt x="113" y="175"/>
                      <a:pt x="111" y="170"/>
                      <a:pt x="113" y="170"/>
                    </a:cubicBezTo>
                    <a:cubicBezTo>
                      <a:pt x="116" y="169"/>
                      <a:pt x="117" y="168"/>
                      <a:pt x="117" y="166"/>
                    </a:cubicBezTo>
                    <a:cubicBezTo>
                      <a:pt x="117" y="164"/>
                      <a:pt x="111" y="164"/>
                      <a:pt x="111" y="162"/>
                    </a:cubicBezTo>
                    <a:cubicBezTo>
                      <a:pt x="110" y="161"/>
                      <a:pt x="116" y="156"/>
                      <a:pt x="118" y="157"/>
                    </a:cubicBezTo>
                    <a:cubicBezTo>
                      <a:pt x="119" y="157"/>
                      <a:pt x="123" y="155"/>
                      <a:pt x="123" y="152"/>
                    </a:cubicBezTo>
                    <a:cubicBezTo>
                      <a:pt x="123" y="149"/>
                      <a:pt x="126" y="148"/>
                      <a:pt x="128" y="146"/>
                    </a:cubicBezTo>
                    <a:cubicBezTo>
                      <a:pt x="131" y="143"/>
                      <a:pt x="130" y="141"/>
                      <a:pt x="132" y="141"/>
                    </a:cubicBezTo>
                    <a:cubicBezTo>
                      <a:pt x="135" y="141"/>
                      <a:pt x="137" y="138"/>
                      <a:pt x="139" y="136"/>
                    </a:cubicBezTo>
                    <a:cubicBezTo>
                      <a:pt x="142" y="135"/>
                      <a:pt x="139" y="138"/>
                      <a:pt x="144" y="138"/>
                    </a:cubicBezTo>
                    <a:cubicBezTo>
                      <a:pt x="149" y="138"/>
                      <a:pt x="148" y="143"/>
                      <a:pt x="144" y="141"/>
                    </a:cubicBezTo>
                    <a:cubicBezTo>
                      <a:pt x="141" y="140"/>
                      <a:pt x="139" y="140"/>
                      <a:pt x="136" y="143"/>
                    </a:cubicBezTo>
                    <a:cubicBezTo>
                      <a:pt x="133" y="146"/>
                      <a:pt x="135" y="147"/>
                      <a:pt x="133" y="150"/>
                    </a:cubicBezTo>
                    <a:cubicBezTo>
                      <a:pt x="130" y="154"/>
                      <a:pt x="130" y="156"/>
                      <a:pt x="133" y="156"/>
                    </a:cubicBezTo>
                    <a:cubicBezTo>
                      <a:pt x="136" y="156"/>
                      <a:pt x="133" y="159"/>
                      <a:pt x="130" y="160"/>
                    </a:cubicBezTo>
                    <a:cubicBezTo>
                      <a:pt x="127" y="161"/>
                      <a:pt x="129" y="162"/>
                      <a:pt x="134" y="162"/>
                    </a:cubicBezTo>
                    <a:cubicBezTo>
                      <a:pt x="138" y="162"/>
                      <a:pt x="144" y="156"/>
                      <a:pt x="149" y="154"/>
                    </a:cubicBezTo>
                    <a:cubicBezTo>
                      <a:pt x="155" y="151"/>
                      <a:pt x="159" y="154"/>
                      <a:pt x="161" y="153"/>
                    </a:cubicBezTo>
                    <a:cubicBezTo>
                      <a:pt x="163" y="153"/>
                      <a:pt x="159" y="150"/>
                      <a:pt x="161" y="149"/>
                    </a:cubicBezTo>
                    <a:cubicBezTo>
                      <a:pt x="163" y="148"/>
                      <a:pt x="159" y="148"/>
                      <a:pt x="158" y="144"/>
                    </a:cubicBezTo>
                    <a:cubicBezTo>
                      <a:pt x="156" y="141"/>
                      <a:pt x="160" y="143"/>
                      <a:pt x="160" y="140"/>
                    </a:cubicBezTo>
                    <a:cubicBezTo>
                      <a:pt x="161" y="138"/>
                      <a:pt x="163" y="139"/>
                      <a:pt x="165" y="140"/>
                    </a:cubicBezTo>
                    <a:cubicBezTo>
                      <a:pt x="167" y="141"/>
                      <a:pt x="169" y="139"/>
                      <a:pt x="171" y="142"/>
                    </a:cubicBezTo>
                    <a:cubicBezTo>
                      <a:pt x="172" y="145"/>
                      <a:pt x="174" y="141"/>
                      <a:pt x="177" y="143"/>
                    </a:cubicBezTo>
                    <a:cubicBezTo>
                      <a:pt x="180" y="146"/>
                      <a:pt x="176" y="145"/>
                      <a:pt x="173" y="146"/>
                    </a:cubicBezTo>
                    <a:cubicBezTo>
                      <a:pt x="170" y="147"/>
                      <a:pt x="172" y="151"/>
                      <a:pt x="174" y="149"/>
                    </a:cubicBezTo>
                    <a:cubicBezTo>
                      <a:pt x="177" y="147"/>
                      <a:pt x="179" y="146"/>
                      <a:pt x="181" y="148"/>
                    </a:cubicBezTo>
                    <a:cubicBezTo>
                      <a:pt x="183" y="150"/>
                      <a:pt x="184" y="149"/>
                      <a:pt x="185" y="147"/>
                    </a:cubicBezTo>
                    <a:cubicBezTo>
                      <a:pt x="187" y="145"/>
                      <a:pt x="187" y="147"/>
                      <a:pt x="187" y="149"/>
                    </a:cubicBezTo>
                    <a:cubicBezTo>
                      <a:pt x="187" y="150"/>
                      <a:pt x="191" y="151"/>
                      <a:pt x="196" y="151"/>
                    </a:cubicBezTo>
                    <a:cubicBezTo>
                      <a:pt x="202" y="152"/>
                      <a:pt x="211" y="151"/>
                      <a:pt x="214" y="151"/>
                    </a:cubicBezTo>
                    <a:cubicBezTo>
                      <a:pt x="216" y="151"/>
                      <a:pt x="215" y="155"/>
                      <a:pt x="221" y="156"/>
                    </a:cubicBezTo>
                    <a:cubicBezTo>
                      <a:pt x="226" y="157"/>
                      <a:pt x="228" y="150"/>
                      <a:pt x="231" y="153"/>
                    </a:cubicBezTo>
                    <a:cubicBezTo>
                      <a:pt x="234" y="155"/>
                      <a:pt x="231" y="156"/>
                      <a:pt x="229" y="158"/>
                    </a:cubicBezTo>
                    <a:cubicBezTo>
                      <a:pt x="228" y="159"/>
                      <a:pt x="231" y="159"/>
                      <a:pt x="233" y="160"/>
                    </a:cubicBezTo>
                    <a:cubicBezTo>
                      <a:pt x="235" y="161"/>
                      <a:pt x="240" y="163"/>
                      <a:pt x="243" y="165"/>
                    </a:cubicBezTo>
                    <a:cubicBezTo>
                      <a:pt x="245" y="167"/>
                      <a:pt x="246" y="170"/>
                      <a:pt x="252" y="173"/>
                    </a:cubicBezTo>
                    <a:cubicBezTo>
                      <a:pt x="258" y="176"/>
                      <a:pt x="252" y="166"/>
                      <a:pt x="257" y="169"/>
                    </a:cubicBezTo>
                    <a:cubicBezTo>
                      <a:pt x="261" y="172"/>
                      <a:pt x="259" y="169"/>
                      <a:pt x="263" y="172"/>
                    </a:cubicBezTo>
                    <a:cubicBezTo>
                      <a:pt x="267" y="175"/>
                      <a:pt x="265" y="171"/>
                      <a:pt x="264" y="165"/>
                    </a:cubicBezTo>
                    <a:cubicBezTo>
                      <a:pt x="262" y="160"/>
                      <a:pt x="265" y="164"/>
                      <a:pt x="267" y="166"/>
                    </a:cubicBezTo>
                    <a:cubicBezTo>
                      <a:pt x="269" y="169"/>
                      <a:pt x="269" y="173"/>
                      <a:pt x="268" y="177"/>
                    </a:cubicBezTo>
                    <a:cubicBezTo>
                      <a:pt x="266" y="180"/>
                      <a:pt x="261" y="177"/>
                      <a:pt x="262" y="175"/>
                    </a:cubicBezTo>
                    <a:cubicBezTo>
                      <a:pt x="262" y="174"/>
                      <a:pt x="256" y="174"/>
                      <a:pt x="256" y="177"/>
                    </a:cubicBezTo>
                    <a:cubicBezTo>
                      <a:pt x="256" y="179"/>
                      <a:pt x="260" y="184"/>
                      <a:pt x="263" y="185"/>
                    </a:cubicBezTo>
                    <a:cubicBezTo>
                      <a:pt x="266" y="185"/>
                      <a:pt x="263" y="190"/>
                      <a:pt x="265" y="190"/>
                    </a:cubicBezTo>
                    <a:cubicBezTo>
                      <a:pt x="268" y="191"/>
                      <a:pt x="268" y="196"/>
                      <a:pt x="269" y="195"/>
                    </a:cubicBezTo>
                    <a:cubicBezTo>
                      <a:pt x="270" y="194"/>
                      <a:pt x="270" y="189"/>
                      <a:pt x="268" y="186"/>
                    </a:cubicBezTo>
                    <a:cubicBezTo>
                      <a:pt x="267" y="184"/>
                      <a:pt x="267" y="180"/>
                      <a:pt x="269" y="181"/>
                    </a:cubicBezTo>
                    <a:cubicBezTo>
                      <a:pt x="272" y="181"/>
                      <a:pt x="269" y="185"/>
                      <a:pt x="271" y="186"/>
                    </a:cubicBezTo>
                    <a:cubicBezTo>
                      <a:pt x="272" y="188"/>
                      <a:pt x="273" y="185"/>
                      <a:pt x="275" y="184"/>
                    </a:cubicBezTo>
                    <a:cubicBezTo>
                      <a:pt x="278" y="182"/>
                      <a:pt x="274" y="178"/>
                      <a:pt x="275" y="176"/>
                    </a:cubicBezTo>
                    <a:cubicBezTo>
                      <a:pt x="276" y="174"/>
                      <a:pt x="279" y="178"/>
                      <a:pt x="280" y="182"/>
                    </a:cubicBezTo>
                    <a:cubicBezTo>
                      <a:pt x="281" y="185"/>
                      <a:pt x="277" y="185"/>
                      <a:pt x="277" y="187"/>
                    </a:cubicBezTo>
                    <a:cubicBezTo>
                      <a:pt x="277" y="189"/>
                      <a:pt x="274" y="188"/>
                      <a:pt x="273" y="189"/>
                    </a:cubicBezTo>
                    <a:cubicBezTo>
                      <a:pt x="272" y="190"/>
                      <a:pt x="272" y="197"/>
                      <a:pt x="274" y="198"/>
                    </a:cubicBezTo>
                    <a:cubicBezTo>
                      <a:pt x="275" y="198"/>
                      <a:pt x="276" y="192"/>
                      <a:pt x="277" y="195"/>
                    </a:cubicBezTo>
                    <a:cubicBezTo>
                      <a:pt x="278" y="198"/>
                      <a:pt x="281" y="191"/>
                      <a:pt x="282" y="194"/>
                    </a:cubicBezTo>
                    <a:cubicBezTo>
                      <a:pt x="283" y="197"/>
                      <a:pt x="287" y="200"/>
                      <a:pt x="289" y="199"/>
                    </a:cubicBezTo>
                    <a:cubicBezTo>
                      <a:pt x="291" y="198"/>
                      <a:pt x="288" y="195"/>
                      <a:pt x="286" y="195"/>
                    </a:cubicBezTo>
                    <a:cubicBezTo>
                      <a:pt x="283" y="195"/>
                      <a:pt x="284" y="191"/>
                      <a:pt x="286" y="191"/>
                    </a:cubicBezTo>
                    <a:cubicBezTo>
                      <a:pt x="288" y="191"/>
                      <a:pt x="292" y="197"/>
                      <a:pt x="292" y="199"/>
                    </a:cubicBezTo>
                    <a:cubicBezTo>
                      <a:pt x="292" y="201"/>
                      <a:pt x="290" y="201"/>
                      <a:pt x="288" y="203"/>
                    </a:cubicBezTo>
                    <a:cubicBezTo>
                      <a:pt x="286" y="205"/>
                      <a:pt x="283" y="199"/>
                      <a:pt x="281" y="199"/>
                    </a:cubicBezTo>
                    <a:cubicBezTo>
                      <a:pt x="279" y="200"/>
                      <a:pt x="281" y="203"/>
                      <a:pt x="282" y="206"/>
                    </a:cubicBezTo>
                    <a:cubicBezTo>
                      <a:pt x="283" y="208"/>
                      <a:pt x="279" y="212"/>
                      <a:pt x="282" y="214"/>
                    </a:cubicBezTo>
                    <a:cubicBezTo>
                      <a:pt x="285" y="215"/>
                      <a:pt x="284" y="212"/>
                      <a:pt x="285" y="211"/>
                    </a:cubicBezTo>
                    <a:cubicBezTo>
                      <a:pt x="286" y="209"/>
                      <a:pt x="288" y="211"/>
                      <a:pt x="289" y="212"/>
                    </a:cubicBezTo>
                    <a:cubicBezTo>
                      <a:pt x="291" y="214"/>
                      <a:pt x="291" y="210"/>
                      <a:pt x="291" y="208"/>
                    </a:cubicBezTo>
                    <a:cubicBezTo>
                      <a:pt x="291" y="206"/>
                      <a:pt x="294" y="207"/>
                      <a:pt x="295" y="209"/>
                    </a:cubicBezTo>
                    <a:cubicBezTo>
                      <a:pt x="297" y="212"/>
                      <a:pt x="297" y="207"/>
                      <a:pt x="299" y="207"/>
                    </a:cubicBezTo>
                    <a:cubicBezTo>
                      <a:pt x="301" y="208"/>
                      <a:pt x="300" y="211"/>
                      <a:pt x="300" y="213"/>
                    </a:cubicBezTo>
                    <a:cubicBezTo>
                      <a:pt x="300" y="215"/>
                      <a:pt x="304" y="212"/>
                      <a:pt x="303" y="214"/>
                    </a:cubicBezTo>
                    <a:cubicBezTo>
                      <a:pt x="303" y="214"/>
                      <a:pt x="303" y="214"/>
                      <a:pt x="303" y="215"/>
                    </a:cubicBezTo>
                    <a:cubicBezTo>
                      <a:pt x="305" y="213"/>
                      <a:pt x="307" y="212"/>
                      <a:pt x="309" y="211"/>
                    </a:cubicBezTo>
                    <a:cubicBezTo>
                      <a:pt x="312" y="208"/>
                      <a:pt x="306" y="206"/>
                      <a:pt x="307" y="20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28">
                <a:extLst>
                  <a:ext uri="{FF2B5EF4-FFF2-40B4-BE49-F238E27FC236}">
                    <a16:creationId xmlns:a16="http://schemas.microsoft.com/office/drawing/2014/main" id="{81581C3C-7292-4593-A1AD-C818691678C8}"/>
                  </a:ext>
                </a:extLst>
              </p:cNvPr>
              <p:cNvSpPr>
                <a:spLocks/>
              </p:cNvSpPr>
              <p:nvPr/>
            </p:nvSpPr>
            <p:spPr bwMode="auto">
              <a:xfrm>
                <a:off x="1792937" y="2963055"/>
                <a:ext cx="20076" cy="23840"/>
              </a:xfrm>
              <a:custGeom>
                <a:avLst/>
                <a:gdLst>
                  <a:gd name="T0" fmla="*/ 3 w 9"/>
                  <a:gd name="T1" fmla="*/ 9 h 10"/>
                  <a:gd name="T2" fmla="*/ 7 w 9"/>
                  <a:gd name="T3" fmla="*/ 3 h 10"/>
                  <a:gd name="T4" fmla="*/ 3 w 9"/>
                  <a:gd name="T5" fmla="*/ 9 h 10"/>
                </a:gdLst>
                <a:ahLst/>
                <a:cxnLst>
                  <a:cxn ang="0">
                    <a:pos x="T0" y="T1"/>
                  </a:cxn>
                  <a:cxn ang="0">
                    <a:pos x="T2" y="T3"/>
                  </a:cxn>
                  <a:cxn ang="0">
                    <a:pos x="T4" y="T5"/>
                  </a:cxn>
                </a:cxnLst>
                <a:rect l="0" t="0" r="r" b="b"/>
                <a:pathLst>
                  <a:path w="9" h="10">
                    <a:moveTo>
                      <a:pt x="3" y="9"/>
                    </a:moveTo>
                    <a:cubicBezTo>
                      <a:pt x="7" y="7"/>
                      <a:pt x="9" y="5"/>
                      <a:pt x="7" y="3"/>
                    </a:cubicBezTo>
                    <a:cubicBezTo>
                      <a:pt x="6" y="0"/>
                      <a:pt x="0" y="10"/>
                      <a:pt x="3"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29">
                <a:extLst>
                  <a:ext uri="{FF2B5EF4-FFF2-40B4-BE49-F238E27FC236}">
                    <a16:creationId xmlns:a16="http://schemas.microsoft.com/office/drawing/2014/main" id="{9B93C8CC-7488-4D0C-A7AA-FC3F17EAA4C2}"/>
                  </a:ext>
                </a:extLst>
              </p:cNvPr>
              <p:cNvSpPr>
                <a:spLocks/>
              </p:cNvSpPr>
              <p:nvPr/>
            </p:nvSpPr>
            <p:spPr bwMode="auto">
              <a:xfrm>
                <a:off x="1836853" y="2942979"/>
                <a:ext cx="41406" cy="16311"/>
              </a:xfrm>
              <a:custGeom>
                <a:avLst/>
                <a:gdLst>
                  <a:gd name="T0" fmla="*/ 14 w 18"/>
                  <a:gd name="T1" fmla="*/ 2 h 7"/>
                  <a:gd name="T2" fmla="*/ 4 w 18"/>
                  <a:gd name="T3" fmla="*/ 7 h 7"/>
                  <a:gd name="T4" fmla="*/ 10 w 18"/>
                  <a:gd name="T5" fmla="*/ 5 h 7"/>
                  <a:gd name="T6" fmla="*/ 14 w 18"/>
                  <a:gd name="T7" fmla="*/ 2 h 7"/>
                </a:gdLst>
                <a:ahLst/>
                <a:cxnLst>
                  <a:cxn ang="0">
                    <a:pos x="T0" y="T1"/>
                  </a:cxn>
                  <a:cxn ang="0">
                    <a:pos x="T2" y="T3"/>
                  </a:cxn>
                  <a:cxn ang="0">
                    <a:pos x="T4" y="T5"/>
                  </a:cxn>
                  <a:cxn ang="0">
                    <a:pos x="T6" y="T7"/>
                  </a:cxn>
                </a:cxnLst>
                <a:rect l="0" t="0" r="r" b="b"/>
                <a:pathLst>
                  <a:path w="18" h="7">
                    <a:moveTo>
                      <a:pt x="14" y="2"/>
                    </a:moveTo>
                    <a:cubicBezTo>
                      <a:pt x="10" y="0"/>
                      <a:pt x="0" y="6"/>
                      <a:pt x="4" y="7"/>
                    </a:cubicBezTo>
                    <a:cubicBezTo>
                      <a:pt x="6" y="7"/>
                      <a:pt x="7" y="5"/>
                      <a:pt x="10" y="5"/>
                    </a:cubicBezTo>
                    <a:cubicBezTo>
                      <a:pt x="13" y="5"/>
                      <a:pt x="18" y="3"/>
                      <a:pt x="14"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30">
                <a:extLst>
                  <a:ext uri="{FF2B5EF4-FFF2-40B4-BE49-F238E27FC236}">
                    <a16:creationId xmlns:a16="http://schemas.microsoft.com/office/drawing/2014/main" id="{E7F1CA81-F826-4DAE-B28D-137A2EF8D743}"/>
                  </a:ext>
                </a:extLst>
              </p:cNvPr>
              <p:cNvSpPr>
                <a:spLocks/>
              </p:cNvSpPr>
              <p:nvPr/>
            </p:nvSpPr>
            <p:spPr bwMode="auto">
              <a:xfrm>
                <a:off x="2030081" y="2846365"/>
                <a:ext cx="55208" cy="50189"/>
              </a:xfrm>
              <a:custGeom>
                <a:avLst/>
                <a:gdLst>
                  <a:gd name="T0" fmla="*/ 21 w 24"/>
                  <a:gd name="T1" fmla="*/ 2 h 22"/>
                  <a:gd name="T2" fmla="*/ 15 w 24"/>
                  <a:gd name="T3" fmla="*/ 4 h 22"/>
                  <a:gd name="T4" fmla="*/ 7 w 24"/>
                  <a:gd name="T5" fmla="*/ 12 h 22"/>
                  <a:gd name="T6" fmla="*/ 2 w 24"/>
                  <a:gd name="T7" fmla="*/ 14 h 22"/>
                  <a:gd name="T8" fmla="*/ 5 w 24"/>
                  <a:gd name="T9" fmla="*/ 21 h 22"/>
                  <a:gd name="T10" fmla="*/ 9 w 24"/>
                  <a:gd name="T11" fmla="*/ 21 h 22"/>
                  <a:gd name="T12" fmla="*/ 20 w 24"/>
                  <a:gd name="T13" fmla="*/ 13 h 22"/>
                  <a:gd name="T14" fmla="*/ 17 w 24"/>
                  <a:gd name="T15" fmla="*/ 8 h 22"/>
                  <a:gd name="T16" fmla="*/ 22 w 24"/>
                  <a:gd name="T17" fmla="*/ 6 h 22"/>
                  <a:gd name="T18" fmla="*/ 21 w 24"/>
                  <a:gd name="T19"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2">
                    <a:moveTo>
                      <a:pt x="21" y="2"/>
                    </a:moveTo>
                    <a:cubicBezTo>
                      <a:pt x="21" y="0"/>
                      <a:pt x="18" y="0"/>
                      <a:pt x="15" y="4"/>
                    </a:cubicBezTo>
                    <a:cubicBezTo>
                      <a:pt x="11" y="8"/>
                      <a:pt x="8" y="10"/>
                      <a:pt x="7" y="12"/>
                    </a:cubicBezTo>
                    <a:cubicBezTo>
                      <a:pt x="7" y="14"/>
                      <a:pt x="3" y="12"/>
                      <a:pt x="2" y="14"/>
                    </a:cubicBezTo>
                    <a:cubicBezTo>
                      <a:pt x="0" y="17"/>
                      <a:pt x="2" y="22"/>
                      <a:pt x="5" y="21"/>
                    </a:cubicBezTo>
                    <a:cubicBezTo>
                      <a:pt x="7" y="19"/>
                      <a:pt x="8" y="21"/>
                      <a:pt x="9" y="21"/>
                    </a:cubicBezTo>
                    <a:cubicBezTo>
                      <a:pt x="11" y="21"/>
                      <a:pt x="18" y="16"/>
                      <a:pt x="20" y="13"/>
                    </a:cubicBezTo>
                    <a:cubicBezTo>
                      <a:pt x="21" y="11"/>
                      <a:pt x="17" y="10"/>
                      <a:pt x="17" y="8"/>
                    </a:cubicBezTo>
                    <a:cubicBezTo>
                      <a:pt x="17" y="7"/>
                      <a:pt x="20" y="7"/>
                      <a:pt x="22" y="6"/>
                    </a:cubicBezTo>
                    <a:cubicBezTo>
                      <a:pt x="24" y="5"/>
                      <a:pt x="21" y="4"/>
                      <a:pt x="21"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31">
                <a:extLst>
                  <a:ext uri="{FF2B5EF4-FFF2-40B4-BE49-F238E27FC236}">
                    <a16:creationId xmlns:a16="http://schemas.microsoft.com/office/drawing/2014/main" id="{6EAE9BEC-8817-40D2-B774-6FCD4B5C29A7}"/>
                  </a:ext>
                </a:extLst>
              </p:cNvPr>
              <p:cNvSpPr>
                <a:spLocks/>
              </p:cNvSpPr>
              <p:nvPr/>
            </p:nvSpPr>
            <p:spPr bwMode="auto">
              <a:xfrm>
                <a:off x="1796702" y="2794921"/>
                <a:ext cx="37642" cy="23840"/>
              </a:xfrm>
              <a:custGeom>
                <a:avLst/>
                <a:gdLst>
                  <a:gd name="T0" fmla="*/ 8 w 16"/>
                  <a:gd name="T1" fmla="*/ 3 h 10"/>
                  <a:gd name="T2" fmla="*/ 1 w 16"/>
                  <a:gd name="T3" fmla="*/ 5 h 10"/>
                  <a:gd name="T4" fmla="*/ 12 w 16"/>
                  <a:gd name="T5" fmla="*/ 9 h 10"/>
                  <a:gd name="T6" fmla="*/ 14 w 16"/>
                  <a:gd name="T7" fmla="*/ 3 h 10"/>
                  <a:gd name="T8" fmla="*/ 8 w 16"/>
                  <a:gd name="T9" fmla="*/ 3 h 10"/>
                </a:gdLst>
                <a:ahLst/>
                <a:cxnLst>
                  <a:cxn ang="0">
                    <a:pos x="T0" y="T1"/>
                  </a:cxn>
                  <a:cxn ang="0">
                    <a:pos x="T2" y="T3"/>
                  </a:cxn>
                  <a:cxn ang="0">
                    <a:pos x="T4" y="T5"/>
                  </a:cxn>
                  <a:cxn ang="0">
                    <a:pos x="T6" y="T7"/>
                  </a:cxn>
                  <a:cxn ang="0">
                    <a:pos x="T8" y="T9"/>
                  </a:cxn>
                </a:cxnLst>
                <a:rect l="0" t="0" r="r" b="b"/>
                <a:pathLst>
                  <a:path w="16" h="10">
                    <a:moveTo>
                      <a:pt x="8" y="3"/>
                    </a:moveTo>
                    <a:cubicBezTo>
                      <a:pt x="8" y="0"/>
                      <a:pt x="0" y="2"/>
                      <a:pt x="1" y="5"/>
                    </a:cubicBezTo>
                    <a:cubicBezTo>
                      <a:pt x="2" y="8"/>
                      <a:pt x="9" y="10"/>
                      <a:pt x="12" y="9"/>
                    </a:cubicBezTo>
                    <a:cubicBezTo>
                      <a:pt x="15" y="8"/>
                      <a:pt x="16" y="5"/>
                      <a:pt x="14" y="3"/>
                    </a:cubicBezTo>
                    <a:cubicBezTo>
                      <a:pt x="12" y="1"/>
                      <a:pt x="9" y="6"/>
                      <a:pt x="8"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32">
                <a:extLst>
                  <a:ext uri="{FF2B5EF4-FFF2-40B4-BE49-F238E27FC236}">
                    <a16:creationId xmlns:a16="http://schemas.microsoft.com/office/drawing/2014/main" id="{771D0C1C-5981-4DF3-ADDA-87C59B9FAA2D}"/>
                  </a:ext>
                </a:extLst>
              </p:cNvPr>
              <p:cNvSpPr>
                <a:spLocks/>
              </p:cNvSpPr>
              <p:nvPr/>
            </p:nvSpPr>
            <p:spPr bwMode="auto">
              <a:xfrm>
                <a:off x="2594707" y="3077235"/>
                <a:ext cx="1076555" cy="537022"/>
              </a:xfrm>
              <a:custGeom>
                <a:avLst/>
                <a:gdLst>
                  <a:gd name="T0" fmla="*/ 439 w 467"/>
                  <a:gd name="T1" fmla="*/ 36 h 233"/>
                  <a:gd name="T2" fmla="*/ 391 w 467"/>
                  <a:gd name="T3" fmla="*/ 55 h 233"/>
                  <a:gd name="T4" fmla="*/ 369 w 467"/>
                  <a:gd name="T5" fmla="*/ 64 h 233"/>
                  <a:gd name="T6" fmla="*/ 348 w 467"/>
                  <a:gd name="T7" fmla="*/ 81 h 233"/>
                  <a:gd name="T8" fmla="*/ 342 w 467"/>
                  <a:gd name="T9" fmla="*/ 74 h 233"/>
                  <a:gd name="T10" fmla="*/ 329 w 467"/>
                  <a:gd name="T11" fmla="*/ 59 h 233"/>
                  <a:gd name="T12" fmla="*/ 311 w 467"/>
                  <a:gd name="T13" fmla="*/ 49 h 233"/>
                  <a:gd name="T14" fmla="*/ 297 w 467"/>
                  <a:gd name="T15" fmla="*/ 63 h 233"/>
                  <a:gd name="T16" fmla="*/ 328 w 467"/>
                  <a:gd name="T17" fmla="*/ 35 h 233"/>
                  <a:gd name="T18" fmla="*/ 323 w 467"/>
                  <a:gd name="T19" fmla="*/ 32 h 233"/>
                  <a:gd name="T20" fmla="*/ 295 w 467"/>
                  <a:gd name="T21" fmla="*/ 27 h 233"/>
                  <a:gd name="T22" fmla="*/ 264 w 467"/>
                  <a:gd name="T23" fmla="*/ 29 h 233"/>
                  <a:gd name="T24" fmla="*/ 272 w 467"/>
                  <a:gd name="T25" fmla="*/ 15 h 233"/>
                  <a:gd name="T26" fmla="*/ 251 w 467"/>
                  <a:gd name="T27" fmla="*/ 11 h 233"/>
                  <a:gd name="T28" fmla="*/ 238 w 467"/>
                  <a:gd name="T29" fmla="*/ 6 h 233"/>
                  <a:gd name="T30" fmla="*/ 19 w 467"/>
                  <a:gd name="T31" fmla="*/ 17 h 233"/>
                  <a:gd name="T32" fmla="*/ 14 w 467"/>
                  <a:gd name="T33" fmla="*/ 16 h 233"/>
                  <a:gd name="T34" fmla="*/ 0 w 467"/>
                  <a:gd name="T35" fmla="*/ 13 h 233"/>
                  <a:gd name="T36" fmla="*/ 8 w 467"/>
                  <a:gd name="T37" fmla="*/ 34 h 233"/>
                  <a:gd name="T38" fmla="*/ 3 w 467"/>
                  <a:gd name="T39" fmla="*/ 74 h 233"/>
                  <a:gd name="T40" fmla="*/ 9 w 467"/>
                  <a:gd name="T41" fmla="*/ 108 h 233"/>
                  <a:gd name="T42" fmla="*/ 22 w 467"/>
                  <a:gd name="T43" fmla="*/ 124 h 233"/>
                  <a:gd name="T44" fmla="*/ 36 w 467"/>
                  <a:gd name="T45" fmla="*/ 147 h 233"/>
                  <a:gd name="T46" fmla="*/ 60 w 467"/>
                  <a:gd name="T47" fmla="*/ 162 h 233"/>
                  <a:gd name="T48" fmla="*/ 89 w 467"/>
                  <a:gd name="T49" fmla="*/ 169 h 233"/>
                  <a:gd name="T50" fmla="*/ 136 w 467"/>
                  <a:gd name="T51" fmla="*/ 173 h 233"/>
                  <a:gd name="T52" fmla="*/ 162 w 467"/>
                  <a:gd name="T53" fmla="*/ 187 h 233"/>
                  <a:gd name="T54" fmla="*/ 181 w 467"/>
                  <a:gd name="T55" fmla="*/ 190 h 233"/>
                  <a:gd name="T56" fmla="*/ 205 w 467"/>
                  <a:gd name="T57" fmla="*/ 215 h 233"/>
                  <a:gd name="T58" fmla="*/ 222 w 467"/>
                  <a:gd name="T59" fmla="*/ 225 h 233"/>
                  <a:gd name="T60" fmla="*/ 227 w 467"/>
                  <a:gd name="T61" fmla="*/ 202 h 233"/>
                  <a:gd name="T62" fmla="*/ 244 w 467"/>
                  <a:gd name="T63" fmla="*/ 192 h 233"/>
                  <a:gd name="T64" fmla="*/ 257 w 467"/>
                  <a:gd name="T65" fmla="*/ 190 h 233"/>
                  <a:gd name="T66" fmla="*/ 276 w 467"/>
                  <a:gd name="T67" fmla="*/ 195 h 233"/>
                  <a:gd name="T68" fmla="*/ 284 w 467"/>
                  <a:gd name="T69" fmla="*/ 193 h 233"/>
                  <a:gd name="T70" fmla="*/ 295 w 467"/>
                  <a:gd name="T71" fmla="*/ 183 h 233"/>
                  <a:gd name="T72" fmla="*/ 317 w 467"/>
                  <a:gd name="T73" fmla="*/ 190 h 233"/>
                  <a:gd name="T74" fmla="*/ 338 w 467"/>
                  <a:gd name="T75" fmla="*/ 197 h 233"/>
                  <a:gd name="T76" fmla="*/ 345 w 467"/>
                  <a:gd name="T77" fmla="*/ 222 h 233"/>
                  <a:gd name="T78" fmla="*/ 360 w 467"/>
                  <a:gd name="T79" fmla="*/ 221 h 233"/>
                  <a:gd name="T80" fmla="*/ 349 w 467"/>
                  <a:gd name="T81" fmla="*/ 181 h 233"/>
                  <a:gd name="T82" fmla="*/ 372 w 467"/>
                  <a:gd name="T83" fmla="*/ 154 h 233"/>
                  <a:gd name="T84" fmla="*/ 386 w 467"/>
                  <a:gd name="T85" fmla="*/ 141 h 233"/>
                  <a:gd name="T86" fmla="*/ 395 w 467"/>
                  <a:gd name="T87" fmla="*/ 134 h 233"/>
                  <a:gd name="T88" fmla="*/ 390 w 467"/>
                  <a:gd name="T89" fmla="*/ 122 h 233"/>
                  <a:gd name="T90" fmla="*/ 389 w 467"/>
                  <a:gd name="T91" fmla="*/ 101 h 233"/>
                  <a:gd name="T92" fmla="*/ 393 w 467"/>
                  <a:gd name="T93" fmla="*/ 119 h 233"/>
                  <a:gd name="T94" fmla="*/ 398 w 467"/>
                  <a:gd name="T95" fmla="*/ 103 h 233"/>
                  <a:gd name="T96" fmla="*/ 413 w 467"/>
                  <a:gd name="T97" fmla="*/ 90 h 233"/>
                  <a:gd name="T98" fmla="*/ 425 w 467"/>
                  <a:gd name="T99" fmla="*/ 82 h 233"/>
                  <a:gd name="T100" fmla="*/ 434 w 467"/>
                  <a:gd name="T101" fmla="*/ 73 h 233"/>
                  <a:gd name="T102" fmla="*/ 445 w 467"/>
                  <a:gd name="T103" fmla="*/ 58 h 233"/>
                  <a:gd name="T104" fmla="*/ 467 w 467"/>
                  <a:gd name="T105" fmla="*/ 48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67" h="233">
                    <a:moveTo>
                      <a:pt x="460" y="25"/>
                    </a:moveTo>
                    <a:cubicBezTo>
                      <a:pt x="460" y="23"/>
                      <a:pt x="452" y="25"/>
                      <a:pt x="449" y="22"/>
                    </a:cubicBezTo>
                    <a:cubicBezTo>
                      <a:pt x="446" y="19"/>
                      <a:pt x="440" y="31"/>
                      <a:pt x="439" y="36"/>
                    </a:cubicBezTo>
                    <a:cubicBezTo>
                      <a:pt x="438" y="41"/>
                      <a:pt x="429" y="47"/>
                      <a:pt x="429" y="47"/>
                    </a:cubicBezTo>
                    <a:cubicBezTo>
                      <a:pt x="429" y="47"/>
                      <a:pt x="404" y="47"/>
                      <a:pt x="401" y="47"/>
                    </a:cubicBezTo>
                    <a:cubicBezTo>
                      <a:pt x="400" y="47"/>
                      <a:pt x="394" y="52"/>
                      <a:pt x="391" y="55"/>
                    </a:cubicBezTo>
                    <a:cubicBezTo>
                      <a:pt x="391" y="55"/>
                      <a:pt x="391" y="55"/>
                      <a:pt x="391" y="56"/>
                    </a:cubicBezTo>
                    <a:cubicBezTo>
                      <a:pt x="393" y="60"/>
                      <a:pt x="384" y="63"/>
                      <a:pt x="375" y="63"/>
                    </a:cubicBezTo>
                    <a:cubicBezTo>
                      <a:pt x="372" y="64"/>
                      <a:pt x="370" y="64"/>
                      <a:pt x="369" y="64"/>
                    </a:cubicBezTo>
                    <a:cubicBezTo>
                      <a:pt x="369" y="65"/>
                      <a:pt x="369" y="66"/>
                      <a:pt x="369" y="67"/>
                    </a:cubicBezTo>
                    <a:cubicBezTo>
                      <a:pt x="369" y="68"/>
                      <a:pt x="368" y="69"/>
                      <a:pt x="367" y="69"/>
                    </a:cubicBezTo>
                    <a:cubicBezTo>
                      <a:pt x="366" y="72"/>
                      <a:pt x="355" y="77"/>
                      <a:pt x="348" y="81"/>
                    </a:cubicBezTo>
                    <a:cubicBezTo>
                      <a:pt x="342" y="84"/>
                      <a:pt x="332" y="82"/>
                      <a:pt x="332" y="77"/>
                    </a:cubicBezTo>
                    <a:cubicBezTo>
                      <a:pt x="332" y="72"/>
                      <a:pt x="337" y="73"/>
                      <a:pt x="338" y="75"/>
                    </a:cubicBezTo>
                    <a:cubicBezTo>
                      <a:pt x="339" y="76"/>
                      <a:pt x="340" y="76"/>
                      <a:pt x="342" y="74"/>
                    </a:cubicBezTo>
                    <a:cubicBezTo>
                      <a:pt x="340" y="73"/>
                      <a:pt x="340" y="70"/>
                      <a:pt x="340" y="68"/>
                    </a:cubicBezTo>
                    <a:cubicBezTo>
                      <a:pt x="338" y="67"/>
                      <a:pt x="342" y="59"/>
                      <a:pt x="337" y="58"/>
                    </a:cubicBezTo>
                    <a:cubicBezTo>
                      <a:pt x="333" y="56"/>
                      <a:pt x="328" y="64"/>
                      <a:pt x="329" y="59"/>
                    </a:cubicBezTo>
                    <a:cubicBezTo>
                      <a:pt x="330" y="55"/>
                      <a:pt x="336" y="51"/>
                      <a:pt x="332" y="45"/>
                    </a:cubicBezTo>
                    <a:cubicBezTo>
                      <a:pt x="328" y="39"/>
                      <a:pt x="321" y="39"/>
                      <a:pt x="320" y="43"/>
                    </a:cubicBezTo>
                    <a:cubicBezTo>
                      <a:pt x="318" y="48"/>
                      <a:pt x="313" y="46"/>
                      <a:pt x="311" y="49"/>
                    </a:cubicBezTo>
                    <a:cubicBezTo>
                      <a:pt x="310" y="53"/>
                      <a:pt x="308" y="61"/>
                      <a:pt x="309" y="66"/>
                    </a:cubicBezTo>
                    <a:cubicBezTo>
                      <a:pt x="311" y="72"/>
                      <a:pt x="309" y="75"/>
                      <a:pt x="304" y="78"/>
                    </a:cubicBezTo>
                    <a:cubicBezTo>
                      <a:pt x="298" y="81"/>
                      <a:pt x="295" y="73"/>
                      <a:pt x="297" y="63"/>
                    </a:cubicBezTo>
                    <a:cubicBezTo>
                      <a:pt x="299" y="56"/>
                      <a:pt x="303" y="49"/>
                      <a:pt x="299" y="49"/>
                    </a:cubicBezTo>
                    <a:cubicBezTo>
                      <a:pt x="296" y="49"/>
                      <a:pt x="304" y="40"/>
                      <a:pt x="311" y="39"/>
                    </a:cubicBezTo>
                    <a:cubicBezTo>
                      <a:pt x="319" y="37"/>
                      <a:pt x="328" y="37"/>
                      <a:pt x="328" y="35"/>
                    </a:cubicBezTo>
                    <a:cubicBezTo>
                      <a:pt x="328" y="35"/>
                      <a:pt x="328" y="35"/>
                      <a:pt x="329" y="34"/>
                    </a:cubicBezTo>
                    <a:cubicBezTo>
                      <a:pt x="328" y="33"/>
                      <a:pt x="326" y="32"/>
                      <a:pt x="324" y="31"/>
                    </a:cubicBezTo>
                    <a:cubicBezTo>
                      <a:pt x="324" y="32"/>
                      <a:pt x="324" y="32"/>
                      <a:pt x="323" y="32"/>
                    </a:cubicBezTo>
                    <a:cubicBezTo>
                      <a:pt x="321" y="34"/>
                      <a:pt x="321" y="29"/>
                      <a:pt x="316" y="29"/>
                    </a:cubicBezTo>
                    <a:cubicBezTo>
                      <a:pt x="311" y="29"/>
                      <a:pt x="305" y="34"/>
                      <a:pt x="301" y="32"/>
                    </a:cubicBezTo>
                    <a:cubicBezTo>
                      <a:pt x="297" y="30"/>
                      <a:pt x="299" y="27"/>
                      <a:pt x="295" y="27"/>
                    </a:cubicBezTo>
                    <a:cubicBezTo>
                      <a:pt x="291" y="27"/>
                      <a:pt x="298" y="20"/>
                      <a:pt x="292" y="23"/>
                    </a:cubicBezTo>
                    <a:cubicBezTo>
                      <a:pt x="286" y="26"/>
                      <a:pt x="278" y="34"/>
                      <a:pt x="274" y="30"/>
                    </a:cubicBezTo>
                    <a:cubicBezTo>
                      <a:pt x="270" y="27"/>
                      <a:pt x="266" y="31"/>
                      <a:pt x="264" y="29"/>
                    </a:cubicBezTo>
                    <a:cubicBezTo>
                      <a:pt x="261" y="26"/>
                      <a:pt x="274" y="18"/>
                      <a:pt x="280" y="18"/>
                    </a:cubicBezTo>
                    <a:cubicBezTo>
                      <a:pt x="281" y="18"/>
                      <a:pt x="282" y="18"/>
                      <a:pt x="284" y="17"/>
                    </a:cubicBezTo>
                    <a:cubicBezTo>
                      <a:pt x="281" y="15"/>
                      <a:pt x="274" y="13"/>
                      <a:pt x="272" y="15"/>
                    </a:cubicBezTo>
                    <a:cubicBezTo>
                      <a:pt x="270" y="18"/>
                      <a:pt x="267" y="16"/>
                      <a:pt x="265" y="14"/>
                    </a:cubicBezTo>
                    <a:cubicBezTo>
                      <a:pt x="264" y="12"/>
                      <a:pt x="262" y="14"/>
                      <a:pt x="259" y="11"/>
                    </a:cubicBezTo>
                    <a:cubicBezTo>
                      <a:pt x="256" y="8"/>
                      <a:pt x="253" y="10"/>
                      <a:pt x="251" y="11"/>
                    </a:cubicBezTo>
                    <a:cubicBezTo>
                      <a:pt x="250" y="12"/>
                      <a:pt x="248" y="10"/>
                      <a:pt x="244" y="9"/>
                    </a:cubicBezTo>
                    <a:cubicBezTo>
                      <a:pt x="241" y="7"/>
                      <a:pt x="244" y="4"/>
                      <a:pt x="241" y="2"/>
                    </a:cubicBezTo>
                    <a:cubicBezTo>
                      <a:pt x="238" y="0"/>
                      <a:pt x="238" y="6"/>
                      <a:pt x="238" y="6"/>
                    </a:cubicBezTo>
                    <a:cubicBezTo>
                      <a:pt x="17" y="7"/>
                      <a:pt x="17" y="7"/>
                      <a:pt x="17" y="7"/>
                    </a:cubicBezTo>
                    <a:cubicBezTo>
                      <a:pt x="17" y="8"/>
                      <a:pt x="17" y="8"/>
                      <a:pt x="17" y="8"/>
                    </a:cubicBezTo>
                    <a:cubicBezTo>
                      <a:pt x="20" y="11"/>
                      <a:pt x="18" y="13"/>
                      <a:pt x="19" y="17"/>
                    </a:cubicBezTo>
                    <a:cubicBezTo>
                      <a:pt x="20" y="20"/>
                      <a:pt x="19" y="25"/>
                      <a:pt x="16" y="25"/>
                    </a:cubicBezTo>
                    <a:cubicBezTo>
                      <a:pt x="14" y="25"/>
                      <a:pt x="13" y="22"/>
                      <a:pt x="15" y="21"/>
                    </a:cubicBezTo>
                    <a:cubicBezTo>
                      <a:pt x="17" y="20"/>
                      <a:pt x="16" y="16"/>
                      <a:pt x="14" y="16"/>
                    </a:cubicBezTo>
                    <a:cubicBezTo>
                      <a:pt x="13" y="16"/>
                      <a:pt x="13" y="14"/>
                      <a:pt x="13" y="13"/>
                    </a:cubicBezTo>
                    <a:cubicBezTo>
                      <a:pt x="9" y="14"/>
                      <a:pt x="5" y="13"/>
                      <a:pt x="0" y="13"/>
                    </a:cubicBezTo>
                    <a:cubicBezTo>
                      <a:pt x="0" y="13"/>
                      <a:pt x="0" y="13"/>
                      <a:pt x="0" y="13"/>
                    </a:cubicBezTo>
                    <a:cubicBezTo>
                      <a:pt x="0" y="16"/>
                      <a:pt x="1" y="20"/>
                      <a:pt x="4" y="24"/>
                    </a:cubicBezTo>
                    <a:cubicBezTo>
                      <a:pt x="7" y="28"/>
                      <a:pt x="5" y="30"/>
                      <a:pt x="8" y="32"/>
                    </a:cubicBezTo>
                    <a:cubicBezTo>
                      <a:pt x="10" y="33"/>
                      <a:pt x="10" y="35"/>
                      <a:pt x="8" y="34"/>
                    </a:cubicBezTo>
                    <a:cubicBezTo>
                      <a:pt x="5" y="34"/>
                      <a:pt x="7" y="36"/>
                      <a:pt x="6" y="42"/>
                    </a:cubicBezTo>
                    <a:cubicBezTo>
                      <a:pt x="5" y="47"/>
                      <a:pt x="5" y="58"/>
                      <a:pt x="5" y="61"/>
                    </a:cubicBezTo>
                    <a:cubicBezTo>
                      <a:pt x="4" y="65"/>
                      <a:pt x="1" y="70"/>
                      <a:pt x="3" y="74"/>
                    </a:cubicBezTo>
                    <a:cubicBezTo>
                      <a:pt x="5" y="77"/>
                      <a:pt x="7" y="82"/>
                      <a:pt x="5" y="87"/>
                    </a:cubicBezTo>
                    <a:cubicBezTo>
                      <a:pt x="4" y="91"/>
                      <a:pt x="4" y="94"/>
                      <a:pt x="6" y="97"/>
                    </a:cubicBezTo>
                    <a:cubicBezTo>
                      <a:pt x="8" y="101"/>
                      <a:pt x="7" y="107"/>
                      <a:pt x="9" y="108"/>
                    </a:cubicBezTo>
                    <a:cubicBezTo>
                      <a:pt x="11" y="109"/>
                      <a:pt x="13" y="112"/>
                      <a:pt x="15" y="115"/>
                    </a:cubicBezTo>
                    <a:cubicBezTo>
                      <a:pt x="17" y="118"/>
                      <a:pt x="19" y="116"/>
                      <a:pt x="19" y="119"/>
                    </a:cubicBezTo>
                    <a:cubicBezTo>
                      <a:pt x="19" y="123"/>
                      <a:pt x="19" y="123"/>
                      <a:pt x="22" y="124"/>
                    </a:cubicBezTo>
                    <a:cubicBezTo>
                      <a:pt x="25" y="126"/>
                      <a:pt x="23" y="129"/>
                      <a:pt x="23" y="131"/>
                    </a:cubicBezTo>
                    <a:cubicBezTo>
                      <a:pt x="23" y="132"/>
                      <a:pt x="27" y="136"/>
                      <a:pt x="32" y="140"/>
                    </a:cubicBezTo>
                    <a:cubicBezTo>
                      <a:pt x="36" y="144"/>
                      <a:pt x="32" y="147"/>
                      <a:pt x="36" y="147"/>
                    </a:cubicBezTo>
                    <a:cubicBezTo>
                      <a:pt x="39" y="147"/>
                      <a:pt x="42" y="149"/>
                      <a:pt x="46" y="151"/>
                    </a:cubicBezTo>
                    <a:cubicBezTo>
                      <a:pt x="49" y="153"/>
                      <a:pt x="50" y="152"/>
                      <a:pt x="53" y="153"/>
                    </a:cubicBezTo>
                    <a:cubicBezTo>
                      <a:pt x="55" y="153"/>
                      <a:pt x="59" y="158"/>
                      <a:pt x="60" y="162"/>
                    </a:cubicBezTo>
                    <a:cubicBezTo>
                      <a:pt x="60" y="163"/>
                      <a:pt x="61" y="165"/>
                      <a:pt x="62" y="167"/>
                    </a:cubicBezTo>
                    <a:cubicBezTo>
                      <a:pt x="80" y="164"/>
                      <a:pt x="80" y="164"/>
                      <a:pt x="80" y="164"/>
                    </a:cubicBezTo>
                    <a:cubicBezTo>
                      <a:pt x="80" y="164"/>
                      <a:pt x="86" y="168"/>
                      <a:pt x="89" y="169"/>
                    </a:cubicBezTo>
                    <a:cubicBezTo>
                      <a:pt x="93" y="170"/>
                      <a:pt x="110" y="176"/>
                      <a:pt x="110" y="176"/>
                    </a:cubicBezTo>
                    <a:cubicBezTo>
                      <a:pt x="133" y="176"/>
                      <a:pt x="133" y="176"/>
                      <a:pt x="133" y="176"/>
                    </a:cubicBezTo>
                    <a:cubicBezTo>
                      <a:pt x="136" y="173"/>
                      <a:pt x="136" y="173"/>
                      <a:pt x="136" y="173"/>
                    </a:cubicBezTo>
                    <a:cubicBezTo>
                      <a:pt x="148" y="173"/>
                      <a:pt x="148" y="173"/>
                      <a:pt x="148" y="173"/>
                    </a:cubicBezTo>
                    <a:cubicBezTo>
                      <a:pt x="148" y="173"/>
                      <a:pt x="156" y="180"/>
                      <a:pt x="157" y="181"/>
                    </a:cubicBezTo>
                    <a:cubicBezTo>
                      <a:pt x="158" y="181"/>
                      <a:pt x="162" y="185"/>
                      <a:pt x="162" y="187"/>
                    </a:cubicBezTo>
                    <a:cubicBezTo>
                      <a:pt x="162" y="189"/>
                      <a:pt x="163" y="191"/>
                      <a:pt x="165" y="192"/>
                    </a:cubicBezTo>
                    <a:cubicBezTo>
                      <a:pt x="167" y="193"/>
                      <a:pt x="174" y="197"/>
                      <a:pt x="175" y="197"/>
                    </a:cubicBezTo>
                    <a:cubicBezTo>
                      <a:pt x="176" y="197"/>
                      <a:pt x="178" y="189"/>
                      <a:pt x="181" y="190"/>
                    </a:cubicBezTo>
                    <a:cubicBezTo>
                      <a:pt x="184" y="190"/>
                      <a:pt x="194" y="192"/>
                      <a:pt x="195" y="198"/>
                    </a:cubicBezTo>
                    <a:cubicBezTo>
                      <a:pt x="197" y="203"/>
                      <a:pt x="201" y="207"/>
                      <a:pt x="203" y="209"/>
                    </a:cubicBezTo>
                    <a:cubicBezTo>
                      <a:pt x="204" y="210"/>
                      <a:pt x="204" y="213"/>
                      <a:pt x="205" y="215"/>
                    </a:cubicBezTo>
                    <a:cubicBezTo>
                      <a:pt x="206" y="216"/>
                      <a:pt x="206" y="220"/>
                      <a:pt x="207" y="220"/>
                    </a:cubicBezTo>
                    <a:cubicBezTo>
                      <a:pt x="208" y="220"/>
                      <a:pt x="215" y="224"/>
                      <a:pt x="218" y="224"/>
                    </a:cubicBezTo>
                    <a:cubicBezTo>
                      <a:pt x="219" y="224"/>
                      <a:pt x="220" y="224"/>
                      <a:pt x="222" y="225"/>
                    </a:cubicBezTo>
                    <a:cubicBezTo>
                      <a:pt x="222" y="219"/>
                      <a:pt x="215" y="217"/>
                      <a:pt x="219" y="215"/>
                    </a:cubicBezTo>
                    <a:cubicBezTo>
                      <a:pt x="224" y="211"/>
                      <a:pt x="219" y="208"/>
                      <a:pt x="221" y="207"/>
                    </a:cubicBezTo>
                    <a:cubicBezTo>
                      <a:pt x="223" y="205"/>
                      <a:pt x="227" y="204"/>
                      <a:pt x="227" y="202"/>
                    </a:cubicBezTo>
                    <a:cubicBezTo>
                      <a:pt x="227" y="200"/>
                      <a:pt x="229" y="200"/>
                      <a:pt x="232" y="200"/>
                    </a:cubicBezTo>
                    <a:cubicBezTo>
                      <a:pt x="235" y="200"/>
                      <a:pt x="240" y="195"/>
                      <a:pt x="240" y="193"/>
                    </a:cubicBezTo>
                    <a:cubicBezTo>
                      <a:pt x="239" y="192"/>
                      <a:pt x="240" y="191"/>
                      <a:pt x="244" y="192"/>
                    </a:cubicBezTo>
                    <a:cubicBezTo>
                      <a:pt x="247" y="193"/>
                      <a:pt x="247" y="188"/>
                      <a:pt x="249" y="189"/>
                    </a:cubicBezTo>
                    <a:cubicBezTo>
                      <a:pt x="251" y="189"/>
                      <a:pt x="253" y="191"/>
                      <a:pt x="253" y="189"/>
                    </a:cubicBezTo>
                    <a:cubicBezTo>
                      <a:pt x="253" y="187"/>
                      <a:pt x="255" y="188"/>
                      <a:pt x="257" y="190"/>
                    </a:cubicBezTo>
                    <a:cubicBezTo>
                      <a:pt x="258" y="192"/>
                      <a:pt x="263" y="193"/>
                      <a:pt x="263" y="190"/>
                    </a:cubicBezTo>
                    <a:cubicBezTo>
                      <a:pt x="264" y="188"/>
                      <a:pt x="266" y="190"/>
                      <a:pt x="269" y="193"/>
                    </a:cubicBezTo>
                    <a:cubicBezTo>
                      <a:pt x="271" y="195"/>
                      <a:pt x="272" y="194"/>
                      <a:pt x="276" y="195"/>
                    </a:cubicBezTo>
                    <a:cubicBezTo>
                      <a:pt x="279" y="195"/>
                      <a:pt x="279" y="194"/>
                      <a:pt x="279" y="192"/>
                    </a:cubicBezTo>
                    <a:cubicBezTo>
                      <a:pt x="279" y="190"/>
                      <a:pt x="283" y="196"/>
                      <a:pt x="286" y="197"/>
                    </a:cubicBezTo>
                    <a:cubicBezTo>
                      <a:pt x="290" y="197"/>
                      <a:pt x="287" y="195"/>
                      <a:pt x="284" y="193"/>
                    </a:cubicBezTo>
                    <a:cubicBezTo>
                      <a:pt x="282" y="191"/>
                      <a:pt x="285" y="190"/>
                      <a:pt x="283" y="188"/>
                    </a:cubicBezTo>
                    <a:cubicBezTo>
                      <a:pt x="281" y="187"/>
                      <a:pt x="286" y="184"/>
                      <a:pt x="290" y="185"/>
                    </a:cubicBezTo>
                    <a:cubicBezTo>
                      <a:pt x="294" y="185"/>
                      <a:pt x="294" y="186"/>
                      <a:pt x="295" y="183"/>
                    </a:cubicBezTo>
                    <a:cubicBezTo>
                      <a:pt x="297" y="181"/>
                      <a:pt x="299" y="183"/>
                      <a:pt x="299" y="185"/>
                    </a:cubicBezTo>
                    <a:cubicBezTo>
                      <a:pt x="299" y="188"/>
                      <a:pt x="306" y="184"/>
                      <a:pt x="309" y="184"/>
                    </a:cubicBezTo>
                    <a:cubicBezTo>
                      <a:pt x="313" y="184"/>
                      <a:pt x="317" y="187"/>
                      <a:pt x="317" y="190"/>
                    </a:cubicBezTo>
                    <a:cubicBezTo>
                      <a:pt x="317" y="192"/>
                      <a:pt x="320" y="193"/>
                      <a:pt x="322" y="190"/>
                    </a:cubicBezTo>
                    <a:cubicBezTo>
                      <a:pt x="325" y="188"/>
                      <a:pt x="327" y="185"/>
                      <a:pt x="330" y="188"/>
                    </a:cubicBezTo>
                    <a:cubicBezTo>
                      <a:pt x="332" y="190"/>
                      <a:pt x="335" y="194"/>
                      <a:pt x="338" y="197"/>
                    </a:cubicBezTo>
                    <a:cubicBezTo>
                      <a:pt x="341" y="200"/>
                      <a:pt x="337" y="204"/>
                      <a:pt x="338" y="206"/>
                    </a:cubicBezTo>
                    <a:cubicBezTo>
                      <a:pt x="340" y="208"/>
                      <a:pt x="338" y="212"/>
                      <a:pt x="342" y="214"/>
                    </a:cubicBezTo>
                    <a:cubicBezTo>
                      <a:pt x="345" y="216"/>
                      <a:pt x="342" y="222"/>
                      <a:pt x="345" y="222"/>
                    </a:cubicBezTo>
                    <a:cubicBezTo>
                      <a:pt x="348" y="223"/>
                      <a:pt x="350" y="228"/>
                      <a:pt x="350" y="229"/>
                    </a:cubicBezTo>
                    <a:cubicBezTo>
                      <a:pt x="351" y="231"/>
                      <a:pt x="356" y="233"/>
                      <a:pt x="356" y="230"/>
                    </a:cubicBezTo>
                    <a:cubicBezTo>
                      <a:pt x="357" y="227"/>
                      <a:pt x="360" y="224"/>
                      <a:pt x="360" y="221"/>
                    </a:cubicBezTo>
                    <a:cubicBezTo>
                      <a:pt x="360" y="218"/>
                      <a:pt x="358" y="208"/>
                      <a:pt x="355" y="205"/>
                    </a:cubicBezTo>
                    <a:cubicBezTo>
                      <a:pt x="353" y="202"/>
                      <a:pt x="356" y="201"/>
                      <a:pt x="353" y="197"/>
                    </a:cubicBezTo>
                    <a:cubicBezTo>
                      <a:pt x="350" y="193"/>
                      <a:pt x="348" y="187"/>
                      <a:pt x="349" y="181"/>
                    </a:cubicBezTo>
                    <a:cubicBezTo>
                      <a:pt x="349" y="176"/>
                      <a:pt x="355" y="167"/>
                      <a:pt x="358" y="165"/>
                    </a:cubicBezTo>
                    <a:cubicBezTo>
                      <a:pt x="361" y="162"/>
                      <a:pt x="365" y="163"/>
                      <a:pt x="365" y="160"/>
                    </a:cubicBezTo>
                    <a:cubicBezTo>
                      <a:pt x="366" y="158"/>
                      <a:pt x="370" y="154"/>
                      <a:pt x="372" y="154"/>
                    </a:cubicBezTo>
                    <a:cubicBezTo>
                      <a:pt x="374" y="154"/>
                      <a:pt x="376" y="155"/>
                      <a:pt x="377" y="152"/>
                    </a:cubicBezTo>
                    <a:cubicBezTo>
                      <a:pt x="377" y="150"/>
                      <a:pt x="381" y="147"/>
                      <a:pt x="385" y="146"/>
                    </a:cubicBezTo>
                    <a:cubicBezTo>
                      <a:pt x="390" y="146"/>
                      <a:pt x="387" y="143"/>
                      <a:pt x="386" y="141"/>
                    </a:cubicBezTo>
                    <a:cubicBezTo>
                      <a:pt x="385" y="139"/>
                      <a:pt x="387" y="137"/>
                      <a:pt x="388" y="138"/>
                    </a:cubicBezTo>
                    <a:cubicBezTo>
                      <a:pt x="389" y="140"/>
                      <a:pt x="392" y="140"/>
                      <a:pt x="393" y="139"/>
                    </a:cubicBezTo>
                    <a:cubicBezTo>
                      <a:pt x="395" y="137"/>
                      <a:pt x="399" y="134"/>
                      <a:pt x="395" y="134"/>
                    </a:cubicBezTo>
                    <a:cubicBezTo>
                      <a:pt x="391" y="134"/>
                      <a:pt x="391" y="132"/>
                      <a:pt x="393" y="131"/>
                    </a:cubicBezTo>
                    <a:cubicBezTo>
                      <a:pt x="395" y="130"/>
                      <a:pt x="393" y="126"/>
                      <a:pt x="390" y="126"/>
                    </a:cubicBezTo>
                    <a:cubicBezTo>
                      <a:pt x="387" y="125"/>
                      <a:pt x="388" y="124"/>
                      <a:pt x="390" y="122"/>
                    </a:cubicBezTo>
                    <a:cubicBezTo>
                      <a:pt x="392" y="120"/>
                      <a:pt x="387" y="116"/>
                      <a:pt x="385" y="115"/>
                    </a:cubicBezTo>
                    <a:cubicBezTo>
                      <a:pt x="382" y="113"/>
                      <a:pt x="386" y="112"/>
                      <a:pt x="388" y="112"/>
                    </a:cubicBezTo>
                    <a:cubicBezTo>
                      <a:pt x="390" y="112"/>
                      <a:pt x="388" y="103"/>
                      <a:pt x="389" y="101"/>
                    </a:cubicBezTo>
                    <a:cubicBezTo>
                      <a:pt x="390" y="100"/>
                      <a:pt x="393" y="100"/>
                      <a:pt x="392" y="101"/>
                    </a:cubicBezTo>
                    <a:cubicBezTo>
                      <a:pt x="391" y="103"/>
                      <a:pt x="389" y="107"/>
                      <a:pt x="391" y="109"/>
                    </a:cubicBezTo>
                    <a:cubicBezTo>
                      <a:pt x="393" y="112"/>
                      <a:pt x="394" y="115"/>
                      <a:pt x="393" y="119"/>
                    </a:cubicBezTo>
                    <a:cubicBezTo>
                      <a:pt x="392" y="123"/>
                      <a:pt x="394" y="122"/>
                      <a:pt x="397" y="117"/>
                    </a:cubicBezTo>
                    <a:cubicBezTo>
                      <a:pt x="399" y="111"/>
                      <a:pt x="400" y="107"/>
                      <a:pt x="398" y="106"/>
                    </a:cubicBezTo>
                    <a:cubicBezTo>
                      <a:pt x="396" y="106"/>
                      <a:pt x="396" y="100"/>
                      <a:pt x="398" y="103"/>
                    </a:cubicBezTo>
                    <a:cubicBezTo>
                      <a:pt x="400" y="105"/>
                      <a:pt x="401" y="106"/>
                      <a:pt x="404" y="102"/>
                    </a:cubicBezTo>
                    <a:cubicBezTo>
                      <a:pt x="407" y="99"/>
                      <a:pt x="410" y="94"/>
                      <a:pt x="408" y="92"/>
                    </a:cubicBezTo>
                    <a:cubicBezTo>
                      <a:pt x="406" y="91"/>
                      <a:pt x="409" y="90"/>
                      <a:pt x="413" y="90"/>
                    </a:cubicBezTo>
                    <a:cubicBezTo>
                      <a:pt x="416" y="90"/>
                      <a:pt x="424" y="88"/>
                      <a:pt x="425" y="87"/>
                    </a:cubicBezTo>
                    <a:cubicBezTo>
                      <a:pt x="426" y="83"/>
                      <a:pt x="412" y="88"/>
                      <a:pt x="412" y="86"/>
                    </a:cubicBezTo>
                    <a:cubicBezTo>
                      <a:pt x="412" y="85"/>
                      <a:pt x="421" y="83"/>
                      <a:pt x="425" y="82"/>
                    </a:cubicBezTo>
                    <a:cubicBezTo>
                      <a:pt x="429" y="82"/>
                      <a:pt x="427" y="77"/>
                      <a:pt x="429" y="79"/>
                    </a:cubicBezTo>
                    <a:cubicBezTo>
                      <a:pt x="431" y="81"/>
                      <a:pt x="434" y="81"/>
                      <a:pt x="436" y="80"/>
                    </a:cubicBezTo>
                    <a:cubicBezTo>
                      <a:pt x="438" y="78"/>
                      <a:pt x="437" y="74"/>
                      <a:pt x="434" y="73"/>
                    </a:cubicBezTo>
                    <a:cubicBezTo>
                      <a:pt x="431" y="73"/>
                      <a:pt x="436" y="71"/>
                      <a:pt x="435" y="69"/>
                    </a:cubicBezTo>
                    <a:cubicBezTo>
                      <a:pt x="434" y="68"/>
                      <a:pt x="437" y="61"/>
                      <a:pt x="440" y="60"/>
                    </a:cubicBezTo>
                    <a:cubicBezTo>
                      <a:pt x="444" y="60"/>
                      <a:pt x="442" y="58"/>
                      <a:pt x="445" y="58"/>
                    </a:cubicBezTo>
                    <a:cubicBezTo>
                      <a:pt x="448" y="58"/>
                      <a:pt x="448" y="54"/>
                      <a:pt x="451" y="52"/>
                    </a:cubicBezTo>
                    <a:cubicBezTo>
                      <a:pt x="453" y="49"/>
                      <a:pt x="457" y="56"/>
                      <a:pt x="461" y="52"/>
                    </a:cubicBezTo>
                    <a:cubicBezTo>
                      <a:pt x="462" y="51"/>
                      <a:pt x="464" y="49"/>
                      <a:pt x="467" y="48"/>
                    </a:cubicBezTo>
                    <a:cubicBezTo>
                      <a:pt x="457" y="35"/>
                      <a:pt x="460" y="27"/>
                      <a:pt x="46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33">
                <a:extLst>
                  <a:ext uri="{FF2B5EF4-FFF2-40B4-BE49-F238E27FC236}">
                    <a16:creationId xmlns:a16="http://schemas.microsoft.com/office/drawing/2014/main" id="{160F79A8-FA2A-4FD8-93A6-964048DEC7C5}"/>
                  </a:ext>
                </a:extLst>
              </p:cNvPr>
              <p:cNvSpPr>
                <a:spLocks noEditPoints="1"/>
              </p:cNvSpPr>
              <p:nvPr/>
            </p:nvSpPr>
            <p:spPr bwMode="auto">
              <a:xfrm>
                <a:off x="4747817" y="3212745"/>
                <a:ext cx="239653" cy="170643"/>
              </a:xfrm>
              <a:custGeom>
                <a:avLst/>
                <a:gdLst>
                  <a:gd name="T0" fmla="*/ 102 w 104"/>
                  <a:gd name="T1" fmla="*/ 13 h 74"/>
                  <a:gd name="T2" fmla="*/ 94 w 104"/>
                  <a:gd name="T3" fmla="*/ 13 h 74"/>
                  <a:gd name="T4" fmla="*/ 85 w 104"/>
                  <a:gd name="T5" fmla="*/ 11 h 74"/>
                  <a:gd name="T6" fmla="*/ 81 w 104"/>
                  <a:gd name="T7" fmla="*/ 10 h 74"/>
                  <a:gd name="T8" fmla="*/ 74 w 104"/>
                  <a:gd name="T9" fmla="*/ 11 h 74"/>
                  <a:gd name="T10" fmla="*/ 67 w 104"/>
                  <a:gd name="T11" fmla="*/ 7 h 74"/>
                  <a:gd name="T12" fmla="*/ 62 w 104"/>
                  <a:gd name="T13" fmla="*/ 5 h 74"/>
                  <a:gd name="T14" fmla="*/ 48 w 104"/>
                  <a:gd name="T15" fmla="*/ 3 h 74"/>
                  <a:gd name="T16" fmla="*/ 22 w 104"/>
                  <a:gd name="T17" fmla="*/ 3 h 74"/>
                  <a:gd name="T18" fmla="*/ 12 w 104"/>
                  <a:gd name="T19" fmla="*/ 0 h 74"/>
                  <a:gd name="T20" fmla="*/ 5 w 104"/>
                  <a:gd name="T21" fmla="*/ 4 h 74"/>
                  <a:gd name="T22" fmla="*/ 3 w 104"/>
                  <a:gd name="T23" fmla="*/ 10 h 74"/>
                  <a:gd name="T24" fmla="*/ 5 w 104"/>
                  <a:gd name="T25" fmla="*/ 18 h 74"/>
                  <a:gd name="T26" fmla="*/ 7 w 104"/>
                  <a:gd name="T27" fmla="*/ 17 h 74"/>
                  <a:gd name="T28" fmla="*/ 10 w 104"/>
                  <a:gd name="T29" fmla="*/ 18 h 74"/>
                  <a:gd name="T30" fmla="*/ 15 w 104"/>
                  <a:gd name="T31" fmla="*/ 19 h 74"/>
                  <a:gd name="T32" fmla="*/ 18 w 104"/>
                  <a:gd name="T33" fmla="*/ 19 h 74"/>
                  <a:gd name="T34" fmla="*/ 23 w 104"/>
                  <a:gd name="T35" fmla="*/ 20 h 74"/>
                  <a:gd name="T36" fmla="*/ 25 w 104"/>
                  <a:gd name="T37" fmla="*/ 23 h 74"/>
                  <a:gd name="T38" fmla="*/ 20 w 104"/>
                  <a:gd name="T39" fmla="*/ 27 h 74"/>
                  <a:gd name="T40" fmla="*/ 20 w 104"/>
                  <a:gd name="T41" fmla="*/ 35 h 74"/>
                  <a:gd name="T42" fmla="*/ 19 w 104"/>
                  <a:gd name="T43" fmla="*/ 40 h 74"/>
                  <a:gd name="T44" fmla="*/ 17 w 104"/>
                  <a:gd name="T45" fmla="*/ 44 h 74"/>
                  <a:gd name="T46" fmla="*/ 19 w 104"/>
                  <a:gd name="T47" fmla="*/ 48 h 74"/>
                  <a:gd name="T48" fmla="*/ 17 w 104"/>
                  <a:gd name="T49" fmla="*/ 52 h 74"/>
                  <a:gd name="T50" fmla="*/ 19 w 104"/>
                  <a:gd name="T51" fmla="*/ 56 h 74"/>
                  <a:gd name="T52" fmla="*/ 16 w 104"/>
                  <a:gd name="T53" fmla="*/ 61 h 74"/>
                  <a:gd name="T54" fmla="*/ 17 w 104"/>
                  <a:gd name="T55" fmla="*/ 64 h 74"/>
                  <a:gd name="T56" fmla="*/ 21 w 104"/>
                  <a:gd name="T57" fmla="*/ 64 h 74"/>
                  <a:gd name="T58" fmla="*/ 31 w 104"/>
                  <a:gd name="T59" fmla="*/ 73 h 74"/>
                  <a:gd name="T60" fmla="*/ 33 w 104"/>
                  <a:gd name="T61" fmla="*/ 71 h 74"/>
                  <a:gd name="T62" fmla="*/ 37 w 104"/>
                  <a:gd name="T63" fmla="*/ 71 h 74"/>
                  <a:gd name="T64" fmla="*/ 45 w 104"/>
                  <a:gd name="T65" fmla="*/ 68 h 74"/>
                  <a:gd name="T66" fmla="*/ 55 w 104"/>
                  <a:gd name="T67" fmla="*/ 67 h 74"/>
                  <a:gd name="T68" fmla="*/ 61 w 104"/>
                  <a:gd name="T69" fmla="*/ 65 h 74"/>
                  <a:gd name="T70" fmla="*/ 67 w 104"/>
                  <a:gd name="T71" fmla="*/ 60 h 74"/>
                  <a:gd name="T72" fmla="*/ 70 w 104"/>
                  <a:gd name="T73" fmla="*/ 55 h 74"/>
                  <a:gd name="T74" fmla="*/ 76 w 104"/>
                  <a:gd name="T75" fmla="*/ 48 h 74"/>
                  <a:gd name="T76" fmla="*/ 76 w 104"/>
                  <a:gd name="T77" fmla="*/ 37 h 74"/>
                  <a:gd name="T78" fmla="*/ 83 w 104"/>
                  <a:gd name="T79" fmla="*/ 29 h 74"/>
                  <a:gd name="T80" fmla="*/ 90 w 104"/>
                  <a:gd name="T81" fmla="*/ 25 h 74"/>
                  <a:gd name="T82" fmla="*/ 99 w 104"/>
                  <a:gd name="T83" fmla="*/ 20 h 74"/>
                  <a:gd name="T84" fmla="*/ 102 w 104"/>
                  <a:gd name="T85" fmla="*/ 13 h 74"/>
                  <a:gd name="T86" fmla="*/ 103 w 104"/>
                  <a:gd name="T87" fmla="*/ 39 h 74"/>
                  <a:gd name="T88" fmla="*/ 96 w 104"/>
                  <a:gd name="T89" fmla="*/ 42 h 74"/>
                  <a:gd name="T90" fmla="*/ 103 w 104"/>
                  <a:gd name="T91" fmla="*/ 3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 h="74">
                    <a:moveTo>
                      <a:pt x="102" y="13"/>
                    </a:moveTo>
                    <a:cubicBezTo>
                      <a:pt x="100" y="13"/>
                      <a:pt x="96" y="14"/>
                      <a:pt x="94" y="13"/>
                    </a:cubicBezTo>
                    <a:cubicBezTo>
                      <a:pt x="92" y="13"/>
                      <a:pt x="86" y="12"/>
                      <a:pt x="85" y="11"/>
                    </a:cubicBezTo>
                    <a:cubicBezTo>
                      <a:pt x="83" y="9"/>
                      <a:pt x="81" y="8"/>
                      <a:pt x="81" y="10"/>
                    </a:cubicBezTo>
                    <a:cubicBezTo>
                      <a:pt x="81" y="12"/>
                      <a:pt x="77" y="12"/>
                      <a:pt x="74" y="11"/>
                    </a:cubicBezTo>
                    <a:cubicBezTo>
                      <a:pt x="72" y="9"/>
                      <a:pt x="68" y="8"/>
                      <a:pt x="67" y="7"/>
                    </a:cubicBezTo>
                    <a:cubicBezTo>
                      <a:pt x="66" y="6"/>
                      <a:pt x="64" y="5"/>
                      <a:pt x="62" y="5"/>
                    </a:cubicBezTo>
                    <a:cubicBezTo>
                      <a:pt x="60" y="5"/>
                      <a:pt x="53" y="2"/>
                      <a:pt x="48" y="3"/>
                    </a:cubicBezTo>
                    <a:cubicBezTo>
                      <a:pt x="43" y="4"/>
                      <a:pt x="28" y="2"/>
                      <a:pt x="22" y="3"/>
                    </a:cubicBezTo>
                    <a:cubicBezTo>
                      <a:pt x="16" y="3"/>
                      <a:pt x="15" y="0"/>
                      <a:pt x="12" y="0"/>
                    </a:cubicBezTo>
                    <a:cubicBezTo>
                      <a:pt x="9" y="0"/>
                      <a:pt x="10" y="4"/>
                      <a:pt x="5" y="4"/>
                    </a:cubicBezTo>
                    <a:cubicBezTo>
                      <a:pt x="1" y="5"/>
                      <a:pt x="0" y="8"/>
                      <a:pt x="3" y="10"/>
                    </a:cubicBezTo>
                    <a:cubicBezTo>
                      <a:pt x="5" y="12"/>
                      <a:pt x="5" y="15"/>
                      <a:pt x="5" y="18"/>
                    </a:cubicBezTo>
                    <a:cubicBezTo>
                      <a:pt x="6" y="18"/>
                      <a:pt x="7" y="18"/>
                      <a:pt x="7" y="17"/>
                    </a:cubicBezTo>
                    <a:cubicBezTo>
                      <a:pt x="9" y="16"/>
                      <a:pt x="10" y="16"/>
                      <a:pt x="10" y="18"/>
                    </a:cubicBezTo>
                    <a:cubicBezTo>
                      <a:pt x="10" y="19"/>
                      <a:pt x="13" y="19"/>
                      <a:pt x="15" y="19"/>
                    </a:cubicBezTo>
                    <a:cubicBezTo>
                      <a:pt x="17" y="19"/>
                      <a:pt x="16" y="20"/>
                      <a:pt x="18" y="19"/>
                    </a:cubicBezTo>
                    <a:cubicBezTo>
                      <a:pt x="20" y="17"/>
                      <a:pt x="23" y="18"/>
                      <a:pt x="23" y="20"/>
                    </a:cubicBezTo>
                    <a:cubicBezTo>
                      <a:pt x="23" y="21"/>
                      <a:pt x="27" y="20"/>
                      <a:pt x="25" y="23"/>
                    </a:cubicBezTo>
                    <a:cubicBezTo>
                      <a:pt x="23" y="25"/>
                      <a:pt x="20" y="26"/>
                      <a:pt x="20" y="27"/>
                    </a:cubicBezTo>
                    <a:cubicBezTo>
                      <a:pt x="20" y="29"/>
                      <a:pt x="22" y="33"/>
                      <a:pt x="20" y="35"/>
                    </a:cubicBezTo>
                    <a:cubicBezTo>
                      <a:pt x="18" y="37"/>
                      <a:pt x="21" y="40"/>
                      <a:pt x="19" y="40"/>
                    </a:cubicBezTo>
                    <a:cubicBezTo>
                      <a:pt x="17" y="40"/>
                      <a:pt x="15" y="41"/>
                      <a:pt x="17" y="44"/>
                    </a:cubicBezTo>
                    <a:cubicBezTo>
                      <a:pt x="19" y="46"/>
                      <a:pt x="21" y="48"/>
                      <a:pt x="19" y="48"/>
                    </a:cubicBezTo>
                    <a:cubicBezTo>
                      <a:pt x="17" y="48"/>
                      <a:pt x="16" y="51"/>
                      <a:pt x="17" y="52"/>
                    </a:cubicBezTo>
                    <a:cubicBezTo>
                      <a:pt x="18" y="53"/>
                      <a:pt x="22" y="56"/>
                      <a:pt x="19" y="56"/>
                    </a:cubicBezTo>
                    <a:cubicBezTo>
                      <a:pt x="16" y="57"/>
                      <a:pt x="16" y="59"/>
                      <a:pt x="16" y="61"/>
                    </a:cubicBezTo>
                    <a:cubicBezTo>
                      <a:pt x="16" y="62"/>
                      <a:pt x="16" y="63"/>
                      <a:pt x="17" y="64"/>
                    </a:cubicBezTo>
                    <a:cubicBezTo>
                      <a:pt x="18" y="64"/>
                      <a:pt x="20" y="64"/>
                      <a:pt x="21" y="64"/>
                    </a:cubicBezTo>
                    <a:cubicBezTo>
                      <a:pt x="25" y="66"/>
                      <a:pt x="26" y="74"/>
                      <a:pt x="31" y="73"/>
                    </a:cubicBezTo>
                    <a:cubicBezTo>
                      <a:pt x="33" y="73"/>
                      <a:pt x="32" y="72"/>
                      <a:pt x="33" y="71"/>
                    </a:cubicBezTo>
                    <a:cubicBezTo>
                      <a:pt x="34" y="70"/>
                      <a:pt x="36" y="71"/>
                      <a:pt x="37" y="71"/>
                    </a:cubicBezTo>
                    <a:cubicBezTo>
                      <a:pt x="39" y="71"/>
                      <a:pt x="40" y="68"/>
                      <a:pt x="45" y="68"/>
                    </a:cubicBezTo>
                    <a:cubicBezTo>
                      <a:pt x="49" y="68"/>
                      <a:pt x="52" y="67"/>
                      <a:pt x="55" y="67"/>
                    </a:cubicBezTo>
                    <a:cubicBezTo>
                      <a:pt x="58" y="67"/>
                      <a:pt x="60" y="67"/>
                      <a:pt x="61" y="65"/>
                    </a:cubicBezTo>
                    <a:cubicBezTo>
                      <a:pt x="62" y="62"/>
                      <a:pt x="64" y="61"/>
                      <a:pt x="67" y="60"/>
                    </a:cubicBezTo>
                    <a:cubicBezTo>
                      <a:pt x="70" y="60"/>
                      <a:pt x="70" y="56"/>
                      <a:pt x="70" y="55"/>
                    </a:cubicBezTo>
                    <a:cubicBezTo>
                      <a:pt x="70" y="53"/>
                      <a:pt x="76" y="50"/>
                      <a:pt x="76" y="48"/>
                    </a:cubicBezTo>
                    <a:cubicBezTo>
                      <a:pt x="76" y="47"/>
                      <a:pt x="73" y="41"/>
                      <a:pt x="76" y="37"/>
                    </a:cubicBezTo>
                    <a:cubicBezTo>
                      <a:pt x="79" y="32"/>
                      <a:pt x="83" y="31"/>
                      <a:pt x="83" y="29"/>
                    </a:cubicBezTo>
                    <a:cubicBezTo>
                      <a:pt x="83" y="26"/>
                      <a:pt x="86" y="25"/>
                      <a:pt x="90" y="25"/>
                    </a:cubicBezTo>
                    <a:cubicBezTo>
                      <a:pt x="94" y="24"/>
                      <a:pt x="96" y="22"/>
                      <a:pt x="99" y="20"/>
                    </a:cubicBezTo>
                    <a:cubicBezTo>
                      <a:pt x="102" y="19"/>
                      <a:pt x="103" y="17"/>
                      <a:pt x="102" y="13"/>
                    </a:cubicBezTo>
                    <a:close/>
                    <a:moveTo>
                      <a:pt x="103" y="39"/>
                    </a:moveTo>
                    <a:cubicBezTo>
                      <a:pt x="103" y="35"/>
                      <a:pt x="94" y="41"/>
                      <a:pt x="96" y="42"/>
                    </a:cubicBezTo>
                    <a:cubicBezTo>
                      <a:pt x="100" y="44"/>
                      <a:pt x="104" y="43"/>
                      <a:pt x="103"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34">
                <a:extLst>
                  <a:ext uri="{FF2B5EF4-FFF2-40B4-BE49-F238E27FC236}">
                    <a16:creationId xmlns:a16="http://schemas.microsoft.com/office/drawing/2014/main" id="{6A00554E-8FCA-46B9-B6EA-AA3F52C76764}"/>
                  </a:ext>
                </a:extLst>
              </p:cNvPr>
              <p:cNvSpPr>
                <a:spLocks/>
              </p:cNvSpPr>
              <p:nvPr/>
            </p:nvSpPr>
            <p:spPr bwMode="auto">
              <a:xfrm>
                <a:off x="5163131" y="3138716"/>
                <a:ext cx="61482" cy="37642"/>
              </a:xfrm>
              <a:custGeom>
                <a:avLst/>
                <a:gdLst>
                  <a:gd name="T0" fmla="*/ 0 w 27"/>
                  <a:gd name="T1" fmla="*/ 14 h 16"/>
                  <a:gd name="T2" fmla="*/ 5 w 27"/>
                  <a:gd name="T3" fmla="*/ 13 h 16"/>
                  <a:gd name="T4" fmla="*/ 7 w 27"/>
                  <a:gd name="T5" fmla="*/ 15 h 16"/>
                  <a:gd name="T6" fmla="*/ 12 w 27"/>
                  <a:gd name="T7" fmla="*/ 14 h 16"/>
                  <a:gd name="T8" fmla="*/ 17 w 27"/>
                  <a:gd name="T9" fmla="*/ 15 h 16"/>
                  <a:gd name="T10" fmla="*/ 20 w 27"/>
                  <a:gd name="T11" fmla="*/ 11 h 16"/>
                  <a:gd name="T12" fmla="*/ 22 w 27"/>
                  <a:gd name="T13" fmla="*/ 7 h 16"/>
                  <a:gd name="T14" fmla="*/ 27 w 27"/>
                  <a:gd name="T15" fmla="*/ 4 h 16"/>
                  <a:gd name="T16" fmla="*/ 25 w 27"/>
                  <a:gd name="T17" fmla="*/ 1 h 16"/>
                  <a:gd name="T18" fmla="*/ 20 w 27"/>
                  <a:gd name="T19" fmla="*/ 2 h 16"/>
                  <a:gd name="T20" fmla="*/ 13 w 27"/>
                  <a:gd name="T21" fmla="*/ 5 h 16"/>
                  <a:gd name="T22" fmla="*/ 4 w 27"/>
                  <a:gd name="T23" fmla="*/ 3 h 16"/>
                  <a:gd name="T24" fmla="*/ 0 w 27"/>
                  <a:gd name="T25" fmla="*/ 3 h 16"/>
                  <a:gd name="T26" fmla="*/ 0 w 27"/>
                  <a:gd name="T27"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6">
                    <a:moveTo>
                      <a:pt x="0" y="14"/>
                    </a:moveTo>
                    <a:cubicBezTo>
                      <a:pt x="2" y="13"/>
                      <a:pt x="4" y="13"/>
                      <a:pt x="5" y="13"/>
                    </a:cubicBezTo>
                    <a:cubicBezTo>
                      <a:pt x="6" y="13"/>
                      <a:pt x="6" y="14"/>
                      <a:pt x="7" y="15"/>
                    </a:cubicBezTo>
                    <a:cubicBezTo>
                      <a:pt x="8" y="15"/>
                      <a:pt x="11" y="15"/>
                      <a:pt x="12" y="14"/>
                    </a:cubicBezTo>
                    <a:cubicBezTo>
                      <a:pt x="14" y="14"/>
                      <a:pt x="17" y="16"/>
                      <a:pt x="17" y="15"/>
                    </a:cubicBezTo>
                    <a:cubicBezTo>
                      <a:pt x="18" y="13"/>
                      <a:pt x="19" y="11"/>
                      <a:pt x="20" y="11"/>
                    </a:cubicBezTo>
                    <a:cubicBezTo>
                      <a:pt x="21" y="11"/>
                      <a:pt x="21" y="7"/>
                      <a:pt x="22" y="7"/>
                    </a:cubicBezTo>
                    <a:cubicBezTo>
                      <a:pt x="23" y="7"/>
                      <a:pt x="27" y="4"/>
                      <a:pt x="27" y="4"/>
                    </a:cubicBezTo>
                    <a:cubicBezTo>
                      <a:pt x="27" y="4"/>
                      <a:pt x="26" y="1"/>
                      <a:pt x="25" y="1"/>
                    </a:cubicBezTo>
                    <a:cubicBezTo>
                      <a:pt x="25" y="0"/>
                      <a:pt x="23" y="2"/>
                      <a:pt x="20" y="2"/>
                    </a:cubicBezTo>
                    <a:cubicBezTo>
                      <a:pt x="16" y="2"/>
                      <a:pt x="14" y="5"/>
                      <a:pt x="13" y="5"/>
                    </a:cubicBezTo>
                    <a:cubicBezTo>
                      <a:pt x="11" y="5"/>
                      <a:pt x="7" y="3"/>
                      <a:pt x="4" y="3"/>
                    </a:cubicBezTo>
                    <a:cubicBezTo>
                      <a:pt x="3" y="3"/>
                      <a:pt x="1" y="3"/>
                      <a:pt x="0" y="3"/>
                    </a:cubicBezTo>
                    <a:cubicBezTo>
                      <a:pt x="0" y="6"/>
                      <a:pt x="0" y="10"/>
                      <a:pt x="0"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35">
                <a:extLst>
                  <a:ext uri="{FF2B5EF4-FFF2-40B4-BE49-F238E27FC236}">
                    <a16:creationId xmlns:a16="http://schemas.microsoft.com/office/drawing/2014/main" id="{F927DA4D-607F-403D-80DF-724738CD1C1C}"/>
                  </a:ext>
                </a:extLst>
              </p:cNvPr>
              <p:cNvSpPr>
                <a:spLocks noEditPoints="1"/>
              </p:cNvSpPr>
              <p:nvPr/>
            </p:nvSpPr>
            <p:spPr bwMode="auto">
              <a:xfrm>
                <a:off x="5291113" y="3259170"/>
                <a:ext cx="117944" cy="144293"/>
              </a:xfrm>
              <a:custGeom>
                <a:avLst/>
                <a:gdLst>
                  <a:gd name="T0" fmla="*/ 50 w 51"/>
                  <a:gd name="T1" fmla="*/ 0 h 63"/>
                  <a:gd name="T2" fmla="*/ 46 w 51"/>
                  <a:gd name="T3" fmla="*/ 1 h 63"/>
                  <a:gd name="T4" fmla="*/ 43 w 51"/>
                  <a:gd name="T5" fmla="*/ 3 h 63"/>
                  <a:gd name="T6" fmla="*/ 34 w 51"/>
                  <a:gd name="T7" fmla="*/ 2 h 63"/>
                  <a:gd name="T8" fmla="*/ 24 w 51"/>
                  <a:gd name="T9" fmla="*/ 2 h 63"/>
                  <a:gd name="T10" fmla="*/ 23 w 51"/>
                  <a:gd name="T11" fmla="*/ 2 h 63"/>
                  <a:gd name="T12" fmla="*/ 16 w 51"/>
                  <a:gd name="T13" fmla="*/ 6 h 63"/>
                  <a:gd name="T14" fmla="*/ 12 w 51"/>
                  <a:gd name="T15" fmla="*/ 8 h 63"/>
                  <a:gd name="T16" fmla="*/ 7 w 51"/>
                  <a:gd name="T17" fmla="*/ 9 h 63"/>
                  <a:gd name="T18" fmla="*/ 4 w 51"/>
                  <a:gd name="T19" fmla="*/ 13 h 63"/>
                  <a:gd name="T20" fmla="*/ 2 w 51"/>
                  <a:gd name="T21" fmla="*/ 16 h 63"/>
                  <a:gd name="T22" fmla="*/ 0 w 51"/>
                  <a:gd name="T23" fmla="*/ 21 h 63"/>
                  <a:gd name="T24" fmla="*/ 0 w 51"/>
                  <a:gd name="T25" fmla="*/ 21 h 63"/>
                  <a:gd name="T26" fmla="*/ 4 w 51"/>
                  <a:gd name="T27" fmla="*/ 28 h 63"/>
                  <a:gd name="T28" fmla="*/ 10 w 51"/>
                  <a:gd name="T29" fmla="*/ 30 h 63"/>
                  <a:gd name="T30" fmla="*/ 17 w 51"/>
                  <a:gd name="T31" fmla="*/ 32 h 63"/>
                  <a:gd name="T32" fmla="*/ 9 w 51"/>
                  <a:gd name="T33" fmla="*/ 33 h 63"/>
                  <a:gd name="T34" fmla="*/ 10 w 51"/>
                  <a:gd name="T35" fmla="*/ 40 h 63"/>
                  <a:gd name="T36" fmla="*/ 14 w 51"/>
                  <a:gd name="T37" fmla="*/ 45 h 63"/>
                  <a:gd name="T38" fmla="*/ 22 w 51"/>
                  <a:gd name="T39" fmla="*/ 49 h 63"/>
                  <a:gd name="T40" fmla="*/ 20 w 51"/>
                  <a:gd name="T41" fmla="*/ 41 h 63"/>
                  <a:gd name="T42" fmla="*/ 26 w 51"/>
                  <a:gd name="T43" fmla="*/ 40 h 63"/>
                  <a:gd name="T44" fmla="*/ 22 w 51"/>
                  <a:gd name="T45" fmla="*/ 37 h 63"/>
                  <a:gd name="T46" fmla="*/ 25 w 51"/>
                  <a:gd name="T47" fmla="*/ 36 h 63"/>
                  <a:gd name="T48" fmla="*/ 31 w 51"/>
                  <a:gd name="T49" fmla="*/ 35 h 63"/>
                  <a:gd name="T50" fmla="*/ 28 w 51"/>
                  <a:gd name="T51" fmla="*/ 28 h 63"/>
                  <a:gd name="T52" fmla="*/ 22 w 51"/>
                  <a:gd name="T53" fmla="*/ 29 h 63"/>
                  <a:gd name="T54" fmla="*/ 24 w 51"/>
                  <a:gd name="T55" fmla="*/ 24 h 63"/>
                  <a:gd name="T56" fmla="*/ 18 w 51"/>
                  <a:gd name="T57" fmla="*/ 15 h 63"/>
                  <a:gd name="T58" fmla="*/ 22 w 51"/>
                  <a:gd name="T59" fmla="*/ 13 h 63"/>
                  <a:gd name="T60" fmla="*/ 28 w 51"/>
                  <a:gd name="T61" fmla="*/ 14 h 63"/>
                  <a:gd name="T62" fmla="*/ 30 w 51"/>
                  <a:gd name="T63" fmla="*/ 8 h 63"/>
                  <a:gd name="T64" fmla="*/ 35 w 51"/>
                  <a:gd name="T65" fmla="*/ 10 h 63"/>
                  <a:gd name="T66" fmla="*/ 41 w 51"/>
                  <a:gd name="T67" fmla="*/ 7 h 63"/>
                  <a:gd name="T68" fmla="*/ 46 w 51"/>
                  <a:gd name="T69" fmla="*/ 9 h 63"/>
                  <a:gd name="T70" fmla="*/ 48 w 51"/>
                  <a:gd name="T71" fmla="*/ 6 h 63"/>
                  <a:gd name="T72" fmla="*/ 51 w 51"/>
                  <a:gd name="T73" fmla="*/ 3 h 63"/>
                  <a:gd name="T74" fmla="*/ 50 w 51"/>
                  <a:gd name="T75" fmla="*/ 0 h 63"/>
                  <a:gd name="T76" fmla="*/ 43 w 51"/>
                  <a:gd name="T77" fmla="*/ 59 h 63"/>
                  <a:gd name="T78" fmla="*/ 30 w 51"/>
                  <a:gd name="T79" fmla="*/ 58 h 63"/>
                  <a:gd name="T80" fmla="*/ 26 w 51"/>
                  <a:gd name="T81" fmla="*/ 60 h 63"/>
                  <a:gd name="T82" fmla="*/ 37 w 51"/>
                  <a:gd name="T83" fmla="*/ 63 h 63"/>
                  <a:gd name="T84" fmla="*/ 48 w 51"/>
                  <a:gd name="T85" fmla="*/ 60 h 63"/>
                  <a:gd name="T86" fmla="*/ 43 w 51"/>
                  <a:gd name="T87" fmla="*/ 5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 h="63">
                    <a:moveTo>
                      <a:pt x="50" y="0"/>
                    </a:moveTo>
                    <a:cubicBezTo>
                      <a:pt x="48" y="0"/>
                      <a:pt x="46" y="0"/>
                      <a:pt x="46" y="1"/>
                    </a:cubicBezTo>
                    <a:cubicBezTo>
                      <a:pt x="47" y="3"/>
                      <a:pt x="45" y="3"/>
                      <a:pt x="43" y="3"/>
                    </a:cubicBezTo>
                    <a:cubicBezTo>
                      <a:pt x="43" y="3"/>
                      <a:pt x="36" y="3"/>
                      <a:pt x="34" y="2"/>
                    </a:cubicBezTo>
                    <a:cubicBezTo>
                      <a:pt x="33" y="1"/>
                      <a:pt x="27" y="1"/>
                      <a:pt x="24" y="2"/>
                    </a:cubicBezTo>
                    <a:cubicBezTo>
                      <a:pt x="24" y="2"/>
                      <a:pt x="24" y="2"/>
                      <a:pt x="23" y="2"/>
                    </a:cubicBezTo>
                    <a:cubicBezTo>
                      <a:pt x="23" y="3"/>
                      <a:pt x="17" y="6"/>
                      <a:pt x="16" y="6"/>
                    </a:cubicBezTo>
                    <a:cubicBezTo>
                      <a:pt x="15" y="5"/>
                      <a:pt x="14" y="7"/>
                      <a:pt x="12" y="8"/>
                    </a:cubicBezTo>
                    <a:cubicBezTo>
                      <a:pt x="10" y="8"/>
                      <a:pt x="7" y="8"/>
                      <a:pt x="7" y="9"/>
                    </a:cubicBezTo>
                    <a:cubicBezTo>
                      <a:pt x="7" y="9"/>
                      <a:pt x="5" y="12"/>
                      <a:pt x="4" y="13"/>
                    </a:cubicBezTo>
                    <a:cubicBezTo>
                      <a:pt x="3" y="14"/>
                      <a:pt x="4" y="16"/>
                      <a:pt x="2" y="16"/>
                    </a:cubicBezTo>
                    <a:cubicBezTo>
                      <a:pt x="1" y="16"/>
                      <a:pt x="0" y="19"/>
                      <a:pt x="0" y="21"/>
                    </a:cubicBezTo>
                    <a:cubicBezTo>
                      <a:pt x="0" y="21"/>
                      <a:pt x="0" y="21"/>
                      <a:pt x="0" y="21"/>
                    </a:cubicBezTo>
                    <a:cubicBezTo>
                      <a:pt x="3" y="22"/>
                      <a:pt x="5" y="25"/>
                      <a:pt x="4" y="28"/>
                    </a:cubicBezTo>
                    <a:cubicBezTo>
                      <a:pt x="4" y="31"/>
                      <a:pt x="8" y="32"/>
                      <a:pt x="10" y="30"/>
                    </a:cubicBezTo>
                    <a:cubicBezTo>
                      <a:pt x="12" y="27"/>
                      <a:pt x="17" y="31"/>
                      <a:pt x="17" y="32"/>
                    </a:cubicBezTo>
                    <a:cubicBezTo>
                      <a:pt x="17" y="34"/>
                      <a:pt x="12" y="31"/>
                      <a:pt x="9" y="33"/>
                    </a:cubicBezTo>
                    <a:cubicBezTo>
                      <a:pt x="6" y="35"/>
                      <a:pt x="11" y="37"/>
                      <a:pt x="10" y="40"/>
                    </a:cubicBezTo>
                    <a:cubicBezTo>
                      <a:pt x="10" y="42"/>
                      <a:pt x="12" y="45"/>
                      <a:pt x="14" y="45"/>
                    </a:cubicBezTo>
                    <a:cubicBezTo>
                      <a:pt x="17" y="45"/>
                      <a:pt x="20" y="50"/>
                      <a:pt x="22" y="49"/>
                    </a:cubicBezTo>
                    <a:cubicBezTo>
                      <a:pt x="24" y="48"/>
                      <a:pt x="20" y="42"/>
                      <a:pt x="20" y="41"/>
                    </a:cubicBezTo>
                    <a:cubicBezTo>
                      <a:pt x="21" y="40"/>
                      <a:pt x="24" y="42"/>
                      <a:pt x="26" y="40"/>
                    </a:cubicBezTo>
                    <a:cubicBezTo>
                      <a:pt x="28" y="39"/>
                      <a:pt x="25" y="37"/>
                      <a:pt x="22" y="37"/>
                    </a:cubicBezTo>
                    <a:cubicBezTo>
                      <a:pt x="20" y="37"/>
                      <a:pt x="22" y="34"/>
                      <a:pt x="25" y="36"/>
                    </a:cubicBezTo>
                    <a:cubicBezTo>
                      <a:pt x="28" y="37"/>
                      <a:pt x="30" y="35"/>
                      <a:pt x="31" y="35"/>
                    </a:cubicBezTo>
                    <a:cubicBezTo>
                      <a:pt x="32" y="35"/>
                      <a:pt x="33" y="30"/>
                      <a:pt x="28" y="28"/>
                    </a:cubicBezTo>
                    <a:cubicBezTo>
                      <a:pt x="24" y="27"/>
                      <a:pt x="25" y="32"/>
                      <a:pt x="22" y="29"/>
                    </a:cubicBezTo>
                    <a:cubicBezTo>
                      <a:pt x="19" y="26"/>
                      <a:pt x="24" y="27"/>
                      <a:pt x="24" y="24"/>
                    </a:cubicBezTo>
                    <a:cubicBezTo>
                      <a:pt x="24" y="22"/>
                      <a:pt x="20" y="18"/>
                      <a:pt x="18" y="15"/>
                    </a:cubicBezTo>
                    <a:cubicBezTo>
                      <a:pt x="16" y="12"/>
                      <a:pt x="21" y="11"/>
                      <a:pt x="22" y="13"/>
                    </a:cubicBezTo>
                    <a:cubicBezTo>
                      <a:pt x="23" y="15"/>
                      <a:pt x="26" y="15"/>
                      <a:pt x="28" y="14"/>
                    </a:cubicBezTo>
                    <a:cubicBezTo>
                      <a:pt x="30" y="13"/>
                      <a:pt x="26" y="9"/>
                      <a:pt x="30" y="8"/>
                    </a:cubicBezTo>
                    <a:cubicBezTo>
                      <a:pt x="34" y="7"/>
                      <a:pt x="34" y="9"/>
                      <a:pt x="35" y="10"/>
                    </a:cubicBezTo>
                    <a:cubicBezTo>
                      <a:pt x="36" y="10"/>
                      <a:pt x="37" y="7"/>
                      <a:pt x="41" y="7"/>
                    </a:cubicBezTo>
                    <a:cubicBezTo>
                      <a:pt x="43" y="7"/>
                      <a:pt x="45" y="8"/>
                      <a:pt x="46" y="9"/>
                    </a:cubicBezTo>
                    <a:cubicBezTo>
                      <a:pt x="47" y="8"/>
                      <a:pt x="48" y="7"/>
                      <a:pt x="48" y="6"/>
                    </a:cubicBezTo>
                    <a:cubicBezTo>
                      <a:pt x="48" y="5"/>
                      <a:pt x="51" y="5"/>
                      <a:pt x="51" y="3"/>
                    </a:cubicBezTo>
                    <a:cubicBezTo>
                      <a:pt x="51" y="2"/>
                      <a:pt x="50" y="1"/>
                      <a:pt x="50" y="0"/>
                    </a:cubicBezTo>
                    <a:close/>
                    <a:moveTo>
                      <a:pt x="43" y="59"/>
                    </a:moveTo>
                    <a:cubicBezTo>
                      <a:pt x="41" y="58"/>
                      <a:pt x="33" y="60"/>
                      <a:pt x="30" y="58"/>
                    </a:cubicBezTo>
                    <a:cubicBezTo>
                      <a:pt x="28" y="56"/>
                      <a:pt x="24" y="60"/>
                      <a:pt x="26" y="60"/>
                    </a:cubicBezTo>
                    <a:cubicBezTo>
                      <a:pt x="28" y="61"/>
                      <a:pt x="33" y="63"/>
                      <a:pt x="37" y="63"/>
                    </a:cubicBezTo>
                    <a:cubicBezTo>
                      <a:pt x="42" y="63"/>
                      <a:pt x="48" y="61"/>
                      <a:pt x="48" y="60"/>
                    </a:cubicBezTo>
                    <a:cubicBezTo>
                      <a:pt x="48" y="59"/>
                      <a:pt x="45" y="61"/>
                      <a:pt x="43" y="5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36">
                <a:extLst>
                  <a:ext uri="{FF2B5EF4-FFF2-40B4-BE49-F238E27FC236}">
                    <a16:creationId xmlns:a16="http://schemas.microsoft.com/office/drawing/2014/main" id="{8CFF5FC1-29C9-45FF-A044-EF75EEA74650}"/>
                  </a:ext>
                </a:extLst>
              </p:cNvPr>
              <p:cNvSpPr>
                <a:spLocks/>
              </p:cNvSpPr>
              <p:nvPr/>
            </p:nvSpPr>
            <p:spPr bwMode="auto">
              <a:xfrm>
                <a:off x="5508181" y="3385897"/>
                <a:ext cx="48934" cy="30113"/>
              </a:xfrm>
              <a:custGeom>
                <a:avLst/>
                <a:gdLst>
                  <a:gd name="T0" fmla="*/ 14 w 21"/>
                  <a:gd name="T1" fmla="*/ 8 h 13"/>
                  <a:gd name="T2" fmla="*/ 19 w 21"/>
                  <a:gd name="T3" fmla="*/ 3 h 13"/>
                  <a:gd name="T4" fmla="*/ 19 w 21"/>
                  <a:gd name="T5" fmla="*/ 1 h 13"/>
                  <a:gd name="T6" fmla="*/ 7 w 21"/>
                  <a:gd name="T7" fmla="*/ 5 h 13"/>
                  <a:gd name="T8" fmla="*/ 4 w 21"/>
                  <a:gd name="T9" fmla="*/ 10 h 13"/>
                  <a:gd name="T10" fmla="*/ 14 w 21"/>
                  <a:gd name="T11" fmla="*/ 8 h 13"/>
                </a:gdLst>
                <a:ahLst/>
                <a:cxnLst>
                  <a:cxn ang="0">
                    <a:pos x="T0" y="T1"/>
                  </a:cxn>
                  <a:cxn ang="0">
                    <a:pos x="T2" y="T3"/>
                  </a:cxn>
                  <a:cxn ang="0">
                    <a:pos x="T4" y="T5"/>
                  </a:cxn>
                  <a:cxn ang="0">
                    <a:pos x="T6" y="T7"/>
                  </a:cxn>
                  <a:cxn ang="0">
                    <a:pos x="T8" y="T9"/>
                  </a:cxn>
                  <a:cxn ang="0">
                    <a:pos x="T10" y="T11"/>
                  </a:cxn>
                </a:cxnLst>
                <a:rect l="0" t="0" r="r" b="b"/>
                <a:pathLst>
                  <a:path w="21" h="13">
                    <a:moveTo>
                      <a:pt x="14" y="8"/>
                    </a:moveTo>
                    <a:cubicBezTo>
                      <a:pt x="14" y="7"/>
                      <a:pt x="16" y="4"/>
                      <a:pt x="19" y="3"/>
                    </a:cubicBezTo>
                    <a:cubicBezTo>
                      <a:pt x="21" y="2"/>
                      <a:pt x="20" y="0"/>
                      <a:pt x="19" y="1"/>
                    </a:cubicBezTo>
                    <a:cubicBezTo>
                      <a:pt x="17" y="3"/>
                      <a:pt x="13" y="4"/>
                      <a:pt x="7" y="5"/>
                    </a:cubicBezTo>
                    <a:cubicBezTo>
                      <a:pt x="2" y="5"/>
                      <a:pt x="0" y="8"/>
                      <a:pt x="4" y="10"/>
                    </a:cubicBezTo>
                    <a:cubicBezTo>
                      <a:pt x="8" y="13"/>
                      <a:pt x="15" y="9"/>
                      <a:pt x="14"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37">
                <a:extLst>
                  <a:ext uri="{FF2B5EF4-FFF2-40B4-BE49-F238E27FC236}">
                    <a16:creationId xmlns:a16="http://schemas.microsoft.com/office/drawing/2014/main" id="{45733734-1382-49B3-B225-B3C64C2FC5BD}"/>
                  </a:ext>
                </a:extLst>
              </p:cNvPr>
              <p:cNvSpPr>
                <a:spLocks/>
              </p:cNvSpPr>
              <p:nvPr/>
            </p:nvSpPr>
            <p:spPr bwMode="auto">
              <a:xfrm>
                <a:off x="4473032" y="2610477"/>
                <a:ext cx="198247" cy="99123"/>
              </a:xfrm>
              <a:custGeom>
                <a:avLst/>
                <a:gdLst>
                  <a:gd name="T0" fmla="*/ 72 w 86"/>
                  <a:gd name="T1" fmla="*/ 31 h 43"/>
                  <a:gd name="T2" fmla="*/ 79 w 86"/>
                  <a:gd name="T3" fmla="*/ 26 h 43"/>
                  <a:gd name="T4" fmla="*/ 85 w 86"/>
                  <a:gd name="T5" fmla="*/ 20 h 43"/>
                  <a:gd name="T6" fmla="*/ 81 w 86"/>
                  <a:gd name="T7" fmla="*/ 13 h 43"/>
                  <a:gd name="T8" fmla="*/ 76 w 86"/>
                  <a:gd name="T9" fmla="*/ 9 h 43"/>
                  <a:gd name="T10" fmla="*/ 75 w 86"/>
                  <a:gd name="T11" fmla="*/ 4 h 43"/>
                  <a:gd name="T12" fmla="*/ 69 w 86"/>
                  <a:gd name="T13" fmla="*/ 4 h 43"/>
                  <a:gd name="T14" fmla="*/ 62 w 86"/>
                  <a:gd name="T15" fmla="*/ 1 h 43"/>
                  <a:gd name="T16" fmla="*/ 61 w 86"/>
                  <a:gd name="T17" fmla="*/ 6 h 43"/>
                  <a:gd name="T18" fmla="*/ 56 w 86"/>
                  <a:gd name="T19" fmla="*/ 6 h 43"/>
                  <a:gd name="T20" fmla="*/ 53 w 86"/>
                  <a:gd name="T21" fmla="*/ 6 h 43"/>
                  <a:gd name="T22" fmla="*/ 48 w 86"/>
                  <a:gd name="T23" fmla="*/ 7 h 43"/>
                  <a:gd name="T24" fmla="*/ 44 w 86"/>
                  <a:gd name="T25" fmla="*/ 5 h 43"/>
                  <a:gd name="T26" fmla="*/ 39 w 86"/>
                  <a:gd name="T27" fmla="*/ 9 h 43"/>
                  <a:gd name="T28" fmla="*/ 35 w 86"/>
                  <a:gd name="T29" fmla="*/ 7 h 43"/>
                  <a:gd name="T30" fmla="*/ 32 w 86"/>
                  <a:gd name="T31" fmla="*/ 10 h 43"/>
                  <a:gd name="T32" fmla="*/ 31 w 86"/>
                  <a:gd name="T33" fmla="*/ 14 h 43"/>
                  <a:gd name="T34" fmla="*/ 25 w 86"/>
                  <a:gd name="T35" fmla="*/ 16 h 43"/>
                  <a:gd name="T36" fmla="*/ 23 w 86"/>
                  <a:gd name="T37" fmla="*/ 10 h 43"/>
                  <a:gd name="T38" fmla="*/ 11 w 86"/>
                  <a:gd name="T39" fmla="*/ 2 h 43"/>
                  <a:gd name="T40" fmla="*/ 12 w 86"/>
                  <a:gd name="T41" fmla="*/ 6 h 43"/>
                  <a:gd name="T42" fmla="*/ 9 w 86"/>
                  <a:gd name="T43" fmla="*/ 6 h 43"/>
                  <a:gd name="T44" fmla="*/ 4 w 86"/>
                  <a:gd name="T45" fmla="*/ 8 h 43"/>
                  <a:gd name="T46" fmla="*/ 0 w 86"/>
                  <a:gd name="T47" fmla="*/ 13 h 43"/>
                  <a:gd name="T48" fmla="*/ 8 w 86"/>
                  <a:gd name="T49" fmla="*/ 15 h 43"/>
                  <a:gd name="T50" fmla="*/ 17 w 86"/>
                  <a:gd name="T51" fmla="*/ 15 h 43"/>
                  <a:gd name="T52" fmla="*/ 16 w 86"/>
                  <a:gd name="T53" fmla="*/ 19 h 43"/>
                  <a:gd name="T54" fmla="*/ 12 w 86"/>
                  <a:gd name="T55" fmla="*/ 21 h 43"/>
                  <a:gd name="T56" fmla="*/ 3 w 86"/>
                  <a:gd name="T57" fmla="*/ 24 h 43"/>
                  <a:gd name="T58" fmla="*/ 14 w 86"/>
                  <a:gd name="T59" fmla="*/ 24 h 43"/>
                  <a:gd name="T60" fmla="*/ 17 w 86"/>
                  <a:gd name="T61" fmla="*/ 27 h 43"/>
                  <a:gd name="T62" fmla="*/ 19 w 86"/>
                  <a:gd name="T63" fmla="*/ 30 h 43"/>
                  <a:gd name="T64" fmla="*/ 17 w 86"/>
                  <a:gd name="T65" fmla="*/ 33 h 43"/>
                  <a:gd name="T66" fmla="*/ 13 w 86"/>
                  <a:gd name="T67" fmla="*/ 36 h 43"/>
                  <a:gd name="T68" fmla="*/ 23 w 86"/>
                  <a:gd name="T69" fmla="*/ 36 h 43"/>
                  <a:gd name="T70" fmla="*/ 37 w 86"/>
                  <a:gd name="T71" fmla="*/ 41 h 43"/>
                  <a:gd name="T72" fmla="*/ 51 w 86"/>
                  <a:gd name="T73" fmla="*/ 38 h 43"/>
                  <a:gd name="T74" fmla="*/ 61 w 86"/>
                  <a:gd name="T75" fmla="*/ 35 h 43"/>
                  <a:gd name="T76" fmla="*/ 72 w 86"/>
                  <a:gd name="T77" fmla="*/ 3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6" h="43">
                    <a:moveTo>
                      <a:pt x="72" y="31"/>
                    </a:moveTo>
                    <a:cubicBezTo>
                      <a:pt x="77" y="31"/>
                      <a:pt x="77" y="25"/>
                      <a:pt x="79" y="26"/>
                    </a:cubicBezTo>
                    <a:cubicBezTo>
                      <a:pt x="81" y="26"/>
                      <a:pt x="84" y="22"/>
                      <a:pt x="85" y="20"/>
                    </a:cubicBezTo>
                    <a:cubicBezTo>
                      <a:pt x="86" y="17"/>
                      <a:pt x="83" y="13"/>
                      <a:pt x="81" y="13"/>
                    </a:cubicBezTo>
                    <a:cubicBezTo>
                      <a:pt x="78" y="13"/>
                      <a:pt x="76" y="11"/>
                      <a:pt x="76" y="9"/>
                    </a:cubicBezTo>
                    <a:cubicBezTo>
                      <a:pt x="77" y="7"/>
                      <a:pt x="75" y="5"/>
                      <a:pt x="75" y="4"/>
                    </a:cubicBezTo>
                    <a:cubicBezTo>
                      <a:pt x="75" y="3"/>
                      <a:pt x="71" y="4"/>
                      <a:pt x="69" y="4"/>
                    </a:cubicBezTo>
                    <a:cubicBezTo>
                      <a:pt x="67" y="5"/>
                      <a:pt x="63" y="0"/>
                      <a:pt x="62" y="1"/>
                    </a:cubicBezTo>
                    <a:cubicBezTo>
                      <a:pt x="60" y="2"/>
                      <a:pt x="61" y="4"/>
                      <a:pt x="61" y="6"/>
                    </a:cubicBezTo>
                    <a:cubicBezTo>
                      <a:pt x="60" y="7"/>
                      <a:pt x="56" y="4"/>
                      <a:pt x="56" y="6"/>
                    </a:cubicBezTo>
                    <a:cubicBezTo>
                      <a:pt x="56" y="8"/>
                      <a:pt x="54" y="8"/>
                      <a:pt x="53" y="6"/>
                    </a:cubicBezTo>
                    <a:cubicBezTo>
                      <a:pt x="51" y="4"/>
                      <a:pt x="48" y="5"/>
                      <a:pt x="48" y="7"/>
                    </a:cubicBezTo>
                    <a:cubicBezTo>
                      <a:pt x="48" y="8"/>
                      <a:pt x="47" y="7"/>
                      <a:pt x="44" y="5"/>
                    </a:cubicBezTo>
                    <a:cubicBezTo>
                      <a:pt x="41" y="4"/>
                      <a:pt x="38" y="7"/>
                      <a:pt x="39" y="9"/>
                    </a:cubicBezTo>
                    <a:cubicBezTo>
                      <a:pt x="39" y="11"/>
                      <a:pt x="38" y="11"/>
                      <a:pt x="35" y="7"/>
                    </a:cubicBezTo>
                    <a:cubicBezTo>
                      <a:pt x="33" y="4"/>
                      <a:pt x="30" y="8"/>
                      <a:pt x="32" y="10"/>
                    </a:cubicBezTo>
                    <a:cubicBezTo>
                      <a:pt x="33" y="12"/>
                      <a:pt x="32" y="15"/>
                      <a:pt x="31" y="14"/>
                    </a:cubicBezTo>
                    <a:cubicBezTo>
                      <a:pt x="29" y="13"/>
                      <a:pt x="26" y="14"/>
                      <a:pt x="25" y="16"/>
                    </a:cubicBezTo>
                    <a:cubicBezTo>
                      <a:pt x="24" y="18"/>
                      <a:pt x="20" y="11"/>
                      <a:pt x="23" y="10"/>
                    </a:cubicBezTo>
                    <a:cubicBezTo>
                      <a:pt x="26" y="8"/>
                      <a:pt x="15" y="2"/>
                      <a:pt x="11" y="2"/>
                    </a:cubicBezTo>
                    <a:cubicBezTo>
                      <a:pt x="7" y="2"/>
                      <a:pt x="10" y="4"/>
                      <a:pt x="12" y="6"/>
                    </a:cubicBezTo>
                    <a:cubicBezTo>
                      <a:pt x="15" y="8"/>
                      <a:pt x="10" y="7"/>
                      <a:pt x="9" y="6"/>
                    </a:cubicBezTo>
                    <a:cubicBezTo>
                      <a:pt x="8" y="4"/>
                      <a:pt x="5" y="5"/>
                      <a:pt x="4" y="8"/>
                    </a:cubicBezTo>
                    <a:cubicBezTo>
                      <a:pt x="3" y="10"/>
                      <a:pt x="0" y="12"/>
                      <a:pt x="0" y="13"/>
                    </a:cubicBezTo>
                    <a:cubicBezTo>
                      <a:pt x="0" y="15"/>
                      <a:pt x="4" y="17"/>
                      <a:pt x="8" y="15"/>
                    </a:cubicBezTo>
                    <a:cubicBezTo>
                      <a:pt x="11" y="14"/>
                      <a:pt x="15" y="13"/>
                      <a:pt x="17" y="15"/>
                    </a:cubicBezTo>
                    <a:cubicBezTo>
                      <a:pt x="19" y="17"/>
                      <a:pt x="14" y="18"/>
                      <a:pt x="16" y="19"/>
                    </a:cubicBezTo>
                    <a:cubicBezTo>
                      <a:pt x="18" y="20"/>
                      <a:pt x="16" y="22"/>
                      <a:pt x="12" y="21"/>
                    </a:cubicBezTo>
                    <a:cubicBezTo>
                      <a:pt x="7" y="21"/>
                      <a:pt x="2" y="22"/>
                      <a:pt x="3" y="24"/>
                    </a:cubicBezTo>
                    <a:cubicBezTo>
                      <a:pt x="3" y="25"/>
                      <a:pt x="14" y="22"/>
                      <a:pt x="14" y="24"/>
                    </a:cubicBezTo>
                    <a:cubicBezTo>
                      <a:pt x="14" y="26"/>
                      <a:pt x="14" y="28"/>
                      <a:pt x="17" y="27"/>
                    </a:cubicBezTo>
                    <a:cubicBezTo>
                      <a:pt x="20" y="26"/>
                      <a:pt x="18" y="29"/>
                      <a:pt x="19" y="30"/>
                    </a:cubicBezTo>
                    <a:cubicBezTo>
                      <a:pt x="21" y="30"/>
                      <a:pt x="20" y="33"/>
                      <a:pt x="17" y="33"/>
                    </a:cubicBezTo>
                    <a:cubicBezTo>
                      <a:pt x="13" y="34"/>
                      <a:pt x="11" y="34"/>
                      <a:pt x="13" y="36"/>
                    </a:cubicBezTo>
                    <a:cubicBezTo>
                      <a:pt x="15" y="38"/>
                      <a:pt x="19" y="37"/>
                      <a:pt x="23" y="36"/>
                    </a:cubicBezTo>
                    <a:cubicBezTo>
                      <a:pt x="27" y="35"/>
                      <a:pt x="33" y="40"/>
                      <a:pt x="37" y="41"/>
                    </a:cubicBezTo>
                    <a:cubicBezTo>
                      <a:pt x="42" y="43"/>
                      <a:pt x="50" y="41"/>
                      <a:pt x="51" y="38"/>
                    </a:cubicBezTo>
                    <a:cubicBezTo>
                      <a:pt x="52" y="36"/>
                      <a:pt x="59" y="37"/>
                      <a:pt x="61" y="35"/>
                    </a:cubicBezTo>
                    <a:cubicBezTo>
                      <a:pt x="64" y="33"/>
                      <a:pt x="68" y="31"/>
                      <a:pt x="72"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38">
                <a:extLst>
                  <a:ext uri="{FF2B5EF4-FFF2-40B4-BE49-F238E27FC236}">
                    <a16:creationId xmlns:a16="http://schemas.microsoft.com/office/drawing/2014/main" id="{8C4A3A08-F715-4BD7-8837-6C807A98530E}"/>
                  </a:ext>
                </a:extLst>
              </p:cNvPr>
              <p:cNvSpPr>
                <a:spLocks/>
              </p:cNvSpPr>
              <p:nvPr/>
            </p:nvSpPr>
            <p:spPr bwMode="auto">
              <a:xfrm>
                <a:off x="4726487" y="2935451"/>
                <a:ext cx="85321" cy="92850"/>
              </a:xfrm>
              <a:custGeom>
                <a:avLst/>
                <a:gdLst>
                  <a:gd name="T0" fmla="*/ 33 w 37"/>
                  <a:gd name="T1" fmla="*/ 12 h 40"/>
                  <a:gd name="T2" fmla="*/ 30 w 37"/>
                  <a:gd name="T3" fmla="*/ 10 h 40"/>
                  <a:gd name="T4" fmla="*/ 26 w 37"/>
                  <a:gd name="T5" fmla="*/ 11 h 40"/>
                  <a:gd name="T6" fmla="*/ 21 w 37"/>
                  <a:gd name="T7" fmla="*/ 10 h 40"/>
                  <a:gd name="T8" fmla="*/ 22 w 37"/>
                  <a:gd name="T9" fmla="*/ 6 h 40"/>
                  <a:gd name="T10" fmla="*/ 25 w 37"/>
                  <a:gd name="T11" fmla="*/ 1 h 40"/>
                  <a:gd name="T12" fmla="*/ 24 w 37"/>
                  <a:gd name="T13" fmla="*/ 1 h 40"/>
                  <a:gd name="T14" fmla="*/ 16 w 37"/>
                  <a:gd name="T15" fmla="*/ 3 h 40"/>
                  <a:gd name="T16" fmla="*/ 19 w 37"/>
                  <a:gd name="T17" fmla="*/ 6 h 40"/>
                  <a:gd name="T18" fmla="*/ 13 w 37"/>
                  <a:gd name="T19" fmla="*/ 10 h 40"/>
                  <a:gd name="T20" fmla="*/ 4 w 37"/>
                  <a:gd name="T21" fmla="*/ 10 h 40"/>
                  <a:gd name="T22" fmla="*/ 5 w 37"/>
                  <a:gd name="T23" fmla="*/ 16 h 40"/>
                  <a:gd name="T24" fmla="*/ 9 w 37"/>
                  <a:gd name="T25" fmla="*/ 22 h 40"/>
                  <a:gd name="T26" fmla="*/ 7 w 37"/>
                  <a:gd name="T27" fmla="*/ 28 h 40"/>
                  <a:gd name="T28" fmla="*/ 1 w 37"/>
                  <a:gd name="T29" fmla="*/ 34 h 40"/>
                  <a:gd name="T30" fmla="*/ 9 w 37"/>
                  <a:gd name="T31" fmla="*/ 40 h 40"/>
                  <a:gd name="T32" fmla="*/ 23 w 37"/>
                  <a:gd name="T33" fmla="*/ 34 h 40"/>
                  <a:gd name="T34" fmla="*/ 33 w 37"/>
                  <a:gd name="T35" fmla="*/ 32 h 40"/>
                  <a:gd name="T36" fmla="*/ 33 w 37"/>
                  <a:gd name="T37" fmla="*/ 14 h 40"/>
                  <a:gd name="T38" fmla="*/ 33 w 37"/>
                  <a:gd name="T39"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7" h="40">
                    <a:moveTo>
                      <a:pt x="33" y="12"/>
                    </a:moveTo>
                    <a:cubicBezTo>
                      <a:pt x="32" y="12"/>
                      <a:pt x="31" y="11"/>
                      <a:pt x="30" y="10"/>
                    </a:cubicBezTo>
                    <a:cubicBezTo>
                      <a:pt x="27" y="6"/>
                      <a:pt x="26" y="9"/>
                      <a:pt x="26" y="11"/>
                    </a:cubicBezTo>
                    <a:cubicBezTo>
                      <a:pt x="25" y="14"/>
                      <a:pt x="22" y="11"/>
                      <a:pt x="21" y="10"/>
                    </a:cubicBezTo>
                    <a:cubicBezTo>
                      <a:pt x="19" y="10"/>
                      <a:pt x="21" y="7"/>
                      <a:pt x="22" y="6"/>
                    </a:cubicBezTo>
                    <a:cubicBezTo>
                      <a:pt x="23" y="5"/>
                      <a:pt x="24" y="3"/>
                      <a:pt x="25" y="1"/>
                    </a:cubicBezTo>
                    <a:cubicBezTo>
                      <a:pt x="24" y="1"/>
                      <a:pt x="24" y="1"/>
                      <a:pt x="24" y="1"/>
                    </a:cubicBezTo>
                    <a:cubicBezTo>
                      <a:pt x="20" y="0"/>
                      <a:pt x="16" y="0"/>
                      <a:pt x="16" y="3"/>
                    </a:cubicBezTo>
                    <a:cubicBezTo>
                      <a:pt x="15" y="6"/>
                      <a:pt x="19" y="5"/>
                      <a:pt x="19" y="6"/>
                    </a:cubicBezTo>
                    <a:cubicBezTo>
                      <a:pt x="19" y="8"/>
                      <a:pt x="16" y="8"/>
                      <a:pt x="13" y="10"/>
                    </a:cubicBezTo>
                    <a:cubicBezTo>
                      <a:pt x="10" y="12"/>
                      <a:pt x="7" y="8"/>
                      <a:pt x="4" y="10"/>
                    </a:cubicBezTo>
                    <a:cubicBezTo>
                      <a:pt x="1" y="11"/>
                      <a:pt x="7" y="13"/>
                      <a:pt x="5" y="16"/>
                    </a:cubicBezTo>
                    <a:cubicBezTo>
                      <a:pt x="3" y="19"/>
                      <a:pt x="5" y="19"/>
                      <a:pt x="9" y="22"/>
                    </a:cubicBezTo>
                    <a:cubicBezTo>
                      <a:pt x="12" y="24"/>
                      <a:pt x="7" y="25"/>
                      <a:pt x="7" y="28"/>
                    </a:cubicBezTo>
                    <a:cubicBezTo>
                      <a:pt x="7" y="32"/>
                      <a:pt x="2" y="31"/>
                      <a:pt x="1" y="34"/>
                    </a:cubicBezTo>
                    <a:cubicBezTo>
                      <a:pt x="0" y="36"/>
                      <a:pt x="5" y="40"/>
                      <a:pt x="9" y="40"/>
                    </a:cubicBezTo>
                    <a:cubicBezTo>
                      <a:pt x="12" y="40"/>
                      <a:pt x="19" y="38"/>
                      <a:pt x="23" y="34"/>
                    </a:cubicBezTo>
                    <a:cubicBezTo>
                      <a:pt x="27" y="31"/>
                      <a:pt x="29" y="34"/>
                      <a:pt x="33" y="32"/>
                    </a:cubicBezTo>
                    <a:cubicBezTo>
                      <a:pt x="37" y="30"/>
                      <a:pt x="35" y="17"/>
                      <a:pt x="33" y="14"/>
                    </a:cubicBezTo>
                    <a:cubicBezTo>
                      <a:pt x="33" y="13"/>
                      <a:pt x="33" y="13"/>
                      <a:pt x="33" y="1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39">
                <a:extLst>
                  <a:ext uri="{FF2B5EF4-FFF2-40B4-BE49-F238E27FC236}">
                    <a16:creationId xmlns:a16="http://schemas.microsoft.com/office/drawing/2014/main" id="{ABCD9A74-554E-4DE1-A2BF-B1F5C64068FA}"/>
                  </a:ext>
                </a:extLst>
              </p:cNvPr>
              <p:cNvSpPr>
                <a:spLocks noEditPoints="1"/>
              </p:cNvSpPr>
              <p:nvPr/>
            </p:nvSpPr>
            <p:spPr bwMode="auto">
              <a:xfrm>
                <a:off x="4770402" y="2783629"/>
                <a:ext cx="186954" cy="286077"/>
              </a:xfrm>
              <a:custGeom>
                <a:avLst/>
                <a:gdLst>
                  <a:gd name="T0" fmla="*/ 6 w 81"/>
                  <a:gd name="T1" fmla="*/ 67 h 124"/>
                  <a:gd name="T2" fmla="*/ 2 w 81"/>
                  <a:gd name="T3" fmla="*/ 76 h 124"/>
                  <a:gd name="T4" fmla="*/ 11 w 81"/>
                  <a:gd name="T5" fmla="*/ 76 h 124"/>
                  <a:gd name="T6" fmla="*/ 20 w 81"/>
                  <a:gd name="T7" fmla="*/ 75 h 124"/>
                  <a:gd name="T8" fmla="*/ 81 w 81"/>
                  <a:gd name="T9" fmla="*/ 95 h 124"/>
                  <a:gd name="T10" fmla="*/ 68 w 81"/>
                  <a:gd name="T11" fmla="*/ 90 h 124"/>
                  <a:gd name="T12" fmla="*/ 66 w 81"/>
                  <a:gd name="T13" fmla="*/ 82 h 124"/>
                  <a:gd name="T14" fmla="*/ 54 w 81"/>
                  <a:gd name="T15" fmla="*/ 62 h 124"/>
                  <a:gd name="T16" fmla="*/ 42 w 81"/>
                  <a:gd name="T17" fmla="*/ 57 h 124"/>
                  <a:gd name="T18" fmla="*/ 51 w 81"/>
                  <a:gd name="T19" fmla="*/ 38 h 124"/>
                  <a:gd name="T20" fmla="*/ 33 w 81"/>
                  <a:gd name="T21" fmla="*/ 34 h 124"/>
                  <a:gd name="T22" fmla="*/ 40 w 81"/>
                  <a:gd name="T23" fmla="*/ 23 h 124"/>
                  <a:gd name="T24" fmla="*/ 28 w 81"/>
                  <a:gd name="T25" fmla="*/ 26 h 124"/>
                  <a:gd name="T26" fmla="*/ 20 w 81"/>
                  <a:gd name="T27" fmla="*/ 38 h 124"/>
                  <a:gd name="T28" fmla="*/ 13 w 81"/>
                  <a:gd name="T29" fmla="*/ 39 h 124"/>
                  <a:gd name="T30" fmla="*/ 15 w 81"/>
                  <a:gd name="T31" fmla="*/ 50 h 124"/>
                  <a:gd name="T32" fmla="*/ 13 w 81"/>
                  <a:gd name="T33" fmla="*/ 59 h 124"/>
                  <a:gd name="T34" fmla="*/ 22 w 81"/>
                  <a:gd name="T35" fmla="*/ 62 h 124"/>
                  <a:gd name="T36" fmla="*/ 27 w 81"/>
                  <a:gd name="T37" fmla="*/ 61 h 124"/>
                  <a:gd name="T38" fmla="*/ 36 w 81"/>
                  <a:gd name="T39" fmla="*/ 68 h 124"/>
                  <a:gd name="T40" fmla="*/ 39 w 81"/>
                  <a:gd name="T41" fmla="*/ 75 h 124"/>
                  <a:gd name="T42" fmla="*/ 41 w 81"/>
                  <a:gd name="T43" fmla="*/ 86 h 124"/>
                  <a:gd name="T44" fmla="*/ 30 w 81"/>
                  <a:gd name="T45" fmla="*/ 87 h 124"/>
                  <a:gd name="T46" fmla="*/ 33 w 81"/>
                  <a:gd name="T47" fmla="*/ 95 h 124"/>
                  <a:gd name="T48" fmla="*/ 28 w 81"/>
                  <a:gd name="T49" fmla="*/ 104 h 124"/>
                  <a:gd name="T50" fmla="*/ 41 w 81"/>
                  <a:gd name="T51" fmla="*/ 106 h 124"/>
                  <a:gd name="T52" fmla="*/ 33 w 81"/>
                  <a:gd name="T53" fmla="*/ 110 h 124"/>
                  <a:gd name="T54" fmla="*/ 29 w 81"/>
                  <a:gd name="T55" fmla="*/ 119 h 124"/>
                  <a:gd name="T56" fmla="*/ 38 w 81"/>
                  <a:gd name="T57" fmla="*/ 117 h 124"/>
                  <a:gd name="T58" fmla="*/ 50 w 81"/>
                  <a:gd name="T59" fmla="*/ 114 h 124"/>
                  <a:gd name="T60" fmla="*/ 66 w 81"/>
                  <a:gd name="T61" fmla="*/ 114 h 124"/>
                  <a:gd name="T62" fmla="*/ 73 w 81"/>
                  <a:gd name="T63" fmla="*/ 107 h 124"/>
                  <a:gd name="T64" fmla="*/ 81 w 81"/>
                  <a:gd name="T65" fmla="*/ 95 h 124"/>
                  <a:gd name="T66" fmla="*/ 15 w 81"/>
                  <a:gd name="T67" fmla="*/ 28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3" y="63"/>
                      <a:pt x="9" y="67"/>
                      <a:pt x="6" y="67"/>
                    </a:cubicBezTo>
                    <a:cubicBezTo>
                      <a:pt x="5" y="69"/>
                      <a:pt x="4" y="71"/>
                      <a:pt x="3" y="72"/>
                    </a:cubicBezTo>
                    <a:cubicBezTo>
                      <a:pt x="2" y="73"/>
                      <a:pt x="0" y="76"/>
                      <a:pt x="2" y="76"/>
                    </a:cubicBezTo>
                    <a:cubicBezTo>
                      <a:pt x="3" y="77"/>
                      <a:pt x="6" y="80"/>
                      <a:pt x="7" y="77"/>
                    </a:cubicBezTo>
                    <a:cubicBezTo>
                      <a:pt x="7" y="75"/>
                      <a:pt x="8" y="72"/>
                      <a:pt x="11" y="76"/>
                    </a:cubicBezTo>
                    <a:cubicBezTo>
                      <a:pt x="12" y="77"/>
                      <a:pt x="13" y="78"/>
                      <a:pt x="14" y="78"/>
                    </a:cubicBezTo>
                    <a:cubicBezTo>
                      <a:pt x="15" y="77"/>
                      <a:pt x="18" y="77"/>
                      <a:pt x="20" y="75"/>
                    </a:cubicBezTo>
                    <a:cubicBezTo>
                      <a:pt x="23" y="72"/>
                      <a:pt x="19" y="69"/>
                      <a:pt x="16" y="66"/>
                    </a:cubicBezTo>
                    <a:close/>
                    <a:moveTo>
                      <a:pt x="81" y="95"/>
                    </a:moveTo>
                    <a:cubicBezTo>
                      <a:pt x="81" y="91"/>
                      <a:pt x="73" y="89"/>
                      <a:pt x="72" y="91"/>
                    </a:cubicBezTo>
                    <a:cubicBezTo>
                      <a:pt x="71" y="93"/>
                      <a:pt x="70" y="93"/>
                      <a:pt x="68" y="90"/>
                    </a:cubicBezTo>
                    <a:cubicBezTo>
                      <a:pt x="67" y="88"/>
                      <a:pt x="70" y="86"/>
                      <a:pt x="68" y="86"/>
                    </a:cubicBezTo>
                    <a:cubicBezTo>
                      <a:pt x="67" y="86"/>
                      <a:pt x="65" y="83"/>
                      <a:pt x="66" y="82"/>
                    </a:cubicBezTo>
                    <a:cubicBezTo>
                      <a:pt x="66" y="80"/>
                      <a:pt x="64" y="73"/>
                      <a:pt x="60" y="72"/>
                    </a:cubicBezTo>
                    <a:cubicBezTo>
                      <a:pt x="56" y="71"/>
                      <a:pt x="55" y="65"/>
                      <a:pt x="54" y="62"/>
                    </a:cubicBezTo>
                    <a:cubicBezTo>
                      <a:pt x="54" y="59"/>
                      <a:pt x="51" y="61"/>
                      <a:pt x="49" y="58"/>
                    </a:cubicBezTo>
                    <a:cubicBezTo>
                      <a:pt x="47" y="55"/>
                      <a:pt x="43" y="57"/>
                      <a:pt x="42" y="57"/>
                    </a:cubicBezTo>
                    <a:cubicBezTo>
                      <a:pt x="40" y="57"/>
                      <a:pt x="42" y="53"/>
                      <a:pt x="44" y="52"/>
                    </a:cubicBezTo>
                    <a:cubicBezTo>
                      <a:pt x="47" y="50"/>
                      <a:pt x="51" y="40"/>
                      <a:pt x="51" y="38"/>
                    </a:cubicBezTo>
                    <a:cubicBezTo>
                      <a:pt x="51" y="36"/>
                      <a:pt x="38" y="36"/>
                      <a:pt x="36" y="37"/>
                    </a:cubicBezTo>
                    <a:cubicBezTo>
                      <a:pt x="33" y="38"/>
                      <a:pt x="31" y="35"/>
                      <a:pt x="33" y="34"/>
                    </a:cubicBezTo>
                    <a:cubicBezTo>
                      <a:pt x="35" y="33"/>
                      <a:pt x="39" y="29"/>
                      <a:pt x="39" y="28"/>
                    </a:cubicBezTo>
                    <a:cubicBezTo>
                      <a:pt x="39" y="26"/>
                      <a:pt x="42" y="24"/>
                      <a:pt x="40" y="23"/>
                    </a:cubicBezTo>
                    <a:cubicBezTo>
                      <a:pt x="39" y="21"/>
                      <a:pt x="38" y="25"/>
                      <a:pt x="37" y="26"/>
                    </a:cubicBezTo>
                    <a:cubicBezTo>
                      <a:pt x="35" y="27"/>
                      <a:pt x="32" y="27"/>
                      <a:pt x="28" y="26"/>
                    </a:cubicBezTo>
                    <a:cubicBezTo>
                      <a:pt x="24" y="25"/>
                      <a:pt x="23" y="31"/>
                      <a:pt x="23" y="33"/>
                    </a:cubicBezTo>
                    <a:cubicBezTo>
                      <a:pt x="23" y="35"/>
                      <a:pt x="19" y="37"/>
                      <a:pt x="20" y="38"/>
                    </a:cubicBezTo>
                    <a:cubicBezTo>
                      <a:pt x="20" y="40"/>
                      <a:pt x="19" y="42"/>
                      <a:pt x="17" y="41"/>
                    </a:cubicBezTo>
                    <a:cubicBezTo>
                      <a:pt x="16" y="40"/>
                      <a:pt x="15" y="37"/>
                      <a:pt x="13" y="39"/>
                    </a:cubicBezTo>
                    <a:cubicBezTo>
                      <a:pt x="10" y="41"/>
                      <a:pt x="15" y="43"/>
                      <a:pt x="18" y="44"/>
                    </a:cubicBezTo>
                    <a:cubicBezTo>
                      <a:pt x="22" y="44"/>
                      <a:pt x="16" y="46"/>
                      <a:pt x="15" y="50"/>
                    </a:cubicBezTo>
                    <a:cubicBezTo>
                      <a:pt x="15" y="53"/>
                      <a:pt x="20" y="51"/>
                      <a:pt x="20" y="54"/>
                    </a:cubicBezTo>
                    <a:cubicBezTo>
                      <a:pt x="20" y="56"/>
                      <a:pt x="13" y="57"/>
                      <a:pt x="13" y="59"/>
                    </a:cubicBezTo>
                    <a:cubicBezTo>
                      <a:pt x="13" y="61"/>
                      <a:pt x="17" y="58"/>
                      <a:pt x="19" y="57"/>
                    </a:cubicBezTo>
                    <a:cubicBezTo>
                      <a:pt x="21" y="56"/>
                      <a:pt x="18" y="62"/>
                      <a:pt x="22" y="62"/>
                    </a:cubicBezTo>
                    <a:cubicBezTo>
                      <a:pt x="26" y="61"/>
                      <a:pt x="25" y="55"/>
                      <a:pt x="27" y="55"/>
                    </a:cubicBezTo>
                    <a:cubicBezTo>
                      <a:pt x="28" y="56"/>
                      <a:pt x="26" y="58"/>
                      <a:pt x="27" y="61"/>
                    </a:cubicBezTo>
                    <a:cubicBezTo>
                      <a:pt x="29" y="63"/>
                      <a:pt x="24" y="67"/>
                      <a:pt x="25" y="69"/>
                    </a:cubicBezTo>
                    <a:cubicBezTo>
                      <a:pt x="25" y="71"/>
                      <a:pt x="33" y="71"/>
                      <a:pt x="36" y="68"/>
                    </a:cubicBezTo>
                    <a:cubicBezTo>
                      <a:pt x="39" y="65"/>
                      <a:pt x="40" y="68"/>
                      <a:pt x="38" y="70"/>
                    </a:cubicBezTo>
                    <a:cubicBezTo>
                      <a:pt x="36" y="73"/>
                      <a:pt x="37" y="75"/>
                      <a:pt x="39" y="75"/>
                    </a:cubicBezTo>
                    <a:cubicBezTo>
                      <a:pt x="42" y="76"/>
                      <a:pt x="43" y="76"/>
                      <a:pt x="42" y="78"/>
                    </a:cubicBezTo>
                    <a:cubicBezTo>
                      <a:pt x="41" y="80"/>
                      <a:pt x="42" y="84"/>
                      <a:pt x="41" y="86"/>
                    </a:cubicBezTo>
                    <a:cubicBezTo>
                      <a:pt x="40" y="87"/>
                      <a:pt x="33" y="87"/>
                      <a:pt x="33" y="86"/>
                    </a:cubicBezTo>
                    <a:cubicBezTo>
                      <a:pt x="32" y="85"/>
                      <a:pt x="29" y="86"/>
                      <a:pt x="30" y="87"/>
                    </a:cubicBezTo>
                    <a:cubicBezTo>
                      <a:pt x="31" y="89"/>
                      <a:pt x="28" y="91"/>
                      <a:pt x="28" y="92"/>
                    </a:cubicBezTo>
                    <a:cubicBezTo>
                      <a:pt x="28" y="94"/>
                      <a:pt x="32" y="93"/>
                      <a:pt x="33" y="95"/>
                    </a:cubicBezTo>
                    <a:cubicBezTo>
                      <a:pt x="33" y="97"/>
                      <a:pt x="29" y="100"/>
                      <a:pt x="25" y="101"/>
                    </a:cubicBezTo>
                    <a:cubicBezTo>
                      <a:pt x="20" y="102"/>
                      <a:pt x="26" y="106"/>
                      <a:pt x="28" y="104"/>
                    </a:cubicBezTo>
                    <a:cubicBezTo>
                      <a:pt x="30" y="103"/>
                      <a:pt x="30" y="105"/>
                      <a:pt x="33" y="105"/>
                    </a:cubicBezTo>
                    <a:cubicBezTo>
                      <a:pt x="36" y="105"/>
                      <a:pt x="38" y="108"/>
                      <a:pt x="41" y="106"/>
                    </a:cubicBezTo>
                    <a:cubicBezTo>
                      <a:pt x="45" y="105"/>
                      <a:pt x="44" y="106"/>
                      <a:pt x="42" y="108"/>
                    </a:cubicBezTo>
                    <a:cubicBezTo>
                      <a:pt x="39" y="110"/>
                      <a:pt x="35" y="108"/>
                      <a:pt x="33" y="110"/>
                    </a:cubicBezTo>
                    <a:cubicBezTo>
                      <a:pt x="31" y="111"/>
                      <a:pt x="21" y="120"/>
                      <a:pt x="23" y="122"/>
                    </a:cubicBezTo>
                    <a:cubicBezTo>
                      <a:pt x="24" y="124"/>
                      <a:pt x="25" y="120"/>
                      <a:pt x="29" y="119"/>
                    </a:cubicBezTo>
                    <a:cubicBezTo>
                      <a:pt x="32" y="117"/>
                      <a:pt x="33" y="120"/>
                      <a:pt x="35" y="120"/>
                    </a:cubicBezTo>
                    <a:cubicBezTo>
                      <a:pt x="37" y="120"/>
                      <a:pt x="37" y="116"/>
                      <a:pt x="38" y="117"/>
                    </a:cubicBezTo>
                    <a:cubicBezTo>
                      <a:pt x="40" y="117"/>
                      <a:pt x="41" y="115"/>
                      <a:pt x="44" y="116"/>
                    </a:cubicBezTo>
                    <a:cubicBezTo>
                      <a:pt x="47" y="116"/>
                      <a:pt x="49" y="115"/>
                      <a:pt x="50" y="114"/>
                    </a:cubicBezTo>
                    <a:cubicBezTo>
                      <a:pt x="52" y="113"/>
                      <a:pt x="56" y="116"/>
                      <a:pt x="57" y="115"/>
                    </a:cubicBezTo>
                    <a:cubicBezTo>
                      <a:pt x="58" y="115"/>
                      <a:pt x="63" y="114"/>
                      <a:pt x="66" y="114"/>
                    </a:cubicBezTo>
                    <a:cubicBezTo>
                      <a:pt x="68" y="114"/>
                      <a:pt x="75" y="111"/>
                      <a:pt x="77" y="109"/>
                    </a:cubicBezTo>
                    <a:cubicBezTo>
                      <a:pt x="79" y="107"/>
                      <a:pt x="76" y="107"/>
                      <a:pt x="73" y="107"/>
                    </a:cubicBezTo>
                    <a:cubicBezTo>
                      <a:pt x="71" y="108"/>
                      <a:pt x="72" y="105"/>
                      <a:pt x="74" y="103"/>
                    </a:cubicBezTo>
                    <a:cubicBezTo>
                      <a:pt x="77" y="100"/>
                      <a:pt x="81" y="99"/>
                      <a:pt x="81" y="95"/>
                    </a:cubicBezTo>
                    <a:close/>
                    <a:moveTo>
                      <a:pt x="9" y="35"/>
                    </a:moveTo>
                    <a:cubicBezTo>
                      <a:pt x="13" y="35"/>
                      <a:pt x="16" y="30"/>
                      <a:pt x="15" y="28"/>
                    </a:cubicBezTo>
                    <a:cubicBezTo>
                      <a:pt x="13" y="27"/>
                      <a:pt x="7" y="35"/>
                      <a:pt x="9" y="35"/>
                    </a:cubicBezTo>
                    <a:close/>
                    <a:moveTo>
                      <a:pt x="55" y="10"/>
                    </a:moveTo>
                    <a:cubicBezTo>
                      <a:pt x="57" y="7"/>
                      <a:pt x="60" y="0"/>
                      <a:pt x="57" y="1"/>
                    </a:cubicBezTo>
                    <a:cubicBezTo>
                      <a:pt x="54" y="1"/>
                      <a:pt x="54" y="10"/>
                      <a:pt x="55" y="1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40">
                <a:extLst>
                  <a:ext uri="{FF2B5EF4-FFF2-40B4-BE49-F238E27FC236}">
                    <a16:creationId xmlns:a16="http://schemas.microsoft.com/office/drawing/2014/main" id="{3A975E57-CE4B-4A56-82D6-B0D503BED4C0}"/>
                  </a:ext>
                </a:extLst>
              </p:cNvPr>
              <p:cNvSpPr>
                <a:spLocks noEditPoints="1"/>
              </p:cNvSpPr>
              <p:nvPr/>
            </p:nvSpPr>
            <p:spPr bwMode="auto">
              <a:xfrm>
                <a:off x="4770402" y="2783629"/>
                <a:ext cx="186954" cy="286077"/>
              </a:xfrm>
              <a:custGeom>
                <a:avLst/>
                <a:gdLst>
                  <a:gd name="T0" fmla="*/ 6 w 81"/>
                  <a:gd name="T1" fmla="*/ 67 h 124"/>
                  <a:gd name="T2" fmla="*/ 2 w 81"/>
                  <a:gd name="T3" fmla="*/ 76 h 124"/>
                  <a:gd name="T4" fmla="*/ 11 w 81"/>
                  <a:gd name="T5" fmla="*/ 76 h 124"/>
                  <a:gd name="T6" fmla="*/ 20 w 81"/>
                  <a:gd name="T7" fmla="*/ 75 h 124"/>
                  <a:gd name="T8" fmla="*/ 81 w 81"/>
                  <a:gd name="T9" fmla="*/ 95 h 124"/>
                  <a:gd name="T10" fmla="*/ 68 w 81"/>
                  <a:gd name="T11" fmla="*/ 90 h 124"/>
                  <a:gd name="T12" fmla="*/ 66 w 81"/>
                  <a:gd name="T13" fmla="*/ 82 h 124"/>
                  <a:gd name="T14" fmla="*/ 54 w 81"/>
                  <a:gd name="T15" fmla="*/ 62 h 124"/>
                  <a:gd name="T16" fmla="*/ 42 w 81"/>
                  <a:gd name="T17" fmla="*/ 57 h 124"/>
                  <a:gd name="T18" fmla="*/ 51 w 81"/>
                  <a:gd name="T19" fmla="*/ 38 h 124"/>
                  <a:gd name="T20" fmla="*/ 33 w 81"/>
                  <a:gd name="T21" fmla="*/ 34 h 124"/>
                  <a:gd name="T22" fmla="*/ 40 w 81"/>
                  <a:gd name="T23" fmla="*/ 23 h 124"/>
                  <a:gd name="T24" fmla="*/ 28 w 81"/>
                  <a:gd name="T25" fmla="*/ 26 h 124"/>
                  <a:gd name="T26" fmla="*/ 20 w 81"/>
                  <a:gd name="T27" fmla="*/ 38 h 124"/>
                  <a:gd name="T28" fmla="*/ 13 w 81"/>
                  <a:gd name="T29" fmla="*/ 39 h 124"/>
                  <a:gd name="T30" fmla="*/ 15 w 81"/>
                  <a:gd name="T31" fmla="*/ 50 h 124"/>
                  <a:gd name="T32" fmla="*/ 13 w 81"/>
                  <a:gd name="T33" fmla="*/ 59 h 124"/>
                  <a:gd name="T34" fmla="*/ 22 w 81"/>
                  <a:gd name="T35" fmla="*/ 62 h 124"/>
                  <a:gd name="T36" fmla="*/ 27 w 81"/>
                  <a:gd name="T37" fmla="*/ 61 h 124"/>
                  <a:gd name="T38" fmla="*/ 36 w 81"/>
                  <a:gd name="T39" fmla="*/ 68 h 124"/>
                  <a:gd name="T40" fmla="*/ 39 w 81"/>
                  <a:gd name="T41" fmla="*/ 75 h 124"/>
                  <a:gd name="T42" fmla="*/ 41 w 81"/>
                  <a:gd name="T43" fmla="*/ 86 h 124"/>
                  <a:gd name="T44" fmla="*/ 30 w 81"/>
                  <a:gd name="T45" fmla="*/ 87 h 124"/>
                  <a:gd name="T46" fmla="*/ 33 w 81"/>
                  <a:gd name="T47" fmla="*/ 95 h 124"/>
                  <a:gd name="T48" fmla="*/ 28 w 81"/>
                  <a:gd name="T49" fmla="*/ 104 h 124"/>
                  <a:gd name="T50" fmla="*/ 41 w 81"/>
                  <a:gd name="T51" fmla="*/ 106 h 124"/>
                  <a:gd name="T52" fmla="*/ 33 w 81"/>
                  <a:gd name="T53" fmla="*/ 110 h 124"/>
                  <a:gd name="T54" fmla="*/ 29 w 81"/>
                  <a:gd name="T55" fmla="*/ 119 h 124"/>
                  <a:gd name="T56" fmla="*/ 38 w 81"/>
                  <a:gd name="T57" fmla="*/ 117 h 124"/>
                  <a:gd name="T58" fmla="*/ 50 w 81"/>
                  <a:gd name="T59" fmla="*/ 114 h 124"/>
                  <a:gd name="T60" fmla="*/ 66 w 81"/>
                  <a:gd name="T61" fmla="*/ 114 h 124"/>
                  <a:gd name="T62" fmla="*/ 73 w 81"/>
                  <a:gd name="T63" fmla="*/ 107 h 124"/>
                  <a:gd name="T64" fmla="*/ 81 w 81"/>
                  <a:gd name="T65" fmla="*/ 95 h 124"/>
                  <a:gd name="T66" fmla="*/ 15 w 81"/>
                  <a:gd name="T67" fmla="*/ 28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3" y="63"/>
                      <a:pt x="9" y="67"/>
                      <a:pt x="6" y="67"/>
                    </a:cubicBezTo>
                    <a:cubicBezTo>
                      <a:pt x="5" y="69"/>
                      <a:pt x="4" y="71"/>
                      <a:pt x="3" y="72"/>
                    </a:cubicBezTo>
                    <a:cubicBezTo>
                      <a:pt x="2" y="73"/>
                      <a:pt x="0" y="76"/>
                      <a:pt x="2" y="76"/>
                    </a:cubicBezTo>
                    <a:cubicBezTo>
                      <a:pt x="3" y="77"/>
                      <a:pt x="6" y="80"/>
                      <a:pt x="7" y="77"/>
                    </a:cubicBezTo>
                    <a:cubicBezTo>
                      <a:pt x="7" y="75"/>
                      <a:pt x="8" y="72"/>
                      <a:pt x="11" y="76"/>
                    </a:cubicBezTo>
                    <a:cubicBezTo>
                      <a:pt x="12" y="77"/>
                      <a:pt x="13" y="78"/>
                      <a:pt x="14" y="78"/>
                    </a:cubicBezTo>
                    <a:cubicBezTo>
                      <a:pt x="15" y="77"/>
                      <a:pt x="18" y="77"/>
                      <a:pt x="20" y="75"/>
                    </a:cubicBezTo>
                    <a:cubicBezTo>
                      <a:pt x="23" y="72"/>
                      <a:pt x="19" y="69"/>
                      <a:pt x="16" y="66"/>
                    </a:cubicBezTo>
                    <a:close/>
                    <a:moveTo>
                      <a:pt x="81" y="95"/>
                    </a:moveTo>
                    <a:cubicBezTo>
                      <a:pt x="81" y="91"/>
                      <a:pt x="73" y="89"/>
                      <a:pt x="72" y="91"/>
                    </a:cubicBezTo>
                    <a:cubicBezTo>
                      <a:pt x="71" y="93"/>
                      <a:pt x="70" y="93"/>
                      <a:pt x="68" y="90"/>
                    </a:cubicBezTo>
                    <a:cubicBezTo>
                      <a:pt x="67" y="88"/>
                      <a:pt x="70" y="86"/>
                      <a:pt x="68" y="86"/>
                    </a:cubicBezTo>
                    <a:cubicBezTo>
                      <a:pt x="67" y="86"/>
                      <a:pt x="65" y="83"/>
                      <a:pt x="66" y="82"/>
                    </a:cubicBezTo>
                    <a:cubicBezTo>
                      <a:pt x="66" y="80"/>
                      <a:pt x="64" y="73"/>
                      <a:pt x="60" y="72"/>
                    </a:cubicBezTo>
                    <a:cubicBezTo>
                      <a:pt x="56" y="71"/>
                      <a:pt x="55" y="65"/>
                      <a:pt x="54" y="62"/>
                    </a:cubicBezTo>
                    <a:cubicBezTo>
                      <a:pt x="54" y="59"/>
                      <a:pt x="51" y="61"/>
                      <a:pt x="49" y="58"/>
                    </a:cubicBezTo>
                    <a:cubicBezTo>
                      <a:pt x="47" y="55"/>
                      <a:pt x="43" y="57"/>
                      <a:pt x="42" y="57"/>
                    </a:cubicBezTo>
                    <a:cubicBezTo>
                      <a:pt x="40" y="57"/>
                      <a:pt x="42" y="53"/>
                      <a:pt x="44" y="52"/>
                    </a:cubicBezTo>
                    <a:cubicBezTo>
                      <a:pt x="47" y="50"/>
                      <a:pt x="51" y="40"/>
                      <a:pt x="51" y="38"/>
                    </a:cubicBezTo>
                    <a:cubicBezTo>
                      <a:pt x="51" y="36"/>
                      <a:pt x="38" y="36"/>
                      <a:pt x="36" y="37"/>
                    </a:cubicBezTo>
                    <a:cubicBezTo>
                      <a:pt x="33" y="38"/>
                      <a:pt x="31" y="35"/>
                      <a:pt x="33" y="34"/>
                    </a:cubicBezTo>
                    <a:cubicBezTo>
                      <a:pt x="35" y="33"/>
                      <a:pt x="39" y="29"/>
                      <a:pt x="39" y="28"/>
                    </a:cubicBezTo>
                    <a:cubicBezTo>
                      <a:pt x="39" y="26"/>
                      <a:pt x="42" y="24"/>
                      <a:pt x="40" y="23"/>
                    </a:cubicBezTo>
                    <a:cubicBezTo>
                      <a:pt x="39" y="21"/>
                      <a:pt x="38" y="25"/>
                      <a:pt x="37" y="26"/>
                    </a:cubicBezTo>
                    <a:cubicBezTo>
                      <a:pt x="35" y="27"/>
                      <a:pt x="32" y="27"/>
                      <a:pt x="28" y="26"/>
                    </a:cubicBezTo>
                    <a:cubicBezTo>
                      <a:pt x="24" y="25"/>
                      <a:pt x="23" y="31"/>
                      <a:pt x="23" y="33"/>
                    </a:cubicBezTo>
                    <a:cubicBezTo>
                      <a:pt x="23" y="35"/>
                      <a:pt x="19" y="37"/>
                      <a:pt x="20" y="38"/>
                    </a:cubicBezTo>
                    <a:cubicBezTo>
                      <a:pt x="20" y="40"/>
                      <a:pt x="19" y="42"/>
                      <a:pt x="17" y="41"/>
                    </a:cubicBezTo>
                    <a:cubicBezTo>
                      <a:pt x="16" y="40"/>
                      <a:pt x="15" y="37"/>
                      <a:pt x="13" y="39"/>
                    </a:cubicBezTo>
                    <a:cubicBezTo>
                      <a:pt x="10" y="41"/>
                      <a:pt x="15" y="43"/>
                      <a:pt x="18" y="44"/>
                    </a:cubicBezTo>
                    <a:cubicBezTo>
                      <a:pt x="22" y="44"/>
                      <a:pt x="16" y="46"/>
                      <a:pt x="15" y="50"/>
                    </a:cubicBezTo>
                    <a:cubicBezTo>
                      <a:pt x="15" y="53"/>
                      <a:pt x="20" y="51"/>
                      <a:pt x="20" y="54"/>
                    </a:cubicBezTo>
                    <a:cubicBezTo>
                      <a:pt x="20" y="56"/>
                      <a:pt x="13" y="57"/>
                      <a:pt x="13" y="59"/>
                    </a:cubicBezTo>
                    <a:cubicBezTo>
                      <a:pt x="13" y="61"/>
                      <a:pt x="17" y="58"/>
                      <a:pt x="19" y="57"/>
                    </a:cubicBezTo>
                    <a:cubicBezTo>
                      <a:pt x="21" y="56"/>
                      <a:pt x="18" y="62"/>
                      <a:pt x="22" y="62"/>
                    </a:cubicBezTo>
                    <a:cubicBezTo>
                      <a:pt x="26" y="61"/>
                      <a:pt x="25" y="55"/>
                      <a:pt x="27" y="55"/>
                    </a:cubicBezTo>
                    <a:cubicBezTo>
                      <a:pt x="28" y="56"/>
                      <a:pt x="26" y="58"/>
                      <a:pt x="27" y="61"/>
                    </a:cubicBezTo>
                    <a:cubicBezTo>
                      <a:pt x="29" y="63"/>
                      <a:pt x="24" y="67"/>
                      <a:pt x="25" y="69"/>
                    </a:cubicBezTo>
                    <a:cubicBezTo>
                      <a:pt x="25" y="71"/>
                      <a:pt x="33" y="71"/>
                      <a:pt x="36" y="68"/>
                    </a:cubicBezTo>
                    <a:cubicBezTo>
                      <a:pt x="39" y="65"/>
                      <a:pt x="40" y="68"/>
                      <a:pt x="38" y="70"/>
                    </a:cubicBezTo>
                    <a:cubicBezTo>
                      <a:pt x="36" y="73"/>
                      <a:pt x="37" y="75"/>
                      <a:pt x="39" y="75"/>
                    </a:cubicBezTo>
                    <a:cubicBezTo>
                      <a:pt x="42" y="76"/>
                      <a:pt x="43" y="76"/>
                      <a:pt x="42" y="78"/>
                    </a:cubicBezTo>
                    <a:cubicBezTo>
                      <a:pt x="41" y="80"/>
                      <a:pt x="42" y="84"/>
                      <a:pt x="41" y="86"/>
                    </a:cubicBezTo>
                    <a:cubicBezTo>
                      <a:pt x="40" y="87"/>
                      <a:pt x="33" y="87"/>
                      <a:pt x="33" y="86"/>
                    </a:cubicBezTo>
                    <a:cubicBezTo>
                      <a:pt x="32" y="85"/>
                      <a:pt x="29" y="86"/>
                      <a:pt x="30" y="87"/>
                    </a:cubicBezTo>
                    <a:cubicBezTo>
                      <a:pt x="31" y="89"/>
                      <a:pt x="28" y="91"/>
                      <a:pt x="28" y="92"/>
                    </a:cubicBezTo>
                    <a:cubicBezTo>
                      <a:pt x="28" y="94"/>
                      <a:pt x="32" y="93"/>
                      <a:pt x="33" y="95"/>
                    </a:cubicBezTo>
                    <a:cubicBezTo>
                      <a:pt x="33" y="97"/>
                      <a:pt x="29" y="100"/>
                      <a:pt x="25" y="101"/>
                    </a:cubicBezTo>
                    <a:cubicBezTo>
                      <a:pt x="20" y="102"/>
                      <a:pt x="26" y="106"/>
                      <a:pt x="28" y="104"/>
                    </a:cubicBezTo>
                    <a:cubicBezTo>
                      <a:pt x="30" y="103"/>
                      <a:pt x="30" y="105"/>
                      <a:pt x="33" y="105"/>
                    </a:cubicBezTo>
                    <a:cubicBezTo>
                      <a:pt x="36" y="105"/>
                      <a:pt x="38" y="108"/>
                      <a:pt x="41" y="106"/>
                    </a:cubicBezTo>
                    <a:cubicBezTo>
                      <a:pt x="45" y="105"/>
                      <a:pt x="44" y="106"/>
                      <a:pt x="42" y="108"/>
                    </a:cubicBezTo>
                    <a:cubicBezTo>
                      <a:pt x="39" y="110"/>
                      <a:pt x="35" y="108"/>
                      <a:pt x="33" y="110"/>
                    </a:cubicBezTo>
                    <a:cubicBezTo>
                      <a:pt x="31" y="111"/>
                      <a:pt x="21" y="120"/>
                      <a:pt x="23" y="122"/>
                    </a:cubicBezTo>
                    <a:cubicBezTo>
                      <a:pt x="24" y="124"/>
                      <a:pt x="25" y="120"/>
                      <a:pt x="29" y="119"/>
                    </a:cubicBezTo>
                    <a:cubicBezTo>
                      <a:pt x="32" y="117"/>
                      <a:pt x="33" y="120"/>
                      <a:pt x="35" y="120"/>
                    </a:cubicBezTo>
                    <a:cubicBezTo>
                      <a:pt x="37" y="120"/>
                      <a:pt x="37" y="116"/>
                      <a:pt x="38" y="117"/>
                    </a:cubicBezTo>
                    <a:cubicBezTo>
                      <a:pt x="40" y="117"/>
                      <a:pt x="41" y="115"/>
                      <a:pt x="44" y="116"/>
                    </a:cubicBezTo>
                    <a:cubicBezTo>
                      <a:pt x="47" y="116"/>
                      <a:pt x="49" y="115"/>
                      <a:pt x="50" y="114"/>
                    </a:cubicBezTo>
                    <a:cubicBezTo>
                      <a:pt x="52" y="113"/>
                      <a:pt x="56" y="116"/>
                      <a:pt x="57" y="115"/>
                    </a:cubicBezTo>
                    <a:cubicBezTo>
                      <a:pt x="58" y="115"/>
                      <a:pt x="63" y="114"/>
                      <a:pt x="66" y="114"/>
                    </a:cubicBezTo>
                    <a:cubicBezTo>
                      <a:pt x="68" y="114"/>
                      <a:pt x="75" y="111"/>
                      <a:pt x="77" y="109"/>
                    </a:cubicBezTo>
                    <a:cubicBezTo>
                      <a:pt x="79" y="107"/>
                      <a:pt x="76" y="107"/>
                      <a:pt x="73" y="107"/>
                    </a:cubicBezTo>
                    <a:cubicBezTo>
                      <a:pt x="71" y="108"/>
                      <a:pt x="72" y="105"/>
                      <a:pt x="74" y="103"/>
                    </a:cubicBezTo>
                    <a:cubicBezTo>
                      <a:pt x="77" y="100"/>
                      <a:pt x="81" y="99"/>
                      <a:pt x="81" y="95"/>
                    </a:cubicBezTo>
                    <a:close/>
                    <a:moveTo>
                      <a:pt x="9" y="35"/>
                    </a:moveTo>
                    <a:cubicBezTo>
                      <a:pt x="13" y="35"/>
                      <a:pt x="16" y="30"/>
                      <a:pt x="15" y="28"/>
                    </a:cubicBezTo>
                    <a:cubicBezTo>
                      <a:pt x="13" y="27"/>
                      <a:pt x="7" y="35"/>
                      <a:pt x="9" y="35"/>
                    </a:cubicBezTo>
                    <a:close/>
                    <a:moveTo>
                      <a:pt x="55" y="10"/>
                    </a:moveTo>
                    <a:cubicBezTo>
                      <a:pt x="57" y="7"/>
                      <a:pt x="60" y="0"/>
                      <a:pt x="57" y="1"/>
                    </a:cubicBezTo>
                    <a:cubicBezTo>
                      <a:pt x="54" y="1"/>
                      <a:pt x="54" y="10"/>
                      <a:pt x="55" y="1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41">
                <a:extLst>
                  <a:ext uri="{FF2B5EF4-FFF2-40B4-BE49-F238E27FC236}">
                    <a16:creationId xmlns:a16="http://schemas.microsoft.com/office/drawing/2014/main" id="{E802BB90-0670-4B71-BA36-F788E34E3626}"/>
                  </a:ext>
                </a:extLst>
              </p:cNvPr>
              <p:cNvSpPr>
                <a:spLocks noEditPoints="1"/>
              </p:cNvSpPr>
              <p:nvPr/>
            </p:nvSpPr>
            <p:spPr bwMode="auto">
              <a:xfrm>
                <a:off x="5072791" y="2866441"/>
                <a:ext cx="87831" cy="82812"/>
              </a:xfrm>
              <a:custGeom>
                <a:avLst/>
                <a:gdLst>
                  <a:gd name="T0" fmla="*/ 19 w 38"/>
                  <a:gd name="T1" fmla="*/ 13 h 36"/>
                  <a:gd name="T2" fmla="*/ 19 w 38"/>
                  <a:gd name="T3" fmla="*/ 8 h 36"/>
                  <a:gd name="T4" fmla="*/ 20 w 38"/>
                  <a:gd name="T5" fmla="*/ 1 h 36"/>
                  <a:gd name="T6" fmla="*/ 14 w 38"/>
                  <a:gd name="T7" fmla="*/ 4 h 36"/>
                  <a:gd name="T8" fmla="*/ 9 w 38"/>
                  <a:gd name="T9" fmla="*/ 6 h 36"/>
                  <a:gd name="T10" fmla="*/ 10 w 38"/>
                  <a:gd name="T11" fmla="*/ 10 h 36"/>
                  <a:gd name="T12" fmla="*/ 5 w 38"/>
                  <a:gd name="T13" fmla="*/ 8 h 36"/>
                  <a:gd name="T14" fmla="*/ 1 w 38"/>
                  <a:gd name="T15" fmla="*/ 13 h 36"/>
                  <a:gd name="T16" fmla="*/ 1 w 38"/>
                  <a:gd name="T17" fmla="*/ 23 h 36"/>
                  <a:gd name="T18" fmla="*/ 4 w 38"/>
                  <a:gd name="T19" fmla="*/ 30 h 36"/>
                  <a:gd name="T20" fmla="*/ 5 w 38"/>
                  <a:gd name="T21" fmla="*/ 33 h 36"/>
                  <a:gd name="T22" fmla="*/ 13 w 38"/>
                  <a:gd name="T23" fmla="*/ 34 h 36"/>
                  <a:gd name="T24" fmla="*/ 16 w 38"/>
                  <a:gd name="T25" fmla="*/ 34 h 36"/>
                  <a:gd name="T26" fmla="*/ 12 w 38"/>
                  <a:gd name="T27" fmla="*/ 30 h 36"/>
                  <a:gd name="T28" fmla="*/ 17 w 38"/>
                  <a:gd name="T29" fmla="*/ 30 h 36"/>
                  <a:gd name="T30" fmla="*/ 22 w 38"/>
                  <a:gd name="T31" fmla="*/ 30 h 36"/>
                  <a:gd name="T32" fmla="*/ 19 w 38"/>
                  <a:gd name="T33" fmla="*/ 25 h 36"/>
                  <a:gd name="T34" fmla="*/ 16 w 38"/>
                  <a:gd name="T35" fmla="*/ 25 h 36"/>
                  <a:gd name="T36" fmla="*/ 18 w 38"/>
                  <a:gd name="T37" fmla="*/ 20 h 36"/>
                  <a:gd name="T38" fmla="*/ 23 w 38"/>
                  <a:gd name="T39" fmla="*/ 17 h 36"/>
                  <a:gd name="T40" fmla="*/ 19 w 38"/>
                  <a:gd name="T41" fmla="*/ 13 h 36"/>
                  <a:gd name="T42" fmla="*/ 37 w 38"/>
                  <a:gd name="T43" fmla="*/ 20 h 36"/>
                  <a:gd name="T44" fmla="*/ 35 w 38"/>
                  <a:gd name="T45" fmla="*/ 22 h 36"/>
                  <a:gd name="T46" fmla="*/ 32 w 38"/>
                  <a:gd name="T47" fmla="*/ 20 h 36"/>
                  <a:gd name="T48" fmla="*/ 27 w 38"/>
                  <a:gd name="T49" fmla="*/ 23 h 36"/>
                  <a:gd name="T50" fmla="*/ 30 w 38"/>
                  <a:gd name="T51" fmla="*/ 30 h 36"/>
                  <a:gd name="T52" fmla="*/ 27 w 38"/>
                  <a:gd name="T53" fmla="*/ 32 h 36"/>
                  <a:gd name="T54" fmla="*/ 30 w 38"/>
                  <a:gd name="T55" fmla="*/ 36 h 36"/>
                  <a:gd name="T56" fmla="*/ 35 w 38"/>
                  <a:gd name="T57" fmla="*/ 29 h 36"/>
                  <a:gd name="T58" fmla="*/ 37 w 38"/>
                  <a:gd name="T59"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 h="36">
                    <a:moveTo>
                      <a:pt x="19" y="13"/>
                    </a:moveTo>
                    <a:cubicBezTo>
                      <a:pt x="18" y="13"/>
                      <a:pt x="18" y="9"/>
                      <a:pt x="19" y="8"/>
                    </a:cubicBezTo>
                    <a:cubicBezTo>
                      <a:pt x="20" y="6"/>
                      <a:pt x="21" y="2"/>
                      <a:pt x="20" y="1"/>
                    </a:cubicBezTo>
                    <a:cubicBezTo>
                      <a:pt x="19" y="0"/>
                      <a:pt x="14" y="1"/>
                      <a:pt x="14" y="4"/>
                    </a:cubicBezTo>
                    <a:cubicBezTo>
                      <a:pt x="14" y="7"/>
                      <a:pt x="10" y="6"/>
                      <a:pt x="9" y="6"/>
                    </a:cubicBezTo>
                    <a:cubicBezTo>
                      <a:pt x="8" y="7"/>
                      <a:pt x="11" y="9"/>
                      <a:pt x="10" y="10"/>
                    </a:cubicBezTo>
                    <a:cubicBezTo>
                      <a:pt x="8" y="11"/>
                      <a:pt x="8" y="8"/>
                      <a:pt x="5" y="8"/>
                    </a:cubicBezTo>
                    <a:cubicBezTo>
                      <a:pt x="3" y="7"/>
                      <a:pt x="2" y="11"/>
                      <a:pt x="1" y="13"/>
                    </a:cubicBezTo>
                    <a:cubicBezTo>
                      <a:pt x="0" y="15"/>
                      <a:pt x="1" y="20"/>
                      <a:pt x="1" y="23"/>
                    </a:cubicBezTo>
                    <a:cubicBezTo>
                      <a:pt x="1" y="25"/>
                      <a:pt x="5" y="27"/>
                      <a:pt x="4" y="30"/>
                    </a:cubicBezTo>
                    <a:cubicBezTo>
                      <a:pt x="4" y="31"/>
                      <a:pt x="4" y="32"/>
                      <a:pt x="5" y="33"/>
                    </a:cubicBezTo>
                    <a:cubicBezTo>
                      <a:pt x="8" y="33"/>
                      <a:pt x="11" y="33"/>
                      <a:pt x="13" y="34"/>
                    </a:cubicBezTo>
                    <a:cubicBezTo>
                      <a:pt x="13" y="34"/>
                      <a:pt x="14" y="34"/>
                      <a:pt x="16" y="34"/>
                    </a:cubicBezTo>
                    <a:cubicBezTo>
                      <a:pt x="15" y="32"/>
                      <a:pt x="12" y="31"/>
                      <a:pt x="12" y="30"/>
                    </a:cubicBezTo>
                    <a:cubicBezTo>
                      <a:pt x="13" y="28"/>
                      <a:pt x="15" y="29"/>
                      <a:pt x="17" y="30"/>
                    </a:cubicBezTo>
                    <a:cubicBezTo>
                      <a:pt x="18" y="32"/>
                      <a:pt x="22" y="32"/>
                      <a:pt x="22" y="30"/>
                    </a:cubicBezTo>
                    <a:cubicBezTo>
                      <a:pt x="22" y="29"/>
                      <a:pt x="22" y="24"/>
                      <a:pt x="19" y="25"/>
                    </a:cubicBezTo>
                    <a:cubicBezTo>
                      <a:pt x="17" y="26"/>
                      <a:pt x="17" y="26"/>
                      <a:pt x="16" y="25"/>
                    </a:cubicBezTo>
                    <a:cubicBezTo>
                      <a:pt x="15" y="24"/>
                      <a:pt x="17" y="22"/>
                      <a:pt x="18" y="20"/>
                    </a:cubicBezTo>
                    <a:cubicBezTo>
                      <a:pt x="19" y="18"/>
                      <a:pt x="23" y="19"/>
                      <a:pt x="23" y="17"/>
                    </a:cubicBezTo>
                    <a:cubicBezTo>
                      <a:pt x="24" y="15"/>
                      <a:pt x="20" y="14"/>
                      <a:pt x="19" y="13"/>
                    </a:cubicBezTo>
                    <a:close/>
                    <a:moveTo>
                      <a:pt x="37" y="20"/>
                    </a:moveTo>
                    <a:cubicBezTo>
                      <a:pt x="36" y="20"/>
                      <a:pt x="36" y="22"/>
                      <a:pt x="35" y="22"/>
                    </a:cubicBezTo>
                    <a:cubicBezTo>
                      <a:pt x="33" y="23"/>
                      <a:pt x="32" y="18"/>
                      <a:pt x="32" y="20"/>
                    </a:cubicBezTo>
                    <a:cubicBezTo>
                      <a:pt x="31" y="23"/>
                      <a:pt x="29" y="19"/>
                      <a:pt x="27" y="23"/>
                    </a:cubicBezTo>
                    <a:cubicBezTo>
                      <a:pt x="24" y="26"/>
                      <a:pt x="28" y="29"/>
                      <a:pt x="30" y="30"/>
                    </a:cubicBezTo>
                    <a:cubicBezTo>
                      <a:pt x="31" y="31"/>
                      <a:pt x="30" y="33"/>
                      <a:pt x="27" y="32"/>
                    </a:cubicBezTo>
                    <a:cubicBezTo>
                      <a:pt x="25" y="32"/>
                      <a:pt x="27" y="35"/>
                      <a:pt x="30" y="36"/>
                    </a:cubicBezTo>
                    <a:cubicBezTo>
                      <a:pt x="32" y="36"/>
                      <a:pt x="36" y="31"/>
                      <a:pt x="35" y="29"/>
                    </a:cubicBezTo>
                    <a:cubicBezTo>
                      <a:pt x="35" y="28"/>
                      <a:pt x="38" y="21"/>
                      <a:pt x="37" y="2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42">
                <a:extLst>
                  <a:ext uri="{FF2B5EF4-FFF2-40B4-BE49-F238E27FC236}">
                    <a16:creationId xmlns:a16="http://schemas.microsoft.com/office/drawing/2014/main" id="{56555BD9-B286-4A68-A729-9E0215BB80D0}"/>
                  </a:ext>
                </a:extLst>
              </p:cNvPr>
              <p:cNvSpPr>
                <a:spLocks noEditPoints="1"/>
              </p:cNvSpPr>
              <p:nvPr/>
            </p:nvSpPr>
            <p:spPr bwMode="auto">
              <a:xfrm>
                <a:off x="5133018" y="2525155"/>
                <a:ext cx="229615" cy="406531"/>
              </a:xfrm>
              <a:custGeom>
                <a:avLst/>
                <a:gdLst>
                  <a:gd name="T0" fmla="*/ 98 w 100"/>
                  <a:gd name="T1" fmla="*/ 38 h 176"/>
                  <a:gd name="T2" fmla="*/ 96 w 100"/>
                  <a:gd name="T3" fmla="*/ 24 h 176"/>
                  <a:gd name="T4" fmla="*/ 84 w 100"/>
                  <a:gd name="T5" fmla="*/ 9 h 176"/>
                  <a:gd name="T6" fmla="*/ 70 w 100"/>
                  <a:gd name="T7" fmla="*/ 8 h 176"/>
                  <a:gd name="T8" fmla="*/ 56 w 100"/>
                  <a:gd name="T9" fmla="*/ 8 h 176"/>
                  <a:gd name="T10" fmla="*/ 48 w 100"/>
                  <a:gd name="T11" fmla="*/ 16 h 176"/>
                  <a:gd name="T12" fmla="*/ 40 w 100"/>
                  <a:gd name="T13" fmla="*/ 27 h 176"/>
                  <a:gd name="T14" fmla="*/ 34 w 100"/>
                  <a:gd name="T15" fmla="*/ 37 h 176"/>
                  <a:gd name="T16" fmla="*/ 26 w 100"/>
                  <a:gd name="T17" fmla="*/ 43 h 176"/>
                  <a:gd name="T18" fmla="*/ 21 w 100"/>
                  <a:gd name="T19" fmla="*/ 61 h 176"/>
                  <a:gd name="T20" fmla="*/ 22 w 100"/>
                  <a:gd name="T21" fmla="*/ 70 h 176"/>
                  <a:gd name="T22" fmla="*/ 9 w 100"/>
                  <a:gd name="T23" fmla="*/ 75 h 176"/>
                  <a:gd name="T24" fmla="*/ 8 w 100"/>
                  <a:gd name="T25" fmla="*/ 91 h 176"/>
                  <a:gd name="T26" fmla="*/ 13 w 100"/>
                  <a:gd name="T27" fmla="*/ 105 h 176"/>
                  <a:gd name="T28" fmla="*/ 11 w 100"/>
                  <a:gd name="T29" fmla="*/ 113 h 176"/>
                  <a:gd name="T30" fmla="*/ 6 w 100"/>
                  <a:gd name="T31" fmla="*/ 122 h 176"/>
                  <a:gd name="T32" fmla="*/ 3 w 100"/>
                  <a:gd name="T33" fmla="*/ 134 h 176"/>
                  <a:gd name="T34" fmla="*/ 0 w 100"/>
                  <a:gd name="T35" fmla="*/ 134 h 176"/>
                  <a:gd name="T36" fmla="*/ 6 w 100"/>
                  <a:gd name="T37" fmla="*/ 151 h 176"/>
                  <a:gd name="T38" fmla="*/ 12 w 100"/>
                  <a:gd name="T39" fmla="*/ 164 h 176"/>
                  <a:gd name="T40" fmla="*/ 15 w 100"/>
                  <a:gd name="T41" fmla="*/ 175 h 176"/>
                  <a:gd name="T42" fmla="*/ 24 w 100"/>
                  <a:gd name="T43" fmla="*/ 170 h 176"/>
                  <a:gd name="T44" fmla="*/ 33 w 100"/>
                  <a:gd name="T45" fmla="*/ 167 h 176"/>
                  <a:gd name="T46" fmla="*/ 41 w 100"/>
                  <a:gd name="T47" fmla="*/ 164 h 176"/>
                  <a:gd name="T48" fmla="*/ 42 w 100"/>
                  <a:gd name="T49" fmla="*/ 157 h 176"/>
                  <a:gd name="T50" fmla="*/ 43 w 100"/>
                  <a:gd name="T51" fmla="*/ 140 h 176"/>
                  <a:gd name="T52" fmla="*/ 55 w 100"/>
                  <a:gd name="T53" fmla="*/ 128 h 176"/>
                  <a:gd name="T54" fmla="*/ 52 w 100"/>
                  <a:gd name="T55" fmla="*/ 113 h 176"/>
                  <a:gd name="T56" fmla="*/ 46 w 100"/>
                  <a:gd name="T57" fmla="*/ 103 h 176"/>
                  <a:gd name="T58" fmla="*/ 51 w 100"/>
                  <a:gd name="T59" fmla="*/ 89 h 176"/>
                  <a:gd name="T60" fmla="*/ 60 w 100"/>
                  <a:gd name="T61" fmla="*/ 79 h 176"/>
                  <a:gd name="T62" fmla="*/ 80 w 100"/>
                  <a:gd name="T63" fmla="*/ 65 h 176"/>
                  <a:gd name="T64" fmla="*/ 82 w 100"/>
                  <a:gd name="T65" fmla="*/ 51 h 176"/>
                  <a:gd name="T66" fmla="*/ 96 w 100"/>
                  <a:gd name="T67" fmla="*/ 46 h 176"/>
                  <a:gd name="T68" fmla="*/ 99 w 100"/>
                  <a:gd name="T69" fmla="*/ 42 h 176"/>
                  <a:gd name="T70" fmla="*/ 54 w 100"/>
                  <a:gd name="T71" fmla="*/ 15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6">
                    <a:moveTo>
                      <a:pt x="99" y="42"/>
                    </a:moveTo>
                    <a:cubicBezTo>
                      <a:pt x="98" y="41"/>
                      <a:pt x="96" y="38"/>
                      <a:pt x="98" y="38"/>
                    </a:cubicBezTo>
                    <a:cubicBezTo>
                      <a:pt x="100" y="38"/>
                      <a:pt x="100" y="32"/>
                      <a:pt x="98" y="31"/>
                    </a:cubicBezTo>
                    <a:cubicBezTo>
                      <a:pt x="96" y="30"/>
                      <a:pt x="98" y="25"/>
                      <a:pt x="96" y="24"/>
                    </a:cubicBezTo>
                    <a:cubicBezTo>
                      <a:pt x="94" y="23"/>
                      <a:pt x="95" y="19"/>
                      <a:pt x="96" y="16"/>
                    </a:cubicBezTo>
                    <a:cubicBezTo>
                      <a:pt x="96" y="13"/>
                      <a:pt x="89" y="11"/>
                      <a:pt x="84" y="9"/>
                    </a:cubicBezTo>
                    <a:cubicBezTo>
                      <a:pt x="80" y="7"/>
                      <a:pt x="78" y="4"/>
                      <a:pt x="75" y="2"/>
                    </a:cubicBezTo>
                    <a:cubicBezTo>
                      <a:pt x="71" y="0"/>
                      <a:pt x="70" y="5"/>
                      <a:pt x="70" y="8"/>
                    </a:cubicBezTo>
                    <a:cubicBezTo>
                      <a:pt x="70" y="11"/>
                      <a:pt x="67" y="12"/>
                      <a:pt x="65" y="10"/>
                    </a:cubicBezTo>
                    <a:cubicBezTo>
                      <a:pt x="63" y="8"/>
                      <a:pt x="60" y="10"/>
                      <a:pt x="56" y="8"/>
                    </a:cubicBezTo>
                    <a:cubicBezTo>
                      <a:pt x="53" y="7"/>
                      <a:pt x="55" y="12"/>
                      <a:pt x="55" y="14"/>
                    </a:cubicBezTo>
                    <a:cubicBezTo>
                      <a:pt x="55" y="16"/>
                      <a:pt x="51" y="16"/>
                      <a:pt x="48" y="16"/>
                    </a:cubicBezTo>
                    <a:cubicBezTo>
                      <a:pt x="46" y="16"/>
                      <a:pt x="42" y="18"/>
                      <a:pt x="42" y="21"/>
                    </a:cubicBezTo>
                    <a:cubicBezTo>
                      <a:pt x="42" y="24"/>
                      <a:pt x="39" y="25"/>
                      <a:pt x="40" y="27"/>
                    </a:cubicBezTo>
                    <a:cubicBezTo>
                      <a:pt x="41" y="28"/>
                      <a:pt x="40" y="30"/>
                      <a:pt x="38" y="31"/>
                    </a:cubicBezTo>
                    <a:cubicBezTo>
                      <a:pt x="37" y="32"/>
                      <a:pt x="35" y="36"/>
                      <a:pt x="34" y="37"/>
                    </a:cubicBezTo>
                    <a:cubicBezTo>
                      <a:pt x="33" y="38"/>
                      <a:pt x="35" y="40"/>
                      <a:pt x="32" y="42"/>
                    </a:cubicBezTo>
                    <a:cubicBezTo>
                      <a:pt x="30" y="43"/>
                      <a:pt x="27" y="42"/>
                      <a:pt x="26" y="43"/>
                    </a:cubicBezTo>
                    <a:cubicBezTo>
                      <a:pt x="25" y="44"/>
                      <a:pt x="26" y="47"/>
                      <a:pt x="26" y="50"/>
                    </a:cubicBezTo>
                    <a:cubicBezTo>
                      <a:pt x="26" y="54"/>
                      <a:pt x="23" y="58"/>
                      <a:pt x="21" y="61"/>
                    </a:cubicBezTo>
                    <a:cubicBezTo>
                      <a:pt x="18" y="64"/>
                      <a:pt x="21" y="65"/>
                      <a:pt x="22" y="65"/>
                    </a:cubicBezTo>
                    <a:cubicBezTo>
                      <a:pt x="24" y="65"/>
                      <a:pt x="24" y="67"/>
                      <a:pt x="22" y="70"/>
                    </a:cubicBezTo>
                    <a:cubicBezTo>
                      <a:pt x="21" y="72"/>
                      <a:pt x="19" y="70"/>
                      <a:pt x="17" y="70"/>
                    </a:cubicBezTo>
                    <a:cubicBezTo>
                      <a:pt x="16" y="70"/>
                      <a:pt x="11" y="71"/>
                      <a:pt x="9" y="75"/>
                    </a:cubicBezTo>
                    <a:cubicBezTo>
                      <a:pt x="7" y="79"/>
                      <a:pt x="8" y="81"/>
                      <a:pt x="8" y="83"/>
                    </a:cubicBezTo>
                    <a:cubicBezTo>
                      <a:pt x="9" y="85"/>
                      <a:pt x="6" y="87"/>
                      <a:pt x="8" y="91"/>
                    </a:cubicBezTo>
                    <a:cubicBezTo>
                      <a:pt x="10" y="95"/>
                      <a:pt x="8" y="96"/>
                      <a:pt x="8" y="99"/>
                    </a:cubicBezTo>
                    <a:cubicBezTo>
                      <a:pt x="8" y="102"/>
                      <a:pt x="13" y="102"/>
                      <a:pt x="13" y="105"/>
                    </a:cubicBezTo>
                    <a:cubicBezTo>
                      <a:pt x="14" y="108"/>
                      <a:pt x="12" y="109"/>
                      <a:pt x="10" y="109"/>
                    </a:cubicBezTo>
                    <a:cubicBezTo>
                      <a:pt x="9" y="109"/>
                      <a:pt x="9" y="112"/>
                      <a:pt x="11" y="113"/>
                    </a:cubicBezTo>
                    <a:cubicBezTo>
                      <a:pt x="12" y="113"/>
                      <a:pt x="12" y="119"/>
                      <a:pt x="11" y="120"/>
                    </a:cubicBezTo>
                    <a:cubicBezTo>
                      <a:pt x="10" y="122"/>
                      <a:pt x="5" y="120"/>
                      <a:pt x="6" y="122"/>
                    </a:cubicBezTo>
                    <a:cubicBezTo>
                      <a:pt x="6" y="124"/>
                      <a:pt x="5" y="127"/>
                      <a:pt x="5" y="129"/>
                    </a:cubicBezTo>
                    <a:cubicBezTo>
                      <a:pt x="5" y="130"/>
                      <a:pt x="4" y="135"/>
                      <a:pt x="3" y="134"/>
                    </a:cubicBezTo>
                    <a:cubicBezTo>
                      <a:pt x="2" y="134"/>
                      <a:pt x="1" y="134"/>
                      <a:pt x="0" y="134"/>
                    </a:cubicBezTo>
                    <a:cubicBezTo>
                      <a:pt x="0" y="134"/>
                      <a:pt x="0" y="134"/>
                      <a:pt x="0" y="134"/>
                    </a:cubicBezTo>
                    <a:cubicBezTo>
                      <a:pt x="0" y="137"/>
                      <a:pt x="1" y="140"/>
                      <a:pt x="4" y="143"/>
                    </a:cubicBezTo>
                    <a:cubicBezTo>
                      <a:pt x="6" y="145"/>
                      <a:pt x="4" y="148"/>
                      <a:pt x="6" y="151"/>
                    </a:cubicBezTo>
                    <a:cubicBezTo>
                      <a:pt x="9" y="154"/>
                      <a:pt x="8" y="156"/>
                      <a:pt x="11" y="158"/>
                    </a:cubicBezTo>
                    <a:cubicBezTo>
                      <a:pt x="13" y="160"/>
                      <a:pt x="13" y="161"/>
                      <a:pt x="12" y="164"/>
                    </a:cubicBezTo>
                    <a:cubicBezTo>
                      <a:pt x="11" y="167"/>
                      <a:pt x="14" y="166"/>
                      <a:pt x="14" y="168"/>
                    </a:cubicBezTo>
                    <a:cubicBezTo>
                      <a:pt x="15" y="170"/>
                      <a:pt x="14" y="173"/>
                      <a:pt x="15" y="175"/>
                    </a:cubicBezTo>
                    <a:cubicBezTo>
                      <a:pt x="15" y="176"/>
                      <a:pt x="17" y="175"/>
                      <a:pt x="21" y="175"/>
                    </a:cubicBezTo>
                    <a:cubicBezTo>
                      <a:pt x="25" y="174"/>
                      <a:pt x="24" y="172"/>
                      <a:pt x="24" y="170"/>
                    </a:cubicBezTo>
                    <a:cubicBezTo>
                      <a:pt x="24" y="168"/>
                      <a:pt x="26" y="169"/>
                      <a:pt x="26" y="167"/>
                    </a:cubicBezTo>
                    <a:cubicBezTo>
                      <a:pt x="27" y="166"/>
                      <a:pt x="30" y="165"/>
                      <a:pt x="33" y="167"/>
                    </a:cubicBezTo>
                    <a:cubicBezTo>
                      <a:pt x="36" y="168"/>
                      <a:pt x="37" y="166"/>
                      <a:pt x="38" y="163"/>
                    </a:cubicBezTo>
                    <a:cubicBezTo>
                      <a:pt x="38" y="160"/>
                      <a:pt x="40" y="163"/>
                      <a:pt x="41" y="164"/>
                    </a:cubicBezTo>
                    <a:cubicBezTo>
                      <a:pt x="41" y="165"/>
                      <a:pt x="44" y="160"/>
                      <a:pt x="45" y="156"/>
                    </a:cubicBezTo>
                    <a:cubicBezTo>
                      <a:pt x="46" y="153"/>
                      <a:pt x="45" y="154"/>
                      <a:pt x="42" y="157"/>
                    </a:cubicBezTo>
                    <a:cubicBezTo>
                      <a:pt x="39" y="160"/>
                      <a:pt x="41" y="154"/>
                      <a:pt x="42" y="151"/>
                    </a:cubicBezTo>
                    <a:cubicBezTo>
                      <a:pt x="43" y="149"/>
                      <a:pt x="43" y="142"/>
                      <a:pt x="43" y="140"/>
                    </a:cubicBezTo>
                    <a:cubicBezTo>
                      <a:pt x="44" y="138"/>
                      <a:pt x="44" y="136"/>
                      <a:pt x="48" y="135"/>
                    </a:cubicBezTo>
                    <a:cubicBezTo>
                      <a:pt x="51" y="134"/>
                      <a:pt x="56" y="130"/>
                      <a:pt x="55" y="128"/>
                    </a:cubicBezTo>
                    <a:cubicBezTo>
                      <a:pt x="54" y="127"/>
                      <a:pt x="60" y="124"/>
                      <a:pt x="60" y="122"/>
                    </a:cubicBezTo>
                    <a:cubicBezTo>
                      <a:pt x="60" y="120"/>
                      <a:pt x="54" y="114"/>
                      <a:pt x="52" y="113"/>
                    </a:cubicBezTo>
                    <a:cubicBezTo>
                      <a:pt x="50" y="112"/>
                      <a:pt x="46" y="113"/>
                      <a:pt x="47" y="112"/>
                    </a:cubicBezTo>
                    <a:cubicBezTo>
                      <a:pt x="47" y="110"/>
                      <a:pt x="46" y="105"/>
                      <a:pt x="46" y="103"/>
                    </a:cubicBezTo>
                    <a:cubicBezTo>
                      <a:pt x="45" y="100"/>
                      <a:pt x="49" y="97"/>
                      <a:pt x="49" y="95"/>
                    </a:cubicBezTo>
                    <a:cubicBezTo>
                      <a:pt x="49" y="92"/>
                      <a:pt x="48" y="90"/>
                      <a:pt x="51" y="89"/>
                    </a:cubicBezTo>
                    <a:cubicBezTo>
                      <a:pt x="53" y="88"/>
                      <a:pt x="52" y="86"/>
                      <a:pt x="55" y="85"/>
                    </a:cubicBezTo>
                    <a:cubicBezTo>
                      <a:pt x="58" y="84"/>
                      <a:pt x="57" y="80"/>
                      <a:pt x="60" y="79"/>
                    </a:cubicBezTo>
                    <a:cubicBezTo>
                      <a:pt x="63" y="77"/>
                      <a:pt x="64" y="76"/>
                      <a:pt x="68" y="74"/>
                    </a:cubicBezTo>
                    <a:cubicBezTo>
                      <a:pt x="72" y="72"/>
                      <a:pt x="79" y="68"/>
                      <a:pt x="80" y="65"/>
                    </a:cubicBezTo>
                    <a:cubicBezTo>
                      <a:pt x="81" y="63"/>
                      <a:pt x="76" y="60"/>
                      <a:pt x="79" y="57"/>
                    </a:cubicBezTo>
                    <a:cubicBezTo>
                      <a:pt x="83" y="55"/>
                      <a:pt x="80" y="52"/>
                      <a:pt x="82" y="51"/>
                    </a:cubicBezTo>
                    <a:cubicBezTo>
                      <a:pt x="85" y="50"/>
                      <a:pt x="86" y="49"/>
                      <a:pt x="88" y="47"/>
                    </a:cubicBezTo>
                    <a:cubicBezTo>
                      <a:pt x="89" y="45"/>
                      <a:pt x="92" y="46"/>
                      <a:pt x="96" y="46"/>
                    </a:cubicBezTo>
                    <a:cubicBezTo>
                      <a:pt x="98" y="46"/>
                      <a:pt x="99" y="46"/>
                      <a:pt x="100" y="46"/>
                    </a:cubicBezTo>
                    <a:cubicBezTo>
                      <a:pt x="100" y="44"/>
                      <a:pt x="100" y="43"/>
                      <a:pt x="99" y="42"/>
                    </a:cubicBezTo>
                    <a:close/>
                    <a:moveTo>
                      <a:pt x="59" y="147"/>
                    </a:moveTo>
                    <a:cubicBezTo>
                      <a:pt x="55" y="147"/>
                      <a:pt x="52" y="156"/>
                      <a:pt x="54" y="157"/>
                    </a:cubicBezTo>
                    <a:cubicBezTo>
                      <a:pt x="55" y="158"/>
                      <a:pt x="64" y="146"/>
                      <a:pt x="59" y="14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43">
                <a:extLst>
                  <a:ext uri="{FF2B5EF4-FFF2-40B4-BE49-F238E27FC236}">
                    <a16:creationId xmlns:a16="http://schemas.microsoft.com/office/drawing/2014/main" id="{CFBA9559-8011-4DCA-A98E-C7843FFF5331}"/>
                  </a:ext>
                </a:extLst>
              </p:cNvPr>
              <p:cNvSpPr>
                <a:spLocks noEditPoints="1"/>
              </p:cNvSpPr>
              <p:nvPr/>
            </p:nvSpPr>
            <p:spPr bwMode="auto">
              <a:xfrm>
                <a:off x="5323736" y="2813742"/>
                <a:ext cx="115435" cy="55208"/>
              </a:xfrm>
              <a:custGeom>
                <a:avLst/>
                <a:gdLst>
                  <a:gd name="T0" fmla="*/ 47 w 50"/>
                  <a:gd name="T1" fmla="*/ 6 h 24"/>
                  <a:gd name="T2" fmla="*/ 48 w 50"/>
                  <a:gd name="T3" fmla="*/ 1 h 24"/>
                  <a:gd name="T4" fmla="*/ 46 w 50"/>
                  <a:gd name="T5" fmla="*/ 2 h 24"/>
                  <a:gd name="T6" fmla="*/ 31 w 50"/>
                  <a:gd name="T7" fmla="*/ 0 h 24"/>
                  <a:gd name="T8" fmla="*/ 16 w 50"/>
                  <a:gd name="T9" fmla="*/ 3 h 24"/>
                  <a:gd name="T10" fmla="*/ 11 w 50"/>
                  <a:gd name="T11" fmla="*/ 8 h 24"/>
                  <a:gd name="T12" fmla="*/ 13 w 50"/>
                  <a:gd name="T13" fmla="*/ 13 h 24"/>
                  <a:gd name="T14" fmla="*/ 18 w 50"/>
                  <a:gd name="T15" fmla="*/ 16 h 24"/>
                  <a:gd name="T16" fmla="*/ 19 w 50"/>
                  <a:gd name="T17" fmla="*/ 19 h 24"/>
                  <a:gd name="T18" fmla="*/ 19 w 50"/>
                  <a:gd name="T19" fmla="*/ 19 h 24"/>
                  <a:gd name="T20" fmla="*/ 28 w 50"/>
                  <a:gd name="T21" fmla="*/ 19 h 24"/>
                  <a:gd name="T22" fmla="*/ 36 w 50"/>
                  <a:gd name="T23" fmla="*/ 24 h 24"/>
                  <a:gd name="T24" fmla="*/ 44 w 50"/>
                  <a:gd name="T25" fmla="*/ 24 h 24"/>
                  <a:gd name="T26" fmla="*/ 44 w 50"/>
                  <a:gd name="T27" fmla="*/ 22 h 24"/>
                  <a:gd name="T28" fmla="*/ 46 w 50"/>
                  <a:gd name="T29" fmla="*/ 19 h 24"/>
                  <a:gd name="T30" fmla="*/ 44 w 50"/>
                  <a:gd name="T31" fmla="*/ 15 h 24"/>
                  <a:gd name="T32" fmla="*/ 44 w 50"/>
                  <a:gd name="T33" fmla="*/ 11 h 24"/>
                  <a:gd name="T34" fmla="*/ 47 w 50"/>
                  <a:gd name="T35" fmla="*/ 6 h 24"/>
                  <a:gd name="T36" fmla="*/ 4 w 50"/>
                  <a:gd name="T37" fmla="*/ 12 h 24"/>
                  <a:gd name="T38" fmla="*/ 1 w 50"/>
                  <a:gd name="T39" fmla="*/ 19 h 24"/>
                  <a:gd name="T40" fmla="*/ 10 w 50"/>
                  <a:gd name="T41" fmla="*/ 14 h 24"/>
                  <a:gd name="T42" fmla="*/ 4 w 50"/>
                  <a:gd name="T43" fmla="*/ 12 h 24"/>
                  <a:gd name="T44" fmla="*/ 8 w 50"/>
                  <a:gd name="T45" fmla="*/ 9 h 24"/>
                  <a:gd name="T46" fmla="*/ 3 w 50"/>
                  <a:gd name="T47" fmla="*/ 9 h 24"/>
                  <a:gd name="T48" fmla="*/ 8 w 50"/>
                  <a:gd name="T49"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24">
                    <a:moveTo>
                      <a:pt x="47" y="6"/>
                    </a:moveTo>
                    <a:cubicBezTo>
                      <a:pt x="48" y="4"/>
                      <a:pt x="50" y="4"/>
                      <a:pt x="48" y="1"/>
                    </a:cubicBezTo>
                    <a:cubicBezTo>
                      <a:pt x="48" y="1"/>
                      <a:pt x="47" y="2"/>
                      <a:pt x="46" y="2"/>
                    </a:cubicBezTo>
                    <a:cubicBezTo>
                      <a:pt x="43" y="3"/>
                      <a:pt x="35" y="0"/>
                      <a:pt x="31" y="0"/>
                    </a:cubicBezTo>
                    <a:cubicBezTo>
                      <a:pt x="27" y="1"/>
                      <a:pt x="18" y="1"/>
                      <a:pt x="16" y="3"/>
                    </a:cubicBezTo>
                    <a:cubicBezTo>
                      <a:pt x="14" y="6"/>
                      <a:pt x="9" y="6"/>
                      <a:pt x="11" y="8"/>
                    </a:cubicBezTo>
                    <a:cubicBezTo>
                      <a:pt x="14" y="10"/>
                      <a:pt x="11" y="11"/>
                      <a:pt x="13" y="13"/>
                    </a:cubicBezTo>
                    <a:cubicBezTo>
                      <a:pt x="15" y="15"/>
                      <a:pt x="16" y="16"/>
                      <a:pt x="18" y="16"/>
                    </a:cubicBezTo>
                    <a:cubicBezTo>
                      <a:pt x="20" y="15"/>
                      <a:pt x="22" y="17"/>
                      <a:pt x="19" y="19"/>
                    </a:cubicBezTo>
                    <a:cubicBezTo>
                      <a:pt x="19" y="19"/>
                      <a:pt x="19" y="19"/>
                      <a:pt x="19" y="19"/>
                    </a:cubicBezTo>
                    <a:cubicBezTo>
                      <a:pt x="23" y="19"/>
                      <a:pt x="27" y="19"/>
                      <a:pt x="28" y="19"/>
                    </a:cubicBezTo>
                    <a:cubicBezTo>
                      <a:pt x="29" y="20"/>
                      <a:pt x="35" y="24"/>
                      <a:pt x="36" y="24"/>
                    </a:cubicBezTo>
                    <a:cubicBezTo>
                      <a:pt x="37" y="24"/>
                      <a:pt x="41" y="24"/>
                      <a:pt x="44" y="24"/>
                    </a:cubicBezTo>
                    <a:cubicBezTo>
                      <a:pt x="43" y="23"/>
                      <a:pt x="43" y="23"/>
                      <a:pt x="44" y="22"/>
                    </a:cubicBezTo>
                    <a:cubicBezTo>
                      <a:pt x="45" y="21"/>
                      <a:pt x="47" y="21"/>
                      <a:pt x="46" y="19"/>
                    </a:cubicBezTo>
                    <a:cubicBezTo>
                      <a:pt x="45" y="18"/>
                      <a:pt x="45" y="17"/>
                      <a:pt x="44" y="15"/>
                    </a:cubicBezTo>
                    <a:cubicBezTo>
                      <a:pt x="44" y="13"/>
                      <a:pt x="44" y="12"/>
                      <a:pt x="44" y="11"/>
                    </a:cubicBezTo>
                    <a:cubicBezTo>
                      <a:pt x="44" y="9"/>
                      <a:pt x="45" y="9"/>
                      <a:pt x="47" y="6"/>
                    </a:cubicBezTo>
                    <a:close/>
                    <a:moveTo>
                      <a:pt x="4" y="12"/>
                    </a:moveTo>
                    <a:cubicBezTo>
                      <a:pt x="0" y="13"/>
                      <a:pt x="0" y="19"/>
                      <a:pt x="1" y="19"/>
                    </a:cubicBezTo>
                    <a:cubicBezTo>
                      <a:pt x="3" y="19"/>
                      <a:pt x="8" y="15"/>
                      <a:pt x="10" y="14"/>
                    </a:cubicBezTo>
                    <a:cubicBezTo>
                      <a:pt x="11" y="12"/>
                      <a:pt x="9" y="11"/>
                      <a:pt x="4" y="12"/>
                    </a:cubicBezTo>
                    <a:close/>
                    <a:moveTo>
                      <a:pt x="8" y="9"/>
                    </a:moveTo>
                    <a:cubicBezTo>
                      <a:pt x="9" y="7"/>
                      <a:pt x="1" y="8"/>
                      <a:pt x="3" y="9"/>
                    </a:cubicBezTo>
                    <a:cubicBezTo>
                      <a:pt x="4" y="11"/>
                      <a:pt x="7" y="11"/>
                      <a:pt x="8"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44">
                <a:extLst>
                  <a:ext uri="{FF2B5EF4-FFF2-40B4-BE49-F238E27FC236}">
                    <a16:creationId xmlns:a16="http://schemas.microsoft.com/office/drawing/2014/main" id="{FC2E7771-172F-47EC-81B7-E1345898E0F1}"/>
                  </a:ext>
                </a:extLst>
              </p:cNvPr>
              <p:cNvSpPr>
                <a:spLocks/>
              </p:cNvSpPr>
              <p:nvPr/>
            </p:nvSpPr>
            <p:spPr bwMode="auto">
              <a:xfrm>
                <a:off x="5538294" y="3994439"/>
                <a:ext cx="148058" cy="181935"/>
              </a:xfrm>
              <a:custGeom>
                <a:avLst/>
                <a:gdLst>
                  <a:gd name="T0" fmla="*/ 57 w 64"/>
                  <a:gd name="T1" fmla="*/ 18 h 79"/>
                  <a:gd name="T2" fmla="*/ 61 w 64"/>
                  <a:gd name="T3" fmla="*/ 12 h 79"/>
                  <a:gd name="T4" fmla="*/ 64 w 64"/>
                  <a:gd name="T5" fmla="*/ 7 h 79"/>
                  <a:gd name="T6" fmla="*/ 60 w 64"/>
                  <a:gd name="T7" fmla="*/ 8 h 79"/>
                  <a:gd name="T8" fmla="*/ 56 w 64"/>
                  <a:gd name="T9" fmla="*/ 6 h 79"/>
                  <a:gd name="T10" fmla="*/ 50 w 64"/>
                  <a:gd name="T11" fmla="*/ 8 h 79"/>
                  <a:gd name="T12" fmla="*/ 44 w 64"/>
                  <a:gd name="T13" fmla="*/ 12 h 79"/>
                  <a:gd name="T14" fmla="*/ 35 w 64"/>
                  <a:gd name="T15" fmla="*/ 10 h 79"/>
                  <a:gd name="T16" fmla="*/ 26 w 64"/>
                  <a:gd name="T17" fmla="*/ 5 h 79"/>
                  <a:gd name="T18" fmla="*/ 17 w 64"/>
                  <a:gd name="T19" fmla="*/ 3 h 79"/>
                  <a:gd name="T20" fmla="*/ 13 w 64"/>
                  <a:gd name="T21" fmla="*/ 1 h 79"/>
                  <a:gd name="T22" fmla="*/ 8 w 64"/>
                  <a:gd name="T23" fmla="*/ 1 h 79"/>
                  <a:gd name="T24" fmla="*/ 2 w 64"/>
                  <a:gd name="T25" fmla="*/ 5 h 79"/>
                  <a:gd name="T26" fmla="*/ 1 w 64"/>
                  <a:gd name="T27" fmla="*/ 6 h 79"/>
                  <a:gd name="T28" fmla="*/ 4 w 64"/>
                  <a:gd name="T29" fmla="*/ 10 h 79"/>
                  <a:gd name="T30" fmla="*/ 5 w 64"/>
                  <a:gd name="T31" fmla="*/ 15 h 79"/>
                  <a:gd name="T32" fmla="*/ 8 w 64"/>
                  <a:gd name="T33" fmla="*/ 18 h 79"/>
                  <a:gd name="T34" fmla="*/ 8 w 64"/>
                  <a:gd name="T35" fmla="*/ 25 h 79"/>
                  <a:gd name="T36" fmla="*/ 3 w 64"/>
                  <a:gd name="T37" fmla="*/ 34 h 79"/>
                  <a:gd name="T38" fmla="*/ 0 w 64"/>
                  <a:gd name="T39" fmla="*/ 39 h 79"/>
                  <a:gd name="T40" fmla="*/ 5 w 64"/>
                  <a:gd name="T41" fmla="*/ 42 h 79"/>
                  <a:gd name="T42" fmla="*/ 0 w 64"/>
                  <a:gd name="T43" fmla="*/ 47 h 79"/>
                  <a:gd name="T44" fmla="*/ 0 w 64"/>
                  <a:gd name="T45" fmla="*/ 48 h 79"/>
                  <a:gd name="T46" fmla="*/ 30 w 64"/>
                  <a:gd name="T47" fmla="*/ 64 h 79"/>
                  <a:gd name="T48" fmla="*/ 30 w 64"/>
                  <a:gd name="T49" fmla="*/ 69 h 79"/>
                  <a:gd name="T50" fmla="*/ 43 w 64"/>
                  <a:gd name="T51" fmla="*/ 79 h 79"/>
                  <a:gd name="T52" fmla="*/ 51 w 64"/>
                  <a:gd name="T53" fmla="*/ 61 h 79"/>
                  <a:gd name="T54" fmla="*/ 56 w 64"/>
                  <a:gd name="T55" fmla="*/ 57 h 79"/>
                  <a:gd name="T56" fmla="*/ 61 w 64"/>
                  <a:gd name="T57" fmla="*/ 54 h 79"/>
                  <a:gd name="T58" fmla="*/ 61 w 64"/>
                  <a:gd name="T59" fmla="*/ 53 h 79"/>
                  <a:gd name="T60" fmla="*/ 57 w 64"/>
                  <a:gd name="T61" fmla="*/ 47 h 79"/>
                  <a:gd name="T62" fmla="*/ 57 w 64"/>
                  <a:gd name="T63" fmla="*/ 1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 h="79">
                    <a:moveTo>
                      <a:pt x="57" y="18"/>
                    </a:moveTo>
                    <a:cubicBezTo>
                      <a:pt x="61" y="12"/>
                      <a:pt x="61" y="12"/>
                      <a:pt x="61" y="12"/>
                    </a:cubicBezTo>
                    <a:cubicBezTo>
                      <a:pt x="64" y="7"/>
                      <a:pt x="64" y="7"/>
                      <a:pt x="64" y="7"/>
                    </a:cubicBezTo>
                    <a:cubicBezTo>
                      <a:pt x="63" y="7"/>
                      <a:pt x="61" y="8"/>
                      <a:pt x="60" y="8"/>
                    </a:cubicBezTo>
                    <a:cubicBezTo>
                      <a:pt x="59" y="9"/>
                      <a:pt x="57" y="8"/>
                      <a:pt x="56" y="6"/>
                    </a:cubicBezTo>
                    <a:cubicBezTo>
                      <a:pt x="56" y="5"/>
                      <a:pt x="52" y="6"/>
                      <a:pt x="50" y="8"/>
                    </a:cubicBezTo>
                    <a:cubicBezTo>
                      <a:pt x="47" y="9"/>
                      <a:pt x="45" y="13"/>
                      <a:pt x="44" y="12"/>
                    </a:cubicBezTo>
                    <a:cubicBezTo>
                      <a:pt x="43" y="11"/>
                      <a:pt x="37" y="10"/>
                      <a:pt x="35" y="10"/>
                    </a:cubicBezTo>
                    <a:cubicBezTo>
                      <a:pt x="33" y="10"/>
                      <a:pt x="27" y="7"/>
                      <a:pt x="26" y="5"/>
                    </a:cubicBezTo>
                    <a:cubicBezTo>
                      <a:pt x="24" y="3"/>
                      <a:pt x="19" y="4"/>
                      <a:pt x="17" y="3"/>
                    </a:cubicBezTo>
                    <a:cubicBezTo>
                      <a:pt x="16" y="3"/>
                      <a:pt x="14" y="2"/>
                      <a:pt x="13" y="1"/>
                    </a:cubicBezTo>
                    <a:cubicBezTo>
                      <a:pt x="12" y="0"/>
                      <a:pt x="10" y="0"/>
                      <a:pt x="8" y="1"/>
                    </a:cubicBezTo>
                    <a:cubicBezTo>
                      <a:pt x="6" y="1"/>
                      <a:pt x="2" y="3"/>
                      <a:pt x="2" y="5"/>
                    </a:cubicBezTo>
                    <a:cubicBezTo>
                      <a:pt x="1" y="5"/>
                      <a:pt x="1" y="6"/>
                      <a:pt x="1" y="6"/>
                    </a:cubicBezTo>
                    <a:cubicBezTo>
                      <a:pt x="4" y="10"/>
                      <a:pt x="4" y="10"/>
                      <a:pt x="4" y="10"/>
                    </a:cubicBezTo>
                    <a:cubicBezTo>
                      <a:pt x="5" y="15"/>
                      <a:pt x="5" y="15"/>
                      <a:pt x="5" y="15"/>
                    </a:cubicBezTo>
                    <a:cubicBezTo>
                      <a:pt x="8" y="18"/>
                      <a:pt x="8" y="18"/>
                      <a:pt x="8" y="18"/>
                    </a:cubicBezTo>
                    <a:cubicBezTo>
                      <a:pt x="8" y="18"/>
                      <a:pt x="8" y="21"/>
                      <a:pt x="8" y="25"/>
                    </a:cubicBezTo>
                    <a:cubicBezTo>
                      <a:pt x="7" y="28"/>
                      <a:pt x="5" y="32"/>
                      <a:pt x="3" y="34"/>
                    </a:cubicBezTo>
                    <a:cubicBezTo>
                      <a:pt x="2" y="35"/>
                      <a:pt x="1" y="37"/>
                      <a:pt x="0" y="39"/>
                    </a:cubicBezTo>
                    <a:cubicBezTo>
                      <a:pt x="3" y="40"/>
                      <a:pt x="6" y="41"/>
                      <a:pt x="5" y="42"/>
                    </a:cubicBezTo>
                    <a:cubicBezTo>
                      <a:pt x="5" y="44"/>
                      <a:pt x="0" y="43"/>
                      <a:pt x="0" y="47"/>
                    </a:cubicBezTo>
                    <a:cubicBezTo>
                      <a:pt x="0" y="48"/>
                      <a:pt x="0" y="48"/>
                      <a:pt x="0" y="48"/>
                    </a:cubicBezTo>
                    <a:cubicBezTo>
                      <a:pt x="30" y="64"/>
                      <a:pt x="30" y="64"/>
                      <a:pt x="30" y="64"/>
                    </a:cubicBezTo>
                    <a:cubicBezTo>
                      <a:pt x="30" y="69"/>
                      <a:pt x="30" y="69"/>
                      <a:pt x="30" y="69"/>
                    </a:cubicBezTo>
                    <a:cubicBezTo>
                      <a:pt x="30" y="69"/>
                      <a:pt x="37" y="74"/>
                      <a:pt x="43" y="79"/>
                    </a:cubicBezTo>
                    <a:cubicBezTo>
                      <a:pt x="46" y="71"/>
                      <a:pt x="50" y="63"/>
                      <a:pt x="51" y="61"/>
                    </a:cubicBezTo>
                    <a:cubicBezTo>
                      <a:pt x="53" y="59"/>
                      <a:pt x="55" y="59"/>
                      <a:pt x="56" y="57"/>
                    </a:cubicBezTo>
                    <a:cubicBezTo>
                      <a:pt x="58" y="55"/>
                      <a:pt x="58" y="58"/>
                      <a:pt x="61" y="54"/>
                    </a:cubicBezTo>
                    <a:cubicBezTo>
                      <a:pt x="61" y="54"/>
                      <a:pt x="61" y="54"/>
                      <a:pt x="61" y="53"/>
                    </a:cubicBezTo>
                    <a:cubicBezTo>
                      <a:pt x="57" y="47"/>
                      <a:pt x="57" y="47"/>
                      <a:pt x="57" y="47"/>
                    </a:cubicBezTo>
                    <a:lnTo>
                      <a:pt x="57" y="1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45">
                <a:extLst>
                  <a:ext uri="{FF2B5EF4-FFF2-40B4-BE49-F238E27FC236}">
                    <a16:creationId xmlns:a16="http://schemas.microsoft.com/office/drawing/2014/main" id="{1EEB1439-ED07-492A-9E07-93EF6145FEEA}"/>
                  </a:ext>
                </a:extLst>
              </p:cNvPr>
              <p:cNvSpPr>
                <a:spLocks/>
              </p:cNvSpPr>
              <p:nvPr/>
            </p:nvSpPr>
            <p:spPr bwMode="auto">
              <a:xfrm>
                <a:off x="5455482" y="4008241"/>
                <a:ext cx="101633" cy="105397"/>
              </a:xfrm>
              <a:custGeom>
                <a:avLst/>
                <a:gdLst>
                  <a:gd name="T0" fmla="*/ 41 w 44"/>
                  <a:gd name="T1" fmla="*/ 9 h 46"/>
                  <a:gd name="T2" fmla="*/ 40 w 44"/>
                  <a:gd name="T3" fmla="*/ 4 h 46"/>
                  <a:gd name="T4" fmla="*/ 37 w 44"/>
                  <a:gd name="T5" fmla="*/ 0 h 46"/>
                  <a:gd name="T6" fmla="*/ 34 w 44"/>
                  <a:gd name="T7" fmla="*/ 3 h 46"/>
                  <a:gd name="T8" fmla="*/ 29 w 44"/>
                  <a:gd name="T9" fmla="*/ 3 h 46"/>
                  <a:gd name="T10" fmla="*/ 23 w 44"/>
                  <a:gd name="T11" fmla="*/ 5 h 46"/>
                  <a:gd name="T12" fmla="*/ 18 w 44"/>
                  <a:gd name="T13" fmla="*/ 3 h 46"/>
                  <a:gd name="T14" fmla="*/ 12 w 44"/>
                  <a:gd name="T15" fmla="*/ 5 h 46"/>
                  <a:gd name="T16" fmla="*/ 11 w 44"/>
                  <a:gd name="T17" fmla="*/ 12 h 46"/>
                  <a:gd name="T18" fmla="*/ 14 w 44"/>
                  <a:gd name="T19" fmla="*/ 16 h 46"/>
                  <a:gd name="T20" fmla="*/ 11 w 44"/>
                  <a:gd name="T21" fmla="*/ 20 h 46"/>
                  <a:gd name="T22" fmla="*/ 8 w 44"/>
                  <a:gd name="T23" fmla="*/ 22 h 46"/>
                  <a:gd name="T24" fmla="*/ 5 w 44"/>
                  <a:gd name="T25" fmla="*/ 27 h 46"/>
                  <a:gd name="T26" fmla="*/ 3 w 44"/>
                  <a:gd name="T27" fmla="*/ 33 h 46"/>
                  <a:gd name="T28" fmla="*/ 2 w 44"/>
                  <a:gd name="T29" fmla="*/ 40 h 46"/>
                  <a:gd name="T30" fmla="*/ 0 w 44"/>
                  <a:gd name="T31" fmla="*/ 45 h 46"/>
                  <a:gd name="T32" fmla="*/ 4 w 44"/>
                  <a:gd name="T33" fmla="*/ 45 h 46"/>
                  <a:gd name="T34" fmla="*/ 13 w 44"/>
                  <a:gd name="T35" fmla="*/ 42 h 46"/>
                  <a:gd name="T36" fmla="*/ 19 w 44"/>
                  <a:gd name="T37" fmla="*/ 42 h 46"/>
                  <a:gd name="T38" fmla="*/ 25 w 44"/>
                  <a:gd name="T39" fmla="*/ 33 h 46"/>
                  <a:gd name="T40" fmla="*/ 36 w 44"/>
                  <a:gd name="T41" fmla="*/ 33 h 46"/>
                  <a:gd name="T42" fmla="*/ 39 w 44"/>
                  <a:gd name="T43" fmla="*/ 28 h 46"/>
                  <a:gd name="T44" fmla="*/ 44 w 44"/>
                  <a:gd name="T45" fmla="*/ 19 h 46"/>
                  <a:gd name="T46" fmla="*/ 44 w 44"/>
                  <a:gd name="T47" fmla="*/ 12 h 46"/>
                  <a:gd name="T48" fmla="*/ 41 w 44"/>
                  <a:gd name="T49"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 h="46">
                    <a:moveTo>
                      <a:pt x="41" y="9"/>
                    </a:moveTo>
                    <a:cubicBezTo>
                      <a:pt x="40" y="4"/>
                      <a:pt x="40" y="4"/>
                      <a:pt x="40" y="4"/>
                    </a:cubicBezTo>
                    <a:cubicBezTo>
                      <a:pt x="37" y="0"/>
                      <a:pt x="37" y="0"/>
                      <a:pt x="37" y="0"/>
                    </a:cubicBezTo>
                    <a:cubicBezTo>
                      <a:pt x="35" y="1"/>
                      <a:pt x="34" y="2"/>
                      <a:pt x="34" y="3"/>
                    </a:cubicBezTo>
                    <a:cubicBezTo>
                      <a:pt x="34" y="4"/>
                      <a:pt x="30" y="4"/>
                      <a:pt x="29" y="3"/>
                    </a:cubicBezTo>
                    <a:cubicBezTo>
                      <a:pt x="27" y="2"/>
                      <a:pt x="24" y="4"/>
                      <a:pt x="23" y="5"/>
                    </a:cubicBezTo>
                    <a:cubicBezTo>
                      <a:pt x="22" y="6"/>
                      <a:pt x="20" y="3"/>
                      <a:pt x="18" y="3"/>
                    </a:cubicBezTo>
                    <a:cubicBezTo>
                      <a:pt x="16" y="3"/>
                      <a:pt x="12" y="5"/>
                      <a:pt x="12" y="5"/>
                    </a:cubicBezTo>
                    <a:cubicBezTo>
                      <a:pt x="12" y="5"/>
                      <a:pt x="11" y="10"/>
                      <a:pt x="11" y="12"/>
                    </a:cubicBezTo>
                    <a:cubicBezTo>
                      <a:pt x="11" y="14"/>
                      <a:pt x="14" y="14"/>
                      <a:pt x="14" y="16"/>
                    </a:cubicBezTo>
                    <a:cubicBezTo>
                      <a:pt x="14" y="18"/>
                      <a:pt x="12" y="19"/>
                      <a:pt x="11" y="20"/>
                    </a:cubicBezTo>
                    <a:cubicBezTo>
                      <a:pt x="11" y="21"/>
                      <a:pt x="10" y="22"/>
                      <a:pt x="8" y="22"/>
                    </a:cubicBezTo>
                    <a:cubicBezTo>
                      <a:pt x="6" y="23"/>
                      <a:pt x="6" y="26"/>
                      <a:pt x="5" y="27"/>
                    </a:cubicBezTo>
                    <a:cubicBezTo>
                      <a:pt x="4" y="28"/>
                      <a:pt x="4" y="31"/>
                      <a:pt x="3" y="33"/>
                    </a:cubicBezTo>
                    <a:cubicBezTo>
                      <a:pt x="2" y="35"/>
                      <a:pt x="2" y="37"/>
                      <a:pt x="2" y="40"/>
                    </a:cubicBezTo>
                    <a:cubicBezTo>
                      <a:pt x="2" y="41"/>
                      <a:pt x="1" y="44"/>
                      <a:pt x="0" y="45"/>
                    </a:cubicBezTo>
                    <a:cubicBezTo>
                      <a:pt x="3" y="46"/>
                      <a:pt x="3" y="45"/>
                      <a:pt x="4" y="45"/>
                    </a:cubicBezTo>
                    <a:cubicBezTo>
                      <a:pt x="6" y="44"/>
                      <a:pt x="13" y="42"/>
                      <a:pt x="13" y="42"/>
                    </a:cubicBezTo>
                    <a:cubicBezTo>
                      <a:pt x="19" y="42"/>
                      <a:pt x="19" y="42"/>
                      <a:pt x="19" y="42"/>
                    </a:cubicBezTo>
                    <a:cubicBezTo>
                      <a:pt x="21" y="37"/>
                      <a:pt x="23" y="34"/>
                      <a:pt x="25" y="33"/>
                    </a:cubicBezTo>
                    <a:cubicBezTo>
                      <a:pt x="29" y="32"/>
                      <a:pt x="33" y="32"/>
                      <a:pt x="36" y="33"/>
                    </a:cubicBezTo>
                    <a:cubicBezTo>
                      <a:pt x="37" y="31"/>
                      <a:pt x="38" y="29"/>
                      <a:pt x="39" y="28"/>
                    </a:cubicBezTo>
                    <a:cubicBezTo>
                      <a:pt x="41" y="26"/>
                      <a:pt x="43" y="22"/>
                      <a:pt x="44" y="19"/>
                    </a:cubicBezTo>
                    <a:cubicBezTo>
                      <a:pt x="44" y="15"/>
                      <a:pt x="44" y="12"/>
                      <a:pt x="44" y="12"/>
                    </a:cubicBezTo>
                    <a:lnTo>
                      <a:pt x="41" y="9"/>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46">
                <a:extLst>
                  <a:ext uri="{FF2B5EF4-FFF2-40B4-BE49-F238E27FC236}">
                    <a16:creationId xmlns:a16="http://schemas.microsoft.com/office/drawing/2014/main" id="{193023EF-5A34-4EE1-98D9-8C3B61A0CEC2}"/>
                  </a:ext>
                </a:extLst>
              </p:cNvPr>
              <p:cNvSpPr>
                <a:spLocks/>
              </p:cNvSpPr>
              <p:nvPr/>
            </p:nvSpPr>
            <p:spPr bwMode="auto">
              <a:xfrm>
                <a:off x="5956118" y="3173848"/>
                <a:ext cx="326229" cy="190718"/>
              </a:xfrm>
              <a:custGeom>
                <a:avLst/>
                <a:gdLst>
                  <a:gd name="T0" fmla="*/ 138 w 142"/>
                  <a:gd name="T1" fmla="*/ 46 h 83"/>
                  <a:gd name="T2" fmla="*/ 127 w 142"/>
                  <a:gd name="T3" fmla="*/ 41 h 83"/>
                  <a:gd name="T4" fmla="*/ 121 w 142"/>
                  <a:gd name="T5" fmla="*/ 41 h 83"/>
                  <a:gd name="T6" fmla="*/ 113 w 142"/>
                  <a:gd name="T7" fmla="*/ 39 h 83"/>
                  <a:gd name="T8" fmla="*/ 105 w 142"/>
                  <a:gd name="T9" fmla="*/ 46 h 83"/>
                  <a:gd name="T10" fmla="*/ 101 w 142"/>
                  <a:gd name="T11" fmla="*/ 47 h 83"/>
                  <a:gd name="T12" fmla="*/ 95 w 142"/>
                  <a:gd name="T13" fmla="*/ 43 h 83"/>
                  <a:gd name="T14" fmla="*/ 88 w 142"/>
                  <a:gd name="T15" fmla="*/ 41 h 83"/>
                  <a:gd name="T16" fmla="*/ 83 w 142"/>
                  <a:gd name="T17" fmla="*/ 33 h 83"/>
                  <a:gd name="T18" fmla="*/ 81 w 142"/>
                  <a:gd name="T19" fmla="*/ 25 h 83"/>
                  <a:gd name="T20" fmla="*/ 75 w 142"/>
                  <a:gd name="T21" fmla="*/ 20 h 83"/>
                  <a:gd name="T22" fmla="*/ 59 w 142"/>
                  <a:gd name="T23" fmla="*/ 20 h 83"/>
                  <a:gd name="T24" fmla="*/ 48 w 142"/>
                  <a:gd name="T25" fmla="*/ 20 h 83"/>
                  <a:gd name="T26" fmla="*/ 39 w 142"/>
                  <a:gd name="T27" fmla="*/ 10 h 83"/>
                  <a:gd name="T28" fmla="*/ 37 w 142"/>
                  <a:gd name="T29" fmla="*/ 13 h 83"/>
                  <a:gd name="T30" fmla="*/ 27 w 142"/>
                  <a:gd name="T31" fmla="*/ 12 h 83"/>
                  <a:gd name="T32" fmla="*/ 26 w 142"/>
                  <a:gd name="T33" fmla="*/ 0 h 83"/>
                  <a:gd name="T34" fmla="*/ 22 w 142"/>
                  <a:gd name="T35" fmla="*/ 12 h 83"/>
                  <a:gd name="T36" fmla="*/ 21 w 142"/>
                  <a:gd name="T37" fmla="*/ 0 h 83"/>
                  <a:gd name="T38" fmla="*/ 1 w 142"/>
                  <a:gd name="T39" fmla="*/ 5 h 83"/>
                  <a:gd name="T40" fmla="*/ 0 w 142"/>
                  <a:gd name="T41" fmla="*/ 41 h 83"/>
                  <a:gd name="T42" fmla="*/ 0 w 142"/>
                  <a:gd name="T43" fmla="*/ 41 h 83"/>
                  <a:gd name="T44" fmla="*/ 6 w 142"/>
                  <a:gd name="T45" fmla="*/ 42 h 83"/>
                  <a:gd name="T46" fmla="*/ 8 w 142"/>
                  <a:gd name="T47" fmla="*/ 38 h 83"/>
                  <a:gd name="T48" fmla="*/ 14 w 142"/>
                  <a:gd name="T49" fmla="*/ 34 h 83"/>
                  <a:gd name="T50" fmla="*/ 17 w 142"/>
                  <a:gd name="T51" fmla="*/ 31 h 83"/>
                  <a:gd name="T52" fmla="*/ 20 w 142"/>
                  <a:gd name="T53" fmla="*/ 29 h 83"/>
                  <a:gd name="T54" fmla="*/ 26 w 142"/>
                  <a:gd name="T55" fmla="*/ 31 h 83"/>
                  <a:gd name="T56" fmla="*/ 32 w 142"/>
                  <a:gd name="T57" fmla="*/ 33 h 83"/>
                  <a:gd name="T58" fmla="*/ 35 w 142"/>
                  <a:gd name="T59" fmla="*/ 41 h 83"/>
                  <a:gd name="T60" fmla="*/ 47 w 142"/>
                  <a:gd name="T61" fmla="*/ 43 h 83"/>
                  <a:gd name="T62" fmla="*/ 50 w 142"/>
                  <a:gd name="T63" fmla="*/ 48 h 83"/>
                  <a:gd name="T64" fmla="*/ 54 w 142"/>
                  <a:gd name="T65" fmla="*/ 55 h 83"/>
                  <a:gd name="T66" fmla="*/ 62 w 142"/>
                  <a:gd name="T67" fmla="*/ 60 h 83"/>
                  <a:gd name="T68" fmla="*/ 71 w 142"/>
                  <a:gd name="T69" fmla="*/ 66 h 83"/>
                  <a:gd name="T70" fmla="*/ 80 w 142"/>
                  <a:gd name="T71" fmla="*/ 71 h 83"/>
                  <a:gd name="T72" fmla="*/ 87 w 142"/>
                  <a:gd name="T73" fmla="*/ 74 h 83"/>
                  <a:gd name="T74" fmla="*/ 87 w 142"/>
                  <a:gd name="T75" fmla="*/ 79 h 83"/>
                  <a:gd name="T76" fmla="*/ 88 w 142"/>
                  <a:gd name="T77" fmla="*/ 79 h 83"/>
                  <a:gd name="T78" fmla="*/ 95 w 142"/>
                  <a:gd name="T79" fmla="*/ 81 h 83"/>
                  <a:gd name="T80" fmla="*/ 98 w 142"/>
                  <a:gd name="T81" fmla="*/ 83 h 83"/>
                  <a:gd name="T82" fmla="*/ 101 w 142"/>
                  <a:gd name="T83" fmla="*/ 74 h 83"/>
                  <a:gd name="T84" fmla="*/ 100 w 142"/>
                  <a:gd name="T85" fmla="*/ 67 h 83"/>
                  <a:gd name="T86" fmla="*/ 95 w 142"/>
                  <a:gd name="T87" fmla="*/ 61 h 83"/>
                  <a:gd name="T88" fmla="*/ 103 w 142"/>
                  <a:gd name="T89" fmla="*/ 58 h 83"/>
                  <a:gd name="T90" fmla="*/ 105 w 142"/>
                  <a:gd name="T91" fmla="*/ 54 h 83"/>
                  <a:gd name="T92" fmla="*/ 109 w 142"/>
                  <a:gd name="T93" fmla="*/ 49 h 83"/>
                  <a:gd name="T94" fmla="*/ 115 w 142"/>
                  <a:gd name="T95" fmla="*/ 48 h 83"/>
                  <a:gd name="T96" fmla="*/ 121 w 142"/>
                  <a:gd name="T97" fmla="*/ 47 h 83"/>
                  <a:gd name="T98" fmla="*/ 118 w 142"/>
                  <a:gd name="T99" fmla="*/ 53 h 83"/>
                  <a:gd name="T100" fmla="*/ 127 w 142"/>
                  <a:gd name="T101" fmla="*/ 52 h 83"/>
                  <a:gd name="T102" fmla="*/ 135 w 142"/>
                  <a:gd name="T103" fmla="*/ 50 h 83"/>
                  <a:gd name="T104" fmla="*/ 138 w 142"/>
                  <a:gd name="T105" fmla="*/ 4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2" h="83">
                    <a:moveTo>
                      <a:pt x="138" y="46"/>
                    </a:moveTo>
                    <a:cubicBezTo>
                      <a:pt x="135" y="43"/>
                      <a:pt x="128" y="39"/>
                      <a:pt x="127" y="41"/>
                    </a:cubicBezTo>
                    <a:cubicBezTo>
                      <a:pt x="127" y="43"/>
                      <a:pt x="123" y="43"/>
                      <a:pt x="121" y="41"/>
                    </a:cubicBezTo>
                    <a:cubicBezTo>
                      <a:pt x="119" y="40"/>
                      <a:pt x="118" y="37"/>
                      <a:pt x="113" y="39"/>
                    </a:cubicBezTo>
                    <a:cubicBezTo>
                      <a:pt x="109" y="41"/>
                      <a:pt x="105" y="44"/>
                      <a:pt x="105" y="46"/>
                    </a:cubicBezTo>
                    <a:cubicBezTo>
                      <a:pt x="105" y="47"/>
                      <a:pt x="102" y="49"/>
                      <a:pt x="101" y="47"/>
                    </a:cubicBezTo>
                    <a:cubicBezTo>
                      <a:pt x="101" y="44"/>
                      <a:pt x="97" y="43"/>
                      <a:pt x="95" y="43"/>
                    </a:cubicBezTo>
                    <a:cubicBezTo>
                      <a:pt x="92" y="42"/>
                      <a:pt x="88" y="43"/>
                      <a:pt x="88" y="41"/>
                    </a:cubicBezTo>
                    <a:cubicBezTo>
                      <a:pt x="87" y="38"/>
                      <a:pt x="84" y="35"/>
                      <a:pt x="83" y="33"/>
                    </a:cubicBezTo>
                    <a:cubicBezTo>
                      <a:pt x="83" y="30"/>
                      <a:pt x="84" y="26"/>
                      <a:pt x="81" y="25"/>
                    </a:cubicBezTo>
                    <a:cubicBezTo>
                      <a:pt x="79" y="24"/>
                      <a:pt x="77" y="20"/>
                      <a:pt x="75" y="20"/>
                    </a:cubicBezTo>
                    <a:cubicBezTo>
                      <a:pt x="73" y="20"/>
                      <a:pt x="60" y="20"/>
                      <a:pt x="59" y="20"/>
                    </a:cubicBezTo>
                    <a:cubicBezTo>
                      <a:pt x="57" y="19"/>
                      <a:pt x="49" y="22"/>
                      <a:pt x="48" y="20"/>
                    </a:cubicBezTo>
                    <a:cubicBezTo>
                      <a:pt x="48" y="19"/>
                      <a:pt x="42" y="13"/>
                      <a:pt x="39" y="10"/>
                    </a:cubicBezTo>
                    <a:cubicBezTo>
                      <a:pt x="39" y="11"/>
                      <a:pt x="38" y="12"/>
                      <a:pt x="37" y="13"/>
                    </a:cubicBezTo>
                    <a:cubicBezTo>
                      <a:pt x="31" y="18"/>
                      <a:pt x="25" y="17"/>
                      <a:pt x="27" y="12"/>
                    </a:cubicBezTo>
                    <a:cubicBezTo>
                      <a:pt x="29" y="6"/>
                      <a:pt x="29" y="0"/>
                      <a:pt x="26" y="0"/>
                    </a:cubicBezTo>
                    <a:cubicBezTo>
                      <a:pt x="23" y="0"/>
                      <a:pt x="25" y="11"/>
                      <a:pt x="22" y="12"/>
                    </a:cubicBezTo>
                    <a:cubicBezTo>
                      <a:pt x="20" y="13"/>
                      <a:pt x="20" y="4"/>
                      <a:pt x="21" y="0"/>
                    </a:cubicBezTo>
                    <a:cubicBezTo>
                      <a:pt x="1" y="5"/>
                      <a:pt x="1" y="5"/>
                      <a:pt x="1" y="5"/>
                    </a:cubicBezTo>
                    <a:cubicBezTo>
                      <a:pt x="0" y="41"/>
                      <a:pt x="0" y="41"/>
                      <a:pt x="0" y="41"/>
                    </a:cubicBezTo>
                    <a:cubicBezTo>
                      <a:pt x="0" y="41"/>
                      <a:pt x="0" y="41"/>
                      <a:pt x="0" y="41"/>
                    </a:cubicBezTo>
                    <a:cubicBezTo>
                      <a:pt x="2" y="42"/>
                      <a:pt x="4" y="42"/>
                      <a:pt x="6" y="42"/>
                    </a:cubicBezTo>
                    <a:cubicBezTo>
                      <a:pt x="9" y="42"/>
                      <a:pt x="8" y="40"/>
                      <a:pt x="8" y="38"/>
                    </a:cubicBezTo>
                    <a:cubicBezTo>
                      <a:pt x="8" y="36"/>
                      <a:pt x="12" y="34"/>
                      <a:pt x="14" y="34"/>
                    </a:cubicBezTo>
                    <a:cubicBezTo>
                      <a:pt x="17" y="34"/>
                      <a:pt x="16" y="31"/>
                      <a:pt x="17" y="31"/>
                    </a:cubicBezTo>
                    <a:cubicBezTo>
                      <a:pt x="18" y="31"/>
                      <a:pt x="20" y="30"/>
                      <a:pt x="20" y="29"/>
                    </a:cubicBezTo>
                    <a:cubicBezTo>
                      <a:pt x="21" y="28"/>
                      <a:pt x="25" y="29"/>
                      <a:pt x="26" y="31"/>
                    </a:cubicBezTo>
                    <a:cubicBezTo>
                      <a:pt x="27" y="32"/>
                      <a:pt x="30" y="32"/>
                      <a:pt x="32" y="33"/>
                    </a:cubicBezTo>
                    <a:cubicBezTo>
                      <a:pt x="34" y="33"/>
                      <a:pt x="35" y="40"/>
                      <a:pt x="35" y="41"/>
                    </a:cubicBezTo>
                    <a:cubicBezTo>
                      <a:pt x="35" y="43"/>
                      <a:pt x="45" y="42"/>
                      <a:pt x="47" y="43"/>
                    </a:cubicBezTo>
                    <a:cubicBezTo>
                      <a:pt x="49" y="43"/>
                      <a:pt x="49" y="46"/>
                      <a:pt x="50" y="48"/>
                    </a:cubicBezTo>
                    <a:cubicBezTo>
                      <a:pt x="52" y="50"/>
                      <a:pt x="53" y="53"/>
                      <a:pt x="54" y="55"/>
                    </a:cubicBezTo>
                    <a:cubicBezTo>
                      <a:pt x="55" y="56"/>
                      <a:pt x="61" y="58"/>
                      <a:pt x="62" y="60"/>
                    </a:cubicBezTo>
                    <a:cubicBezTo>
                      <a:pt x="63" y="63"/>
                      <a:pt x="68" y="65"/>
                      <a:pt x="71" y="66"/>
                    </a:cubicBezTo>
                    <a:cubicBezTo>
                      <a:pt x="75" y="67"/>
                      <a:pt x="78" y="72"/>
                      <a:pt x="80" y="71"/>
                    </a:cubicBezTo>
                    <a:cubicBezTo>
                      <a:pt x="81" y="71"/>
                      <a:pt x="87" y="74"/>
                      <a:pt x="87" y="74"/>
                    </a:cubicBezTo>
                    <a:cubicBezTo>
                      <a:pt x="87" y="79"/>
                      <a:pt x="87" y="79"/>
                      <a:pt x="87" y="79"/>
                    </a:cubicBezTo>
                    <a:cubicBezTo>
                      <a:pt x="88" y="79"/>
                      <a:pt x="88" y="79"/>
                      <a:pt x="88" y="79"/>
                    </a:cubicBezTo>
                    <a:cubicBezTo>
                      <a:pt x="91" y="78"/>
                      <a:pt x="92" y="81"/>
                      <a:pt x="95" y="81"/>
                    </a:cubicBezTo>
                    <a:cubicBezTo>
                      <a:pt x="96" y="81"/>
                      <a:pt x="97" y="82"/>
                      <a:pt x="98" y="83"/>
                    </a:cubicBezTo>
                    <a:cubicBezTo>
                      <a:pt x="98" y="78"/>
                      <a:pt x="99" y="76"/>
                      <a:pt x="101" y="74"/>
                    </a:cubicBezTo>
                    <a:cubicBezTo>
                      <a:pt x="103" y="73"/>
                      <a:pt x="100" y="70"/>
                      <a:pt x="100" y="67"/>
                    </a:cubicBezTo>
                    <a:cubicBezTo>
                      <a:pt x="101" y="65"/>
                      <a:pt x="95" y="63"/>
                      <a:pt x="95" y="61"/>
                    </a:cubicBezTo>
                    <a:cubicBezTo>
                      <a:pt x="96" y="59"/>
                      <a:pt x="101" y="59"/>
                      <a:pt x="103" y="58"/>
                    </a:cubicBezTo>
                    <a:cubicBezTo>
                      <a:pt x="105" y="57"/>
                      <a:pt x="103" y="54"/>
                      <a:pt x="105" y="54"/>
                    </a:cubicBezTo>
                    <a:cubicBezTo>
                      <a:pt x="108" y="54"/>
                      <a:pt x="109" y="51"/>
                      <a:pt x="109" y="49"/>
                    </a:cubicBezTo>
                    <a:cubicBezTo>
                      <a:pt x="110" y="47"/>
                      <a:pt x="114" y="49"/>
                      <a:pt x="115" y="48"/>
                    </a:cubicBezTo>
                    <a:cubicBezTo>
                      <a:pt x="117" y="46"/>
                      <a:pt x="120" y="45"/>
                      <a:pt x="121" y="47"/>
                    </a:cubicBezTo>
                    <a:cubicBezTo>
                      <a:pt x="121" y="48"/>
                      <a:pt x="119" y="52"/>
                      <a:pt x="118" y="53"/>
                    </a:cubicBezTo>
                    <a:cubicBezTo>
                      <a:pt x="121" y="53"/>
                      <a:pt x="126" y="53"/>
                      <a:pt x="127" y="52"/>
                    </a:cubicBezTo>
                    <a:cubicBezTo>
                      <a:pt x="129" y="50"/>
                      <a:pt x="133" y="54"/>
                      <a:pt x="135" y="50"/>
                    </a:cubicBezTo>
                    <a:cubicBezTo>
                      <a:pt x="137" y="47"/>
                      <a:pt x="142" y="49"/>
                      <a:pt x="138" y="4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47">
                <a:extLst>
                  <a:ext uri="{FF2B5EF4-FFF2-40B4-BE49-F238E27FC236}">
                    <a16:creationId xmlns:a16="http://schemas.microsoft.com/office/drawing/2014/main" id="{5C0B1A09-60E2-4736-B7C7-8BDE0C97268D}"/>
                  </a:ext>
                </a:extLst>
              </p:cNvPr>
              <p:cNvSpPr>
                <a:spLocks noEditPoints="1"/>
              </p:cNvSpPr>
              <p:nvPr/>
            </p:nvSpPr>
            <p:spPr bwMode="auto">
              <a:xfrm>
                <a:off x="5015074" y="2098549"/>
                <a:ext cx="479305" cy="759109"/>
              </a:xfrm>
              <a:custGeom>
                <a:avLst/>
                <a:gdLst>
                  <a:gd name="T0" fmla="*/ 197 w 208"/>
                  <a:gd name="T1" fmla="*/ 172 h 329"/>
                  <a:gd name="T2" fmla="*/ 197 w 208"/>
                  <a:gd name="T3" fmla="*/ 162 h 329"/>
                  <a:gd name="T4" fmla="*/ 186 w 208"/>
                  <a:gd name="T5" fmla="*/ 161 h 329"/>
                  <a:gd name="T6" fmla="*/ 173 w 208"/>
                  <a:gd name="T7" fmla="*/ 160 h 329"/>
                  <a:gd name="T8" fmla="*/ 167 w 208"/>
                  <a:gd name="T9" fmla="*/ 159 h 329"/>
                  <a:gd name="T10" fmla="*/ 154 w 208"/>
                  <a:gd name="T11" fmla="*/ 162 h 329"/>
                  <a:gd name="T12" fmla="*/ 144 w 208"/>
                  <a:gd name="T13" fmla="*/ 173 h 329"/>
                  <a:gd name="T14" fmla="*/ 144 w 208"/>
                  <a:gd name="T15" fmla="*/ 161 h 329"/>
                  <a:gd name="T16" fmla="*/ 130 w 208"/>
                  <a:gd name="T17" fmla="*/ 170 h 329"/>
                  <a:gd name="T18" fmla="*/ 124 w 208"/>
                  <a:gd name="T19" fmla="*/ 172 h 329"/>
                  <a:gd name="T20" fmla="*/ 118 w 208"/>
                  <a:gd name="T21" fmla="*/ 171 h 329"/>
                  <a:gd name="T22" fmla="*/ 106 w 208"/>
                  <a:gd name="T23" fmla="*/ 179 h 329"/>
                  <a:gd name="T24" fmla="*/ 99 w 208"/>
                  <a:gd name="T25" fmla="*/ 185 h 329"/>
                  <a:gd name="T26" fmla="*/ 92 w 208"/>
                  <a:gd name="T27" fmla="*/ 189 h 329"/>
                  <a:gd name="T28" fmla="*/ 79 w 208"/>
                  <a:gd name="T29" fmla="*/ 192 h 329"/>
                  <a:gd name="T30" fmla="*/ 75 w 208"/>
                  <a:gd name="T31" fmla="*/ 199 h 329"/>
                  <a:gd name="T32" fmla="*/ 92 w 208"/>
                  <a:gd name="T33" fmla="*/ 199 h 329"/>
                  <a:gd name="T34" fmla="*/ 79 w 208"/>
                  <a:gd name="T35" fmla="*/ 208 h 329"/>
                  <a:gd name="T36" fmla="*/ 61 w 208"/>
                  <a:gd name="T37" fmla="*/ 228 h 329"/>
                  <a:gd name="T38" fmla="*/ 50 w 208"/>
                  <a:gd name="T39" fmla="*/ 243 h 329"/>
                  <a:gd name="T40" fmla="*/ 39 w 208"/>
                  <a:gd name="T41" fmla="*/ 257 h 329"/>
                  <a:gd name="T42" fmla="*/ 26 w 208"/>
                  <a:gd name="T43" fmla="*/ 267 h 329"/>
                  <a:gd name="T44" fmla="*/ 11 w 208"/>
                  <a:gd name="T45" fmla="*/ 276 h 329"/>
                  <a:gd name="T46" fmla="*/ 4 w 208"/>
                  <a:gd name="T47" fmla="*/ 288 h 329"/>
                  <a:gd name="T48" fmla="*/ 1 w 208"/>
                  <a:gd name="T49" fmla="*/ 303 h 329"/>
                  <a:gd name="T50" fmla="*/ 9 w 208"/>
                  <a:gd name="T51" fmla="*/ 308 h 329"/>
                  <a:gd name="T52" fmla="*/ 7 w 208"/>
                  <a:gd name="T53" fmla="*/ 313 h 329"/>
                  <a:gd name="T54" fmla="*/ 14 w 208"/>
                  <a:gd name="T55" fmla="*/ 326 h 329"/>
                  <a:gd name="T56" fmla="*/ 46 w 208"/>
                  <a:gd name="T57" fmla="*/ 311 h 329"/>
                  <a:gd name="T58" fmla="*/ 56 w 208"/>
                  <a:gd name="T59" fmla="*/ 314 h 329"/>
                  <a:gd name="T60" fmla="*/ 61 w 208"/>
                  <a:gd name="T61" fmla="*/ 294 h 329"/>
                  <a:gd name="T62" fmla="*/ 59 w 208"/>
                  <a:gd name="T63" fmla="*/ 268 h 329"/>
                  <a:gd name="T64" fmla="*/ 73 w 208"/>
                  <a:gd name="T65" fmla="*/ 250 h 329"/>
                  <a:gd name="T66" fmla="*/ 83 w 208"/>
                  <a:gd name="T67" fmla="*/ 227 h 329"/>
                  <a:gd name="T68" fmla="*/ 93 w 208"/>
                  <a:gd name="T69" fmla="*/ 206 h 329"/>
                  <a:gd name="T70" fmla="*/ 116 w 208"/>
                  <a:gd name="T71" fmla="*/ 195 h 329"/>
                  <a:gd name="T72" fmla="*/ 132 w 208"/>
                  <a:gd name="T73" fmla="*/ 184 h 329"/>
                  <a:gd name="T74" fmla="*/ 160 w 208"/>
                  <a:gd name="T75" fmla="*/ 192 h 329"/>
                  <a:gd name="T76" fmla="*/ 178 w 208"/>
                  <a:gd name="T77" fmla="*/ 174 h 329"/>
                  <a:gd name="T78" fmla="*/ 197 w 208"/>
                  <a:gd name="T79" fmla="*/ 182 h 329"/>
                  <a:gd name="T80" fmla="*/ 58 w 208"/>
                  <a:gd name="T81" fmla="*/ 24 h 329"/>
                  <a:gd name="T82" fmla="*/ 77 w 208"/>
                  <a:gd name="T83" fmla="*/ 35 h 329"/>
                  <a:gd name="T84" fmla="*/ 92 w 208"/>
                  <a:gd name="T85" fmla="*/ 38 h 329"/>
                  <a:gd name="T86" fmla="*/ 93 w 208"/>
                  <a:gd name="T87" fmla="*/ 49 h 329"/>
                  <a:gd name="T88" fmla="*/ 79 w 208"/>
                  <a:gd name="T89" fmla="*/ 62 h 329"/>
                  <a:gd name="T90" fmla="*/ 95 w 208"/>
                  <a:gd name="T91" fmla="*/ 68 h 329"/>
                  <a:gd name="T92" fmla="*/ 114 w 208"/>
                  <a:gd name="T93" fmla="*/ 37 h 329"/>
                  <a:gd name="T94" fmla="*/ 129 w 208"/>
                  <a:gd name="T95" fmla="*/ 45 h 329"/>
                  <a:gd name="T96" fmla="*/ 150 w 208"/>
                  <a:gd name="T97" fmla="*/ 54 h 329"/>
                  <a:gd name="T98" fmla="*/ 143 w 208"/>
                  <a:gd name="T99" fmla="*/ 43 h 329"/>
                  <a:gd name="T100" fmla="*/ 125 w 208"/>
                  <a:gd name="T101" fmla="*/ 28 h 329"/>
                  <a:gd name="T102" fmla="*/ 107 w 208"/>
                  <a:gd name="T103" fmla="*/ 18 h 329"/>
                  <a:gd name="T104" fmla="*/ 90 w 208"/>
                  <a:gd name="T105" fmla="*/ 9 h 329"/>
                  <a:gd name="T106" fmla="*/ 83 w 208"/>
                  <a:gd name="T107" fmla="*/ 18 h 329"/>
                  <a:gd name="T108" fmla="*/ 66 w 208"/>
                  <a:gd name="T109" fmla="*/ 17 h 329"/>
                  <a:gd name="T110" fmla="*/ 56 w 208"/>
                  <a:gd name="T111" fmla="*/ 14 h 329"/>
                  <a:gd name="T112" fmla="*/ 50 w 208"/>
                  <a:gd name="T113" fmla="*/ 38 h 329"/>
                  <a:gd name="T114" fmla="*/ 50 w 208"/>
                  <a:gd name="T115" fmla="*/ 38 h 329"/>
                  <a:gd name="T116" fmla="*/ 119 w 208"/>
                  <a:gd name="T117" fmla="*/ 19 h 329"/>
                  <a:gd name="T118" fmla="*/ 167 w 208"/>
                  <a:gd name="T119" fmla="*/ 18 h 329"/>
                  <a:gd name="T120" fmla="*/ 145 w 208"/>
                  <a:gd name="T121" fmla="*/ 7 h 329"/>
                  <a:gd name="T122" fmla="*/ 126 w 208"/>
                  <a:gd name="T123" fmla="*/ 6 h 329"/>
                  <a:gd name="T124" fmla="*/ 112 w 208"/>
                  <a:gd name="T125" fmla="*/ 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8" h="329">
                    <a:moveTo>
                      <a:pt x="201" y="176"/>
                    </a:moveTo>
                    <a:cubicBezTo>
                      <a:pt x="201" y="178"/>
                      <a:pt x="198" y="178"/>
                      <a:pt x="198" y="176"/>
                    </a:cubicBezTo>
                    <a:cubicBezTo>
                      <a:pt x="198" y="174"/>
                      <a:pt x="193" y="173"/>
                      <a:pt x="193" y="172"/>
                    </a:cubicBezTo>
                    <a:cubicBezTo>
                      <a:pt x="192" y="171"/>
                      <a:pt x="195" y="171"/>
                      <a:pt x="197" y="172"/>
                    </a:cubicBezTo>
                    <a:cubicBezTo>
                      <a:pt x="199" y="173"/>
                      <a:pt x="200" y="173"/>
                      <a:pt x="202" y="170"/>
                    </a:cubicBezTo>
                    <a:cubicBezTo>
                      <a:pt x="204" y="168"/>
                      <a:pt x="207" y="170"/>
                      <a:pt x="208" y="168"/>
                    </a:cubicBezTo>
                    <a:cubicBezTo>
                      <a:pt x="208" y="167"/>
                      <a:pt x="204" y="165"/>
                      <a:pt x="203" y="164"/>
                    </a:cubicBezTo>
                    <a:cubicBezTo>
                      <a:pt x="203" y="163"/>
                      <a:pt x="200" y="162"/>
                      <a:pt x="197" y="162"/>
                    </a:cubicBezTo>
                    <a:cubicBezTo>
                      <a:pt x="195" y="163"/>
                      <a:pt x="195" y="162"/>
                      <a:pt x="193" y="160"/>
                    </a:cubicBezTo>
                    <a:cubicBezTo>
                      <a:pt x="191" y="159"/>
                      <a:pt x="187" y="161"/>
                      <a:pt x="187" y="165"/>
                    </a:cubicBezTo>
                    <a:cubicBezTo>
                      <a:pt x="187" y="168"/>
                      <a:pt x="184" y="167"/>
                      <a:pt x="185" y="165"/>
                    </a:cubicBezTo>
                    <a:cubicBezTo>
                      <a:pt x="186" y="163"/>
                      <a:pt x="183" y="161"/>
                      <a:pt x="186" y="161"/>
                    </a:cubicBezTo>
                    <a:cubicBezTo>
                      <a:pt x="188" y="160"/>
                      <a:pt x="187" y="157"/>
                      <a:pt x="182" y="156"/>
                    </a:cubicBezTo>
                    <a:cubicBezTo>
                      <a:pt x="178" y="156"/>
                      <a:pt x="176" y="160"/>
                      <a:pt x="177" y="161"/>
                    </a:cubicBezTo>
                    <a:cubicBezTo>
                      <a:pt x="179" y="162"/>
                      <a:pt x="174" y="167"/>
                      <a:pt x="173" y="167"/>
                    </a:cubicBezTo>
                    <a:cubicBezTo>
                      <a:pt x="171" y="167"/>
                      <a:pt x="173" y="163"/>
                      <a:pt x="173" y="160"/>
                    </a:cubicBezTo>
                    <a:cubicBezTo>
                      <a:pt x="173" y="158"/>
                      <a:pt x="171" y="159"/>
                      <a:pt x="168" y="163"/>
                    </a:cubicBezTo>
                    <a:cubicBezTo>
                      <a:pt x="164" y="167"/>
                      <a:pt x="162" y="170"/>
                      <a:pt x="160" y="171"/>
                    </a:cubicBezTo>
                    <a:cubicBezTo>
                      <a:pt x="158" y="171"/>
                      <a:pt x="158" y="167"/>
                      <a:pt x="161" y="166"/>
                    </a:cubicBezTo>
                    <a:cubicBezTo>
                      <a:pt x="165" y="164"/>
                      <a:pt x="165" y="159"/>
                      <a:pt x="167" y="159"/>
                    </a:cubicBezTo>
                    <a:cubicBezTo>
                      <a:pt x="169" y="159"/>
                      <a:pt x="169" y="157"/>
                      <a:pt x="166" y="156"/>
                    </a:cubicBezTo>
                    <a:cubicBezTo>
                      <a:pt x="163" y="156"/>
                      <a:pt x="162" y="159"/>
                      <a:pt x="161" y="160"/>
                    </a:cubicBezTo>
                    <a:cubicBezTo>
                      <a:pt x="160" y="161"/>
                      <a:pt x="155" y="158"/>
                      <a:pt x="156" y="159"/>
                    </a:cubicBezTo>
                    <a:cubicBezTo>
                      <a:pt x="156" y="160"/>
                      <a:pt x="153" y="160"/>
                      <a:pt x="154" y="162"/>
                    </a:cubicBezTo>
                    <a:cubicBezTo>
                      <a:pt x="155" y="164"/>
                      <a:pt x="154" y="166"/>
                      <a:pt x="152" y="163"/>
                    </a:cubicBezTo>
                    <a:cubicBezTo>
                      <a:pt x="151" y="161"/>
                      <a:pt x="148" y="163"/>
                      <a:pt x="147" y="165"/>
                    </a:cubicBezTo>
                    <a:cubicBezTo>
                      <a:pt x="145" y="168"/>
                      <a:pt x="143" y="168"/>
                      <a:pt x="145" y="168"/>
                    </a:cubicBezTo>
                    <a:cubicBezTo>
                      <a:pt x="146" y="169"/>
                      <a:pt x="146" y="172"/>
                      <a:pt x="144" y="173"/>
                    </a:cubicBezTo>
                    <a:cubicBezTo>
                      <a:pt x="142" y="174"/>
                      <a:pt x="143" y="167"/>
                      <a:pt x="141" y="168"/>
                    </a:cubicBezTo>
                    <a:cubicBezTo>
                      <a:pt x="139" y="168"/>
                      <a:pt x="140" y="165"/>
                      <a:pt x="143" y="165"/>
                    </a:cubicBezTo>
                    <a:cubicBezTo>
                      <a:pt x="145" y="165"/>
                      <a:pt x="147" y="161"/>
                      <a:pt x="147" y="161"/>
                    </a:cubicBezTo>
                    <a:cubicBezTo>
                      <a:pt x="147" y="159"/>
                      <a:pt x="144" y="159"/>
                      <a:pt x="144" y="161"/>
                    </a:cubicBezTo>
                    <a:cubicBezTo>
                      <a:pt x="144" y="163"/>
                      <a:pt x="141" y="163"/>
                      <a:pt x="138" y="163"/>
                    </a:cubicBezTo>
                    <a:cubicBezTo>
                      <a:pt x="135" y="162"/>
                      <a:pt x="135" y="166"/>
                      <a:pt x="138" y="168"/>
                    </a:cubicBezTo>
                    <a:cubicBezTo>
                      <a:pt x="141" y="170"/>
                      <a:pt x="138" y="171"/>
                      <a:pt x="136" y="170"/>
                    </a:cubicBezTo>
                    <a:cubicBezTo>
                      <a:pt x="134" y="168"/>
                      <a:pt x="132" y="169"/>
                      <a:pt x="130" y="170"/>
                    </a:cubicBezTo>
                    <a:cubicBezTo>
                      <a:pt x="128" y="170"/>
                      <a:pt x="134" y="173"/>
                      <a:pt x="134" y="174"/>
                    </a:cubicBezTo>
                    <a:cubicBezTo>
                      <a:pt x="135" y="175"/>
                      <a:pt x="131" y="172"/>
                      <a:pt x="130" y="173"/>
                    </a:cubicBezTo>
                    <a:cubicBezTo>
                      <a:pt x="130" y="174"/>
                      <a:pt x="126" y="173"/>
                      <a:pt x="126" y="171"/>
                    </a:cubicBezTo>
                    <a:cubicBezTo>
                      <a:pt x="126" y="169"/>
                      <a:pt x="121" y="171"/>
                      <a:pt x="124" y="172"/>
                    </a:cubicBezTo>
                    <a:cubicBezTo>
                      <a:pt x="127" y="173"/>
                      <a:pt x="126" y="175"/>
                      <a:pt x="126" y="177"/>
                    </a:cubicBezTo>
                    <a:cubicBezTo>
                      <a:pt x="126" y="180"/>
                      <a:pt x="122" y="178"/>
                      <a:pt x="123" y="176"/>
                    </a:cubicBezTo>
                    <a:cubicBezTo>
                      <a:pt x="123" y="173"/>
                      <a:pt x="121" y="174"/>
                      <a:pt x="118" y="175"/>
                    </a:cubicBezTo>
                    <a:cubicBezTo>
                      <a:pt x="116" y="177"/>
                      <a:pt x="119" y="173"/>
                      <a:pt x="118" y="171"/>
                    </a:cubicBezTo>
                    <a:cubicBezTo>
                      <a:pt x="117" y="169"/>
                      <a:pt x="115" y="171"/>
                      <a:pt x="112" y="171"/>
                    </a:cubicBezTo>
                    <a:cubicBezTo>
                      <a:pt x="110" y="172"/>
                      <a:pt x="108" y="172"/>
                      <a:pt x="110" y="173"/>
                    </a:cubicBezTo>
                    <a:cubicBezTo>
                      <a:pt x="111" y="175"/>
                      <a:pt x="111" y="178"/>
                      <a:pt x="109" y="177"/>
                    </a:cubicBezTo>
                    <a:cubicBezTo>
                      <a:pt x="107" y="177"/>
                      <a:pt x="106" y="177"/>
                      <a:pt x="106" y="179"/>
                    </a:cubicBezTo>
                    <a:cubicBezTo>
                      <a:pt x="107" y="181"/>
                      <a:pt x="104" y="181"/>
                      <a:pt x="104" y="179"/>
                    </a:cubicBezTo>
                    <a:cubicBezTo>
                      <a:pt x="103" y="178"/>
                      <a:pt x="99" y="178"/>
                      <a:pt x="98" y="180"/>
                    </a:cubicBezTo>
                    <a:cubicBezTo>
                      <a:pt x="97" y="182"/>
                      <a:pt x="94" y="183"/>
                      <a:pt x="94" y="186"/>
                    </a:cubicBezTo>
                    <a:cubicBezTo>
                      <a:pt x="94" y="188"/>
                      <a:pt x="97" y="185"/>
                      <a:pt x="99" y="185"/>
                    </a:cubicBezTo>
                    <a:cubicBezTo>
                      <a:pt x="101" y="186"/>
                      <a:pt x="99" y="187"/>
                      <a:pt x="100" y="188"/>
                    </a:cubicBezTo>
                    <a:cubicBezTo>
                      <a:pt x="101" y="189"/>
                      <a:pt x="101" y="192"/>
                      <a:pt x="99" y="190"/>
                    </a:cubicBezTo>
                    <a:cubicBezTo>
                      <a:pt x="98" y="189"/>
                      <a:pt x="96" y="188"/>
                      <a:pt x="95" y="191"/>
                    </a:cubicBezTo>
                    <a:cubicBezTo>
                      <a:pt x="95" y="193"/>
                      <a:pt x="93" y="190"/>
                      <a:pt x="92" y="189"/>
                    </a:cubicBezTo>
                    <a:cubicBezTo>
                      <a:pt x="90" y="187"/>
                      <a:pt x="89" y="192"/>
                      <a:pt x="87" y="191"/>
                    </a:cubicBezTo>
                    <a:cubicBezTo>
                      <a:pt x="86" y="190"/>
                      <a:pt x="90" y="186"/>
                      <a:pt x="89" y="184"/>
                    </a:cubicBezTo>
                    <a:cubicBezTo>
                      <a:pt x="88" y="182"/>
                      <a:pt x="87" y="185"/>
                      <a:pt x="84" y="188"/>
                    </a:cubicBezTo>
                    <a:cubicBezTo>
                      <a:pt x="82" y="191"/>
                      <a:pt x="78" y="190"/>
                      <a:pt x="79" y="192"/>
                    </a:cubicBezTo>
                    <a:cubicBezTo>
                      <a:pt x="81" y="193"/>
                      <a:pt x="77" y="194"/>
                      <a:pt x="76" y="196"/>
                    </a:cubicBezTo>
                    <a:cubicBezTo>
                      <a:pt x="75" y="198"/>
                      <a:pt x="70" y="199"/>
                      <a:pt x="66" y="202"/>
                    </a:cubicBezTo>
                    <a:cubicBezTo>
                      <a:pt x="62" y="204"/>
                      <a:pt x="67" y="204"/>
                      <a:pt x="69" y="202"/>
                    </a:cubicBezTo>
                    <a:cubicBezTo>
                      <a:pt x="71" y="200"/>
                      <a:pt x="72" y="201"/>
                      <a:pt x="75" y="199"/>
                    </a:cubicBezTo>
                    <a:cubicBezTo>
                      <a:pt x="78" y="197"/>
                      <a:pt x="81" y="195"/>
                      <a:pt x="83" y="196"/>
                    </a:cubicBezTo>
                    <a:cubicBezTo>
                      <a:pt x="84" y="197"/>
                      <a:pt x="86" y="197"/>
                      <a:pt x="87" y="195"/>
                    </a:cubicBezTo>
                    <a:cubicBezTo>
                      <a:pt x="89" y="193"/>
                      <a:pt x="91" y="194"/>
                      <a:pt x="92" y="195"/>
                    </a:cubicBezTo>
                    <a:cubicBezTo>
                      <a:pt x="94" y="196"/>
                      <a:pt x="90" y="197"/>
                      <a:pt x="92" y="199"/>
                    </a:cubicBezTo>
                    <a:cubicBezTo>
                      <a:pt x="94" y="201"/>
                      <a:pt x="89" y="202"/>
                      <a:pt x="89" y="200"/>
                    </a:cubicBezTo>
                    <a:cubicBezTo>
                      <a:pt x="89" y="199"/>
                      <a:pt x="87" y="197"/>
                      <a:pt x="86" y="199"/>
                    </a:cubicBezTo>
                    <a:cubicBezTo>
                      <a:pt x="85" y="200"/>
                      <a:pt x="84" y="202"/>
                      <a:pt x="82" y="202"/>
                    </a:cubicBezTo>
                    <a:cubicBezTo>
                      <a:pt x="81" y="202"/>
                      <a:pt x="79" y="205"/>
                      <a:pt x="79" y="208"/>
                    </a:cubicBezTo>
                    <a:cubicBezTo>
                      <a:pt x="79" y="211"/>
                      <a:pt x="76" y="208"/>
                      <a:pt x="76" y="211"/>
                    </a:cubicBezTo>
                    <a:cubicBezTo>
                      <a:pt x="76" y="213"/>
                      <a:pt x="72" y="217"/>
                      <a:pt x="69" y="221"/>
                    </a:cubicBezTo>
                    <a:cubicBezTo>
                      <a:pt x="65" y="224"/>
                      <a:pt x="69" y="225"/>
                      <a:pt x="67" y="227"/>
                    </a:cubicBezTo>
                    <a:cubicBezTo>
                      <a:pt x="66" y="229"/>
                      <a:pt x="62" y="227"/>
                      <a:pt x="61" y="228"/>
                    </a:cubicBezTo>
                    <a:cubicBezTo>
                      <a:pt x="60" y="229"/>
                      <a:pt x="62" y="234"/>
                      <a:pt x="60" y="235"/>
                    </a:cubicBezTo>
                    <a:cubicBezTo>
                      <a:pt x="58" y="237"/>
                      <a:pt x="60" y="239"/>
                      <a:pt x="60" y="241"/>
                    </a:cubicBezTo>
                    <a:cubicBezTo>
                      <a:pt x="60" y="242"/>
                      <a:pt x="55" y="239"/>
                      <a:pt x="55" y="241"/>
                    </a:cubicBezTo>
                    <a:cubicBezTo>
                      <a:pt x="55" y="243"/>
                      <a:pt x="51" y="243"/>
                      <a:pt x="50" y="243"/>
                    </a:cubicBezTo>
                    <a:cubicBezTo>
                      <a:pt x="48" y="243"/>
                      <a:pt x="52" y="246"/>
                      <a:pt x="54" y="248"/>
                    </a:cubicBezTo>
                    <a:cubicBezTo>
                      <a:pt x="56" y="250"/>
                      <a:pt x="52" y="251"/>
                      <a:pt x="52" y="249"/>
                    </a:cubicBezTo>
                    <a:cubicBezTo>
                      <a:pt x="51" y="247"/>
                      <a:pt x="48" y="250"/>
                      <a:pt x="44" y="252"/>
                    </a:cubicBezTo>
                    <a:cubicBezTo>
                      <a:pt x="41" y="254"/>
                      <a:pt x="42" y="257"/>
                      <a:pt x="39" y="257"/>
                    </a:cubicBezTo>
                    <a:cubicBezTo>
                      <a:pt x="37" y="257"/>
                      <a:pt x="37" y="262"/>
                      <a:pt x="36" y="263"/>
                    </a:cubicBezTo>
                    <a:cubicBezTo>
                      <a:pt x="34" y="265"/>
                      <a:pt x="34" y="260"/>
                      <a:pt x="31" y="260"/>
                    </a:cubicBezTo>
                    <a:cubicBezTo>
                      <a:pt x="28" y="260"/>
                      <a:pt x="28" y="262"/>
                      <a:pt x="30" y="264"/>
                    </a:cubicBezTo>
                    <a:cubicBezTo>
                      <a:pt x="32" y="267"/>
                      <a:pt x="27" y="265"/>
                      <a:pt x="26" y="267"/>
                    </a:cubicBezTo>
                    <a:cubicBezTo>
                      <a:pt x="24" y="269"/>
                      <a:pt x="19" y="268"/>
                      <a:pt x="18" y="270"/>
                    </a:cubicBezTo>
                    <a:cubicBezTo>
                      <a:pt x="17" y="272"/>
                      <a:pt x="22" y="272"/>
                      <a:pt x="22" y="273"/>
                    </a:cubicBezTo>
                    <a:cubicBezTo>
                      <a:pt x="23" y="274"/>
                      <a:pt x="18" y="274"/>
                      <a:pt x="15" y="273"/>
                    </a:cubicBezTo>
                    <a:cubicBezTo>
                      <a:pt x="13" y="273"/>
                      <a:pt x="14" y="276"/>
                      <a:pt x="11" y="276"/>
                    </a:cubicBezTo>
                    <a:cubicBezTo>
                      <a:pt x="9" y="275"/>
                      <a:pt x="6" y="278"/>
                      <a:pt x="7" y="280"/>
                    </a:cubicBezTo>
                    <a:cubicBezTo>
                      <a:pt x="9" y="281"/>
                      <a:pt x="6" y="282"/>
                      <a:pt x="4" y="280"/>
                    </a:cubicBezTo>
                    <a:cubicBezTo>
                      <a:pt x="3" y="279"/>
                      <a:pt x="1" y="282"/>
                      <a:pt x="1" y="284"/>
                    </a:cubicBezTo>
                    <a:cubicBezTo>
                      <a:pt x="0" y="286"/>
                      <a:pt x="4" y="287"/>
                      <a:pt x="4" y="288"/>
                    </a:cubicBezTo>
                    <a:cubicBezTo>
                      <a:pt x="4" y="289"/>
                      <a:pt x="1" y="291"/>
                      <a:pt x="3" y="291"/>
                    </a:cubicBezTo>
                    <a:cubicBezTo>
                      <a:pt x="5" y="292"/>
                      <a:pt x="4" y="293"/>
                      <a:pt x="2" y="294"/>
                    </a:cubicBezTo>
                    <a:cubicBezTo>
                      <a:pt x="1" y="295"/>
                      <a:pt x="1" y="296"/>
                      <a:pt x="2" y="298"/>
                    </a:cubicBezTo>
                    <a:cubicBezTo>
                      <a:pt x="4" y="300"/>
                      <a:pt x="0" y="300"/>
                      <a:pt x="1" y="303"/>
                    </a:cubicBezTo>
                    <a:cubicBezTo>
                      <a:pt x="3" y="305"/>
                      <a:pt x="5" y="302"/>
                      <a:pt x="6" y="304"/>
                    </a:cubicBezTo>
                    <a:cubicBezTo>
                      <a:pt x="6" y="306"/>
                      <a:pt x="9" y="304"/>
                      <a:pt x="11" y="302"/>
                    </a:cubicBezTo>
                    <a:cubicBezTo>
                      <a:pt x="14" y="300"/>
                      <a:pt x="15" y="304"/>
                      <a:pt x="13" y="304"/>
                    </a:cubicBezTo>
                    <a:cubicBezTo>
                      <a:pt x="11" y="304"/>
                      <a:pt x="8" y="306"/>
                      <a:pt x="9" y="308"/>
                    </a:cubicBezTo>
                    <a:cubicBezTo>
                      <a:pt x="9" y="310"/>
                      <a:pt x="5" y="309"/>
                      <a:pt x="5" y="307"/>
                    </a:cubicBezTo>
                    <a:cubicBezTo>
                      <a:pt x="6" y="304"/>
                      <a:pt x="1" y="307"/>
                      <a:pt x="3" y="309"/>
                    </a:cubicBezTo>
                    <a:cubicBezTo>
                      <a:pt x="4" y="311"/>
                      <a:pt x="2" y="312"/>
                      <a:pt x="2" y="314"/>
                    </a:cubicBezTo>
                    <a:cubicBezTo>
                      <a:pt x="2" y="316"/>
                      <a:pt x="5" y="315"/>
                      <a:pt x="7" y="313"/>
                    </a:cubicBezTo>
                    <a:cubicBezTo>
                      <a:pt x="8" y="311"/>
                      <a:pt x="10" y="312"/>
                      <a:pt x="11" y="314"/>
                    </a:cubicBezTo>
                    <a:cubicBezTo>
                      <a:pt x="12" y="316"/>
                      <a:pt x="9" y="314"/>
                      <a:pt x="9" y="317"/>
                    </a:cubicBezTo>
                    <a:cubicBezTo>
                      <a:pt x="9" y="320"/>
                      <a:pt x="7" y="317"/>
                      <a:pt x="6" y="320"/>
                    </a:cubicBezTo>
                    <a:cubicBezTo>
                      <a:pt x="4" y="322"/>
                      <a:pt x="12" y="326"/>
                      <a:pt x="14" y="326"/>
                    </a:cubicBezTo>
                    <a:cubicBezTo>
                      <a:pt x="16" y="327"/>
                      <a:pt x="19" y="329"/>
                      <a:pt x="23" y="329"/>
                    </a:cubicBezTo>
                    <a:cubicBezTo>
                      <a:pt x="28" y="328"/>
                      <a:pt x="37" y="319"/>
                      <a:pt x="38" y="318"/>
                    </a:cubicBezTo>
                    <a:cubicBezTo>
                      <a:pt x="40" y="316"/>
                      <a:pt x="42" y="318"/>
                      <a:pt x="44" y="316"/>
                    </a:cubicBezTo>
                    <a:cubicBezTo>
                      <a:pt x="46" y="315"/>
                      <a:pt x="45" y="311"/>
                      <a:pt x="46" y="311"/>
                    </a:cubicBezTo>
                    <a:cubicBezTo>
                      <a:pt x="47" y="310"/>
                      <a:pt x="48" y="315"/>
                      <a:pt x="49" y="315"/>
                    </a:cubicBezTo>
                    <a:cubicBezTo>
                      <a:pt x="50" y="315"/>
                      <a:pt x="51" y="316"/>
                      <a:pt x="51" y="319"/>
                    </a:cubicBezTo>
                    <a:cubicBezTo>
                      <a:pt x="52" y="319"/>
                      <a:pt x="53" y="319"/>
                      <a:pt x="54" y="319"/>
                    </a:cubicBezTo>
                    <a:cubicBezTo>
                      <a:pt x="55" y="320"/>
                      <a:pt x="56" y="315"/>
                      <a:pt x="56" y="314"/>
                    </a:cubicBezTo>
                    <a:cubicBezTo>
                      <a:pt x="56" y="312"/>
                      <a:pt x="57" y="309"/>
                      <a:pt x="57" y="307"/>
                    </a:cubicBezTo>
                    <a:cubicBezTo>
                      <a:pt x="56" y="305"/>
                      <a:pt x="61" y="307"/>
                      <a:pt x="62" y="305"/>
                    </a:cubicBezTo>
                    <a:cubicBezTo>
                      <a:pt x="63" y="304"/>
                      <a:pt x="63" y="298"/>
                      <a:pt x="62" y="298"/>
                    </a:cubicBezTo>
                    <a:cubicBezTo>
                      <a:pt x="60" y="297"/>
                      <a:pt x="60" y="294"/>
                      <a:pt x="61" y="294"/>
                    </a:cubicBezTo>
                    <a:cubicBezTo>
                      <a:pt x="63" y="294"/>
                      <a:pt x="65" y="293"/>
                      <a:pt x="64" y="290"/>
                    </a:cubicBezTo>
                    <a:cubicBezTo>
                      <a:pt x="64" y="287"/>
                      <a:pt x="59" y="287"/>
                      <a:pt x="59" y="284"/>
                    </a:cubicBezTo>
                    <a:cubicBezTo>
                      <a:pt x="59" y="281"/>
                      <a:pt x="61" y="280"/>
                      <a:pt x="59" y="276"/>
                    </a:cubicBezTo>
                    <a:cubicBezTo>
                      <a:pt x="57" y="272"/>
                      <a:pt x="60" y="270"/>
                      <a:pt x="59" y="268"/>
                    </a:cubicBezTo>
                    <a:cubicBezTo>
                      <a:pt x="59" y="266"/>
                      <a:pt x="58" y="264"/>
                      <a:pt x="60" y="260"/>
                    </a:cubicBezTo>
                    <a:cubicBezTo>
                      <a:pt x="62" y="256"/>
                      <a:pt x="67" y="255"/>
                      <a:pt x="68" y="255"/>
                    </a:cubicBezTo>
                    <a:cubicBezTo>
                      <a:pt x="70" y="255"/>
                      <a:pt x="72" y="257"/>
                      <a:pt x="73" y="255"/>
                    </a:cubicBezTo>
                    <a:cubicBezTo>
                      <a:pt x="75" y="252"/>
                      <a:pt x="75" y="250"/>
                      <a:pt x="73" y="250"/>
                    </a:cubicBezTo>
                    <a:cubicBezTo>
                      <a:pt x="72" y="250"/>
                      <a:pt x="69" y="249"/>
                      <a:pt x="72" y="246"/>
                    </a:cubicBezTo>
                    <a:cubicBezTo>
                      <a:pt x="74" y="243"/>
                      <a:pt x="77" y="239"/>
                      <a:pt x="77" y="235"/>
                    </a:cubicBezTo>
                    <a:cubicBezTo>
                      <a:pt x="77" y="232"/>
                      <a:pt x="76" y="229"/>
                      <a:pt x="77" y="228"/>
                    </a:cubicBezTo>
                    <a:cubicBezTo>
                      <a:pt x="78" y="227"/>
                      <a:pt x="81" y="228"/>
                      <a:pt x="83" y="227"/>
                    </a:cubicBezTo>
                    <a:cubicBezTo>
                      <a:pt x="86" y="225"/>
                      <a:pt x="84" y="223"/>
                      <a:pt x="85" y="222"/>
                    </a:cubicBezTo>
                    <a:cubicBezTo>
                      <a:pt x="86" y="221"/>
                      <a:pt x="88" y="217"/>
                      <a:pt x="89" y="216"/>
                    </a:cubicBezTo>
                    <a:cubicBezTo>
                      <a:pt x="91" y="215"/>
                      <a:pt x="92" y="213"/>
                      <a:pt x="91" y="212"/>
                    </a:cubicBezTo>
                    <a:cubicBezTo>
                      <a:pt x="90" y="210"/>
                      <a:pt x="93" y="209"/>
                      <a:pt x="93" y="206"/>
                    </a:cubicBezTo>
                    <a:cubicBezTo>
                      <a:pt x="93" y="203"/>
                      <a:pt x="97" y="201"/>
                      <a:pt x="99" y="201"/>
                    </a:cubicBezTo>
                    <a:cubicBezTo>
                      <a:pt x="102" y="201"/>
                      <a:pt x="106" y="201"/>
                      <a:pt x="106" y="199"/>
                    </a:cubicBezTo>
                    <a:cubicBezTo>
                      <a:pt x="106" y="197"/>
                      <a:pt x="104" y="192"/>
                      <a:pt x="107" y="193"/>
                    </a:cubicBezTo>
                    <a:cubicBezTo>
                      <a:pt x="111" y="195"/>
                      <a:pt x="114" y="193"/>
                      <a:pt x="116" y="195"/>
                    </a:cubicBezTo>
                    <a:cubicBezTo>
                      <a:pt x="118" y="197"/>
                      <a:pt x="121" y="196"/>
                      <a:pt x="121" y="193"/>
                    </a:cubicBezTo>
                    <a:cubicBezTo>
                      <a:pt x="121" y="190"/>
                      <a:pt x="122" y="185"/>
                      <a:pt x="126" y="187"/>
                    </a:cubicBezTo>
                    <a:cubicBezTo>
                      <a:pt x="126" y="187"/>
                      <a:pt x="126" y="188"/>
                      <a:pt x="127" y="188"/>
                    </a:cubicBezTo>
                    <a:cubicBezTo>
                      <a:pt x="128" y="185"/>
                      <a:pt x="130" y="184"/>
                      <a:pt x="132" y="184"/>
                    </a:cubicBezTo>
                    <a:cubicBezTo>
                      <a:pt x="135" y="184"/>
                      <a:pt x="137" y="190"/>
                      <a:pt x="141" y="190"/>
                    </a:cubicBezTo>
                    <a:cubicBezTo>
                      <a:pt x="145" y="191"/>
                      <a:pt x="148" y="193"/>
                      <a:pt x="149" y="191"/>
                    </a:cubicBezTo>
                    <a:cubicBezTo>
                      <a:pt x="151" y="189"/>
                      <a:pt x="153" y="192"/>
                      <a:pt x="156" y="191"/>
                    </a:cubicBezTo>
                    <a:cubicBezTo>
                      <a:pt x="158" y="190"/>
                      <a:pt x="158" y="195"/>
                      <a:pt x="160" y="192"/>
                    </a:cubicBezTo>
                    <a:cubicBezTo>
                      <a:pt x="162" y="189"/>
                      <a:pt x="160" y="187"/>
                      <a:pt x="164" y="188"/>
                    </a:cubicBezTo>
                    <a:cubicBezTo>
                      <a:pt x="167" y="188"/>
                      <a:pt x="165" y="183"/>
                      <a:pt x="165" y="181"/>
                    </a:cubicBezTo>
                    <a:cubicBezTo>
                      <a:pt x="165" y="178"/>
                      <a:pt x="170" y="178"/>
                      <a:pt x="170" y="175"/>
                    </a:cubicBezTo>
                    <a:cubicBezTo>
                      <a:pt x="170" y="173"/>
                      <a:pt x="177" y="175"/>
                      <a:pt x="178" y="174"/>
                    </a:cubicBezTo>
                    <a:cubicBezTo>
                      <a:pt x="179" y="172"/>
                      <a:pt x="183" y="171"/>
                      <a:pt x="185" y="174"/>
                    </a:cubicBezTo>
                    <a:cubicBezTo>
                      <a:pt x="186" y="176"/>
                      <a:pt x="193" y="177"/>
                      <a:pt x="193" y="179"/>
                    </a:cubicBezTo>
                    <a:cubicBezTo>
                      <a:pt x="193" y="180"/>
                      <a:pt x="193" y="182"/>
                      <a:pt x="193" y="184"/>
                    </a:cubicBezTo>
                    <a:cubicBezTo>
                      <a:pt x="194" y="183"/>
                      <a:pt x="195" y="182"/>
                      <a:pt x="197" y="182"/>
                    </a:cubicBezTo>
                    <a:cubicBezTo>
                      <a:pt x="199" y="182"/>
                      <a:pt x="201" y="178"/>
                      <a:pt x="203" y="179"/>
                    </a:cubicBezTo>
                    <a:cubicBezTo>
                      <a:pt x="205" y="179"/>
                      <a:pt x="207" y="179"/>
                      <a:pt x="207" y="176"/>
                    </a:cubicBezTo>
                    <a:cubicBezTo>
                      <a:pt x="206" y="175"/>
                      <a:pt x="202" y="175"/>
                      <a:pt x="201" y="176"/>
                    </a:cubicBezTo>
                    <a:close/>
                    <a:moveTo>
                      <a:pt x="58" y="24"/>
                    </a:moveTo>
                    <a:cubicBezTo>
                      <a:pt x="61" y="24"/>
                      <a:pt x="54" y="28"/>
                      <a:pt x="53" y="32"/>
                    </a:cubicBezTo>
                    <a:cubicBezTo>
                      <a:pt x="52" y="35"/>
                      <a:pt x="58" y="38"/>
                      <a:pt x="61" y="41"/>
                    </a:cubicBezTo>
                    <a:cubicBezTo>
                      <a:pt x="64" y="43"/>
                      <a:pt x="70" y="43"/>
                      <a:pt x="72" y="41"/>
                    </a:cubicBezTo>
                    <a:cubicBezTo>
                      <a:pt x="75" y="40"/>
                      <a:pt x="74" y="35"/>
                      <a:pt x="77" y="35"/>
                    </a:cubicBezTo>
                    <a:cubicBezTo>
                      <a:pt x="80" y="35"/>
                      <a:pt x="79" y="32"/>
                      <a:pt x="81" y="31"/>
                    </a:cubicBezTo>
                    <a:cubicBezTo>
                      <a:pt x="84" y="31"/>
                      <a:pt x="84" y="34"/>
                      <a:pt x="82" y="36"/>
                    </a:cubicBezTo>
                    <a:cubicBezTo>
                      <a:pt x="80" y="39"/>
                      <a:pt x="85" y="39"/>
                      <a:pt x="89" y="36"/>
                    </a:cubicBezTo>
                    <a:cubicBezTo>
                      <a:pt x="92" y="33"/>
                      <a:pt x="93" y="35"/>
                      <a:pt x="92" y="38"/>
                    </a:cubicBezTo>
                    <a:cubicBezTo>
                      <a:pt x="91" y="41"/>
                      <a:pt x="85" y="39"/>
                      <a:pt x="82" y="43"/>
                    </a:cubicBezTo>
                    <a:cubicBezTo>
                      <a:pt x="80" y="46"/>
                      <a:pt x="73" y="43"/>
                      <a:pt x="70" y="47"/>
                    </a:cubicBezTo>
                    <a:cubicBezTo>
                      <a:pt x="66" y="51"/>
                      <a:pt x="72" y="51"/>
                      <a:pt x="77" y="50"/>
                    </a:cubicBezTo>
                    <a:cubicBezTo>
                      <a:pt x="81" y="49"/>
                      <a:pt x="90" y="48"/>
                      <a:pt x="93" y="49"/>
                    </a:cubicBezTo>
                    <a:cubicBezTo>
                      <a:pt x="96" y="50"/>
                      <a:pt x="91" y="51"/>
                      <a:pt x="86" y="51"/>
                    </a:cubicBezTo>
                    <a:cubicBezTo>
                      <a:pt x="80" y="51"/>
                      <a:pt x="79" y="52"/>
                      <a:pt x="79" y="54"/>
                    </a:cubicBezTo>
                    <a:cubicBezTo>
                      <a:pt x="79" y="55"/>
                      <a:pt x="71" y="52"/>
                      <a:pt x="71" y="56"/>
                    </a:cubicBezTo>
                    <a:cubicBezTo>
                      <a:pt x="71" y="59"/>
                      <a:pt x="78" y="60"/>
                      <a:pt x="79" y="62"/>
                    </a:cubicBezTo>
                    <a:cubicBezTo>
                      <a:pt x="80" y="64"/>
                      <a:pt x="85" y="62"/>
                      <a:pt x="87" y="63"/>
                    </a:cubicBezTo>
                    <a:cubicBezTo>
                      <a:pt x="89" y="64"/>
                      <a:pt x="84" y="65"/>
                      <a:pt x="83" y="66"/>
                    </a:cubicBezTo>
                    <a:cubicBezTo>
                      <a:pt x="82" y="67"/>
                      <a:pt x="88" y="68"/>
                      <a:pt x="89" y="70"/>
                    </a:cubicBezTo>
                    <a:cubicBezTo>
                      <a:pt x="90" y="72"/>
                      <a:pt x="95" y="71"/>
                      <a:pt x="95" y="68"/>
                    </a:cubicBezTo>
                    <a:cubicBezTo>
                      <a:pt x="95" y="65"/>
                      <a:pt x="99" y="56"/>
                      <a:pt x="104" y="54"/>
                    </a:cubicBezTo>
                    <a:cubicBezTo>
                      <a:pt x="109" y="52"/>
                      <a:pt x="106" y="50"/>
                      <a:pt x="107" y="47"/>
                    </a:cubicBezTo>
                    <a:cubicBezTo>
                      <a:pt x="108" y="44"/>
                      <a:pt x="112" y="46"/>
                      <a:pt x="111" y="44"/>
                    </a:cubicBezTo>
                    <a:cubicBezTo>
                      <a:pt x="110" y="41"/>
                      <a:pt x="110" y="40"/>
                      <a:pt x="114" y="37"/>
                    </a:cubicBezTo>
                    <a:cubicBezTo>
                      <a:pt x="117" y="34"/>
                      <a:pt x="119" y="36"/>
                      <a:pt x="123" y="34"/>
                    </a:cubicBezTo>
                    <a:cubicBezTo>
                      <a:pt x="127" y="32"/>
                      <a:pt x="129" y="36"/>
                      <a:pt x="125" y="36"/>
                    </a:cubicBezTo>
                    <a:cubicBezTo>
                      <a:pt x="121" y="36"/>
                      <a:pt x="123" y="41"/>
                      <a:pt x="126" y="42"/>
                    </a:cubicBezTo>
                    <a:cubicBezTo>
                      <a:pt x="129" y="43"/>
                      <a:pt x="127" y="44"/>
                      <a:pt x="129" y="45"/>
                    </a:cubicBezTo>
                    <a:cubicBezTo>
                      <a:pt x="132" y="46"/>
                      <a:pt x="131" y="49"/>
                      <a:pt x="128" y="53"/>
                    </a:cubicBezTo>
                    <a:cubicBezTo>
                      <a:pt x="124" y="56"/>
                      <a:pt x="128" y="57"/>
                      <a:pt x="135" y="54"/>
                    </a:cubicBezTo>
                    <a:cubicBezTo>
                      <a:pt x="142" y="52"/>
                      <a:pt x="138" y="56"/>
                      <a:pt x="140" y="58"/>
                    </a:cubicBezTo>
                    <a:cubicBezTo>
                      <a:pt x="142" y="60"/>
                      <a:pt x="147" y="57"/>
                      <a:pt x="150" y="54"/>
                    </a:cubicBezTo>
                    <a:cubicBezTo>
                      <a:pt x="153" y="50"/>
                      <a:pt x="157" y="51"/>
                      <a:pt x="157" y="49"/>
                    </a:cubicBezTo>
                    <a:cubicBezTo>
                      <a:pt x="157" y="47"/>
                      <a:pt x="154" y="46"/>
                      <a:pt x="151" y="47"/>
                    </a:cubicBezTo>
                    <a:cubicBezTo>
                      <a:pt x="149" y="49"/>
                      <a:pt x="142" y="48"/>
                      <a:pt x="145" y="46"/>
                    </a:cubicBezTo>
                    <a:cubicBezTo>
                      <a:pt x="147" y="44"/>
                      <a:pt x="146" y="42"/>
                      <a:pt x="143" y="43"/>
                    </a:cubicBezTo>
                    <a:cubicBezTo>
                      <a:pt x="140" y="43"/>
                      <a:pt x="134" y="41"/>
                      <a:pt x="137" y="40"/>
                    </a:cubicBezTo>
                    <a:cubicBezTo>
                      <a:pt x="140" y="39"/>
                      <a:pt x="135" y="36"/>
                      <a:pt x="132" y="36"/>
                    </a:cubicBezTo>
                    <a:cubicBezTo>
                      <a:pt x="130" y="36"/>
                      <a:pt x="131" y="33"/>
                      <a:pt x="131" y="31"/>
                    </a:cubicBezTo>
                    <a:cubicBezTo>
                      <a:pt x="131" y="29"/>
                      <a:pt x="124" y="28"/>
                      <a:pt x="125" y="28"/>
                    </a:cubicBezTo>
                    <a:cubicBezTo>
                      <a:pt x="127" y="27"/>
                      <a:pt x="122" y="25"/>
                      <a:pt x="121" y="27"/>
                    </a:cubicBezTo>
                    <a:cubicBezTo>
                      <a:pt x="120" y="28"/>
                      <a:pt x="118" y="28"/>
                      <a:pt x="118" y="26"/>
                    </a:cubicBezTo>
                    <a:cubicBezTo>
                      <a:pt x="118" y="24"/>
                      <a:pt x="112" y="24"/>
                      <a:pt x="110" y="24"/>
                    </a:cubicBezTo>
                    <a:cubicBezTo>
                      <a:pt x="108" y="24"/>
                      <a:pt x="109" y="20"/>
                      <a:pt x="107" y="18"/>
                    </a:cubicBezTo>
                    <a:cubicBezTo>
                      <a:pt x="105" y="16"/>
                      <a:pt x="102" y="21"/>
                      <a:pt x="100" y="21"/>
                    </a:cubicBezTo>
                    <a:cubicBezTo>
                      <a:pt x="99" y="21"/>
                      <a:pt x="102" y="17"/>
                      <a:pt x="103" y="15"/>
                    </a:cubicBezTo>
                    <a:cubicBezTo>
                      <a:pt x="104" y="13"/>
                      <a:pt x="95" y="10"/>
                      <a:pt x="94" y="12"/>
                    </a:cubicBezTo>
                    <a:cubicBezTo>
                      <a:pt x="93" y="14"/>
                      <a:pt x="92" y="9"/>
                      <a:pt x="90" y="9"/>
                    </a:cubicBezTo>
                    <a:cubicBezTo>
                      <a:pt x="88" y="8"/>
                      <a:pt x="90" y="12"/>
                      <a:pt x="88" y="13"/>
                    </a:cubicBezTo>
                    <a:cubicBezTo>
                      <a:pt x="86" y="13"/>
                      <a:pt x="84" y="14"/>
                      <a:pt x="87" y="16"/>
                    </a:cubicBezTo>
                    <a:cubicBezTo>
                      <a:pt x="90" y="18"/>
                      <a:pt x="92" y="27"/>
                      <a:pt x="92" y="28"/>
                    </a:cubicBezTo>
                    <a:cubicBezTo>
                      <a:pt x="92" y="30"/>
                      <a:pt x="83" y="22"/>
                      <a:pt x="83" y="18"/>
                    </a:cubicBezTo>
                    <a:cubicBezTo>
                      <a:pt x="83" y="14"/>
                      <a:pt x="79" y="11"/>
                      <a:pt x="77" y="14"/>
                    </a:cubicBezTo>
                    <a:cubicBezTo>
                      <a:pt x="76" y="17"/>
                      <a:pt x="73" y="18"/>
                      <a:pt x="74" y="21"/>
                    </a:cubicBezTo>
                    <a:cubicBezTo>
                      <a:pt x="75" y="23"/>
                      <a:pt x="72" y="24"/>
                      <a:pt x="72" y="22"/>
                    </a:cubicBezTo>
                    <a:cubicBezTo>
                      <a:pt x="72" y="20"/>
                      <a:pt x="68" y="17"/>
                      <a:pt x="66" y="17"/>
                    </a:cubicBezTo>
                    <a:cubicBezTo>
                      <a:pt x="64" y="17"/>
                      <a:pt x="70" y="16"/>
                      <a:pt x="73" y="15"/>
                    </a:cubicBezTo>
                    <a:cubicBezTo>
                      <a:pt x="76" y="13"/>
                      <a:pt x="71" y="12"/>
                      <a:pt x="68" y="13"/>
                    </a:cubicBezTo>
                    <a:cubicBezTo>
                      <a:pt x="66" y="14"/>
                      <a:pt x="63" y="12"/>
                      <a:pt x="61" y="14"/>
                    </a:cubicBezTo>
                    <a:cubicBezTo>
                      <a:pt x="60" y="16"/>
                      <a:pt x="58" y="14"/>
                      <a:pt x="56" y="14"/>
                    </a:cubicBezTo>
                    <a:cubicBezTo>
                      <a:pt x="53" y="13"/>
                      <a:pt x="51" y="17"/>
                      <a:pt x="49" y="16"/>
                    </a:cubicBezTo>
                    <a:cubicBezTo>
                      <a:pt x="48" y="16"/>
                      <a:pt x="46" y="20"/>
                      <a:pt x="49" y="24"/>
                    </a:cubicBezTo>
                    <a:cubicBezTo>
                      <a:pt x="52" y="29"/>
                      <a:pt x="54" y="23"/>
                      <a:pt x="58" y="24"/>
                    </a:cubicBezTo>
                    <a:close/>
                    <a:moveTo>
                      <a:pt x="50" y="38"/>
                    </a:moveTo>
                    <a:cubicBezTo>
                      <a:pt x="53" y="39"/>
                      <a:pt x="54" y="42"/>
                      <a:pt x="56" y="42"/>
                    </a:cubicBezTo>
                    <a:cubicBezTo>
                      <a:pt x="57" y="42"/>
                      <a:pt x="53" y="38"/>
                      <a:pt x="51" y="35"/>
                    </a:cubicBezTo>
                    <a:cubicBezTo>
                      <a:pt x="48" y="33"/>
                      <a:pt x="49" y="30"/>
                      <a:pt x="45" y="31"/>
                    </a:cubicBezTo>
                    <a:cubicBezTo>
                      <a:pt x="42" y="32"/>
                      <a:pt x="48" y="38"/>
                      <a:pt x="50" y="38"/>
                    </a:cubicBezTo>
                    <a:close/>
                    <a:moveTo>
                      <a:pt x="107" y="9"/>
                    </a:moveTo>
                    <a:cubicBezTo>
                      <a:pt x="109" y="11"/>
                      <a:pt x="104" y="11"/>
                      <a:pt x="106" y="12"/>
                    </a:cubicBezTo>
                    <a:cubicBezTo>
                      <a:pt x="112" y="18"/>
                      <a:pt x="133" y="12"/>
                      <a:pt x="135" y="13"/>
                    </a:cubicBezTo>
                    <a:cubicBezTo>
                      <a:pt x="138" y="15"/>
                      <a:pt x="118" y="17"/>
                      <a:pt x="119" y="19"/>
                    </a:cubicBezTo>
                    <a:cubicBezTo>
                      <a:pt x="120" y="21"/>
                      <a:pt x="136" y="23"/>
                      <a:pt x="138" y="21"/>
                    </a:cubicBezTo>
                    <a:cubicBezTo>
                      <a:pt x="139" y="20"/>
                      <a:pt x="142" y="24"/>
                      <a:pt x="147" y="25"/>
                    </a:cubicBezTo>
                    <a:cubicBezTo>
                      <a:pt x="153" y="25"/>
                      <a:pt x="152" y="23"/>
                      <a:pt x="156" y="22"/>
                    </a:cubicBezTo>
                    <a:cubicBezTo>
                      <a:pt x="160" y="22"/>
                      <a:pt x="166" y="20"/>
                      <a:pt x="167" y="18"/>
                    </a:cubicBezTo>
                    <a:cubicBezTo>
                      <a:pt x="167" y="16"/>
                      <a:pt x="179" y="13"/>
                      <a:pt x="178" y="9"/>
                    </a:cubicBezTo>
                    <a:cubicBezTo>
                      <a:pt x="177" y="5"/>
                      <a:pt x="165" y="8"/>
                      <a:pt x="162" y="6"/>
                    </a:cubicBezTo>
                    <a:cubicBezTo>
                      <a:pt x="159" y="4"/>
                      <a:pt x="151" y="2"/>
                      <a:pt x="150" y="5"/>
                    </a:cubicBezTo>
                    <a:cubicBezTo>
                      <a:pt x="149" y="7"/>
                      <a:pt x="146" y="8"/>
                      <a:pt x="145" y="7"/>
                    </a:cubicBezTo>
                    <a:cubicBezTo>
                      <a:pt x="144" y="6"/>
                      <a:pt x="146" y="0"/>
                      <a:pt x="141" y="2"/>
                    </a:cubicBezTo>
                    <a:cubicBezTo>
                      <a:pt x="136" y="3"/>
                      <a:pt x="140" y="9"/>
                      <a:pt x="139" y="10"/>
                    </a:cubicBezTo>
                    <a:cubicBezTo>
                      <a:pt x="138" y="10"/>
                      <a:pt x="133" y="8"/>
                      <a:pt x="133" y="6"/>
                    </a:cubicBezTo>
                    <a:cubicBezTo>
                      <a:pt x="133" y="3"/>
                      <a:pt x="127" y="9"/>
                      <a:pt x="126" y="6"/>
                    </a:cubicBezTo>
                    <a:cubicBezTo>
                      <a:pt x="126" y="3"/>
                      <a:pt x="119" y="0"/>
                      <a:pt x="118" y="1"/>
                    </a:cubicBezTo>
                    <a:cubicBezTo>
                      <a:pt x="116" y="1"/>
                      <a:pt x="119" y="3"/>
                      <a:pt x="118" y="4"/>
                    </a:cubicBezTo>
                    <a:cubicBezTo>
                      <a:pt x="117" y="6"/>
                      <a:pt x="114" y="3"/>
                      <a:pt x="112" y="3"/>
                    </a:cubicBezTo>
                    <a:cubicBezTo>
                      <a:pt x="111" y="2"/>
                      <a:pt x="113" y="6"/>
                      <a:pt x="112" y="7"/>
                    </a:cubicBezTo>
                    <a:cubicBezTo>
                      <a:pt x="112" y="8"/>
                      <a:pt x="109" y="3"/>
                      <a:pt x="106" y="3"/>
                    </a:cubicBezTo>
                    <a:cubicBezTo>
                      <a:pt x="104" y="3"/>
                      <a:pt x="105" y="6"/>
                      <a:pt x="103" y="6"/>
                    </a:cubicBezTo>
                    <a:cubicBezTo>
                      <a:pt x="101" y="6"/>
                      <a:pt x="105" y="8"/>
                      <a:pt x="107"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48">
                <a:extLst>
                  <a:ext uri="{FF2B5EF4-FFF2-40B4-BE49-F238E27FC236}">
                    <a16:creationId xmlns:a16="http://schemas.microsoft.com/office/drawing/2014/main" id="{A475EFC6-2937-4F25-AF25-C93D6F803A89}"/>
                  </a:ext>
                </a:extLst>
              </p:cNvPr>
              <p:cNvSpPr>
                <a:spLocks/>
              </p:cNvSpPr>
              <p:nvPr/>
            </p:nvSpPr>
            <p:spPr bwMode="auto">
              <a:xfrm>
                <a:off x="8404088" y="2705836"/>
                <a:ext cx="61482" cy="22585"/>
              </a:xfrm>
              <a:custGeom>
                <a:avLst/>
                <a:gdLst>
                  <a:gd name="T0" fmla="*/ 12 w 27"/>
                  <a:gd name="T1" fmla="*/ 1 h 10"/>
                  <a:gd name="T2" fmla="*/ 2 w 27"/>
                  <a:gd name="T3" fmla="*/ 4 h 10"/>
                  <a:gd name="T4" fmla="*/ 17 w 27"/>
                  <a:gd name="T5" fmla="*/ 8 h 10"/>
                  <a:gd name="T6" fmla="*/ 27 w 27"/>
                  <a:gd name="T7" fmla="*/ 6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11" y="2"/>
                      <a:pt x="0" y="2"/>
                      <a:pt x="2" y="4"/>
                    </a:cubicBezTo>
                    <a:cubicBezTo>
                      <a:pt x="4" y="6"/>
                      <a:pt x="13" y="5"/>
                      <a:pt x="17" y="8"/>
                    </a:cubicBezTo>
                    <a:cubicBezTo>
                      <a:pt x="21" y="10"/>
                      <a:pt x="27" y="8"/>
                      <a:pt x="27" y="6"/>
                    </a:cubicBezTo>
                    <a:cubicBezTo>
                      <a:pt x="27" y="4"/>
                      <a:pt x="14" y="0"/>
                      <a:pt x="12" y="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149">
                <a:extLst>
                  <a:ext uri="{FF2B5EF4-FFF2-40B4-BE49-F238E27FC236}">
                    <a16:creationId xmlns:a16="http://schemas.microsoft.com/office/drawing/2014/main" id="{33E0C865-0400-43F6-AE48-1CC7499D1584}"/>
                  </a:ext>
                </a:extLst>
              </p:cNvPr>
              <p:cNvSpPr>
                <a:spLocks noEditPoints="1"/>
              </p:cNvSpPr>
              <p:nvPr/>
            </p:nvSpPr>
            <p:spPr bwMode="auto">
              <a:xfrm>
                <a:off x="7306203" y="3173848"/>
                <a:ext cx="316191" cy="317446"/>
              </a:xfrm>
              <a:custGeom>
                <a:avLst/>
                <a:gdLst>
                  <a:gd name="T0" fmla="*/ 122 w 137"/>
                  <a:gd name="T1" fmla="*/ 17 h 138"/>
                  <a:gd name="T2" fmla="*/ 99 w 137"/>
                  <a:gd name="T3" fmla="*/ 7 h 138"/>
                  <a:gd name="T4" fmla="*/ 96 w 137"/>
                  <a:gd name="T5" fmla="*/ 22 h 138"/>
                  <a:gd name="T6" fmla="*/ 86 w 137"/>
                  <a:gd name="T7" fmla="*/ 30 h 138"/>
                  <a:gd name="T8" fmla="*/ 85 w 137"/>
                  <a:gd name="T9" fmla="*/ 41 h 138"/>
                  <a:gd name="T10" fmla="*/ 93 w 137"/>
                  <a:gd name="T11" fmla="*/ 38 h 138"/>
                  <a:gd name="T12" fmla="*/ 95 w 137"/>
                  <a:gd name="T13" fmla="*/ 31 h 138"/>
                  <a:gd name="T14" fmla="*/ 112 w 137"/>
                  <a:gd name="T15" fmla="*/ 32 h 138"/>
                  <a:gd name="T16" fmla="*/ 128 w 137"/>
                  <a:gd name="T17" fmla="*/ 23 h 138"/>
                  <a:gd name="T18" fmla="*/ 130 w 137"/>
                  <a:gd name="T19" fmla="*/ 15 h 138"/>
                  <a:gd name="T20" fmla="*/ 84 w 137"/>
                  <a:gd name="T21" fmla="*/ 59 h 138"/>
                  <a:gd name="T22" fmla="*/ 75 w 137"/>
                  <a:gd name="T23" fmla="*/ 77 h 138"/>
                  <a:gd name="T24" fmla="*/ 63 w 137"/>
                  <a:gd name="T25" fmla="*/ 80 h 138"/>
                  <a:gd name="T26" fmla="*/ 52 w 137"/>
                  <a:gd name="T27" fmla="*/ 95 h 138"/>
                  <a:gd name="T28" fmla="*/ 37 w 137"/>
                  <a:gd name="T29" fmla="*/ 98 h 138"/>
                  <a:gd name="T30" fmla="*/ 13 w 137"/>
                  <a:gd name="T31" fmla="*/ 108 h 138"/>
                  <a:gd name="T32" fmla="*/ 22 w 137"/>
                  <a:gd name="T33" fmla="*/ 110 h 138"/>
                  <a:gd name="T34" fmla="*/ 45 w 137"/>
                  <a:gd name="T35" fmla="*/ 112 h 138"/>
                  <a:gd name="T36" fmla="*/ 58 w 137"/>
                  <a:gd name="T37" fmla="*/ 106 h 138"/>
                  <a:gd name="T38" fmla="*/ 70 w 137"/>
                  <a:gd name="T39" fmla="*/ 104 h 138"/>
                  <a:gd name="T40" fmla="*/ 81 w 137"/>
                  <a:gd name="T41" fmla="*/ 100 h 138"/>
                  <a:gd name="T42" fmla="*/ 91 w 137"/>
                  <a:gd name="T43" fmla="*/ 88 h 138"/>
                  <a:gd name="T44" fmla="*/ 100 w 137"/>
                  <a:gd name="T45" fmla="*/ 66 h 138"/>
                  <a:gd name="T46" fmla="*/ 86 w 137"/>
                  <a:gd name="T47" fmla="*/ 48 h 138"/>
                  <a:gd name="T48" fmla="*/ 26 w 137"/>
                  <a:gd name="T49" fmla="*/ 112 h 138"/>
                  <a:gd name="T50" fmla="*/ 29 w 137"/>
                  <a:gd name="T51" fmla="*/ 120 h 138"/>
                  <a:gd name="T52" fmla="*/ 42 w 137"/>
                  <a:gd name="T53" fmla="*/ 111 h 138"/>
                  <a:gd name="T54" fmla="*/ 17 w 137"/>
                  <a:gd name="T55" fmla="*/ 119 h 138"/>
                  <a:gd name="T56" fmla="*/ 4 w 137"/>
                  <a:gd name="T57" fmla="*/ 117 h 138"/>
                  <a:gd name="T58" fmla="*/ 6 w 137"/>
                  <a:gd name="T59" fmla="*/ 120 h 138"/>
                  <a:gd name="T60" fmla="*/ 10 w 137"/>
                  <a:gd name="T61" fmla="*/ 138 h 138"/>
                  <a:gd name="T62" fmla="*/ 17 w 137"/>
                  <a:gd name="T63" fmla="*/ 11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7" h="138">
                    <a:moveTo>
                      <a:pt x="130" y="15"/>
                    </a:moveTo>
                    <a:cubicBezTo>
                      <a:pt x="128" y="13"/>
                      <a:pt x="125" y="16"/>
                      <a:pt x="122" y="17"/>
                    </a:cubicBezTo>
                    <a:cubicBezTo>
                      <a:pt x="118" y="18"/>
                      <a:pt x="107" y="9"/>
                      <a:pt x="104" y="4"/>
                    </a:cubicBezTo>
                    <a:cubicBezTo>
                      <a:pt x="101" y="0"/>
                      <a:pt x="96" y="4"/>
                      <a:pt x="99" y="7"/>
                    </a:cubicBezTo>
                    <a:cubicBezTo>
                      <a:pt x="101" y="10"/>
                      <a:pt x="98" y="11"/>
                      <a:pt x="98" y="15"/>
                    </a:cubicBezTo>
                    <a:cubicBezTo>
                      <a:pt x="98" y="19"/>
                      <a:pt x="95" y="19"/>
                      <a:pt x="96" y="22"/>
                    </a:cubicBezTo>
                    <a:cubicBezTo>
                      <a:pt x="96" y="25"/>
                      <a:pt x="92" y="25"/>
                      <a:pt x="89" y="25"/>
                    </a:cubicBezTo>
                    <a:cubicBezTo>
                      <a:pt x="86" y="26"/>
                      <a:pt x="89" y="28"/>
                      <a:pt x="86" y="30"/>
                    </a:cubicBezTo>
                    <a:cubicBezTo>
                      <a:pt x="83" y="31"/>
                      <a:pt x="83" y="34"/>
                      <a:pt x="85" y="35"/>
                    </a:cubicBezTo>
                    <a:cubicBezTo>
                      <a:pt x="86" y="36"/>
                      <a:pt x="85" y="39"/>
                      <a:pt x="85" y="41"/>
                    </a:cubicBezTo>
                    <a:cubicBezTo>
                      <a:pt x="84" y="43"/>
                      <a:pt x="87" y="41"/>
                      <a:pt x="89" y="39"/>
                    </a:cubicBezTo>
                    <a:cubicBezTo>
                      <a:pt x="91" y="37"/>
                      <a:pt x="93" y="40"/>
                      <a:pt x="93" y="38"/>
                    </a:cubicBezTo>
                    <a:cubicBezTo>
                      <a:pt x="94" y="36"/>
                      <a:pt x="88" y="35"/>
                      <a:pt x="88" y="32"/>
                    </a:cubicBezTo>
                    <a:cubicBezTo>
                      <a:pt x="89" y="30"/>
                      <a:pt x="92" y="33"/>
                      <a:pt x="95" y="31"/>
                    </a:cubicBezTo>
                    <a:cubicBezTo>
                      <a:pt x="98" y="30"/>
                      <a:pt x="103" y="31"/>
                      <a:pt x="107" y="34"/>
                    </a:cubicBezTo>
                    <a:cubicBezTo>
                      <a:pt x="111" y="37"/>
                      <a:pt x="112" y="36"/>
                      <a:pt x="112" y="32"/>
                    </a:cubicBezTo>
                    <a:cubicBezTo>
                      <a:pt x="113" y="29"/>
                      <a:pt x="118" y="27"/>
                      <a:pt x="124" y="27"/>
                    </a:cubicBezTo>
                    <a:cubicBezTo>
                      <a:pt x="129" y="27"/>
                      <a:pt x="130" y="24"/>
                      <a:pt x="128" y="23"/>
                    </a:cubicBezTo>
                    <a:cubicBezTo>
                      <a:pt x="127" y="22"/>
                      <a:pt x="137" y="15"/>
                      <a:pt x="137" y="13"/>
                    </a:cubicBezTo>
                    <a:cubicBezTo>
                      <a:pt x="137" y="11"/>
                      <a:pt x="131" y="17"/>
                      <a:pt x="130" y="15"/>
                    </a:cubicBezTo>
                    <a:close/>
                    <a:moveTo>
                      <a:pt x="86" y="48"/>
                    </a:moveTo>
                    <a:cubicBezTo>
                      <a:pt x="84" y="49"/>
                      <a:pt x="82" y="56"/>
                      <a:pt x="84" y="59"/>
                    </a:cubicBezTo>
                    <a:cubicBezTo>
                      <a:pt x="87" y="61"/>
                      <a:pt x="80" y="65"/>
                      <a:pt x="80" y="69"/>
                    </a:cubicBezTo>
                    <a:cubicBezTo>
                      <a:pt x="81" y="74"/>
                      <a:pt x="76" y="74"/>
                      <a:pt x="75" y="77"/>
                    </a:cubicBezTo>
                    <a:cubicBezTo>
                      <a:pt x="75" y="80"/>
                      <a:pt x="72" y="80"/>
                      <a:pt x="68" y="83"/>
                    </a:cubicBezTo>
                    <a:cubicBezTo>
                      <a:pt x="64" y="86"/>
                      <a:pt x="62" y="82"/>
                      <a:pt x="63" y="80"/>
                    </a:cubicBezTo>
                    <a:cubicBezTo>
                      <a:pt x="64" y="78"/>
                      <a:pt x="57" y="81"/>
                      <a:pt x="57" y="87"/>
                    </a:cubicBezTo>
                    <a:cubicBezTo>
                      <a:pt x="57" y="92"/>
                      <a:pt x="50" y="92"/>
                      <a:pt x="52" y="95"/>
                    </a:cubicBezTo>
                    <a:cubicBezTo>
                      <a:pt x="54" y="97"/>
                      <a:pt x="47" y="99"/>
                      <a:pt x="47" y="96"/>
                    </a:cubicBezTo>
                    <a:cubicBezTo>
                      <a:pt x="47" y="94"/>
                      <a:pt x="43" y="95"/>
                      <a:pt x="37" y="98"/>
                    </a:cubicBezTo>
                    <a:cubicBezTo>
                      <a:pt x="32" y="100"/>
                      <a:pt x="28" y="95"/>
                      <a:pt x="25" y="98"/>
                    </a:cubicBezTo>
                    <a:cubicBezTo>
                      <a:pt x="22" y="101"/>
                      <a:pt x="17" y="107"/>
                      <a:pt x="13" y="108"/>
                    </a:cubicBezTo>
                    <a:cubicBezTo>
                      <a:pt x="9" y="108"/>
                      <a:pt x="11" y="113"/>
                      <a:pt x="13" y="112"/>
                    </a:cubicBezTo>
                    <a:cubicBezTo>
                      <a:pt x="16" y="111"/>
                      <a:pt x="20" y="112"/>
                      <a:pt x="22" y="110"/>
                    </a:cubicBezTo>
                    <a:cubicBezTo>
                      <a:pt x="23" y="108"/>
                      <a:pt x="35" y="105"/>
                      <a:pt x="42" y="105"/>
                    </a:cubicBezTo>
                    <a:cubicBezTo>
                      <a:pt x="49" y="105"/>
                      <a:pt x="45" y="109"/>
                      <a:pt x="45" y="112"/>
                    </a:cubicBezTo>
                    <a:cubicBezTo>
                      <a:pt x="46" y="116"/>
                      <a:pt x="52" y="115"/>
                      <a:pt x="55" y="112"/>
                    </a:cubicBezTo>
                    <a:cubicBezTo>
                      <a:pt x="58" y="108"/>
                      <a:pt x="60" y="109"/>
                      <a:pt x="58" y="106"/>
                    </a:cubicBezTo>
                    <a:cubicBezTo>
                      <a:pt x="55" y="104"/>
                      <a:pt x="58" y="102"/>
                      <a:pt x="60" y="105"/>
                    </a:cubicBezTo>
                    <a:cubicBezTo>
                      <a:pt x="62" y="108"/>
                      <a:pt x="68" y="108"/>
                      <a:pt x="70" y="104"/>
                    </a:cubicBezTo>
                    <a:cubicBezTo>
                      <a:pt x="73" y="101"/>
                      <a:pt x="73" y="105"/>
                      <a:pt x="76" y="105"/>
                    </a:cubicBezTo>
                    <a:cubicBezTo>
                      <a:pt x="79" y="105"/>
                      <a:pt x="81" y="98"/>
                      <a:pt x="81" y="100"/>
                    </a:cubicBezTo>
                    <a:cubicBezTo>
                      <a:pt x="81" y="103"/>
                      <a:pt x="86" y="102"/>
                      <a:pt x="89" y="99"/>
                    </a:cubicBezTo>
                    <a:cubicBezTo>
                      <a:pt x="91" y="96"/>
                      <a:pt x="89" y="90"/>
                      <a:pt x="91" y="88"/>
                    </a:cubicBezTo>
                    <a:cubicBezTo>
                      <a:pt x="93" y="85"/>
                      <a:pt x="94" y="79"/>
                      <a:pt x="93" y="75"/>
                    </a:cubicBezTo>
                    <a:cubicBezTo>
                      <a:pt x="91" y="72"/>
                      <a:pt x="97" y="69"/>
                      <a:pt x="100" y="66"/>
                    </a:cubicBezTo>
                    <a:cubicBezTo>
                      <a:pt x="103" y="64"/>
                      <a:pt x="96" y="49"/>
                      <a:pt x="96" y="45"/>
                    </a:cubicBezTo>
                    <a:cubicBezTo>
                      <a:pt x="96" y="41"/>
                      <a:pt x="88" y="47"/>
                      <a:pt x="86" y="48"/>
                    </a:cubicBezTo>
                    <a:close/>
                    <a:moveTo>
                      <a:pt x="34" y="110"/>
                    </a:moveTo>
                    <a:cubicBezTo>
                      <a:pt x="33" y="112"/>
                      <a:pt x="30" y="111"/>
                      <a:pt x="26" y="112"/>
                    </a:cubicBezTo>
                    <a:cubicBezTo>
                      <a:pt x="22" y="113"/>
                      <a:pt x="22" y="122"/>
                      <a:pt x="25" y="123"/>
                    </a:cubicBezTo>
                    <a:cubicBezTo>
                      <a:pt x="27" y="123"/>
                      <a:pt x="29" y="123"/>
                      <a:pt x="29" y="120"/>
                    </a:cubicBezTo>
                    <a:cubicBezTo>
                      <a:pt x="30" y="118"/>
                      <a:pt x="34" y="117"/>
                      <a:pt x="36" y="118"/>
                    </a:cubicBezTo>
                    <a:cubicBezTo>
                      <a:pt x="39" y="119"/>
                      <a:pt x="42" y="114"/>
                      <a:pt x="42" y="111"/>
                    </a:cubicBezTo>
                    <a:cubicBezTo>
                      <a:pt x="42" y="107"/>
                      <a:pt x="35" y="107"/>
                      <a:pt x="34" y="110"/>
                    </a:cubicBezTo>
                    <a:close/>
                    <a:moveTo>
                      <a:pt x="17" y="119"/>
                    </a:moveTo>
                    <a:cubicBezTo>
                      <a:pt x="17" y="117"/>
                      <a:pt x="12" y="117"/>
                      <a:pt x="12" y="115"/>
                    </a:cubicBezTo>
                    <a:cubicBezTo>
                      <a:pt x="11" y="113"/>
                      <a:pt x="8" y="114"/>
                      <a:pt x="4" y="117"/>
                    </a:cubicBezTo>
                    <a:cubicBezTo>
                      <a:pt x="1" y="119"/>
                      <a:pt x="0" y="120"/>
                      <a:pt x="1" y="122"/>
                    </a:cubicBezTo>
                    <a:cubicBezTo>
                      <a:pt x="2" y="125"/>
                      <a:pt x="5" y="123"/>
                      <a:pt x="6" y="120"/>
                    </a:cubicBezTo>
                    <a:cubicBezTo>
                      <a:pt x="6" y="117"/>
                      <a:pt x="9" y="124"/>
                      <a:pt x="7" y="128"/>
                    </a:cubicBezTo>
                    <a:cubicBezTo>
                      <a:pt x="5" y="132"/>
                      <a:pt x="7" y="138"/>
                      <a:pt x="10" y="138"/>
                    </a:cubicBezTo>
                    <a:cubicBezTo>
                      <a:pt x="12" y="137"/>
                      <a:pt x="15" y="129"/>
                      <a:pt x="19" y="124"/>
                    </a:cubicBezTo>
                    <a:cubicBezTo>
                      <a:pt x="22" y="120"/>
                      <a:pt x="17" y="121"/>
                      <a:pt x="17" y="1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150">
                <a:extLst>
                  <a:ext uri="{FF2B5EF4-FFF2-40B4-BE49-F238E27FC236}">
                    <a16:creationId xmlns:a16="http://schemas.microsoft.com/office/drawing/2014/main" id="{1B049606-2312-44F1-8B6D-E66C144DCFEC}"/>
                  </a:ext>
                </a:extLst>
              </p:cNvPr>
              <p:cNvSpPr>
                <a:spLocks noEditPoints="1"/>
              </p:cNvSpPr>
              <p:nvPr/>
            </p:nvSpPr>
            <p:spPr bwMode="auto">
              <a:xfrm>
                <a:off x="6292385" y="2981876"/>
                <a:ext cx="1112942" cy="770401"/>
              </a:xfrm>
              <a:custGeom>
                <a:avLst/>
                <a:gdLst>
                  <a:gd name="T0" fmla="*/ 459 w 483"/>
                  <a:gd name="T1" fmla="*/ 62 h 334"/>
                  <a:gd name="T2" fmla="*/ 436 w 483"/>
                  <a:gd name="T3" fmla="*/ 45 h 334"/>
                  <a:gd name="T4" fmla="*/ 416 w 483"/>
                  <a:gd name="T5" fmla="*/ 18 h 334"/>
                  <a:gd name="T6" fmla="*/ 388 w 483"/>
                  <a:gd name="T7" fmla="*/ 1 h 334"/>
                  <a:gd name="T8" fmla="*/ 369 w 483"/>
                  <a:gd name="T9" fmla="*/ 15 h 334"/>
                  <a:gd name="T10" fmla="*/ 353 w 483"/>
                  <a:gd name="T11" fmla="*/ 38 h 334"/>
                  <a:gd name="T12" fmla="*/ 329 w 483"/>
                  <a:gd name="T13" fmla="*/ 52 h 334"/>
                  <a:gd name="T14" fmla="*/ 344 w 483"/>
                  <a:gd name="T15" fmla="*/ 62 h 334"/>
                  <a:gd name="T16" fmla="*/ 343 w 483"/>
                  <a:gd name="T17" fmla="*/ 75 h 334"/>
                  <a:gd name="T18" fmla="*/ 301 w 483"/>
                  <a:gd name="T19" fmla="*/ 90 h 334"/>
                  <a:gd name="T20" fmla="*/ 271 w 483"/>
                  <a:gd name="T21" fmla="*/ 116 h 334"/>
                  <a:gd name="T22" fmla="*/ 225 w 483"/>
                  <a:gd name="T23" fmla="*/ 118 h 334"/>
                  <a:gd name="T24" fmla="*/ 172 w 483"/>
                  <a:gd name="T25" fmla="*/ 111 h 334"/>
                  <a:gd name="T26" fmla="*/ 150 w 483"/>
                  <a:gd name="T27" fmla="*/ 89 h 334"/>
                  <a:gd name="T28" fmla="*/ 130 w 483"/>
                  <a:gd name="T29" fmla="*/ 64 h 334"/>
                  <a:gd name="T30" fmla="*/ 109 w 483"/>
                  <a:gd name="T31" fmla="*/ 46 h 334"/>
                  <a:gd name="T32" fmla="*/ 98 w 483"/>
                  <a:gd name="T33" fmla="*/ 54 h 334"/>
                  <a:gd name="T34" fmla="*/ 79 w 483"/>
                  <a:gd name="T35" fmla="*/ 69 h 334"/>
                  <a:gd name="T36" fmla="*/ 63 w 483"/>
                  <a:gd name="T37" fmla="*/ 86 h 334"/>
                  <a:gd name="T38" fmla="*/ 56 w 483"/>
                  <a:gd name="T39" fmla="*/ 107 h 334"/>
                  <a:gd name="T40" fmla="*/ 37 w 483"/>
                  <a:gd name="T41" fmla="*/ 125 h 334"/>
                  <a:gd name="T42" fmla="*/ 14 w 483"/>
                  <a:gd name="T43" fmla="*/ 132 h 334"/>
                  <a:gd name="T44" fmla="*/ 0 w 483"/>
                  <a:gd name="T45" fmla="*/ 143 h 334"/>
                  <a:gd name="T46" fmla="*/ 11 w 483"/>
                  <a:gd name="T47" fmla="*/ 166 h 334"/>
                  <a:gd name="T48" fmla="*/ 28 w 483"/>
                  <a:gd name="T49" fmla="*/ 181 h 334"/>
                  <a:gd name="T50" fmla="*/ 42 w 483"/>
                  <a:gd name="T51" fmla="*/ 176 h 334"/>
                  <a:gd name="T52" fmla="*/ 40 w 483"/>
                  <a:gd name="T53" fmla="*/ 197 h 334"/>
                  <a:gd name="T54" fmla="*/ 40 w 483"/>
                  <a:gd name="T55" fmla="*/ 217 h 334"/>
                  <a:gd name="T56" fmla="*/ 55 w 483"/>
                  <a:gd name="T57" fmla="*/ 229 h 334"/>
                  <a:gd name="T58" fmla="*/ 98 w 483"/>
                  <a:gd name="T59" fmla="*/ 247 h 334"/>
                  <a:gd name="T60" fmla="*/ 116 w 483"/>
                  <a:gd name="T61" fmla="*/ 251 h 334"/>
                  <a:gd name="T62" fmla="*/ 131 w 483"/>
                  <a:gd name="T63" fmla="*/ 248 h 334"/>
                  <a:gd name="T64" fmla="*/ 150 w 483"/>
                  <a:gd name="T65" fmla="*/ 243 h 334"/>
                  <a:gd name="T66" fmla="*/ 173 w 483"/>
                  <a:gd name="T67" fmla="*/ 243 h 334"/>
                  <a:gd name="T68" fmla="*/ 187 w 483"/>
                  <a:gd name="T69" fmla="*/ 251 h 334"/>
                  <a:gd name="T70" fmla="*/ 183 w 483"/>
                  <a:gd name="T71" fmla="*/ 282 h 334"/>
                  <a:gd name="T72" fmla="*/ 195 w 483"/>
                  <a:gd name="T73" fmla="*/ 299 h 334"/>
                  <a:gd name="T74" fmla="*/ 213 w 483"/>
                  <a:gd name="T75" fmla="*/ 307 h 334"/>
                  <a:gd name="T76" fmla="*/ 226 w 483"/>
                  <a:gd name="T77" fmla="*/ 294 h 334"/>
                  <a:gd name="T78" fmla="*/ 251 w 483"/>
                  <a:gd name="T79" fmla="*/ 292 h 334"/>
                  <a:gd name="T80" fmla="*/ 268 w 483"/>
                  <a:gd name="T81" fmla="*/ 303 h 334"/>
                  <a:gd name="T82" fmla="*/ 281 w 483"/>
                  <a:gd name="T83" fmla="*/ 313 h 334"/>
                  <a:gd name="T84" fmla="*/ 318 w 483"/>
                  <a:gd name="T85" fmla="*/ 294 h 334"/>
                  <a:gd name="T86" fmla="*/ 346 w 483"/>
                  <a:gd name="T87" fmla="*/ 279 h 334"/>
                  <a:gd name="T88" fmla="*/ 360 w 483"/>
                  <a:gd name="T89" fmla="*/ 263 h 334"/>
                  <a:gd name="T90" fmla="*/ 373 w 483"/>
                  <a:gd name="T91" fmla="*/ 246 h 334"/>
                  <a:gd name="T92" fmla="*/ 376 w 483"/>
                  <a:gd name="T93" fmla="*/ 230 h 334"/>
                  <a:gd name="T94" fmla="*/ 372 w 483"/>
                  <a:gd name="T95" fmla="*/ 218 h 334"/>
                  <a:gd name="T96" fmla="*/ 370 w 483"/>
                  <a:gd name="T97" fmla="*/ 207 h 334"/>
                  <a:gd name="T98" fmla="*/ 360 w 483"/>
                  <a:gd name="T99" fmla="*/ 180 h 334"/>
                  <a:gd name="T100" fmla="*/ 382 w 483"/>
                  <a:gd name="T101" fmla="*/ 167 h 334"/>
                  <a:gd name="T102" fmla="*/ 354 w 483"/>
                  <a:gd name="T103" fmla="*/ 159 h 334"/>
                  <a:gd name="T104" fmla="*/ 365 w 483"/>
                  <a:gd name="T105" fmla="*/ 137 h 334"/>
                  <a:gd name="T106" fmla="*/ 378 w 483"/>
                  <a:gd name="T107" fmla="*/ 149 h 334"/>
                  <a:gd name="T108" fmla="*/ 414 w 483"/>
                  <a:gd name="T109" fmla="*/ 128 h 334"/>
                  <a:gd name="T110" fmla="*/ 432 w 483"/>
                  <a:gd name="T111" fmla="*/ 120 h 334"/>
                  <a:gd name="T112" fmla="*/ 452 w 483"/>
                  <a:gd name="T113" fmla="*/ 112 h 334"/>
                  <a:gd name="T114" fmla="*/ 454 w 483"/>
                  <a:gd name="T115" fmla="*/ 91 h 334"/>
                  <a:gd name="T116" fmla="*/ 476 w 483"/>
                  <a:gd name="T117" fmla="*/ 76 h 334"/>
                  <a:gd name="T118" fmla="*/ 368 w 483"/>
                  <a:gd name="T119" fmla="*/ 298 h 334"/>
                  <a:gd name="T120" fmla="*/ 271 w 483"/>
                  <a:gd name="T121" fmla="*/ 328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83" h="334">
                    <a:moveTo>
                      <a:pt x="480" y="59"/>
                    </a:moveTo>
                    <a:cubicBezTo>
                      <a:pt x="480" y="55"/>
                      <a:pt x="475" y="56"/>
                      <a:pt x="474" y="58"/>
                    </a:cubicBezTo>
                    <a:cubicBezTo>
                      <a:pt x="472" y="59"/>
                      <a:pt x="467" y="58"/>
                      <a:pt x="466" y="60"/>
                    </a:cubicBezTo>
                    <a:cubicBezTo>
                      <a:pt x="465" y="63"/>
                      <a:pt x="462" y="62"/>
                      <a:pt x="459" y="62"/>
                    </a:cubicBezTo>
                    <a:cubicBezTo>
                      <a:pt x="456" y="63"/>
                      <a:pt x="451" y="61"/>
                      <a:pt x="451" y="59"/>
                    </a:cubicBezTo>
                    <a:cubicBezTo>
                      <a:pt x="451" y="57"/>
                      <a:pt x="449" y="55"/>
                      <a:pt x="449" y="52"/>
                    </a:cubicBezTo>
                    <a:cubicBezTo>
                      <a:pt x="450" y="50"/>
                      <a:pt x="446" y="51"/>
                      <a:pt x="444" y="48"/>
                    </a:cubicBezTo>
                    <a:cubicBezTo>
                      <a:pt x="441" y="46"/>
                      <a:pt x="436" y="44"/>
                      <a:pt x="436" y="45"/>
                    </a:cubicBezTo>
                    <a:cubicBezTo>
                      <a:pt x="435" y="45"/>
                      <a:pt x="432" y="42"/>
                      <a:pt x="428" y="42"/>
                    </a:cubicBezTo>
                    <a:cubicBezTo>
                      <a:pt x="424" y="42"/>
                      <a:pt x="424" y="39"/>
                      <a:pt x="425" y="37"/>
                    </a:cubicBezTo>
                    <a:cubicBezTo>
                      <a:pt x="425" y="36"/>
                      <a:pt x="421" y="31"/>
                      <a:pt x="421" y="28"/>
                    </a:cubicBezTo>
                    <a:cubicBezTo>
                      <a:pt x="420" y="25"/>
                      <a:pt x="417" y="24"/>
                      <a:pt x="416" y="18"/>
                    </a:cubicBezTo>
                    <a:cubicBezTo>
                      <a:pt x="415" y="12"/>
                      <a:pt x="411" y="14"/>
                      <a:pt x="412" y="11"/>
                    </a:cubicBezTo>
                    <a:cubicBezTo>
                      <a:pt x="413" y="8"/>
                      <a:pt x="408" y="7"/>
                      <a:pt x="407" y="5"/>
                    </a:cubicBezTo>
                    <a:cubicBezTo>
                      <a:pt x="406" y="3"/>
                      <a:pt x="401" y="4"/>
                      <a:pt x="397" y="2"/>
                    </a:cubicBezTo>
                    <a:cubicBezTo>
                      <a:pt x="393" y="0"/>
                      <a:pt x="391" y="2"/>
                      <a:pt x="388" y="1"/>
                    </a:cubicBezTo>
                    <a:cubicBezTo>
                      <a:pt x="385" y="0"/>
                      <a:pt x="377" y="2"/>
                      <a:pt x="376" y="2"/>
                    </a:cubicBezTo>
                    <a:cubicBezTo>
                      <a:pt x="375" y="2"/>
                      <a:pt x="369" y="0"/>
                      <a:pt x="366" y="5"/>
                    </a:cubicBezTo>
                    <a:cubicBezTo>
                      <a:pt x="363" y="9"/>
                      <a:pt x="365" y="9"/>
                      <a:pt x="367" y="9"/>
                    </a:cubicBezTo>
                    <a:cubicBezTo>
                      <a:pt x="368" y="9"/>
                      <a:pt x="369" y="13"/>
                      <a:pt x="369" y="15"/>
                    </a:cubicBezTo>
                    <a:cubicBezTo>
                      <a:pt x="369" y="16"/>
                      <a:pt x="367" y="18"/>
                      <a:pt x="365" y="19"/>
                    </a:cubicBezTo>
                    <a:cubicBezTo>
                      <a:pt x="364" y="19"/>
                      <a:pt x="361" y="25"/>
                      <a:pt x="360" y="26"/>
                    </a:cubicBezTo>
                    <a:cubicBezTo>
                      <a:pt x="360" y="28"/>
                      <a:pt x="356" y="33"/>
                      <a:pt x="357" y="35"/>
                    </a:cubicBezTo>
                    <a:cubicBezTo>
                      <a:pt x="357" y="36"/>
                      <a:pt x="355" y="38"/>
                      <a:pt x="353" y="38"/>
                    </a:cubicBezTo>
                    <a:cubicBezTo>
                      <a:pt x="351" y="39"/>
                      <a:pt x="347" y="42"/>
                      <a:pt x="345" y="42"/>
                    </a:cubicBezTo>
                    <a:cubicBezTo>
                      <a:pt x="344" y="43"/>
                      <a:pt x="338" y="42"/>
                      <a:pt x="338" y="40"/>
                    </a:cubicBezTo>
                    <a:cubicBezTo>
                      <a:pt x="337" y="40"/>
                      <a:pt x="337" y="39"/>
                      <a:pt x="336" y="39"/>
                    </a:cubicBezTo>
                    <a:cubicBezTo>
                      <a:pt x="329" y="52"/>
                      <a:pt x="329" y="52"/>
                      <a:pt x="329" y="52"/>
                    </a:cubicBezTo>
                    <a:cubicBezTo>
                      <a:pt x="329" y="56"/>
                      <a:pt x="329" y="56"/>
                      <a:pt x="329" y="56"/>
                    </a:cubicBezTo>
                    <a:cubicBezTo>
                      <a:pt x="329" y="56"/>
                      <a:pt x="325" y="57"/>
                      <a:pt x="328" y="60"/>
                    </a:cubicBezTo>
                    <a:cubicBezTo>
                      <a:pt x="331" y="63"/>
                      <a:pt x="331" y="61"/>
                      <a:pt x="336" y="61"/>
                    </a:cubicBezTo>
                    <a:cubicBezTo>
                      <a:pt x="341" y="61"/>
                      <a:pt x="343" y="64"/>
                      <a:pt x="344" y="62"/>
                    </a:cubicBezTo>
                    <a:cubicBezTo>
                      <a:pt x="345" y="59"/>
                      <a:pt x="349" y="57"/>
                      <a:pt x="352" y="61"/>
                    </a:cubicBezTo>
                    <a:cubicBezTo>
                      <a:pt x="354" y="64"/>
                      <a:pt x="362" y="69"/>
                      <a:pt x="362" y="71"/>
                    </a:cubicBezTo>
                    <a:cubicBezTo>
                      <a:pt x="361" y="74"/>
                      <a:pt x="357" y="74"/>
                      <a:pt x="354" y="73"/>
                    </a:cubicBezTo>
                    <a:cubicBezTo>
                      <a:pt x="351" y="71"/>
                      <a:pt x="346" y="75"/>
                      <a:pt x="343" y="75"/>
                    </a:cubicBezTo>
                    <a:cubicBezTo>
                      <a:pt x="340" y="75"/>
                      <a:pt x="337" y="76"/>
                      <a:pt x="333" y="79"/>
                    </a:cubicBezTo>
                    <a:cubicBezTo>
                      <a:pt x="330" y="82"/>
                      <a:pt x="331" y="85"/>
                      <a:pt x="326" y="85"/>
                    </a:cubicBezTo>
                    <a:cubicBezTo>
                      <a:pt x="322" y="86"/>
                      <a:pt x="319" y="85"/>
                      <a:pt x="314" y="89"/>
                    </a:cubicBezTo>
                    <a:cubicBezTo>
                      <a:pt x="309" y="93"/>
                      <a:pt x="303" y="91"/>
                      <a:pt x="301" y="90"/>
                    </a:cubicBezTo>
                    <a:cubicBezTo>
                      <a:pt x="299" y="89"/>
                      <a:pt x="296" y="89"/>
                      <a:pt x="294" y="92"/>
                    </a:cubicBezTo>
                    <a:cubicBezTo>
                      <a:pt x="292" y="96"/>
                      <a:pt x="296" y="97"/>
                      <a:pt x="296" y="102"/>
                    </a:cubicBezTo>
                    <a:cubicBezTo>
                      <a:pt x="295" y="106"/>
                      <a:pt x="290" y="105"/>
                      <a:pt x="286" y="109"/>
                    </a:cubicBezTo>
                    <a:cubicBezTo>
                      <a:pt x="282" y="114"/>
                      <a:pt x="275" y="116"/>
                      <a:pt x="271" y="116"/>
                    </a:cubicBezTo>
                    <a:cubicBezTo>
                      <a:pt x="268" y="115"/>
                      <a:pt x="260" y="113"/>
                      <a:pt x="253" y="116"/>
                    </a:cubicBezTo>
                    <a:cubicBezTo>
                      <a:pt x="246" y="119"/>
                      <a:pt x="242" y="124"/>
                      <a:pt x="239" y="123"/>
                    </a:cubicBezTo>
                    <a:cubicBezTo>
                      <a:pt x="237" y="123"/>
                      <a:pt x="237" y="120"/>
                      <a:pt x="233" y="120"/>
                    </a:cubicBezTo>
                    <a:cubicBezTo>
                      <a:pt x="229" y="121"/>
                      <a:pt x="227" y="120"/>
                      <a:pt x="225" y="118"/>
                    </a:cubicBezTo>
                    <a:cubicBezTo>
                      <a:pt x="222" y="117"/>
                      <a:pt x="220" y="119"/>
                      <a:pt x="216" y="116"/>
                    </a:cubicBezTo>
                    <a:cubicBezTo>
                      <a:pt x="212" y="113"/>
                      <a:pt x="204" y="113"/>
                      <a:pt x="201" y="113"/>
                    </a:cubicBezTo>
                    <a:cubicBezTo>
                      <a:pt x="198" y="112"/>
                      <a:pt x="186" y="113"/>
                      <a:pt x="182" y="112"/>
                    </a:cubicBezTo>
                    <a:cubicBezTo>
                      <a:pt x="178" y="112"/>
                      <a:pt x="172" y="113"/>
                      <a:pt x="172" y="111"/>
                    </a:cubicBezTo>
                    <a:cubicBezTo>
                      <a:pt x="171" y="109"/>
                      <a:pt x="168" y="108"/>
                      <a:pt x="167" y="103"/>
                    </a:cubicBezTo>
                    <a:cubicBezTo>
                      <a:pt x="166" y="98"/>
                      <a:pt x="164" y="97"/>
                      <a:pt x="161" y="96"/>
                    </a:cubicBezTo>
                    <a:cubicBezTo>
                      <a:pt x="158" y="96"/>
                      <a:pt x="158" y="93"/>
                      <a:pt x="156" y="93"/>
                    </a:cubicBezTo>
                    <a:cubicBezTo>
                      <a:pt x="155" y="93"/>
                      <a:pt x="153" y="89"/>
                      <a:pt x="150" y="89"/>
                    </a:cubicBezTo>
                    <a:cubicBezTo>
                      <a:pt x="146" y="89"/>
                      <a:pt x="133" y="88"/>
                      <a:pt x="132" y="85"/>
                    </a:cubicBezTo>
                    <a:cubicBezTo>
                      <a:pt x="130" y="82"/>
                      <a:pt x="133" y="81"/>
                      <a:pt x="133" y="78"/>
                    </a:cubicBezTo>
                    <a:cubicBezTo>
                      <a:pt x="133" y="75"/>
                      <a:pt x="135" y="71"/>
                      <a:pt x="134" y="70"/>
                    </a:cubicBezTo>
                    <a:cubicBezTo>
                      <a:pt x="132" y="69"/>
                      <a:pt x="130" y="66"/>
                      <a:pt x="130" y="64"/>
                    </a:cubicBezTo>
                    <a:cubicBezTo>
                      <a:pt x="129" y="62"/>
                      <a:pt x="125" y="58"/>
                      <a:pt x="123" y="58"/>
                    </a:cubicBezTo>
                    <a:cubicBezTo>
                      <a:pt x="120" y="58"/>
                      <a:pt x="118" y="56"/>
                      <a:pt x="116" y="54"/>
                    </a:cubicBezTo>
                    <a:cubicBezTo>
                      <a:pt x="113" y="52"/>
                      <a:pt x="111" y="52"/>
                      <a:pt x="110" y="47"/>
                    </a:cubicBezTo>
                    <a:cubicBezTo>
                      <a:pt x="110" y="47"/>
                      <a:pt x="110" y="46"/>
                      <a:pt x="109" y="46"/>
                    </a:cubicBezTo>
                    <a:cubicBezTo>
                      <a:pt x="109" y="46"/>
                      <a:pt x="107" y="45"/>
                      <a:pt x="106" y="45"/>
                    </a:cubicBezTo>
                    <a:cubicBezTo>
                      <a:pt x="106" y="45"/>
                      <a:pt x="105" y="45"/>
                      <a:pt x="104" y="44"/>
                    </a:cubicBezTo>
                    <a:cubicBezTo>
                      <a:pt x="104" y="47"/>
                      <a:pt x="102" y="48"/>
                      <a:pt x="102" y="49"/>
                    </a:cubicBezTo>
                    <a:cubicBezTo>
                      <a:pt x="102" y="51"/>
                      <a:pt x="101" y="54"/>
                      <a:pt x="98" y="54"/>
                    </a:cubicBezTo>
                    <a:cubicBezTo>
                      <a:pt x="95" y="54"/>
                      <a:pt x="93" y="56"/>
                      <a:pt x="93" y="60"/>
                    </a:cubicBezTo>
                    <a:cubicBezTo>
                      <a:pt x="93" y="64"/>
                      <a:pt x="95" y="65"/>
                      <a:pt x="94" y="66"/>
                    </a:cubicBezTo>
                    <a:cubicBezTo>
                      <a:pt x="93" y="68"/>
                      <a:pt x="88" y="70"/>
                      <a:pt x="86" y="69"/>
                    </a:cubicBezTo>
                    <a:cubicBezTo>
                      <a:pt x="85" y="68"/>
                      <a:pt x="82" y="69"/>
                      <a:pt x="79" y="69"/>
                    </a:cubicBezTo>
                    <a:cubicBezTo>
                      <a:pt x="76" y="68"/>
                      <a:pt x="74" y="65"/>
                      <a:pt x="74" y="69"/>
                    </a:cubicBezTo>
                    <a:cubicBezTo>
                      <a:pt x="73" y="72"/>
                      <a:pt x="67" y="83"/>
                      <a:pt x="69" y="84"/>
                    </a:cubicBezTo>
                    <a:cubicBezTo>
                      <a:pt x="70" y="85"/>
                      <a:pt x="71" y="88"/>
                      <a:pt x="69" y="88"/>
                    </a:cubicBezTo>
                    <a:cubicBezTo>
                      <a:pt x="66" y="88"/>
                      <a:pt x="64" y="87"/>
                      <a:pt x="63" y="86"/>
                    </a:cubicBezTo>
                    <a:cubicBezTo>
                      <a:pt x="62" y="85"/>
                      <a:pt x="58" y="88"/>
                      <a:pt x="55" y="88"/>
                    </a:cubicBezTo>
                    <a:cubicBezTo>
                      <a:pt x="54" y="88"/>
                      <a:pt x="49" y="90"/>
                      <a:pt x="51" y="91"/>
                    </a:cubicBezTo>
                    <a:cubicBezTo>
                      <a:pt x="52" y="92"/>
                      <a:pt x="52" y="96"/>
                      <a:pt x="52" y="98"/>
                    </a:cubicBezTo>
                    <a:cubicBezTo>
                      <a:pt x="52" y="100"/>
                      <a:pt x="56" y="105"/>
                      <a:pt x="56" y="107"/>
                    </a:cubicBezTo>
                    <a:cubicBezTo>
                      <a:pt x="55" y="109"/>
                      <a:pt x="51" y="111"/>
                      <a:pt x="51" y="113"/>
                    </a:cubicBezTo>
                    <a:cubicBezTo>
                      <a:pt x="51" y="115"/>
                      <a:pt x="52" y="117"/>
                      <a:pt x="51" y="118"/>
                    </a:cubicBezTo>
                    <a:cubicBezTo>
                      <a:pt x="50" y="118"/>
                      <a:pt x="46" y="120"/>
                      <a:pt x="44" y="121"/>
                    </a:cubicBezTo>
                    <a:cubicBezTo>
                      <a:pt x="42" y="123"/>
                      <a:pt x="39" y="123"/>
                      <a:pt x="37" y="125"/>
                    </a:cubicBezTo>
                    <a:cubicBezTo>
                      <a:pt x="36" y="127"/>
                      <a:pt x="35" y="129"/>
                      <a:pt x="31" y="129"/>
                    </a:cubicBezTo>
                    <a:cubicBezTo>
                      <a:pt x="28" y="128"/>
                      <a:pt x="26" y="128"/>
                      <a:pt x="24" y="131"/>
                    </a:cubicBezTo>
                    <a:cubicBezTo>
                      <a:pt x="21" y="134"/>
                      <a:pt x="21" y="132"/>
                      <a:pt x="19" y="134"/>
                    </a:cubicBezTo>
                    <a:cubicBezTo>
                      <a:pt x="17" y="135"/>
                      <a:pt x="15" y="133"/>
                      <a:pt x="14" y="132"/>
                    </a:cubicBezTo>
                    <a:cubicBezTo>
                      <a:pt x="12" y="132"/>
                      <a:pt x="11" y="134"/>
                      <a:pt x="9" y="134"/>
                    </a:cubicBezTo>
                    <a:cubicBezTo>
                      <a:pt x="8" y="134"/>
                      <a:pt x="6" y="136"/>
                      <a:pt x="5" y="137"/>
                    </a:cubicBezTo>
                    <a:cubicBezTo>
                      <a:pt x="3" y="137"/>
                      <a:pt x="1" y="137"/>
                      <a:pt x="1" y="139"/>
                    </a:cubicBezTo>
                    <a:cubicBezTo>
                      <a:pt x="1" y="140"/>
                      <a:pt x="1" y="142"/>
                      <a:pt x="0" y="143"/>
                    </a:cubicBezTo>
                    <a:cubicBezTo>
                      <a:pt x="0" y="143"/>
                      <a:pt x="0" y="143"/>
                      <a:pt x="0" y="143"/>
                    </a:cubicBezTo>
                    <a:cubicBezTo>
                      <a:pt x="1" y="150"/>
                      <a:pt x="1" y="150"/>
                      <a:pt x="1" y="150"/>
                    </a:cubicBezTo>
                    <a:cubicBezTo>
                      <a:pt x="1" y="150"/>
                      <a:pt x="9" y="152"/>
                      <a:pt x="9" y="155"/>
                    </a:cubicBezTo>
                    <a:cubicBezTo>
                      <a:pt x="9" y="157"/>
                      <a:pt x="11" y="166"/>
                      <a:pt x="11" y="166"/>
                    </a:cubicBezTo>
                    <a:cubicBezTo>
                      <a:pt x="11" y="166"/>
                      <a:pt x="10" y="166"/>
                      <a:pt x="10" y="166"/>
                    </a:cubicBezTo>
                    <a:cubicBezTo>
                      <a:pt x="13" y="168"/>
                      <a:pt x="18" y="171"/>
                      <a:pt x="18" y="172"/>
                    </a:cubicBezTo>
                    <a:cubicBezTo>
                      <a:pt x="18" y="173"/>
                      <a:pt x="18" y="176"/>
                      <a:pt x="22" y="178"/>
                    </a:cubicBezTo>
                    <a:cubicBezTo>
                      <a:pt x="24" y="179"/>
                      <a:pt x="27" y="180"/>
                      <a:pt x="28" y="181"/>
                    </a:cubicBezTo>
                    <a:cubicBezTo>
                      <a:pt x="28" y="181"/>
                      <a:pt x="28" y="180"/>
                      <a:pt x="28" y="180"/>
                    </a:cubicBezTo>
                    <a:cubicBezTo>
                      <a:pt x="32" y="180"/>
                      <a:pt x="32" y="180"/>
                      <a:pt x="32" y="180"/>
                    </a:cubicBezTo>
                    <a:cubicBezTo>
                      <a:pt x="32" y="180"/>
                      <a:pt x="32" y="181"/>
                      <a:pt x="33" y="182"/>
                    </a:cubicBezTo>
                    <a:cubicBezTo>
                      <a:pt x="34" y="179"/>
                      <a:pt x="40" y="176"/>
                      <a:pt x="42" y="176"/>
                    </a:cubicBezTo>
                    <a:cubicBezTo>
                      <a:pt x="45" y="177"/>
                      <a:pt x="52" y="182"/>
                      <a:pt x="52" y="184"/>
                    </a:cubicBezTo>
                    <a:cubicBezTo>
                      <a:pt x="51" y="186"/>
                      <a:pt x="46" y="193"/>
                      <a:pt x="44" y="194"/>
                    </a:cubicBezTo>
                    <a:cubicBezTo>
                      <a:pt x="43" y="194"/>
                      <a:pt x="42" y="194"/>
                      <a:pt x="40" y="194"/>
                    </a:cubicBezTo>
                    <a:cubicBezTo>
                      <a:pt x="40" y="195"/>
                      <a:pt x="40" y="196"/>
                      <a:pt x="40" y="197"/>
                    </a:cubicBezTo>
                    <a:cubicBezTo>
                      <a:pt x="40" y="198"/>
                      <a:pt x="43" y="201"/>
                      <a:pt x="44" y="204"/>
                    </a:cubicBezTo>
                    <a:cubicBezTo>
                      <a:pt x="46" y="207"/>
                      <a:pt x="42" y="209"/>
                      <a:pt x="39" y="207"/>
                    </a:cubicBezTo>
                    <a:cubicBezTo>
                      <a:pt x="37" y="205"/>
                      <a:pt x="36" y="209"/>
                      <a:pt x="38" y="210"/>
                    </a:cubicBezTo>
                    <a:cubicBezTo>
                      <a:pt x="39" y="212"/>
                      <a:pt x="38" y="216"/>
                      <a:pt x="40" y="217"/>
                    </a:cubicBezTo>
                    <a:cubicBezTo>
                      <a:pt x="43" y="217"/>
                      <a:pt x="45" y="221"/>
                      <a:pt x="47" y="221"/>
                    </a:cubicBezTo>
                    <a:cubicBezTo>
                      <a:pt x="50" y="221"/>
                      <a:pt x="52" y="225"/>
                      <a:pt x="52" y="225"/>
                    </a:cubicBezTo>
                    <a:cubicBezTo>
                      <a:pt x="52" y="225"/>
                      <a:pt x="55" y="228"/>
                      <a:pt x="55" y="229"/>
                    </a:cubicBezTo>
                    <a:cubicBezTo>
                      <a:pt x="55" y="229"/>
                      <a:pt x="55" y="229"/>
                      <a:pt x="55" y="229"/>
                    </a:cubicBezTo>
                    <a:cubicBezTo>
                      <a:pt x="58" y="229"/>
                      <a:pt x="60" y="229"/>
                      <a:pt x="60" y="228"/>
                    </a:cubicBezTo>
                    <a:cubicBezTo>
                      <a:pt x="60" y="227"/>
                      <a:pt x="64" y="227"/>
                      <a:pt x="67" y="229"/>
                    </a:cubicBezTo>
                    <a:cubicBezTo>
                      <a:pt x="69" y="232"/>
                      <a:pt x="79" y="238"/>
                      <a:pt x="83" y="241"/>
                    </a:cubicBezTo>
                    <a:cubicBezTo>
                      <a:pt x="87" y="244"/>
                      <a:pt x="95" y="248"/>
                      <a:pt x="98" y="247"/>
                    </a:cubicBezTo>
                    <a:cubicBezTo>
                      <a:pt x="101" y="247"/>
                      <a:pt x="104" y="249"/>
                      <a:pt x="109" y="249"/>
                    </a:cubicBezTo>
                    <a:cubicBezTo>
                      <a:pt x="110" y="249"/>
                      <a:pt x="110" y="249"/>
                      <a:pt x="111" y="249"/>
                    </a:cubicBezTo>
                    <a:cubicBezTo>
                      <a:pt x="111" y="249"/>
                      <a:pt x="113" y="249"/>
                      <a:pt x="113" y="247"/>
                    </a:cubicBezTo>
                    <a:cubicBezTo>
                      <a:pt x="115" y="245"/>
                      <a:pt x="117" y="249"/>
                      <a:pt x="116" y="251"/>
                    </a:cubicBezTo>
                    <a:cubicBezTo>
                      <a:pt x="116" y="253"/>
                      <a:pt x="116" y="254"/>
                      <a:pt x="116" y="255"/>
                    </a:cubicBezTo>
                    <a:cubicBezTo>
                      <a:pt x="117" y="254"/>
                      <a:pt x="118" y="253"/>
                      <a:pt x="118" y="252"/>
                    </a:cubicBezTo>
                    <a:cubicBezTo>
                      <a:pt x="120" y="248"/>
                      <a:pt x="122" y="248"/>
                      <a:pt x="124" y="247"/>
                    </a:cubicBezTo>
                    <a:cubicBezTo>
                      <a:pt x="126" y="245"/>
                      <a:pt x="127" y="246"/>
                      <a:pt x="131" y="248"/>
                    </a:cubicBezTo>
                    <a:cubicBezTo>
                      <a:pt x="134" y="249"/>
                      <a:pt x="135" y="246"/>
                      <a:pt x="140" y="250"/>
                    </a:cubicBezTo>
                    <a:cubicBezTo>
                      <a:pt x="141" y="250"/>
                      <a:pt x="142" y="249"/>
                      <a:pt x="143" y="249"/>
                    </a:cubicBezTo>
                    <a:cubicBezTo>
                      <a:pt x="144" y="249"/>
                      <a:pt x="145" y="247"/>
                      <a:pt x="146" y="246"/>
                    </a:cubicBezTo>
                    <a:cubicBezTo>
                      <a:pt x="148" y="244"/>
                      <a:pt x="148" y="242"/>
                      <a:pt x="150" y="243"/>
                    </a:cubicBezTo>
                    <a:cubicBezTo>
                      <a:pt x="152" y="243"/>
                      <a:pt x="153" y="240"/>
                      <a:pt x="157" y="238"/>
                    </a:cubicBezTo>
                    <a:cubicBezTo>
                      <a:pt x="161" y="236"/>
                      <a:pt x="164" y="239"/>
                      <a:pt x="166" y="238"/>
                    </a:cubicBezTo>
                    <a:cubicBezTo>
                      <a:pt x="168" y="236"/>
                      <a:pt x="170" y="236"/>
                      <a:pt x="170" y="237"/>
                    </a:cubicBezTo>
                    <a:cubicBezTo>
                      <a:pt x="170" y="239"/>
                      <a:pt x="173" y="241"/>
                      <a:pt x="173" y="243"/>
                    </a:cubicBezTo>
                    <a:cubicBezTo>
                      <a:pt x="174" y="244"/>
                      <a:pt x="177" y="245"/>
                      <a:pt x="178" y="245"/>
                    </a:cubicBezTo>
                    <a:cubicBezTo>
                      <a:pt x="179" y="245"/>
                      <a:pt x="179" y="244"/>
                      <a:pt x="179" y="244"/>
                    </a:cubicBezTo>
                    <a:cubicBezTo>
                      <a:pt x="181" y="243"/>
                      <a:pt x="185" y="244"/>
                      <a:pt x="185" y="247"/>
                    </a:cubicBezTo>
                    <a:cubicBezTo>
                      <a:pt x="185" y="249"/>
                      <a:pt x="185" y="251"/>
                      <a:pt x="187" y="251"/>
                    </a:cubicBezTo>
                    <a:cubicBezTo>
                      <a:pt x="188" y="251"/>
                      <a:pt x="190" y="251"/>
                      <a:pt x="190" y="255"/>
                    </a:cubicBezTo>
                    <a:cubicBezTo>
                      <a:pt x="190" y="259"/>
                      <a:pt x="191" y="263"/>
                      <a:pt x="188" y="267"/>
                    </a:cubicBezTo>
                    <a:cubicBezTo>
                      <a:pt x="184" y="270"/>
                      <a:pt x="180" y="276"/>
                      <a:pt x="181" y="278"/>
                    </a:cubicBezTo>
                    <a:cubicBezTo>
                      <a:pt x="182" y="280"/>
                      <a:pt x="180" y="283"/>
                      <a:pt x="183" y="282"/>
                    </a:cubicBezTo>
                    <a:cubicBezTo>
                      <a:pt x="185" y="281"/>
                      <a:pt x="191" y="282"/>
                      <a:pt x="190" y="283"/>
                    </a:cubicBezTo>
                    <a:cubicBezTo>
                      <a:pt x="189" y="285"/>
                      <a:pt x="190" y="290"/>
                      <a:pt x="192" y="290"/>
                    </a:cubicBezTo>
                    <a:cubicBezTo>
                      <a:pt x="195" y="290"/>
                      <a:pt x="196" y="291"/>
                      <a:pt x="195" y="294"/>
                    </a:cubicBezTo>
                    <a:cubicBezTo>
                      <a:pt x="195" y="296"/>
                      <a:pt x="194" y="299"/>
                      <a:pt x="195" y="299"/>
                    </a:cubicBezTo>
                    <a:cubicBezTo>
                      <a:pt x="197" y="299"/>
                      <a:pt x="200" y="299"/>
                      <a:pt x="200" y="301"/>
                    </a:cubicBezTo>
                    <a:cubicBezTo>
                      <a:pt x="200" y="303"/>
                      <a:pt x="201" y="305"/>
                      <a:pt x="205" y="304"/>
                    </a:cubicBezTo>
                    <a:cubicBezTo>
                      <a:pt x="207" y="303"/>
                      <a:pt x="208" y="302"/>
                      <a:pt x="209" y="303"/>
                    </a:cubicBezTo>
                    <a:cubicBezTo>
                      <a:pt x="210" y="303"/>
                      <a:pt x="210" y="306"/>
                      <a:pt x="213" y="307"/>
                    </a:cubicBezTo>
                    <a:cubicBezTo>
                      <a:pt x="215" y="307"/>
                      <a:pt x="214" y="301"/>
                      <a:pt x="213" y="300"/>
                    </a:cubicBezTo>
                    <a:cubicBezTo>
                      <a:pt x="212" y="299"/>
                      <a:pt x="213" y="295"/>
                      <a:pt x="214" y="296"/>
                    </a:cubicBezTo>
                    <a:cubicBezTo>
                      <a:pt x="215" y="297"/>
                      <a:pt x="218" y="296"/>
                      <a:pt x="219" y="294"/>
                    </a:cubicBezTo>
                    <a:cubicBezTo>
                      <a:pt x="221" y="292"/>
                      <a:pt x="224" y="296"/>
                      <a:pt x="226" y="294"/>
                    </a:cubicBezTo>
                    <a:cubicBezTo>
                      <a:pt x="227" y="291"/>
                      <a:pt x="230" y="295"/>
                      <a:pt x="233" y="294"/>
                    </a:cubicBezTo>
                    <a:cubicBezTo>
                      <a:pt x="235" y="292"/>
                      <a:pt x="237" y="295"/>
                      <a:pt x="238" y="293"/>
                    </a:cubicBezTo>
                    <a:cubicBezTo>
                      <a:pt x="239" y="291"/>
                      <a:pt x="243" y="288"/>
                      <a:pt x="244" y="289"/>
                    </a:cubicBezTo>
                    <a:cubicBezTo>
                      <a:pt x="245" y="290"/>
                      <a:pt x="246" y="291"/>
                      <a:pt x="251" y="292"/>
                    </a:cubicBezTo>
                    <a:cubicBezTo>
                      <a:pt x="256" y="293"/>
                      <a:pt x="253" y="295"/>
                      <a:pt x="253" y="297"/>
                    </a:cubicBezTo>
                    <a:cubicBezTo>
                      <a:pt x="253" y="298"/>
                      <a:pt x="259" y="303"/>
                      <a:pt x="261" y="303"/>
                    </a:cubicBezTo>
                    <a:cubicBezTo>
                      <a:pt x="262" y="303"/>
                      <a:pt x="262" y="303"/>
                      <a:pt x="263" y="304"/>
                    </a:cubicBezTo>
                    <a:cubicBezTo>
                      <a:pt x="264" y="303"/>
                      <a:pt x="267" y="305"/>
                      <a:pt x="268" y="303"/>
                    </a:cubicBezTo>
                    <a:cubicBezTo>
                      <a:pt x="268" y="301"/>
                      <a:pt x="271" y="301"/>
                      <a:pt x="272" y="303"/>
                    </a:cubicBezTo>
                    <a:cubicBezTo>
                      <a:pt x="273" y="305"/>
                      <a:pt x="274" y="305"/>
                      <a:pt x="277" y="303"/>
                    </a:cubicBezTo>
                    <a:cubicBezTo>
                      <a:pt x="279" y="301"/>
                      <a:pt x="280" y="305"/>
                      <a:pt x="279" y="306"/>
                    </a:cubicBezTo>
                    <a:cubicBezTo>
                      <a:pt x="277" y="308"/>
                      <a:pt x="278" y="311"/>
                      <a:pt x="281" y="313"/>
                    </a:cubicBezTo>
                    <a:cubicBezTo>
                      <a:pt x="283" y="316"/>
                      <a:pt x="283" y="312"/>
                      <a:pt x="283" y="310"/>
                    </a:cubicBezTo>
                    <a:cubicBezTo>
                      <a:pt x="282" y="308"/>
                      <a:pt x="287" y="306"/>
                      <a:pt x="294" y="303"/>
                    </a:cubicBezTo>
                    <a:cubicBezTo>
                      <a:pt x="302" y="301"/>
                      <a:pt x="310" y="295"/>
                      <a:pt x="310" y="294"/>
                    </a:cubicBezTo>
                    <a:cubicBezTo>
                      <a:pt x="310" y="293"/>
                      <a:pt x="315" y="296"/>
                      <a:pt x="318" y="294"/>
                    </a:cubicBezTo>
                    <a:cubicBezTo>
                      <a:pt x="320" y="292"/>
                      <a:pt x="329" y="292"/>
                      <a:pt x="331" y="292"/>
                    </a:cubicBezTo>
                    <a:cubicBezTo>
                      <a:pt x="334" y="292"/>
                      <a:pt x="334" y="290"/>
                      <a:pt x="336" y="288"/>
                    </a:cubicBezTo>
                    <a:cubicBezTo>
                      <a:pt x="339" y="286"/>
                      <a:pt x="338" y="285"/>
                      <a:pt x="341" y="284"/>
                    </a:cubicBezTo>
                    <a:cubicBezTo>
                      <a:pt x="344" y="283"/>
                      <a:pt x="346" y="281"/>
                      <a:pt x="346" y="279"/>
                    </a:cubicBezTo>
                    <a:cubicBezTo>
                      <a:pt x="346" y="278"/>
                      <a:pt x="351" y="277"/>
                      <a:pt x="351" y="276"/>
                    </a:cubicBezTo>
                    <a:cubicBezTo>
                      <a:pt x="351" y="274"/>
                      <a:pt x="355" y="274"/>
                      <a:pt x="355" y="272"/>
                    </a:cubicBezTo>
                    <a:cubicBezTo>
                      <a:pt x="355" y="270"/>
                      <a:pt x="358" y="270"/>
                      <a:pt x="359" y="269"/>
                    </a:cubicBezTo>
                    <a:cubicBezTo>
                      <a:pt x="360" y="267"/>
                      <a:pt x="358" y="263"/>
                      <a:pt x="360" y="263"/>
                    </a:cubicBezTo>
                    <a:cubicBezTo>
                      <a:pt x="362" y="262"/>
                      <a:pt x="359" y="260"/>
                      <a:pt x="359" y="259"/>
                    </a:cubicBezTo>
                    <a:cubicBezTo>
                      <a:pt x="358" y="258"/>
                      <a:pt x="362" y="257"/>
                      <a:pt x="364" y="256"/>
                    </a:cubicBezTo>
                    <a:cubicBezTo>
                      <a:pt x="366" y="255"/>
                      <a:pt x="368" y="253"/>
                      <a:pt x="368" y="251"/>
                    </a:cubicBezTo>
                    <a:cubicBezTo>
                      <a:pt x="368" y="248"/>
                      <a:pt x="372" y="246"/>
                      <a:pt x="373" y="246"/>
                    </a:cubicBezTo>
                    <a:cubicBezTo>
                      <a:pt x="375" y="245"/>
                      <a:pt x="375" y="242"/>
                      <a:pt x="375" y="239"/>
                    </a:cubicBezTo>
                    <a:cubicBezTo>
                      <a:pt x="374" y="236"/>
                      <a:pt x="378" y="237"/>
                      <a:pt x="376" y="236"/>
                    </a:cubicBezTo>
                    <a:cubicBezTo>
                      <a:pt x="375" y="235"/>
                      <a:pt x="377" y="232"/>
                      <a:pt x="380" y="231"/>
                    </a:cubicBezTo>
                    <a:cubicBezTo>
                      <a:pt x="382" y="230"/>
                      <a:pt x="378" y="229"/>
                      <a:pt x="376" y="230"/>
                    </a:cubicBezTo>
                    <a:cubicBezTo>
                      <a:pt x="375" y="231"/>
                      <a:pt x="373" y="227"/>
                      <a:pt x="372" y="229"/>
                    </a:cubicBezTo>
                    <a:cubicBezTo>
                      <a:pt x="370" y="230"/>
                      <a:pt x="366" y="228"/>
                      <a:pt x="369" y="227"/>
                    </a:cubicBezTo>
                    <a:cubicBezTo>
                      <a:pt x="371" y="226"/>
                      <a:pt x="375" y="223"/>
                      <a:pt x="377" y="223"/>
                    </a:cubicBezTo>
                    <a:cubicBezTo>
                      <a:pt x="379" y="222"/>
                      <a:pt x="375" y="218"/>
                      <a:pt x="372" y="218"/>
                    </a:cubicBezTo>
                    <a:cubicBezTo>
                      <a:pt x="370" y="218"/>
                      <a:pt x="368" y="213"/>
                      <a:pt x="365" y="213"/>
                    </a:cubicBezTo>
                    <a:cubicBezTo>
                      <a:pt x="363" y="213"/>
                      <a:pt x="367" y="211"/>
                      <a:pt x="370" y="213"/>
                    </a:cubicBezTo>
                    <a:cubicBezTo>
                      <a:pt x="372" y="214"/>
                      <a:pt x="376" y="216"/>
                      <a:pt x="377" y="214"/>
                    </a:cubicBezTo>
                    <a:cubicBezTo>
                      <a:pt x="378" y="213"/>
                      <a:pt x="372" y="208"/>
                      <a:pt x="370" y="207"/>
                    </a:cubicBezTo>
                    <a:cubicBezTo>
                      <a:pt x="368" y="205"/>
                      <a:pt x="370" y="203"/>
                      <a:pt x="369" y="202"/>
                    </a:cubicBezTo>
                    <a:cubicBezTo>
                      <a:pt x="367" y="201"/>
                      <a:pt x="364" y="195"/>
                      <a:pt x="363" y="192"/>
                    </a:cubicBezTo>
                    <a:cubicBezTo>
                      <a:pt x="363" y="189"/>
                      <a:pt x="358" y="189"/>
                      <a:pt x="356" y="187"/>
                    </a:cubicBezTo>
                    <a:cubicBezTo>
                      <a:pt x="355" y="185"/>
                      <a:pt x="356" y="181"/>
                      <a:pt x="360" y="180"/>
                    </a:cubicBezTo>
                    <a:cubicBezTo>
                      <a:pt x="364" y="178"/>
                      <a:pt x="362" y="175"/>
                      <a:pt x="364" y="175"/>
                    </a:cubicBezTo>
                    <a:cubicBezTo>
                      <a:pt x="366" y="176"/>
                      <a:pt x="367" y="175"/>
                      <a:pt x="368" y="172"/>
                    </a:cubicBezTo>
                    <a:cubicBezTo>
                      <a:pt x="370" y="170"/>
                      <a:pt x="372" y="171"/>
                      <a:pt x="373" y="170"/>
                    </a:cubicBezTo>
                    <a:cubicBezTo>
                      <a:pt x="375" y="168"/>
                      <a:pt x="380" y="168"/>
                      <a:pt x="382" y="167"/>
                    </a:cubicBezTo>
                    <a:cubicBezTo>
                      <a:pt x="384" y="166"/>
                      <a:pt x="380" y="161"/>
                      <a:pt x="378" y="162"/>
                    </a:cubicBezTo>
                    <a:cubicBezTo>
                      <a:pt x="375" y="163"/>
                      <a:pt x="372" y="162"/>
                      <a:pt x="370" y="159"/>
                    </a:cubicBezTo>
                    <a:cubicBezTo>
                      <a:pt x="368" y="156"/>
                      <a:pt x="363" y="164"/>
                      <a:pt x="359" y="166"/>
                    </a:cubicBezTo>
                    <a:cubicBezTo>
                      <a:pt x="355" y="167"/>
                      <a:pt x="353" y="162"/>
                      <a:pt x="354" y="159"/>
                    </a:cubicBezTo>
                    <a:cubicBezTo>
                      <a:pt x="356" y="156"/>
                      <a:pt x="351" y="156"/>
                      <a:pt x="346" y="156"/>
                    </a:cubicBezTo>
                    <a:cubicBezTo>
                      <a:pt x="341" y="157"/>
                      <a:pt x="343" y="147"/>
                      <a:pt x="346" y="146"/>
                    </a:cubicBezTo>
                    <a:cubicBezTo>
                      <a:pt x="349" y="146"/>
                      <a:pt x="354" y="149"/>
                      <a:pt x="356" y="143"/>
                    </a:cubicBezTo>
                    <a:cubicBezTo>
                      <a:pt x="358" y="138"/>
                      <a:pt x="361" y="142"/>
                      <a:pt x="365" y="137"/>
                    </a:cubicBezTo>
                    <a:cubicBezTo>
                      <a:pt x="370" y="132"/>
                      <a:pt x="375" y="128"/>
                      <a:pt x="379" y="132"/>
                    </a:cubicBezTo>
                    <a:cubicBezTo>
                      <a:pt x="383" y="135"/>
                      <a:pt x="375" y="140"/>
                      <a:pt x="373" y="143"/>
                    </a:cubicBezTo>
                    <a:cubicBezTo>
                      <a:pt x="372" y="145"/>
                      <a:pt x="375" y="146"/>
                      <a:pt x="372" y="149"/>
                    </a:cubicBezTo>
                    <a:cubicBezTo>
                      <a:pt x="370" y="151"/>
                      <a:pt x="373" y="152"/>
                      <a:pt x="378" y="149"/>
                    </a:cubicBezTo>
                    <a:cubicBezTo>
                      <a:pt x="382" y="146"/>
                      <a:pt x="388" y="142"/>
                      <a:pt x="393" y="140"/>
                    </a:cubicBezTo>
                    <a:cubicBezTo>
                      <a:pt x="394" y="140"/>
                      <a:pt x="395" y="140"/>
                      <a:pt x="396" y="140"/>
                    </a:cubicBezTo>
                    <a:cubicBezTo>
                      <a:pt x="397" y="138"/>
                      <a:pt x="398" y="137"/>
                      <a:pt x="399" y="136"/>
                    </a:cubicBezTo>
                    <a:cubicBezTo>
                      <a:pt x="402" y="135"/>
                      <a:pt x="412" y="130"/>
                      <a:pt x="414" y="128"/>
                    </a:cubicBezTo>
                    <a:cubicBezTo>
                      <a:pt x="415" y="126"/>
                      <a:pt x="417" y="122"/>
                      <a:pt x="419" y="122"/>
                    </a:cubicBezTo>
                    <a:cubicBezTo>
                      <a:pt x="421" y="122"/>
                      <a:pt x="421" y="124"/>
                      <a:pt x="424" y="124"/>
                    </a:cubicBezTo>
                    <a:cubicBezTo>
                      <a:pt x="427" y="124"/>
                      <a:pt x="431" y="125"/>
                      <a:pt x="429" y="123"/>
                    </a:cubicBezTo>
                    <a:cubicBezTo>
                      <a:pt x="428" y="120"/>
                      <a:pt x="429" y="120"/>
                      <a:pt x="432" y="120"/>
                    </a:cubicBezTo>
                    <a:cubicBezTo>
                      <a:pt x="436" y="119"/>
                      <a:pt x="436" y="116"/>
                      <a:pt x="438" y="116"/>
                    </a:cubicBezTo>
                    <a:cubicBezTo>
                      <a:pt x="441" y="116"/>
                      <a:pt x="440" y="109"/>
                      <a:pt x="443" y="109"/>
                    </a:cubicBezTo>
                    <a:cubicBezTo>
                      <a:pt x="445" y="109"/>
                      <a:pt x="446" y="113"/>
                      <a:pt x="450" y="112"/>
                    </a:cubicBezTo>
                    <a:cubicBezTo>
                      <a:pt x="450" y="112"/>
                      <a:pt x="451" y="112"/>
                      <a:pt x="452" y="112"/>
                    </a:cubicBezTo>
                    <a:cubicBezTo>
                      <a:pt x="452" y="112"/>
                      <a:pt x="453" y="111"/>
                      <a:pt x="454" y="111"/>
                    </a:cubicBezTo>
                    <a:cubicBezTo>
                      <a:pt x="453" y="107"/>
                      <a:pt x="454" y="105"/>
                      <a:pt x="453" y="103"/>
                    </a:cubicBezTo>
                    <a:cubicBezTo>
                      <a:pt x="452" y="100"/>
                      <a:pt x="453" y="98"/>
                      <a:pt x="453" y="96"/>
                    </a:cubicBezTo>
                    <a:cubicBezTo>
                      <a:pt x="452" y="95"/>
                      <a:pt x="452" y="91"/>
                      <a:pt x="454" y="91"/>
                    </a:cubicBezTo>
                    <a:cubicBezTo>
                      <a:pt x="456" y="91"/>
                      <a:pt x="458" y="86"/>
                      <a:pt x="460" y="88"/>
                    </a:cubicBezTo>
                    <a:cubicBezTo>
                      <a:pt x="463" y="89"/>
                      <a:pt x="468" y="90"/>
                      <a:pt x="468" y="88"/>
                    </a:cubicBezTo>
                    <a:cubicBezTo>
                      <a:pt x="468" y="85"/>
                      <a:pt x="471" y="85"/>
                      <a:pt x="471" y="82"/>
                    </a:cubicBezTo>
                    <a:cubicBezTo>
                      <a:pt x="472" y="80"/>
                      <a:pt x="475" y="79"/>
                      <a:pt x="476" y="76"/>
                    </a:cubicBezTo>
                    <a:cubicBezTo>
                      <a:pt x="477" y="74"/>
                      <a:pt x="478" y="67"/>
                      <a:pt x="480" y="66"/>
                    </a:cubicBezTo>
                    <a:cubicBezTo>
                      <a:pt x="483" y="65"/>
                      <a:pt x="480" y="64"/>
                      <a:pt x="480" y="59"/>
                    </a:cubicBezTo>
                    <a:close/>
                    <a:moveTo>
                      <a:pt x="364" y="284"/>
                    </a:moveTo>
                    <a:cubicBezTo>
                      <a:pt x="361" y="294"/>
                      <a:pt x="367" y="299"/>
                      <a:pt x="368" y="298"/>
                    </a:cubicBezTo>
                    <a:cubicBezTo>
                      <a:pt x="370" y="297"/>
                      <a:pt x="380" y="276"/>
                      <a:pt x="378" y="273"/>
                    </a:cubicBezTo>
                    <a:cubicBezTo>
                      <a:pt x="376" y="270"/>
                      <a:pt x="366" y="275"/>
                      <a:pt x="364" y="284"/>
                    </a:cubicBezTo>
                    <a:close/>
                    <a:moveTo>
                      <a:pt x="279" y="317"/>
                    </a:moveTo>
                    <a:cubicBezTo>
                      <a:pt x="276" y="317"/>
                      <a:pt x="268" y="321"/>
                      <a:pt x="271" y="328"/>
                    </a:cubicBezTo>
                    <a:cubicBezTo>
                      <a:pt x="274" y="334"/>
                      <a:pt x="284" y="330"/>
                      <a:pt x="285" y="327"/>
                    </a:cubicBezTo>
                    <a:cubicBezTo>
                      <a:pt x="285" y="324"/>
                      <a:pt x="289" y="320"/>
                      <a:pt x="289" y="318"/>
                    </a:cubicBezTo>
                    <a:cubicBezTo>
                      <a:pt x="288" y="316"/>
                      <a:pt x="282" y="317"/>
                      <a:pt x="279" y="3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151">
                <a:extLst>
                  <a:ext uri="{FF2B5EF4-FFF2-40B4-BE49-F238E27FC236}">
                    <a16:creationId xmlns:a16="http://schemas.microsoft.com/office/drawing/2014/main" id="{EABF83F1-A835-4E17-837E-E9BE598C81F2}"/>
                  </a:ext>
                </a:extLst>
              </p:cNvPr>
              <p:cNvSpPr>
                <a:spLocks noEditPoints="1"/>
              </p:cNvSpPr>
              <p:nvPr/>
            </p:nvSpPr>
            <p:spPr bwMode="auto">
              <a:xfrm>
                <a:off x="7074079" y="3738475"/>
                <a:ext cx="179426" cy="250945"/>
              </a:xfrm>
              <a:custGeom>
                <a:avLst/>
                <a:gdLst>
                  <a:gd name="T0" fmla="*/ 41 w 78"/>
                  <a:gd name="T1" fmla="*/ 42 h 109"/>
                  <a:gd name="T2" fmla="*/ 51 w 78"/>
                  <a:gd name="T3" fmla="*/ 49 h 109"/>
                  <a:gd name="T4" fmla="*/ 53 w 78"/>
                  <a:gd name="T5" fmla="*/ 56 h 109"/>
                  <a:gd name="T6" fmla="*/ 57 w 78"/>
                  <a:gd name="T7" fmla="*/ 60 h 109"/>
                  <a:gd name="T8" fmla="*/ 61 w 78"/>
                  <a:gd name="T9" fmla="*/ 70 h 109"/>
                  <a:gd name="T10" fmla="*/ 63 w 78"/>
                  <a:gd name="T11" fmla="*/ 68 h 109"/>
                  <a:gd name="T12" fmla="*/ 67 w 78"/>
                  <a:gd name="T13" fmla="*/ 63 h 109"/>
                  <a:gd name="T14" fmla="*/ 65 w 78"/>
                  <a:gd name="T15" fmla="*/ 53 h 109"/>
                  <a:gd name="T16" fmla="*/ 56 w 78"/>
                  <a:gd name="T17" fmla="*/ 47 h 109"/>
                  <a:gd name="T18" fmla="*/ 50 w 78"/>
                  <a:gd name="T19" fmla="*/ 40 h 109"/>
                  <a:gd name="T20" fmla="*/ 39 w 78"/>
                  <a:gd name="T21" fmla="*/ 38 h 109"/>
                  <a:gd name="T22" fmla="*/ 35 w 78"/>
                  <a:gd name="T23" fmla="*/ 30 h 109"/>
                  <a:gd name="T24" fmla="*/ 41 w 78"/>
                  <a:gd name="T25" fmla="*/ 19 h 109"/>
                  <a:gd name="T26" fmla="*/ 40 w 78"/>
                  <a:gd name="T27" fmla="*/ 6 h 109"/>
                  <a:gd name="T28" fmla="*/ 39 w 78"/>
                  <a:gd name="T29" fmla="*/ 3 h 109"/>
                  <a:gd name="T30" fmla="*/ 27 w 78"/>
                  <a:gd name="T31" fmla="*/ 2 h 109"/>
                  <a:gd name="T32" fmla="*/ 25 w 78"/>
                  <a:gd name="T33" fmla="*/ 21 h 109"/>
                  <a:gd name="T34" fmla="*/ 22 w 78"/>
                  <a:gd name="T35" fmla="*/ 20 h 109"/>
                  <a:gd name="T36" fmla="*/ 24 w 78"/>
                  <a:gd name="T37" fmla="*/ 31 h 109"/>
                  <a:gd name="T38" fmla="*/ 26 w 78"/>
                  <a:gd name="T39" fmla="*/ 37 h 109"/>
                  <a:gd name="T40" fmla="*/ 34 w 78"/>
                  <a:gd name="T41" fmla="*/ 40 h 109"/>
                  <a:gd name="T42" fmla="*/ 41 w 78"/>
                  <a:gd name="T43" fmla="*/ 42 h 109"/>
                  <a:gd name="T44" fmla="*/ 26 w 78"/>
                  <a:gd name="T45" fmla="*/ 44 h 109"/>
                  <a:gd name="T46" fmla="*/ 34 w 78"/>
                  <a:gd name="T47" fmla="*/ 53 h 109"/>
                  <a:gd name="T48" fmla="*/ 26 w 78"/>
                  <a:gd name="T49" fmla="*/ 44 h 109"/>
                  <a:gd name="T50" fmla="*/ 39 w 78"/>
                  <a:gd name="T51" fmla="*/ 67 h 109"/>
                  <a:gd name="T52" fmla="*/ 44 w 78"/>
                  <a:gd name="T53" fmla="*/ 65 h 109"/>
                  <a:gd name="T54" fmla="*/ 44 w 78"/>
                  <a:gd name="T55" fmla="*/ 71 h 109"/>
                  <a:gd name="T56" fmla="*/ 46 w 78"/>
                  <a:gd name="T57" fmla="*/ 80 h 109"/>
                  <a:gd name="T58" fmla="*/ 54 w 78"/>
                  <a:gd name="T59" fmla="*/ 67 h 109"/>
                  <a:gd name="T60" fmla="*/ 51 w 78"/>
                  <a:gd name="T61" fmla="*/ 66 h 109"/>
                  <a:gd name="T62" fmla="*/ 39 w 78"/>
                  <a:gd name="T63" fmla="*/ 56 h 109"/>
                  <a:gd name="T64" fmla="*/ 39 w 78"/>
                  <a:gd name="T65" fmla="*/ 67 h 109"/>
                  <a:gd name="T66" fmla="*/ 11 w 78"/>
                  <a:gd name="T67" fmla="*/ 72 h 109"/>
                  <a:gd name="T68" fmla="*/ 1 w 78"/>
                  <a:gd name="T69" fmla="*/ 85 h 109"/>
                  <a:gd name="T70" fmla="*/ 16 w 78"/>
                  <a:gd name="T71" fmla="*/ 72 h 109"/>
                  <a:gd name="T72" fmla="*/ 18 w 78"/>
                  <a:gd name="T73" fmla="*/ 63 h 109"/>
                  <a:gd name="T74" fmla="*/ 11 w 78"/>
                  <a:gd name="T75" fmla="*/ 72 h 109"/>
                  <a:gd name="T76" fmla="*/ 54 w 78"/>
                  <a:gd name="T77" fmla="*/ 77 h 109"/>
                  <a:gd name="T78" fmla="*/ 60 w 78"/>
                  <a:gd name="T79" fmla="*/ 73 h 109"/>
                  <a:gd name="T80" fmla="*/ 54 w 78"/>
                  <a:gd name="T81" fmla="*/ 77 h 109"/>
                  <a:gd name="T82" fmla="*/ 75 w 78"/>
                  <a:gd name="T83" fmla="*/ 95 h 109"/>
                  <a:gd name="T84" fmla="*/ 73 w 78"/>
                  <a:gd name="T85" fmla="*/ 77 h 109"/>
                  <a:gd name="T86" fmla="*/ 68 w 78"/>
                  <a:gd name="T87" fmla="*/ 77 h 109"/>
                  <a:gd name="T88" fmla="*/ 63 w 78"/>
                  <a:gd name="T89" fmla="*/ 81 h 109"/>
                  <a:gd name="T90" fmla="*/ 58 w 78"/>
                  <a:gd name="T91" fmla="*/ 85 h 109"/>
                  <a:gd name="T92" fmla="*/ 51 w 78"/>
                  <a:gd name="T93" fmla="*/ 83 h 109"/>
                  <a:gd name="T94" fmla="*/ 42 w 78"/>
                  <a:gd name="T95" fmla="*/ 88 h 109"/>
                  <a:gd name="T96" fmla="*/ 39 w 78"/>
                  <a:gd name="T97" fmla="*/ 97 h 109"/>
                  <a:gd name="T98" fmla="*/ 46 w 78"/>
                  <a:gd name="T99" fmla="*/ 93 h 109"/>
                  <a:gd name="T100" fmla="*/ 52 w 78"/>
                  <a:gd name="T101" fmla="*/ 91 h 109"/>
                  <a:gd name="T102" fmla="*/ 58 w 78"/>
                  <a:gd name="T103" fmla="*/ 105 h 109"/>
                  <a:gd name="T104" fmla="*/ 67 w 78"/>
                  <a:gd name="T105" fmla="*/ 109 h 109"/>
                  <a:gd name="T106" fmla="*/ 67 w 78"/>
                  <a:gd name="T107" fmla="*/ 99 h 109"/>
                  <a:gd name="T108" fmla="*/ 75 w 78"/>
                  <a:gd name="T109" fmla="*/ 9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8" h="109">
                    <a:moveTo>
                      <a:pt x="41" y="42"/>
                    </a:moveTo>
                    <a:cubicBezTo>
                      <a:pt x="46" y="41"/>
                      <a:pt x="52" y="47"/>
                      <a:pt x="51" y="49"/>
                    </a:cubicBezTo>
                    <a:cubicBezTo>
                      <a:pt x="50" y="51"/>
                      <a:pt x="51" y="58"/>
                      <a:pt x="53" y="56"/>
                    </a:cubicBezTo>
                    <a:cubicBezTo>
                      <a:pt x="56" y="54"/>
                      <a:pt x="59" y="57"/>
                      <a:pt x="57" y="60"/>
                    </a:cubicBezTo>
                    <a:cubicBezTo>
                      <a:pt x="55" y="63"/>
                      <a:pt x="60" y="66"/>
                      <a:pt x="61" y="70"/>
                    </a:cubicBezTo>
                    <a:cubicBezTo>
                      <a:pt x="62" y="74"/>
                      <a:pt x="64" y="71"/>
                      <a:pt x="63" y="68"/>
                    </a:cubicBezTo>
                    <a:cubicBezTo>
                      <a:pt x="63" y="65"/>
                      <a:pt x="64" y="65"/>
                      <a:pt x="67" y="63"/>
                    </a:cubicBezTo>
                    <a:cubicBezTo>
                      <a:pt x="70" y="61"/>
                      <a:pt x="67" y="57"/>
                      <a:pt x="65" y="53"/>
                    </a:cubicBezTo>
                    <a:cubicBezTo>
                      <a:pt x="63" y="49"/>
                      <a:pt x="56" y="51"/>
                      <a:pt x="56" y="47"/>
                    </a:cubicBezTo>
                    <a:cubicBezTo>
                      <a:pt x="56" y="43"/>
                      <a:pt x="51" y="42"/>
                      <a:pt x="50" y="40"/>
                    </a:cubicBezTo>
                    <a:cubicBezTo>
                      <a:pt x="50" y="38"/>
                      <a:pt x="43" y="35"/>
                      <a:pt x="39" y="38"/>
                    </a:cubicBezTo>
                    <a:cubicBezTo>
                      <a:pt x="35" y="40"/>
                      <a:pt x="38" y="34"/>
                      <a:pt x="35" y="30"/>
                    </a:cubicBezTo>
                    <a:cubicBezTo>
                      <a:pt x="32" y="27"/>
                      <a:pt x="37" y="23"/>
                      <a:pt x="41" y="19"/>
                    </a:cubicBezTo>
                    <a:cubicBezTo>
                      <a:pt x="44" y="15"/>
                      <a:pt x="40" y="9"/>
                      <a:pt x="40" y="6"/>
                    </a:cubicBezTo>
                    <a:cubicBezTo>
                      <a:pt x="41" y="3"/>
                      <a:pt x="40" y="2"/>
                      <a:pt x="39" y="3"/>
                    </a:cubicBezTo>
                    <a:cubicBezTo>
                      <a:pt x="37" y="4"/>
                      <a:pt x="30" y="0"/>
                      <a:pt x="27" y="2"/>
                    </a:cubicBezTo>
                    <a:cubicBezTo>
                      <a:pt x="24" y="4"/>
                      <a:pt x="27" y="20"/>
                      <a:pt x="25" y="21"/>
                    </a:cubicBezTo>
                    <a:cubicBezTo>
                      <a:pt x="24" y="22"/>
                      <a:pt x="22" y="18"/>
                      <a:pt x="22" y="20"/>
                    </a:cubicBezTo>
                    <a:cubicBezTo>
                      <a:pt x="21" y="22"/>
                      <a:pt x="22" y="31"/>
                      <a:pt x="24" y="31"/>
                    </a:cubicBezTo>
                    <a:cubicBezTo>
                      <a:pt x="26" y="31"/>
                      <a:pt x="27" y="33"/>
                      <a:pt x="26" y="37"/>
                    </a:cubicBezTo>
                    <a:cubicBezTo>
                      <a:pt x="25" y="41"/>
                      <a:pt x="29" y="41"/>
                      <a:pt x="34" y="40"/>
                    </a:cubicBezTo>
                    <a:cubicBezTo>
                      <a:pt x="39" y="38"/>
                      <a:pt x="37" y="43"/>
                      <a:pt x="41" y="42"/>
                    </a:cubicBezTo>
                    <a:close/>
                    <a:moveTo>
                      <a:pt x="26" y="44"/>
                    </a:moveTo>
                    <a:cubicBezTo>
                      <a:pt x="27" y="48"/>
                      <a:pt x="29" y="54"/>
                      <a:pt x="34" y="53"/>
                    </a:cubicBezTo>
                    <a:cubicBezTo>
                      <a:pt x="39" y="51"/>
                      <a:pt x="26" y="42"/>
                      <a:pt x="26" y="44"/>
                    </a:cubicBezTo>
                    <a:close/>
                    <a:moveTo>
                      <a:pt x="39" y="67"/>
                    </a:moveTo>
                    <a:cubicBezTo>
                      <a:pt x="41" y="67"/>
                      <a:pt x="44" y="67"/>
                      <a:pt x="44" y="65"/>
                    </a:cubicBezTo>
                    <a:cubicBezTo>
                      <a:pt x="44" y="63"/>
                      <a:pt x="47" y="69"/>
                      <a:pt x="44" y="71"/>
                    </a:cubicBezTo>
                    <a:cubicBezTo>
                      <a:pt x="42" y="73"/>
                      <a:pt x="42" y="79"/>
                      <a:pt x="46" y="80"/>
                    </a:cubicBezTo>
                    <a:cubicBezTo>
                      <a:pt x="49" y="81"/>
                      <a:pt x="55" y="69"/>
                      <a:pt x="54" y="67"/>
                    </a:cubicBezTo>
                    <a:cubicBezTo>
                      <a:pt x="53" y="65"/>
                      <a:pt x="50" y="69"/>
                      <a:pt x="51" y="66"/>
                    </a:cubicBezTo>
                    <a:cubicBezTo>
                      <a:pt x="52" y="63"/>
                      <a:pt x="43" y="56"/>
                      <a:pt x="39" y="56"/>
                    </a:cubicBezTo>
                    <a:cubicBezTo>
                      <a:pt x="35" y="57"/>
                      <a:pt x="37" y="68"/>
                      <a:pt x="39" y="67"/>
                    </a:cubicBezTo>
                    <a:close/>
                    <a:moveTo>
                      <a:pt x="11" y="72"/>
                    </a:moveTo>
                    <a:cubicBezTo>
                      <a:pt x="8" y="76"/>
                      <a:pt x="0" y="83"/>
                      <a:pt x="1" y="85"/>
                    </a:cubicBezTo>
                    <a:cubicBezTo>
                      <a:pt x="3" y="88"/>
                      <a:pt x="11" y="75"/>
                      <a:pt x="16" y="72"/>
                    </a:cubicBezTo>
                    <a:cubicBezTo>
                      <a:pt x="20" y="68"/>
                      <a:pt x="19" y="66"/>
                      <a:pt x="18" y="63"/>
                    </a:cubicBezTo>
                    <a:cubicBezTo>
                      <a:pt x="16" y="60"/>
                      <a:pt x="15" y="68"/>
                      <a:pt x="11" y="72"/>
                    </a:cubicBezTo>
                    <a:close/>
                    <a:moveTo>
                      <a:pt x="54" y="77"/>
                    </a:moveTo>
                    <a:cubicBezTo>
                      <a:pt x="55" y="79"/>
                      <a:pt x="62" y="75"/>
                      <a:pt x="60" y="73"/>
                    </a:cubicBezTo>
                    <a:cubicBezTo>
                      <a:pt x="58" y="70"/>
                      <a:pt x="53" y="75"/>
                      <a:pt x="54" y="77"/>
                    </a:cubicBezTo>
                    <a:close/>
                    <a:moveTo>
                      <a:pt x="75" y="95"/>
                    </a:moveTo>
                    <a:cubicBezTo>
                      <a:pt x="78" y="92"/>
                      <a:pt x="73" y="83"/>
                      <a:pt x="73" y="77"/>
                    </a:cubicBezTo>
                    <a:cubicBezTo>
                      <a:pt x="73" y="72"/>
                      <a:pt x="65" y="73"/>
                      <a:pt x="68" y="77"/>
                    </a:cubicBezTo>
                    <a:cubicBezTo>
                      <a:pt x="70" y="80"/>
                      <a:pt x="63" y="78"/>
                      <a:pt x="63" y="81"/>
                    </a:cubicBezTo>
                    <a:cubicBezTo>
                      <a:pt x="63" y="85"/>
                      <a:pt x="58" y="82"/>
                      <a:pt x="58" y="85"/>
                    </a:cubicBezTo>
                    <a:cubicBezTo>
                      <a:pt x="58" y="88"/>
                      <a:pt x="53" y="85"/>
                      <a:pt x="51" y="83"/>
                    </a:cubicBezTo>
                    <a:cubicBezTo>
                      <a:pt x="49" y="81"/>
                      <a:pt x="45" y="88"/>
                      <a:pt x="42" y="88"/>
                    </a:cubicBezTo>
                    <a:cubicBezTo>
                      <a:pt x="38" y="89"/>
                      <a:pt x="36" y="97"/>
                      <a:pt x="39" y="97"/>
                    </a:cubicBezTo>
                    <a:cubicBezTo>
                      <a:pt x="42" y="97"/>
                      <a:pt x="43" y="93"/>
                      <a:pt x="46" y="93"/>
                    </a:cubicBezTo>
                    <a:cubicBezTo>
                      <a:pt x="49" y="93"/>
                      <a:pt x="48" y="90"/>
                      <a:pt x="52" y="91"/>
                    </a:cubicBezTo>
                    <a:cubicBezTo>
                      <a:pt x="56" y="92"/>
                      <a:pt x="53" y="104"/>
                      <a:pt x="58" y="105"/>
                    </a:cubicBezTo>
                    <a:cubicBezTo>
                      <a:pt x="64" y="106"/>
                      <a:pt x="64" y="109"/>
                      <a:pt x="67" y="109"/>
                    </a:cubicBezTo>
                    <a:cubicBezTo>
                      <a:pt x="69" y="109"/>
                      <a:pt x="66" y="101"/>
                      <a:pt x="67" y="99"/>
                    </a:cubicBezTo>
                    <a:cubicBezTo>
                      <a:pt x="67" y="96"/>
                      <a:pt x="72" y="98"/>
                      <a:pt x="75" y="9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152">
                <a:extLst>
                  <a:ext uri="{FF2B5EF4-FFF2-40B4-BE49-F238E27FC236}">
                    <a16:creationId xmlns:a16="http://schemas.microsoft.com/office/drawing/2014/main" id="{7A05884A-2FA8-49F5-A48B-87C5D1875358}"/>
                  </a:ext>
                </a:extLst>
              </p:cNvPr>
              <p:cNvSpPr>
                <a:spLocks noEditPoints="1"/>
              </p:cNvSpPr>
              <p:nvPr/>
            </p:nvSpPr>
            <p:spPr bwMode="auto">
              <a:xfrm>
                <a:off x="7515742" y="4143751"/>
                <a:ext cx="235888" cy="150567"/>
              </a:xfrm>
              <a:custGeom>
                <a:avLst/>
                <a:gdLst>
                  <a:gd name="T0" fmla="*/ 74 w 102"/>
                  <a:gd name="T1" fmla="*/ 59 h 65"/>
                  <a:gd name="T2" fmla="*/ 68 w 102"/>
                  <a:gd name="T3" fmla="*/ 54 h 65"/>
                  <a:gd name="T4" fmla="*/ 60 w 102"/>
                  <a:gd name="T5" fmla="*/ 50 h 65"/>
                  <a:gd name="T6" fmla="*/ 54 w 102"/>
                  <a:gd name="T7" fmla="*/ 39 h 65"/>
                  <a:gd name="T8" fmla="*/ 52 w 102"/>
                  <a:gd name="T9" fmla="*/ 33 h 65"/>
                  <a:gd name="T10" fmla="*/ 54 w 102"/>
                  <a:gd name="T11" fmla="*/ 28 h 65"/>
                  <a:gd name="T12" fmla="*/ 38 w 102"/>
                  <a:gd name="T13" fmla="*/ 19 h 65"/>
                  <a:gd name="T14" fmla="*/ 6 w 102"/>
                  <a:gd name="T15" fmla="*/ 1 h 65"/>
                  <a:gd name="T16" fmla="*/ 0 w 102"/>
                  <a:gd name="T17" fmla="*/ 0 h 65"/>
                  <a:gd name="T18" fmla="*/ 0 w 102"/>
                  <a:gd name="T19" fmla="*/ 50 h 65"/>
                  <a:gd name="T20" fmla="*/ 9 w 102"/>
                  <a:gd name="T21" fmla="*/ 53 h 65"/>
                  <a:gd name="T22" fmla="*/ 19 w 102"/>
                  <a:gd name="T23" fmla="*/ 48 h 65"/>
                  <a:gd name="T24" fmla="*/ 23 w 102"/>
                  <a:gd name="T25" fmla="*/ 42 h 65"/>
                  <a:gd name="T26" fmla="*/ 40 w 102"/>
                  <a:gd name="T27" fmla="*/ 46 h 65"/>
                  <a:gd name="T28" fmla="*/ 58 w 102"/>
                  <a:gd name="T29" fmla="*/ 61 h 65"/>
                  <a:gd name="T30" fmla="*/ 75 w 102"/>
                  <a:gd name="T31" fmla="*/ 64 h 65"/>
                  <a:gd name="T32" fmla="*/ 74 w 102"/>
                  <a:gd name="T33" fmla="*/ 59 h 65"/>
                  <a:gd name="T34" fmla="*/ 87 w 102"/>
                  <a:gd name="T35" fmla="*/ 17 h 65"/>
                  <a:gd name="T36" fmla="*/ 77 w 102"/>
                  <a:gd name="T37" fmla="*/ 23 h 65"/>
                  <a:gd name="T38" fmla="*/ 60 w 102"/>
                  <a:gd name="T39" fmla="*/ 24 h 65"/>
                  <a:gd name="T40" fmla="*/ 73 w 102"/>
                  <a:gd name="T41" fmla="*/ 29 h 65"/>
                  <a:gd name="T42" fmla="*/ 90 w 102"/>
                  <a:gd name="T43" fmla="*/ 21 h 65"/>
                  <a:gd name="T44" fmla="*/ 92 w 102"/>
                  <a:gd name="T45" fmla="*/ 14 h 65"/>
                  <a:gd name="T46" fmla="*/ 87 w 102"/>
                  <a:gd name="T47" fmla="*/ 17 h 65"/>
                  <a:gd name="T48" fmla="*/ 95 w 102"/>
                  <a:gd name="T49" fmla="*/ 8 h 65"/>
                  <a:gd name="T50" fmla="*/ 93 w 102"/>
                  <a:gd name="T51" fmla="*/ 9 h 65"/>
                  <a:gd name="T52" fmla="*/ 98 w 102"/>
                  <a:gd name="T53" fmla="*/ 16 h 65"/>
                  <a:gd name="T54" fmla="*/ 95 w 102"/>
                  <a:gd name="T55" fmla="*/ 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2" h="65">
                    <a:moveTo>
                      <a:pt x="74" y="59"/>
                    </a:moveTo>
                    <a:cubicBezTo>
                      <a:pt x="72" y="59"/>
                      <a:pt x="68" y="56"/>
                      <a:pt x="68" y="54"/>
                    </a:cubicBezTo>
                    <a:cubicBezTo>
                      <a:pt x="68" y="52"/>
                      <a:pt x="63" y="52"/>
                      <a:pt x="60" y="50"/>
                    </a:cubicBezTo>
                    <a:cubicBezTo>
                      <a:pt x="56" y="48"/>
                      <a:pt x="58" y="41"/>
                      <a:pt x="54" y="39"/>
                    </a:cubicBezTo>
                    <a:cubicBezTo>
                      <a:pt x="51" y="38"/>
                      <a:pt x="48" y="33"/>
                      <a:pt x="52" y="33"/>
                    </a:cubicBezTo>
                    <a:cubicBezTo>
                      <a:pt x="56" y="33"/>
                      <a:pt x="57" y="31"/>
                      <a:pt x="54" y="28"/>
                    </a:cubicBezTo>
                    <a:cubicBezTo>
                      <a:pt x="51" y="24"/>
                      <a:pt x="38" y="23"/>
                      <a:pt x="38" y="19"/>
                    </a:cubicBezTo>
                    <a:cubicBezTo>
                      <a:pt x="37" y="14"/>
                      <a:pt x="16" y="4"/>
                      <a:pt x="6" y="1"/>
                    </a:cubicBezTo>
                    <a:cubicBezTo>
                      <a:pt x="5" y="1"/>
                      <a:pt x="3" y="0"/>
                      <a:pt x="0" y="0"/>
                    </a:cubicBezTo>
                    <a:cubicBezTo>
                      <a:pt x="0" y="50"/>
                      <a:pt x="0" y="50"/>
                      <a:pt x="0" y="50"/>
                    </a:cubicBezTo>
                    <a:cubicBezTo>
                      <a:pt x="3" y="52"/>
                      <a:pt x="5" y="53"/>
                      <a:pt x="9" y="53"/>
                    </a:cubicBezTo>
                    <a:cubicBezTo>
                      <a:pt x="19" y="54"/>
                      <a:pt x="17" y="48"/>
                      <a:pt x="19" y="48"/>
                    </a:cubicBezTo>
                    <a:cubicBezTo>
                      <a:pt x="21" y="48"/>
                      <a:pt x="21" y="44"/>
                      <a:pt x="23" y="42"/>
                    </a:cubicBezTo>
                    <a:cubicBezTo>
                      <a:pt x="26" y="39"/>
                      <a:pt x="35" y="41"/>
                      <a:pt x="40" y="46"/>
                    </a:cubicBezTo>
                    <a:cubicBezTo>
                      <a:pt x="46" y="50"/>
                      <a:pt x="52" y="63"/>
                      <a:pt x="58" y="61"/>
                    </a:cubicBezTo>
                    <a:cubicBezTo>
                      <a:pt x="64" y="60"/>
                      <a:pt x="70" y="65"/>
                      <a:pt x="75" y="64"/>
                    </a:cubicBezTo>
                    <a:cubicBezTo>
                      <a:pt x="80" y="64"/>
                      <a:pt x="75" y="60"/>
                      <a:pt x="74" y="59"/>
                    </a:cubicBezTo>
                    <a:close/>
                    <a:moveTo>
                      <a:pt x="87" y="17"/>
                    </a:moveTo>
                    <a:cubicBezTo>
                      <a:pt x="87" y="19"/>
                      <a:pt x="83" y="20"/>
                      <a:pt x="77" y="23"/>
                    </a:cubicBezTo>
                    <a:cubicBezTo>
                      <a:pt x="71" y="25"/>
                      <a:pt x="61" y="20"/>
                      <a:pt x="60" y="24"/>
                    </a:cubicBezTo>
                    <a:cubicBezTo>
                      <a:pt x="60" y="26"/>
                      <a:pt x="67" y="29"/>
                      <a:pt x="73" y="29"/>
                    </a:cubicBezTo>
                    <a:cubicBezTo>
                      <a:pt x="80" y="29"/>
                      <a:pt x="90" y="23"/>
                      <a:pt x="90" y="21"/>
                    </a:cubicBezTo>
                    <a:cubicBezTo>
                      <a:pt x="90" y="19"/>
                      <a:pt x="94" y="16"/>
                      <a:pt x="92" y="14"/>
                    </a:cubicBezTo>
                    <a:cubicBezTo>
                      <a:pt x="91" y="12"/>
                      <a:pt x="87" y="15"/>
                      <a:pt x="87" y="17"/>
                    </a:cubicBezTo>
                    <a:close/>
                    <a:moveTo>
                      <a:pt x="95" y="8"/>
                    </a:moveTo>
                    <a:cubicBezTo>
                      <a:pt x="91" y="6"/>
                      <a:pt x="88" y="4"/>
                      <a:pt x="93" y="9"/>
                    </a:cubicBezTo>
                    <a:cubicBezTo>
                      <a:pt x="98" y="13"/>
                      <a:pt x="95" y="17"/>
                      <a:pt x="98" y="16"/>
                    </a:cubicBezTo>
                    <a:cubicBezTo>
                      <a:pt x="102" y="15"/>
                      <a:pt x="99" y="10"/>
                      <a:pt x="95"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153">
                <a:extLst>
                  <a:ext uri="{FF2B5EF4-FFF2-40B4-BE49-F238E27FC236}">
                    <a16:creationId xmlns:a16="http://schemas.microsoft.com/office/drawing/2014/main" id="{F1C7C850-333E-4137-9F52-DF5797ED5B90}"/>
                  </a:ext>
                </a:extLst>
              </p:cNvPr>
              <p:cNvSpPr>
                <a:spLocks/>
              </p:cNvSpPr>
              <p:nvPr/>
            </p:nvSpPr>
            <p:spPr bwMode="auto">
              <a:xfrm>
                <a:off x="6397782" y="3909118"/>
                <a:ext cx="40151" cy="77793"/>
              </a:xfrm>
              <a:custGeom>
                <a:avLst/>
                <a:gdLst>
                  <a:gd name="T0" fmla="*/ 4 w 17"/>
                  <a:gd name="T1" fmla="*/ 0 h 34"/>
                  <a:gd name="T2" fmla="*/ 1 w 17"/>
                  <a:gd name="T3" fmla="*/ 8 h 34"/>
                  <a:gd name="T4" fmla="*/ 0 w 17"/>
                  <a:gd name="T5" fmla="*/ 19 h 34"/>
                  <a:gd name="T6" fmla="*/ 4 w 17"/>
                  <a:gd name="T7" fmla="*/ 31 h 34"/>
                  <a:gd name="T8" fmla="*/ 17 w 17"/>
                  <a:gd name="T9" fmla="*/ 19 h 34"/>
                  <a:gd name="T10" fmla="*/ 4 w 17"/>
                  <a:gd name="T11" fmla="*/ 0 h 34"/>
                </a:gdLst>
                <a:ahLst/>
                <a:cxnLst>
                  <a:cxn ang="0">
                    <a:pos x="T0" y="T1"/>
                  </a:cxn>
                  <a:cxn ang="0">
                    <a:pos x="T2" y="T3"/>
                  </a:cxn>
                  <a:cxn ang="0">
                    <a:pos x="T4" y="T5"/>
                  </a:cxn>
                  <a:cxn ang="0">
                    <a:pos x="T6" y="T7"/>
                  </a:cxn>
                  <a:cxn ang="0">
                    <a:pos x="T8" y="T9"/>
                  </a:cxn>
                  <a:cxn ang="0">
                    <a:pos x="T10" y="T11"/>
                  </a:cxn>
                </a:cxnLst>
                <a:rect l="0" t="0" r="r" b="b"/>
                <a:pathLst>
                  <a:path w="17" h="34">
                    <a:moveTo>
                      <a:pt x="4" y="0"/>
                    </a:moveTo>
                    <a:cubicBezTo>
                      <a:pt x="1" y="1"/>
                      <a:pt x="2" y="5"/>
                      <a:pt x="1" y="8"/>
                    </a:cubicBezTo>
                    <a:cubicBezTo>
                      <a:pt x="0" y="11"/>
                      <a:pt x="0" y="14"/>
                      <a:pt x="0" y="19"/>
                    </a:cubicBezTo>
                    <a:cubicBezTo>
                      <a:pt x="1" y="23"/>
                      <a:pt x="0" y="28"/>
                      <a:pt x="4" y="31"/>
                    </a:cubicBezTo>
                    <a:cubicBezTo>
                      <a:pt x="9" y="34"/>
                      <a:pt x="16" y="26"/>
                      <a:pt x="17" y="19"/>
                    </a:cubicBezTo>
                    <a:cubicBezTo>
                      <a:pt x="17" y="13"/>
                      <a:pt x="5" y="0"/>
                      <a:pt x="4"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154">
                <a:extLst>
                  <a:ext uri="{FF2B5EF4-FFF2-40B4-BE49-F238E27FC236}">
                    <a16:creationId xmlns:a16="http://schemas.microsoft.com/office/drawing/2014/main" id="{04F24D10-53FB-4EB7-B9F4-F4B8D47F7E06}"/>
                  </a:ext>
                </a:extLst>
              </p:cNvPr>
              <p:cNvSpPr>
                <a:spLocks/>
              </p:cNvSpPr>
              <p:nvPr/>
            </p:nvSpPr>
            <p:spPr bwMode="auto">
              <a:xfrm>
                <a:off x="5706428" y="4305611"/>
                <a:ext cx="138020" cy="272275"/>
              </a:xfrm>
              <a:custGeom>
                <a:avLst/>
                <a:gdLst>
                  <a:gd name="T0" fmla="*/ 51 w 60"/>
                  <a:gd name="T1" fmla="*/ 4 h 118"/>
                  <a:gd name="T2" fmla="*/ 48 w 60"/>
                  <a:gd name="T3" fmla="*/ 6 h 118"/>
                  <a:gd name="T4" fmla="*/ 47 w 60"/>
                  <a:gd name="T5" fmla="*/ 12 h 118"/>
                  <a:gd name="T6" fmla="*/ 42 w 60"/>
                  <a:gd name="T7" fmla="*/ 16 h 118"/>
                  <a:gd name="T8" fmla="*/ 38 w 60"/>
                  <a:gd name="T9" fmla="*/ 19 h 118"/>
                  <a:gd name="T10" fmla="*/ 38 w 60"/>
                  <a:gd name="T11" fmla="*/ 23 h 118"/>
                  <a:gd name="T12" fmla="*/ 32 w 60"/>
                  <a:gd name="T13" fmla="*/ 28 h 118"/>
                  <a:gd name="T14" fmla="*/ 21 w 60"/>
                  <a:gd name="T15" fmla="*/ 34 h 118"/>
                  <a:gd name="T16" fmla="*/ 10 w 60"/>
                  <a:gd name="T17" fmla="*/ 36 h 118"/>
                  <a:gd name="T18" fmla="*/ 7 w 60"/>
                  <a:gd name="T19" fmla="*/ 47 h 118"/>
                  <a:gd name="T20" fmla="*/ 8 w 60"/>
                  <a:gd name="T21" fmla="*/ 61 h 118"/>
                  <a:gd name="T22" fmla="*/ 6 w 60"/>
                  <a:gd name="T23" fmla="*/ 78 h 118"/>
                  <a:gd name="T24" fmla="*/ 3 w 60"/>
                  <a:gd name="T25" fmla="*/ 97 h 118"/>
                  <a:gd name="T26" fmla="*/ 8 w 60"/>
                  <a:gd name="T27" fmla="*/ 112 h 118"/>
                  <a:gd name="T28" fmla="*/ 23 w 60"/>
                  <a:gd name="T29" fmla="*/ 116 h 118"/>
                  <a:gd name="T30" fmla="*/ 31 w 60"/>
                  <a:gd name="T31" fmla="*/ 113 h 118"/>
                  <a:gd name="T32" fmla="*/ 42 w 60"/>
                  <a:gd name="T33" fmla="*/ 79 h 118"/>
                  <a:gd name="T34" fmla="*/ 51 w 60"/>
                  <a:gd name="T35" fmla="*/ 47 h 118"/>
                  <a:gd name="T36" fmla="*/ 53 w 60"/>
                  <a:gd name="T37" fmla="*/ 38 h 118"/>
                  <a:gd name="T38" fmla="*/ 55 w 60"/>
                  <a:gd name="T39" fmla="*/ 33 h 118"/>
                  <a:gd name="T40" fmla="*/ 60 w 60"/>
                  <a:gd name="T41" fmla="*/ 32 h 118"/>
                  <a:gd name="T42" fmla="*/ 57 w 60"/>
                  <a:gd name="T43" fmla="*/ 17 h 118"/>
                  <a:gd name="T44" fmla="*/ 51 w 60"/>
                  <a:gd name="T45" fmla="*/ 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 h="118">
                    <a:moveTo>
                      <a:pt x="51" y="4"/>
                    </a:moveTo>
                    <a:cubicBezTo>
                      <a:pt x="50" y="0"/>
                      <a:pt x="49" y="5"/>
                      <a:pt x="48" y="6"/>
                    </a:cubicBezTo>
                    <a:cubicBezTo>
                      <a:pt x="47" y="7"/>
                      <a:pt x="47" y="10"/>
                      <a:pt x="47" y="12"/>
                    </a:cubicBezTo>
                    <a:cubicBezTo>
                      <a:pt x="47" y="14"/>
                      <a:pt x="44" y="16"/>
                      <a:pt x="42" y="16"/>
                    </a:cubicBezTo>
                    <a:cubicBezTo>
                      <a:pt x="40" y="15"/>
                      <a:pt x="37" y="17"/>
                      <a:pt x="38" y="19"/>
                    </a:cubicBezTo>
                    <a:cubicBezTo>
                      <a:pt x="39" y="22"/>
                      <a:pt x="37" y="21"/>
                      <a:pt x="38" y="23"/>
                    </a:cubicBezTo>
                    <a:cubicBezTo>
                      <a:pt x="39" y="26"/>
                      <a:pt x="35" y="28"/>
                      <a:pt x="32" y="28"/>
                    </a:cubicBezTo>
                    <a:cubicBezTo>
                      <a:pt x="28" y="29"/>
                      <a:pt x="24" y="35"/>
                      <a:pt x="21" y="34"/>
                    </a:cubicBezTo>
                    <a:cubicBezTo>
                      <a:pt x="17" y="34"/>
                      <a:pt x="13" y="36"/>
                      <a:pt x="10" y="36"/>
                    </a:cubicBezTo>
                    <a:cubicBezTo>
                      <a:pt x="7" y="36"/>
                      <a:pt x="9" y="42"/>
                      <a:pt x="7" y="47"/>
                    </a:cubicBezTo>
                    <a:cubicBezTo>
                      <a:pt x="5" y="51"/>
                      <a:pt x="6" y="56"/>
                      <a:pt x="8" y="61"/>
                    </a:cubicBezTo>
                    <a:cubicBezTo>
                      <a:pt x="10" y="66"/>
                      <a:pt x="12" y="71"/>
                      <a:pt x="6" y="78"/>
                    </a:cubicBezTo>
                    <a:cubicBezTo>
                      <a:pt x="0" y="85"/>
                      <a:pt x="1" y="92"/>
                      <a:pt x="3" y="97"/>
                    </a:cubicBezTo>
                    <a:cubicBezTo>
                      <a:pt x="5" y="102"/>
                      <a:pt x="5" y="109"/>
                      <a:pt x="8" y="112"/>
                    </a:cubicBezTo>
                    <a:cubicBezTo>
                      <a:pt x="11" y="115"/>
                      <a:pt x="20" y="118"/>
                      <a:pt x="23" y="116"/>
                    </a:cubicBezTo>
                    <a:cubicBezTo>
                      <a:pt x="25" y="113"/>
                      <a:pt x="28" y="116"/>
                      <a:pt x="31" y="113"/>
                    </a:cubicBezTo>
                    <a:cubicBezTo>
                      <a:pt x="34" y="109"/>
                      <a:pt x="38" y="91"/>
                      <a:pt x="42" y="79"/>
                    </a:cubicBezTo>
                    <a:cubicBezTo>
                      <a:pt x="47" y="67"/>
                      <a:pt x="52" y="51"/>
                      <a:pt x="51" y="47"/>
                    </a:cubicBezTo>
                    <a:cubicBezTo>
                      <a:pt x="51" y="44"/>
                      <a:pt x="54" y="42"/>
                      <a:pt x="53" y="38"/>
                    </a:cubicBezTo>
                    <a:cubicBezTo>
                      <a:pt x="51" y="35"/>
                      <a:pt x="53" y="31"/>
                      <a:pt x="55" y="33"/>
                    </a:cubicBezTo>
                    <a:cubicBezTo>
                      <a:pt x="57" y="36"/>
                      <a:pt x="59" y="36"/>
                      <a:pt x="60" y="32"/>
                    </a:cubicBezTo>
                    <a:cubicBezTo>
                      <a:pt x="60" y="29"/>
                      <a:pt x="57" y="23"/>
                      <a:pt x="57" y="17"/>
                    </a:cubicBezTo>
                    <a:cubicBezTo>
                      <a:pt x="56" y="12"/>
                      <a:pt x="52" y="7"/>
                      <a:pt x="51" y="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155">
                <a:extLst>
                  <a:ext uri="{FF2B5EF4-FFF2-40B4-BE49-F238E27FC236}">
                    <a16:creationId xmlns:a16="http://schemas.microsoft.com/office/drawing/2014/main" id="{E42BE77C-1DDB-4885-9070-908231D6B54A}"/>
                  </a:ext>
                </a:extLst>
              </p:cNvPr>
              <p:cNvSpPr>
                <a:spLocks noEditPoints="1"/>
              </p:cNvSpPr>
              <p:nvPr/>
            </p:nvSpPr>
            <p:spPr bwMode="auto">
              <a:xfrm>
                <a:off x="5701409" y="3729692"/>
                <a:ext cx="222086" cy="133001"/>
              </a:xfrm>
              <a:custGeom>
                <a:avLst/>
                <a:gdLst>
                  <a:gd name="T0" fmla="*/ 68 w 96"/>
                  <a:gd name="T1" fmla="*/ 2 h 58"/>
                  <a:gd name="T2" fmla="*/ 52 w 96"/>
                  <a:gd name="T3" fmla="*/ 3 h 58"/>
                  <a:gd name="T4" fmla="*/ 40 w 96"/>
                  <a:gd name="T5" fmla="*/ 14 h 58"/>
                  <a:gd name="T6" fmla="*/ 34 w 96"/>
                  <a:gd name="T7" fmla="*/ 16 h 58"/>
                  <a:gd name="T8" fmla="*/ 23 w 96"/>
                  <a:gd name="T9" fmla="*/ 14 h 58"/>
                  <a:gd name="T10" fmla="*/ 13 w 96"/>
                  <a:gd name="T11" fmla="*/ 13 h 58"/>
                  <a:gd name="T12" fmla="*/ 7 w 96"/>
                  <a:gd name="T13" fmla="*/ 12 h 58"/>
                  <a:gd name="T14" fmla="*/ 4 w 96"/>
                  <a:gd name="T15" fmla="*/ 15 h 58"/>
                  <a:gd name="T16" fmla="*/ 4 w 96"/>
                  <a:gd name="T17" fmla="*/ 19 h 58"/>
                  <a:gd name="T18" fmla="*/ 0 w 96"/>
                  <a:gd name="T19" fmla="*/ 22 h 58"/>
                  <a:gd name="T20" fmla="*/ 1 w 96"/>
                  <a:gd name="T21" fmla="*/ 26 h 58"/>
                  <a:gd name="T22" fmla="*/ 3 w 96"/>
                  <a:gd name="T23" fmla="*/ 39 h 58"/>
                  <a:gd name="T24" fmla="*/ 6 w 96"/>
                  <a:gd name="T25" fmla="*/ 51 h 58"/>
                  <a:gd name="T26" fmla="*/ 21 w 96"/>
                  <a:gd name="T27" fmla="*/ 49 h 58"/>
                  <a:gd name="T28" fmla="*/ 31 w 96"/>
                  <a:gd name="T29" fmla="*/ 46 h 58"/>
                  <a:gd name="T30" fmla="*/ 40 w 96"/>
                  <a:gd name="T31" fmla="*/ 42 h 58"/>
                  <a:gd name="T32" fmla="*/ 48 w 96"/>
                  <a:gd name="T33" fmla="*/ 41 h 58"/>
                  <a:gd name="T34" fmla="*/ 54 w 96"/>
                  <a:gd name="T35" fmla="*/ 36 h 58"/>
                  <a:gd name="T36" fmla="*/ 71 w 96"/>
                  <a:gd name="T37" fmla="*/ 31 h 58"/>
                  <a:gd name="T38" fmla="*/ 79 w 96"/>
                  <a:gd name="T39" fmla="*/ 23 h 58"/>
                  <a:gd name="T40" fmla="*/ 86 w 96"/>
                  <a:gd name="T41" fmla="*/ 20 h 58"/>
                  <a:gd name="T42" fmla="*/ 76 w 96"/>
                  <a:gd name="T43" fmla="*/ 0 h 58"/>
                  <a:gd name="T44" fmla="*/ 68 w 96"/>
                  <a:gd name="T45" fmla="*/ 2 h 58"/>
                  <a:gd name="T46" fmla="*/ 88 w 96"/>
                  <a:gd name="T47" fmla="*/ 55 h 58"/>
                  <a:gd name="T48" fmla="*/ 96 w 96"/>
                  <a:gd name="T49" fmla="*/ 54 h 58"/>
                  <a:gd name="T50" fmla="*/ 88 w 96"/>
                  <a:gd name="T51" fmla="*/ 5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58">
                    <a:moveTo>
                      <a:pt x="68" y="2"/>
                    </a:moveTo>
                    <a:cubicBezTo>
                      <a:pt x="64" y="3"/>
                      <a:pt x="54" y="2"/>
                      <a:pt x="52" y="3"/>
                    </a:cubicBezTo>
                    <a:cubicBezTo>
                      <a:pt x="51" y="4"/>
                      <a:pt x="41" y="11"/>
                      <a:pt x="40" y="14"/>
                    </a:cubicBezTo>
                    <a:cubicBezTo>
                      <a:pt x="38" y="17"/>
                      <a:pt x="36" y="17"/>
                      <a:pt x="34" y="16"/>
                    </a:cubicBezTo>
                    <a:cubicBezTo>
                      <a:pt x="32" y="14"/>
                      <a:pt x="24" y="15"/>
                      <a:pt x="23" y="14"/>
                    </a:cubicBezTo>
                    <a:cubicBezTo>
                      <a:pt x="22" y="13"/>
                      <a:pt x="16" y="13"/>
                      <a:pt x="13" y="13"/>
                    </a:cubicBezTo>
                    <a:cubicBezTo>
                      <a:pt x="10" y="14"/>
                      <a:pt x="9" y="12"/>
                      <a:pt x="7" y="12"/>
                    </a:cubicBezTo>
                    <a:cubicBezTo>
                      <a:pt x="6" y="13"/>
                      <a:pt x="4" y="14"/>
                      <a:pt x="4" y="15"/>
                    </a:cubicBezTo>
                    <a:cubicBezTo>
                      <a:pt x="3" y="16"/>
                      <a:pt x="4" y="19"/>
                      <a:pt x="4" y="19"/>
                    </a:cubicBezTo>
                    <a:cubicBezTo>
                      <a:pt x="4" y="20"/>
                      <a:pt x="2" y="20"/>
                      <a:pt x="0" y="22"/>
                    </a:cubicBezTo>
                    <a:cubicBezTo>
                      <a:pt x="1" y="23"/>
                      <a:pt x="1" y="25"/>
                      <a:pt x="1" y="26"/>
                    </a:cubicBezTo>
                    <a:cubicBezTo>
                      <a:pt x="0" y="29"/>
                      <a:pt x="1" y="36"/>
                      <a:pt x="3" y="39"/>
                    </a:cubicBezTo>
                    <a:cubicBezTo>
                      <a:pt x="6" y="43"/>
                      <a:pt x="5" y="50"/>
                      <a:pt x="6" y="51"/>
                    </a:cubicBezTo>
                    <a:cubicBezTo>
                      <a:pt x="7" y="52"/>
                      <a:pt x="17" y="52"/>
                      <a:pt x="21" y="49"/>
                    </a:cubicBezTo>
                    <a:cubicBezTo>
                      <a:pt x="25" y="47"/>
                      <a:pt x="28" y="46"/>
                      <a:pt x="31" y="46"/>
                    </a:cubicBezTo>
                    <a:cubicBezTo>
                      <a:pt x="34" y="46"/>
                      <a:pt x="39" y="43"/>
                      <a:pt x="40" y="42"/>
                    </a:cubicBezTo>
                    <a:cubicBezTo>
                      <a:pt x="41" y="40"/>
                      <a:pt x="46" y="40"/>
                      <a:pt x="48" y="41"/>
                    </a:cubicBezTo>
                    <a:cubicBezTo>
                      <a:pt x="50" y="41"/>
                      <a:pt x="52" y="39"/>
                      <a:pt x="54" y="36"/>
                    </a:cubicBezTo>
                    <a:cubicBezTo>
                      <a:pt x="56" y="34"/>
                      <a:pt x="64" y="33"/>
                      <a:pt x="71" y="31"/>
                    </a:cubicBezTo>
                    <a:cubicBezTo>
                      <a:pt x="79" y="28"/>
                      <a:pt x="77" y="25"/>
                      <a:pt x="79" y="23"/>
                    </a:cubicBezTo>
                    <a:cubicBezTo>
                      <a:pt x="80" y="21"/>
                      <a:pt x="82" y="21"/>
                      <a:pt x="86" y="20"/>
                    </a:cubicBezTo>
                    <a:cubicBezTo>
                      <a:pt x="82" y="13"/>
                      <a:pt x="78" y="4"/>
                      <a:pt x="76" y="0"/>
                    </a:cubicBezTo>
                    <a:cubicBezTo>
                      <a:pt x="72" y="1"/>
                      <a:pt x="69" y="2"/>
                      <a:pt x="68" y="2"/>
                    </a:cubicBezTo>
                    <a:close/>
                    <a:moveTo>
                      <a:pt x="88" y="55"/>
                    </a:moveTo>
                    <a:cubicBezTo>
                      <a:pt x="90" y="58"/>
                      <a:pt x="96" y="55"/>
                      <a:pt x="96" y="54"/>
                    </a:cubicBezTo>
                    <a:cubicBezTo>
                      <a:pt x="96" y="53"/>
                      <a:pt x="85" y="52"/>
                      <a:pt x="88" y="5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156">
                <a:extLst>
                  <a:ext uri="{FF2B5EF4-FFF2-40B4-BE49-F238E27FC236}">
                    <a16:creationId xmlns:a16="http://schemas.microsoft.com/office/drawing/2014/main" id="{F2481323-97D8-4411-9DE7-007C29CB22D5}"/>
                  </a:ext>
                </a:extLst>
              </p:cNvPr>
              <p:cNvSpPr>
                <a:spLocks noEditPoints="1"/>
              </p:cNvSpPr>
              <p:nvPr/>
            </p:nvSpPr>
            <p:spPr bwMode="auto">
              <a:xfrm>
                <a:off x="7771707" y="4192686"/>
                <a:ext cx="151822" cy="107906"/>
              </a:xfrm>
              <a:custGeom>
                <a:avLst/>
                <a:gdLst>
                  <a:gd name="T0" fmla="*/ 1 w 66"/>
                  <a:gd name="T1" fmla="*/ 2 h 47"/>
                  <a:gd name="T2" fmla="*/ 11 w 66"/>
                  <a:gd name="T3" fmla="*/ 13 h 47"/>
                  <a:gd name="T4" fmla="*/ 1 w 66"/>
                  <a:gd name="T5" fmla="*/ 2 h 47"/>
                  <a:gd name="T6" fmla="*/ 16 w 66"/>
                  <a:gd name="T7" fmla="*/ 12 h 47"/>
                  <a:gd name="T8" fmla="*/ 23 w 66"/>
                  <a:gd name="T9" fmla="*/ 17 h 47"/>
                  <a:gd name="T10" fmla="*/ 16 w 66"/>
                  <a:gd name="T11" fmla="*/ 12 h 47"/>
                  <a:gd name="T12" fmla="*/ 43 w 66"/>
                  <a:gd name="T13" fmla="*/ 26 h 47"/>
                  <a:gd name="T14" fmla="*/ 32 w 66"/>
                  <a:gd name="T15" fmla="*/ 20 h 47"/>
                  <a:gd name="T16" fmla="*/ 43 w 66"/>
                  <a:gd name="T17" fmla="*/ 26 h 47"/>
                  <a:gd name="T18" fmla="*/ 41 w 66"/>
                  <a:gd name="T19" fmla="*/ 34 h 47"/>
                  <a:gd name="T20" fmla="*/ 50 w 66"/>
                  <a:gd name="T21" fmla="*/ 38 h 47"/>
                  <a:gd name="T22" fmla="*/ 41 w 66"/>
                  <a:gd name="T23" fmla="*/ 34 h 47"/>
                  <a:gd name="T24" fmla="*/ 56 w 66"/>
                  <a:gd name="T25" fmla="*/ 42 h 47"/>
                  <a:gd name="T26" fmla="*/ 63 w 66"/>
                  <a:gd name="T27" fmla="*/ 45 h 47"/>
                  <a:gd name="T28" fmla="*/ 56 w 66"/>
                  <a:gd name="T29" fmla="*/ 42 h 47"/>
                  <a:gd name="T30" fmla="*/ 50 w 66"/>
                  <a:gd name="T31" fmla="*/ 26 h 47"/>
                  <a:gd name="T32" fmla="*/ 56 w 66"/>
                  <a:gd name="T33" fmla="*/ 37 h 47"/>
                  <a:gd name="T34" fmla="*/ 50 w 66"/>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47">
                    <a:moveTo>
                      <a:pt x="1" y="2"/>
                    </a:moveTo>
                    <a:cubicBezTo>
                      <a:pt x="0" y="4"/>
                      <a:pt x="8" y="15"/>
                      <a:pt x="11" y="13"/>
                    </a:cubicBezTo>
                    <a:cubicBezTo>
                      <a:pt x="16" y="10"/>
                      <a:pt x="1" y="0"/>
                      <a:pt x="1" y="2"/>
                    </a:cubicBezTo>
                    <a:close/>
                    <a:moveTo>
                      <a:pt x="16" y="12"/>
                    </a:moveTo>
                    <a:cubicBezTo>
                      <a:pt x="16" y="13"/>
                      <a:pt x="22" y="18"/>
                      <a:pt x="23" y="17"/>
                    </a:cubicBezTo>
                    <a:cubicBezTo>
                      <a:pt x="24" y="16"/>
                      <a:pt x="16" y="10"/>
                      <a:pt x="16" y="12"/>
                    </a:cubicBezTo>
                    <a:close/>
                    <a:moveTo>
                      <a:pt x="43" y="26"/>
                    </a:moveTo>
                    <a:cubicBezTo>
                      <a:pt x="45" y="25"/>
                      <a:pt x="32" y="18"/>
                      <a:pt x="32" y="20"/>
                    </a:cubicBezTo>
                    <a:cubicBezTo>
                      <a:pt x="31" y="22"/>
                      <a:pt x="41" y="27"/>
                      <a:pt x="43" y="26"/>
                    </a:cubicBezTo>
                    <a:close/>
                    <a:moveTo>
                      <a:pt x="41" y="34"/>
                    </a:moveTo>
                    <a:cubicBezTo>
                      <a:pt x="42" y="37"/>
                      <a:pt x="47" y="39"/>
                      <a:pt x="50" y="38"/>
                    </a:cubicBezTo>
                    <a:cubicBezTo>
                      <a:pt x="52" y="37"/>
                      <a:pt x="41" y="30"/>
                      <a:pt x="41" y="34"/>
                    </a:cubicBezTo>
                    <a:close/>
                    <a:moveTo>
                      <a:pt x="56" y="42"/>
                    </a:moveTo>
                    <a:cubicBezTo>
                      <a:pt x="56" y="42"/>
                      <a:pt x="61" y="47"/>
                      <a:pt x="63" y="45"/>
                    </a:cubicBezTo>
                    <a:cubicBezTo>
                      <a:pt x="66" y="44"/>
                      <a:pt x="55" y="40"/>
                      <a:pt x="56" y="42"/>
                    </a:cubicBezTo>
                    <a:close/>
                    <a:moveTo>
                      <a:pt x="50" y="26"/>
                    </a:moveTo>
                    <a:cubicBezTo>
                      <a:pt x="48" y="30"/>
                      <a:pt x="55" y="36"/>
                      <a:pt x="56" y="37"/>
                    </a:cubicBezTo>
                    <a:cubicBezTo>
                      <a:pt x="57" y="37"/>
                      <a:pt x="51" y="23"/>
                      <a:pt x="50"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157">
                <a:extLst>
                  <a:ext uri="{FF2B5EF4-FFF2-40B4-BE49-F238E27FC236}">
                    <a16:creationId xmlns:a16="http://schemas.microsoft.com/office/drawing/2014/main" id="{EDDB3AE5-B541-4FE0-BC29-FB5475E57243}"/>
                  </a:ext>
                </a:extLst>
              </p:cNvPr>
              <p:cNvSpPr>
                <a:spLocks noEditPoints="1"/>
              </p:cNvSpPr>
              <p:nvPr/>
            </p:nvSpPr>
            <p:spPr bwMode="auto">
              <a:xfrm>
                <a:off x="7771707" y="4192686"/>
                <a:ext cx="151822" cy="107906"/>
              </a:xfrm>
              <a:custGeom>
                <a:avLst/>
                <a:gdLst>
                  <a:gd name="T0" fmla="*/ 1 w 66"/>
                  <a:gd name="T1" fmla="*/ 2 h 47"/>
                  <a:gd name="T2" fmla="*/ 11 w 66"/>
                  <a:gd name="T3" fmla="*/ 13 h 47"/>
                  <a:gd name="T4" fmla="*/ 1 w 66"/>
                  <a:gd name="T5" fmla="*/ 2 h 47"/>
                  <a:gd name="T6" fmla="*/ 16 w 66"/>
                  <a:gd name="T7" fmla="*/ 12 h 47"/>
                  <a:gd name="T8" fmla="*/ 23 w 66"/>
                  <a:gd name="T9" fmla="*/ 17 h 47"/>
                  <a:gd name="T10" fmla="*/ 16 w 66"/>
                  <a:gd name="T11" fmla="*/ 12 h 47"/>
                  <a:gd name="T12" fmla="*/ 43 w 66"/>
                  <a:gd name="T13" fmla="*/ 26 h 47"/>
                  <a:gd name="T14" fmla="*/ 32 w 66"/>
                  <a:gd name="T15" fmla="*/ 20 h 47"/>
                  <a:gd name="T16" fmla="*/ 43 w 66"/>
                  <a:gd name="T17" fmla="*/ 26 h 47"/>
                  <a:gd name="T18" fmla="*/ 41 w 66"/>
                  <a:gd name="T19" fmla="*/ 34 h 47"/>
                  <a:gd name="T20" fmla="*/ 50 w 66"/>
                  <a:gd name="T21" fmla="*/ 38 h 47"/>
                  <a:gd name="T22" fmla="*/ 41 w 66"/>
                  <a:gd name="T23" fmla="*/ 34 h 47"/>
                  <a:gd name="T24" fmla="*/ 56 w 66"/>
                  <a:gd name="T25" fmla="*/ 42 h 47"/>
                  <a:gd name="T26" fmla="*/ 63 w 66"/>
                  <a:gd name="T27" fmla="*/ 45 h 47"/>
                  <a:gd name="T28" fmla="*/ 56 w 66"/>
                  <a:gd name="T29" fmla="*/ 42 h 47"/>
                  <a:gd name="T30" fmla="*/ 50 w 66"/>
                  <a:gd name="T31" fmla="*/ 26 h 47"/>
                  <a:gd name="T32" fmla="*/ 56 w 66"/>
                  <a:gd name="T33" fmla="*/ 37 h 47"/>
                  <a:gd name="T34" fmla="*/ 50 w 66"/>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47">
                    <a:moveTo>
                      <a:pt x="1" y="2"/>
                    </a:moveTo>
                    <a:cubicBezTo>
                      <a:pt x="0" y="4"/>
                      <a:pt x="8" y="15"/>
                      <a:pt x="11" y="13"/>
                    </a:cubicBezTo>
                    <a:cubicBezTo>
                      <a:pt x="16" y="10"/>
                      <a:pt x="1" y="0"/>
                      <a:pt x="1" y="2"/>
                    </a:cubicBezTo>
                    <a:close/>
                    <a:moveTo>
                      <a:pt x="16" y="12"/>
                    </a:moveTo>
                    <a:cubicBezTo>
                      <a:pt x="16" y="13"/>
                      <a:pt x="22" y="18"/>
                      <a:pt x="23" y="17"/>
                    </a:cubicBezTo>
                    <a:cubicBezTo>
                      <a:pt x="24" y="16"/>
                      <a:pt x="16" y="10"/>
                      <a:pt x="16" y="12"/>
                    </a:cubicBezTo>
                    <a:close/>
                    <a:moveTo>
                      <a:pt x="43" y="26"/>
                    </a:moveTo>
                    <a:cubicBezTo>
                      <a:pt x="45" y="25"/>
                      <a:pt x="32" y="18"/>
                      <a:pt x="32" y="20"/>
                    </a:cubicBezTo>
                    <a:cubicBezTo>
                      <a:pt x="31" y="22"/>
                      <a:pt x="41" y="27"/>
                      <a:pt x="43" y="26"/>
                    </a:cubicBezTo>
                    <a:close/>
                    <a:moveTo>
                      <a:pt x="41" y="34"/>
                    </a:moveTo>
                    <a:cubicBezTo>
                      <a:pt x="42" y="37"/>
                      <a:pt x="47" y="39"/>
                      <a:pt x="50" y="38"/>
                    </a:cubicBezTo>
                    <a:cubicBezTo>
                      <a:pt x="52" y="37"/>
                      <a:pt x="41" y="30"/>
                      <a:pt x="41" y="34"/>
                    </a:cubicBezTo>
                    <a:close/>
                    <a:moveTo>
                      <a:pt x="56" y="42"/>
                    </a:moveTo>
                    <a:cubicBezTo>
                      <a:pt x="56" y="42"/>
                      <a:pt x="61" y="47"/>
                      <a:pt x="63" y="45"/>
                    </a:cubicBezTo>
                    <a:cubicBezTo>
                      <a:pt x="66" y="44"/>
                      <a:pt x="55" y="40"/>
                      <a:pt x="56" y="42"/>
                    </a:cubicBezTo>
                    <a:close/>
                    <a:moveTo>
                      <a:pt x="50" y="26"/>
                    </a:moveTo>
                    <a:cubicBezTo>
                      <a:pt x="48" y="30"/>
                      <a:pt x="55" y="36"/>
                      <a:pt x="56" y="37"/>
                    </a:cubicBezTo>
                    <a:cubicBezTo>
                      <a:pt x="57" y="37"/>
                      <a:pt x="51" y="23"/>
                      <a:pt x="50"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159">
                <a:extLst>
                  <a:ext uri="{FF2B5EF4-FFF2-40B4-BE49-F238E27FC236}">
                    <a16:creationId xmlns:a16="http://schemas.microsoft.com/office/drawing/2014/main" id="{5773DC10-43AA-4B18-8A1A-8CCFF8DE3F85}"/>
                  </a:ext>
                </a:extLst>
              </p:cNvPr>
              <p:cNvSpPr>
                <a:spLocks noEditPoints="1"/>
              </p:cNvSpPr>
              <p:nvPr/>
            </p:nvSpPr>
            <p:spPr bwMode="auto">
              <a:xfrm>
                <a:off x="7988774" y="4773623"/>
                <a:ext cx="232124" cy="276040"/>
              </a:xfrm>
              <a:custGeom>
                <a:avLst/>
                <a:gdLst>
                  <a:gd name="T0" fmla="*/ 62 w 101"/>
                  <a:gd name="T1" fmla="*/ 58 h 120"/>
                  <a:gd name="T2" fmla="*/ 56 w 101"/>
                  <a:gd name="T3" fmla="*/ 60 h 120"/>
                  <a:gd name="T4" fmla="*/ 48 w 101"/>
                  <a:gd name="T5" fmla="*/ 56 h 120"/>
                  <a:gd name="T6" fmla="*/ 44 w 101"/>
                  <a:gd name="T7" fmla="*/ 63 h 120"/>
                  <a:gd name="T8" fmla="*/ 37 w 101"/>
                  <a:gd name="T9" fmla="*/ 75 h 120"/>
                  <a:gd name="T10" fmla="*/ 15 w 101"/>
                  <a:gd name="T11" fmla="*/ 89 h 120"/>
                  <a:gd name="T12" fmla="*/ 5 w 101"/>
                  <a:gd name="T13" fmla="*/ 99 h 120"/>
                  <a:gd name="T14" fmla="*/ 3 w 101"/>
                  <a:gd name="T15" fmla="*/ 108 h 120"/>
                  <a:gd name="T16" fmla="*/ 10 w 101"/>
                  <a:gd name="T17" fmla="*/ 111 h 120"/>
                  <a:gd name="T18" fmla="*/ 16 w 101"/>
                  <a:gd name="T19" fmla="*/ 113 h 120"/>
                  <a:gd name="T20" fmla="*/ 31 w 101"/>
                  <a:gd name="T21" fmla="*/ 110 h 120"/>
                  <a:gd name="T22" fmla="*/ 36 w 101"/>
                  <a:gd name="T23" fmla="*/ 100 h 120"/>
                  <a:gd name="T24" fmla="*/ 40 w 101"/>
                  <a:gd name="T25" fmla="*/ 92 h 120"/>
                  <a:gd name="T26" fmla="*/ 49 w 101"/>
                  <a:gd name="T27" fmla="*/ 87 h 120"/>
                  <a:gd name="T28" fmla="*/ 52 w 101"/>
                  <a:gd name="T29" fmla="*/ 82 h 120"/>
                  <a:gd name="T30" fmla="*/ 57 w 101"/>
                  <a:gd name="T31" fmla="*/ 75 h 120"/>
                  <a:gd name="T32" fmla="*/ 64 w 101"/>
                  <a:gd name="T33" fmla="*/ 64 h 120"/>
                  <a:gd name="T34" fmla="*/ 62 w 101"/>
                  <a:gd name="T35" fmla="*/ 58 h 120"/>
                  <a:gd name="T36" fmla="*/ 11 w 101"/>
                  <a:gd name="T37" fmla="*/ 119 h 120"/>
                  <a:gd name="T38" fmla="*/ 14 w 101"/>
                  <a:gd name="T39" fmla="*/ 116 h 120"/>
                  <a:gd name="T40" fmla="*/ 11 w 101"/>
                  <a:gd name="T41" fmla="*/ 119 h 120"/>
                  <a:gd name="T42" fmla="*/ 92 w 101"/>
                  <a:gd name="T43" fmla="*/ 29 h 120"/>
                  <a:gd name="T44" fmla="*/ 84 w 101"/>
                  <a:gd name="T45" fmla="*/ 28 h 120"/>
                  <a:gd name="T46" fmla="*/ 79 w 101"/>
                  <a:gd name="T47" fmla="*/ 23 h 120"/>
                  <a:gd name="T48" fmla="*/ 75 w 101"/>
                  <a:gd name="T49" fmla="*/ 17 h 120"/>
                  <a:gd name="T50" fmla="*/ 75 w 101"/>
                  <a:gd name="T51" fmla="*/ 21 h 120"/>
                  <a:gd name="T52" fmla="*/ 72 w 101"/>
                  <a:gd name="T53" fmla="*/ 20 h 120"/>
                  <a:gd name="T54" fmla="*/ 69 w 101"/>
                  <a:gd name="T55" fmla="*/ 14 h 120"/>
                  <a:gd name="T56" fmla="*/ 66 w 101"/>
                  <a:gd name="T57" fmla="*/ 7 h 120"/>
                  <a:gd name="T58" fmla="*/ 56 w 101"/>
                  <a:gd name="T59" fmla="*/ 0 h 120"/>
                  <a:gd name="T60" fmla="*/ 58 w 101"/>
                  <a:gd name="T61" fmla="*/ 8 h 120"/>
                  <a:gd name="T62" fmla="*/ 64 w 101"/>
                  <a:gd name="T63" fmla="*/ 14 h 120"/>
                  <a:gd name="T64" fmla="*/ 69 w 101"/>
                  <a:gd name="T65" fmla="*/ 20 h 120"/>
                  <a:gd name="T66" fmla="*/ 67 w 101"/>
                  <a:gd name="T67" fmla="*/ 32 h 120"/>
                  <a:gd name="T68" fmla="*/ 61 w 101"/>
                  <a:gd name="T69" fmla="*/ 40 h 120"/>
                  <a:gd name="T70" fmla="*/ 72 w 101"/>
                  <a:gd name="T71" fmla="*/ 49 h 120"/>
                  <a:gd name="T72" fmla="*/ 69 w 101"/>
                  <a:gd name="T73" fmla="*/ 62 h 120"/>
                  <a:gd name="T74" fmla="*/ 77 w 101"/>
                  <a:gd name="T75" fmla="*/ 63 h 120"/>
                  <a:gd name="T76" fmla="*/ 85 w 101"/>
                  <a:gd name="T77" fmla="*/ 51 h 120"/>
                  <a:gd name="T78" fmla="*/ 88 w 101"/>
                  <a:gd name="T79" fmla="*/ 42 h 120"/>
                  <a:gd name="T80" fmla="*/ 93 w 101"/>
                  <a:gd name="T81" fmla="*/ 40 h 120"/>
                  <a:gd name="T82" fmla="*/ 97 w 101"/>
                  <a:gd name="T83" fmla="*/ 36 h 120"/>
                  <a:gd name="T84" fmla="*/ 99 w 101"/>
                  <a:gd name="T85" fmla="*/ 29 h 120"/>
                  <a:gd name="T86" fmla="*/ 92 w 101"/>
                  <a:gd name="T87" fmla="*/ 29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 h="120">
                    <a:moveTo>
                      <a:pt x="62" y="58"/>
                    </a:moveTo>
                    <a:cubicBezTo>
                      <a:pt x="60" y="56"/>
                      <a:pt x="59" y="58"/>
                      <a:pt x="56" y="60"/>
                    </a:cubicBezTo>
                    <a:cubicBezTo>
                      <a:pt x="53" y="61"/>
                      <a:pt x="52" y="54"/>
                      <a:pt x="48" y="56"/>
                    </a:cubicBezTo>
                    <a:cubicBezTo>
                      <a:pt x="45" y="59"/>
                      <a:pt x="48" y="60"/>
                      <a:pt x="44" y="63"/>
                    </a:cubicBezTo>
                    <a:cubicBezTo>
                      <a:pt x="40" y="67"/>
                      <a:pt x="42" y="68"/>
                      <a:pt x="37" y="75"/>
                    </a:cubicBezTo>
                    <a:cubicBezTo>
                      <a:pt x="33" y="82"/>
                      <a:pt x="18" y="85"/>
                      <a:pt x="15" y="89"/>
                    </a:cubicBezTo>
                    <a:cubicBezTo>
                      <a:pt x="13" y="93"/>
                      <a:pt x="5" y="96"/>
                      <a:pt x="5" y="99"/>
                    </a:cubicBezTo>
                    <a:cubicBezTo>
                      <a:pt x="5" y="102"/>
                      <a:pt x="0" y="104"/>
                      <a:pt x="3" y="108"/>
                    </a:cubicBezTo>
                    <a:cubicBezTo>
                      <a:pt x="5" y="111"/>
                      <a:pt x="8" y="108"/>
                      <a:pt x="10" y="111"/>
                    </a:cubicBezTo>
                    <a:cubicBezTo>
                      <a:pt x="13" y="113"/>
                      <a:pt x="15" y="111"/>
                      <a:pt x="16" y="113"/>
                    </a:cubicBezTo>
                    <a:cubicBezTo>
                      <a:pt x="17" y="115"/>
                      <a:pt x="25" y="115"/>
                      <a:pt x="31" y="110"/>
                    </a:cubicBezTo>
                    <a:cubicBezTo>
                      <a:pt x="37" y="104"/>
                      <a:pt x="34" y="102"/>
                      <a:pt x="36" y="100"/>
                    </a:cubicBezTo>
                    <a:cubicBezTo>
                      <a:pt x="39" y="99"/>
                      <a:pt x="39" y="95"/>
                      <a:pt x="40" y="92"/>
                    </a:cubicBezTo>
                    <a:cubicBezTo>
                      <a:pt x="42" y="89"/>
                      <a:pt x="43" y="87"/>
                      <a:pt x="49" y="87"/>
                    </a:cubicBezTo>
                    <a:cubicBezTo>
                      <a:pt x="56" y="87"/>
                      <a:pt x="52" y="85"/>
                      <a:pt x="52" y="82"/>
                    </a:cubicBezTo>
                    <a:cubicBezTo>
                      <a:pt x="52" y="79"/>
                      <a:pt x="57" y="79"/>
                      <a:pt x="57" y="75"/>
                    </a:cubicBezTo>
                    <a:cubicBezTo>
                      <a:pt x="57" y="71"/>
                      <a:pt x="65" y="67"/>
                      <a:pt x="64" y="64"/>
                    </a:cubicBezTo>
                    <a:cubicBezTo>
                      <a:pt x="62" y="61"/>
                      <a:pt x="65" y="59"/>
                      <a:pt x="62" y="58"/>
                    </a:cubicBezTo>
                    <a:close/>
                    <a:moveTo>
                      <a:pt x="11" y="119"/>
                    </a:moveTo>
                    <a:cubicBezTo>
                      <a:pt x="12" y="120"/>
                      <a:pt x="16" y="118"/>
                      <a:pt x="14" y="116"/>
                    </a:cubicBezTo>
                    <a:cubicBezTo>
                      <a:pt x="12" y="113"/>
                      <a:pt x="8" y="118"/>
                      <a:pt x="11" y="119"/>
                    </a:cubicBezTo>
                    <a:close/>
                    <a:moveTo>
                      <a:pt x="92" y="29"/>
                    </a:moveTo>
                    <a:cubicBezTo>
                      <a:pt x="90" y="32"/>
                      <a:pt x="87" y="28"/>
                      <a:pt x="84" y="28"/>
                    </a:cubicBezTo>
                    <a:cubicBezTo>
                      <a:pt x="81" y="28"/>
                      <a:pt x="79" y="26"/>
                      <a:pt x="79" y="23"/>
                    </a:cubicBezTo>
                    <a:cubicBezTo>
                      <a:pt x="79" y="21"/>
                      <a:pt x="78" y="17"/>
                      <a:pt x="75" y="17"/>
                    </a:cubicBezTo>
                    <a:cubicBezTo>
                      <a:pt x="72" y="17"/>
                      <a:pt x="76" y="20"/>
                      <a:pt x="75" y="21"/>
                    </a:cubicBezTo>
                    <a:cubicBezTo>
                      <a:pt x="74" y="23"/>
                      <a:pt x="73" y="20"/>
                      <a:pt x="72" y="20"/>
                    </a:cubicBezTo>
                    <a:cubicBezTo>
                      <a:pt x="70" y="20"/>
                      <a:pt x="69" y="18"/>
                      <a:pt x="69" y="14"/>
                    </a:cubicBezTo>
                    <a:cubicBezTo>
                      <a:pt x="69" y="11"/>
                      <a:pt x="66" y="11"/>
                      <a:pt x="66" y="7"/>
                    </a:cubicBezTo>
                    <a:cubicBezTo>
                      <a:pt x="66" y="3"/>
                      <a:pt x="59" y="0"/>
                      <a:pt x="56" y="0"/>
                    </a:cubicBezTo>
                    <a:cubicBezTo>
                      <a:pt x="52" y="0"/>
                      <a:pt x="57" y="6"/>
                      <a:pt x="58" y="8"/>
                    </a:cubicBezTo>
                    <a:cubicBezTo>
                      <a:pt x="60" y="10"/>
                      <a:pt x="64" y="12"/>
                      <a:pt x="64" y="14"/>
                    </a:cubicBezTo>
                    <a:cubicBezTo>
                      <a:pt x="64" y="16"/>
                      <a:pt x="67" y="20"/>
                      <a:pt x="69" y="20"/>
                    </a:cubicBezTo>
                    <a:cubicBezTo>
                      <a:pt x="71" y="21"/>
                      <a:pt x="67" y="27"/>
                      <a:pt x="67" y="32"/>
                    </a:cubicBezTo>
                    <a:cubicBezTo>
                      <a:pt x="67" y="37"/>
                      <a:pt x="64" y="36"/>
                      <a:pt x="61" y="40"/>
                    </a:cubicBezTo>
                    <a:cubicBezTo>
                      <a:pt x="58" y="43"/>
                      <a:pt x="68" y="46"/>
                      <a:pt x="72" y="49"/>
                    </a:cubicBezTo>
                    <a:cubicBezTo>
                      <a:pt x="75" y="52"/>
                      <a:pt x="68" y="60"/>
                      <a:pt x="69" y="62"/>
                    </a:cubicBezTo>
                    <a:cubicBezTo>
                      <a:pt x="70" y="63"/>
                      <a:pt x="72" y="64"/>
                      <a:pt x="77" y="63"/>
                    </a:cubicBezTo>
                    <a:cubicBezTo>
                      <a:pt x="81" y="62"/>
                      <a:pt x="83" y="53"/>
                      <a:pt x="85" y="51"/>
                    </a:cubicBezTo>
                    <a:cubicBezTo>
                      <a:pt x="88" y="48"/>
                      <a:pt x="87" y="44"/>
                      <a:pt x="88" y="42"/>
                    </a:cubicBezTo>
                    <a:cubicBezTo>
                      <a:pt x="89" y="40"/>
                      <a:pt x="91" y="40"/>
                      <a:pt x="93" y="40"/>
                    </a:cubicBezTo>
                    <a:cubicBezTo>
                      <a:pt x="95" y="40"/>
                      <a:pt x="94" y="36"/>
                      <a:pt x="97" y="36"/>
                    </a:cubicBezTo>
                    <a:cubicBezTo>
                      <a:pt x="99" y="36"/>
                      <a:pt x="98" y="32"/>
                      <a:pt x="99" y="29"/>
                    </a:cubicBezTo>
                    <a:cubicBezTo>
                      <a:pt x="101" y="25"/>
                      <a:pt x="93" y="26"/>
                      <a:pt x="92"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160">
                <a:extLst>
                  <a:ext uri="{FF2B5EF4-FFF2-40B4-BE49-F238E27FC236}">
                    <a16:creationId xmlns:a16="http://schemas.microsoft.com/office/drawing/2014/main" id="{191D217B-7D0B-4A62-B1E3-A464529EB33F}"/>
                  </a:ext>
                </a:extLst>
              </p:cNvPr>
              <p:cNvSpPr>
                <a:spLocks/>
              </p:cNvSpPr>
              <p:nvPr/>
            </p:nvSpPr>
            <p:spPr bwMode="auto">
              <a:xfrm>
                <a:off x="5890872" y="3237839"/>
                <a:ext cx="264747" cy="168133"/>
              </a:xfrm>
              <a:custGeom>
                <a:avLst/>
                <a:gdLst>
                  <a:gd name="T0" fmla="*/ 115 w 115"/>
                  <a:gd name="T1" fmla="*/ 46 h 73"/>
                  <a:gd name="T2" fmla="*/ 108 w 115"/>
                  <a:gd name="T3" fmla="*/ 43 h 73"/>
                  <a:gd name="T4" fmla="*/ 99 w 115"/>
                  <a:gd name="T5" fmla="*/ 38 h 73"/>
                  <a:gd name="T6" fmla="*/ 90 w 115"/>
                  <a:gd name="T7" fmla="*/ 32 h 73"/>
                  <a:gd name="T8" fmla="*/ 82 w 115"/>
                  <a:gd name="T9" fmla="*/ 27 h 73"/>
                  <a:gd name="T10" fmla="*/ 78 w 115"/>
                  <a:gd name="T11" fmla="*/ 20 h 73"/>
                  <a:gd name="T12" fmla="*/ 75 w 115"/>
                  <a:gd name="T13" fmla="*/ 15 h 73"/>
                  <a:gd name="T14" fmla="*/ 63 w 115"/>
                  <a:gd name="T15" fmla="*/ 13 h 73"/>
                  <a:gd name="T16" fmla="*/ 60 w 115"/>
                  <a:gd name="T17" fmla="*/ 5 h 73"/>
                  <a:gd name="T18" fmla="*/ 54 w 115"/>
                  <a:gd name="T19" fmla="*/ 3 h 73"/>
                  <a:gd name="T20" fmla="*/ 48 w 115"/>
                  <a:gd name="T21" fmla="*/ 1 h 73"/>
                  <a:gd name="T22" fmla="*/ 45 w 115"/>
                  <a:gd name="T23" fmla="*/ 3 h 73"/>
                  <a:gd name="T24" fmla="*/ 42 w 115"/>
                  <a:gd name="T25" fmla="*/ 6 h 73"/>
                  <a:gd name="T26" fmla="*/ 36 w 115"/>
                  <a:gd name="T27" fmla="*/ 10 h 73"/>
                  <a:gd name="T28" fmla="*/ 34 w 115"/>
                  <a:gd name="T29" fmla="*/ 14 h 73"/>
                  <a:gd name="T30" fmla="*/ 28 w 115"/>
                  <a:gd name="T31" fmla="*/ 13 h 73"/>
                  <a:gd name="T32" fmla="*/ 22 w 115"/>
                  <a:gd name="T33" fmla="*/ 11 h 73"/>
                  <a:gd name="T34" fmla="*/ 12 w 115"/>
                  <a:gd name="T35" fmla="*/ 4 h 73"/>
                  <a:gd name="T36" fmla="*/ 4 w 115"/>
                  <a:gd name="T37" fmla="*/ 8 h 73"/>
                  <a:gd name="T38" fmla="*/ 8 w 115"/>
                  <a:gd name="T39" fmla="*/ 7 h 73"/>
                  <a:gd name="T40" fmla="*/ 14 w 115"/>
                  <a:gd name="T41" fmla="*/ 14 h 73"/>
                  <a:gd name="T42" fmla="*/ 18 w 115"/>
                  <a:gd name="T43" fmla="*/ 19 h 73"/>
                  <a:gd name="T44" fmla="*/ 10 w 115"/>
                  <a:gd name="T45" fmla="*/ 20 h 73"/>
                  <a:gd name="T46" fmla="*/ 2 w 115"/>
                  <a:gd name="T47" fmla="*/ 20 h 73"/>
                  <a:gd name="T48" fmla="*/ 4 w 115"/>
                  <a:gd name="T49" fmla="*/ 27 h 73"/>
                  <a:gd name="T50" fmla="*/ 5 w 115"/>
                  <a:gd name="T51" fmla="*/ 32 h 73"/>
                  <a:gd name="T52" fmla="*/ 9 w 115"/>
                  <a:gd name="T53" fmla="*/ 34 h 73"/>
                  <a:gd name="T54" fmla="*/ 11 w 115"/>
                  <a:gd name="T55" fmla="*/ 40 h 73"/>
                  <a:gd name="T56" fmla="*/ 11 w 115"/>
                  <a:gd name="T57" fmla="*/ 51 h 73"/>
                  <a:gd name="T58" fmla="*/ 17 w 115"/>
                  <a:gd name="T59" fmla="*/ 50 h 73"/>
                  <a:gd name="T60" fmla="*/ 25 w 115"/>
                  <a:gd name="T61" fmla="*/ 45 h 73"/>
                  <a:gd name="T62" fmla="*/ 30 w 115"/>
                  <a:gd name="T63" fmla="*/ 44 h 73"/>
                  <a:gd name="T64" fmla="*/ 40 w 115"/>
                  <a:gd name="T65" fmla="*/ 44 h 73"/>
                  <a:gd name="T66" fmla="*/ 45 w 115"/>
                  <a:gd name="T67" fmla="*/ 47 h 73"/>
                  <a:gd name="T68" fmla="*/ 49 w 115"/>
                  <a:gd name="T69" fmla="*/ 49 h 73"/>
                  <a:gd name="T70" fmla="*/ 56 w 115"/>
                  <a:gd name="T71" fmla="*/ 51 h 73"/>
                  <a:gd name="T72" fmla="*/ 60 w 115"/>
                  <a:gd name="T73" fmla="*/ 54 h 73"/>
                  <a:gd name="T74" fmla="*/ 65 w 115"/>
                  <a:gd name="T75" fmla="*/ 58 h 73"/>
                  <a:gd name="T76" fmla="*/ 71 w 115"/>
                  <a:gd name="T77" fmla="*/ 59 h 73"/>
                  <a:gd name="T78" fmla="*/ 72 w 115"/>
                  <a:gd name="T79" fmla="*/ 69 h 73"/>
                  <a:gd name="T80" fmla="*/ 74 w 115"/>
                  <a:gd name="T81" fmla="*/ 69 h 73"/>
                  <a:gd name="T82" fmla="*/ 80 w 115"/>
                  <a:gd name="T83" fmla="*/ 71 h 73"/>
                  <a:gd name="T84" fmla="*/ 87 w 115"/>
                  <a:gd name="T85" fmla="*/ 68 h 73"/>
                  <a:gd name="T86" fmla="*/ 98 w 115"/>
                  <a:gd name="T87" fmla="*/ 61 h 73"/>
                  <a:gd name="T88" fmla="*/ 103 w 115"/>
                  <a:gd name="T89" fmla="*/ 53 h 73"/>
                  <a:gd name="T90" fmla="*/ 109 w 115"/>
                  <a:gd name="T91" fmla="*/ 50 h 73"/>
                  <a:gd name="T92" fmla="*/ 115 w 115"/>
                  <a:gd name="T93" fmla="*/ 51 h 73"/>
                  <a:gd name="T94" fmla="*/ 115 w 115"/>
                  <a:gd name="T95" fmla="*/ 4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5" h="73">
                    <a:moveTo>
                      <a:pt x="115" y="46"/>
                    </a:moveTo>
                    <a:cubicBezTo>
                      <a:pt x="115" y="46"/>
                      <a:pt x="109" y="43"/>
                      <a:pt x="108" y="43"/>
                    </a:cubicBezTo>
                    <a:cubicBezTo>
                      <a:pt x="106" y="44"/>
                      <a:pt x="103" y="39"/>
                      <a:pt x="99" y="38"/>
                    </a:cubicBezTo>
                    <a:cubicBezTo>
                      <a:pt x="96" y="37"/>
                      <a:pt x="91" y="35"/>
                      <a:pt x="90" y="32"/>
                    </a:cubicBezTo>
                    <a:cubicBezTo>
                      <a:pt x="89" y="30"/>
                      <a:pt x="83" y="28"/>
                      <a:pt x="82" y="27"/>
                    </a:cubicBezTo>
                    <a:cubicBezTo>
                      <a:pt x="81" y="25"/>
                      <a:pt x="80" y="22"/>
                      <a:pt x="78" y="20"/>
                    </a:cubicBezTo>
                    <a:cubicBezTo>
                      <a:pt x="77" y="18"/>
                      <a:pt x="77" y="15"/>
                      <a:pt x="75" y="15"/>
                    </a:cubicBezTo>
                    <a:cubicBezTo>
                      <a:pt x="73" y="14"/>
                      <a:pt x="63" y="15"/>
                      <a:pt x="63" y="13"/>
                    </a:cubicBezTo>
                    <a:cubicBezTo>
                      <a:pt x="63" y="12"/>
                      <a:pt x="62" y="5"/>
                      <a:pt x="60" y="5"/>
                    </a:cubicBezTo>
                    <a:cubicBezTo>
                      <a:pt x="58" y="4"/>
                      <a:pt x="55" y="4"/>
                      <a:pt x="54" y="3"/>
                    </a:cubicBezTo>
                    <a:cubicBezTo>
                      <a:pt x="53" y="1"/>
                      <a:pt x="49" y="0"/>
                      <a:pt x="48" y="1"/>
                    </a:cubicBezTo>
                    <a:cubicBezTo>
                      <a:pt x="48" y="2"/>
                      <a:pt x="46" y="3"/>
                      <a:pt x="45" y="3"/>
                    </a:cubicBezTo>
                    <a:cubicBezTo>
                      <a:pt x="44" y="3"/>
                      <a:pt x="45" y="6"/>
                      <a:pt x="42" y="6"/>
                    </a:cubicBezTo>
                    <a:cubicBezTo>
                      <a:pt x="40" y="6"/>
                      <a:pt x="36" y="8"/>
                      <a:pt x="36" y="10"/>
                    </a:cubicBezTo>
                    <a:cubicBezTo>
                      <a:pt x="36" y="12"/>
                      <a:pt x="37" y="14"/>
                      <a:pt x="34" y="14"/>
                    </a:cubicBezTo>
                    <a:cubicBezTo>
                      <a:pt x="32" y="14"/>
                      <a:pt x="30" y="14"/>
                      <a:pt x="28" y="13"/>
                    </a:cubicBezTo>
                    <a:cubicBezTo>
                      <a:pt x="27" y="13"/>
                      <a:pt x="25" y="15"/>
                      <a:pt x="22" y="11"/>
                    </a:cubicBezTo>
                    <a:cubicBezTo>
                      <a:pt x="19" y="7"/>
                      <a:pt x="15" y="4"/>
                      <a:pt x="12" y="4"/>
                    </a:cubicBezTo>
                    <a:cubicBezTo>
                      <a:pt x="10" y="4"/>
                      <a:pt x="2" y="4"/>
                      <a:pt x="4" y="8"/>
                    </a:cubicBezTo>
                    <a:cubicBezTo>
                      <a:pt x="5" y="7"/>
                      <a:pt x="6" y="6"/>
                      <a:pt x="8" y="7"/>
                    </a:cubicBezTo>
                    <a:cubicBezTo>
                      <a:pt x="14" y="7"/>
                      <a:pt x="11" y="14"/>
                      <a:pt x="14" y="14"/>
                    </a:cubicBezTo>
                    <a:cubicBezTo>
                      <a:pt x="17" y="14"/>
                      <a:pt x="21" y="19"/>
                      <a:pt x="18" y="19"/>
                    </a:cubicBezTo>
                    <a:cubicBezTo>
                      <a:pt x="15" y="18"/>
                      <a:pt x="13" y="21"/>
                      <a:pt x="10" y="20"/>
                    </a:cubicBezTo>
                    <a:cubicBezTo>
                      <a:pt x="7" y="19"/>
                      <a:pt x="3" y="17"/>
                      <a:pt x="2" y="20"/>
                    </a:cubicBezTo>
                    <a:cubicBezTo>
                      <a:pt x="1" y="24"/>
                      <a:pt x="0" y="27"/>
                      <a:pt x="4" y="27"/>
                    </a:cubicBezTo>
                    <a:cubicBezTo>
                      <a:pt x="8" y="27"/>
                      <a:pt x="7" y="29"/>
                      <a:pt x="5" y="32"/>
                    </a:cubicBezTo>
                    <a:cubicBezTo>
                      <a:pt x="2" y="35"/>
                      <a:pt x="9" y="32"/>
                      <a:pt x="9" y="34"/>
                    </a:cubicBezTo>
                    <a:cubicBezTo>
                      <a:pt x="10" y="36"/>
                      <a:pt x="12" y="37"/>
                      <a:pt x="11" y="40"/>
                    </a:cubicBezTo>
                    <a:cubicBezTo>
                      <a:pt x="10" y="43"/>
                      <a:pt x="11" y="48"/>
                      <a:pt x="11" y="51"/>
                    </a:cubicBezTo>
                    <a:cubicBezTo>
                      <a:pt x="13" y="51"/>
                      <a:pt x="17" y="51"/>
                      <a:pt x="17" y="50"/>
                    </a:cubicBezTo>
                    <a:cubicBezTo>
                      <a:pt x="19" y="48"/>
                      <a:pt x="22" y="45"/>
                      <a:pt x="25" y="45"/>
                    </a:cubicBezTo>
                    <a:cubicBezTo>
                      <a:pt x="27" y="45"/>
                      <a:pt x="29" y="46"/>
                      <a:pt x="30" y="44"/>
                    </a:cubicBezTo>
                    <a:cubicBezTo>
                      <a:pt x="31" y="42"/>
                      <a:pt x="38" y="43"/>
                      <a:pt x="40" y="44"/>
                    </a:cubicBezTo>
                    <a:cubicBezTo>
                      <a:pt x="41" y="46"/>
                      <a:pt x="45" y="47"/>
                      <a:pt x="45" y="47"/>
                    </a:cubicBezTo>
                    <a:cubicBezTo>
                      <a:pt x="46" y="47"/>
                      <a:pt x="47" y="49"/>
                      <a:pt x="49" y="49"/>
                    </a:cubicBezTo>
                    <a:cubicBezTo>
                      <a:pt x="52" y="49"/>
                      <a:pt x="56" y="50"/>
                      <a:pt x="56" y="51"/>
                    </a:cubicBezTo>
                    <a:cubicBezTo>
                      <a:pt x="56" y="52"/>
                      <a:pt x="58" y="54"/>
                      <a:pt x="60" y="54"/>
                    </a:cubicBezTo>
                    <a:cubicBezTo>
                      <a:pt x="62" y="54"/>
                      <a:pt x="63" y="59"/>
                      <a:pt x="65" y="58"/>
                    </a:cubicBezTo>
                    <a:cubicBezTo>
                      <a:pt x="67" y="58"/>
                      <a:pt x="71" y="58"/>
                      <a:pt x="71" y="59"/>
                    </a:cubicBezTo>
                    <a:cubicBezTo>
                      <a:pt x="71" y="60"/>
                      <a:pt x="71" y="66"/>
                      <a:pt x="72" y="69"/>
                    </a:cubicBezTo>
                    <a:cubicBezTo>
                      <a:pt x="73" y="69"/>
                      <a:pt x="74" y="69"/>
                      <a:pt x="74" y="69"/>
                    </a:cubicBezTo>
                    <a:cubicBezTo>
                      <a:pt x="75" y="70"/>
                      <a:pt x="79" y="68"/>
                      <a:pt x="80" y="71"/>
                    </a:cubicBezTo>
                    <a:cubicBezTo>
                      <a:pt x="80" y="73"/>
                      <a:pt x="87" y="72"/>
                      <a:pt x="87" y="68"/>
                    </a:cubicBezTo>
                    <a:cubicBezTo>
                      <a:pt x="86" y="65"/>
                      <a:pt x="97" y="65"/>
                      <a:pt x="98" y="61"/>
                    </a:cubicBezTo>
                    <a:cubicBezTo>
                      <a:pt x="99" y="58"/>
                      <a:pt x="100" y="53"/>
                      <a:pt x="103" y="53"/>
                    </a:cubicBezTo>
                    <a:cubicBezTo>
                      <a:pt x="106" y="54"/>
                      <a:pt x="107" y="49"/>
                      <a:pt x="109" y="50"/>
                    </a:cubicBezTo>
                    <a:cubicBezTo>
                      <a:pt x="111" y="50"/>
                      <a:pt x="113" y="52"/>
                      <a:pt x="115" y="51"/>
                    </a:cubicBezTo>
                    <a:lnTo>
                      <a:pt x="115" y="46"/>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161">
                <a:extLst>
                  <a:ext uri="{FF2B5EF4-FFF2-40B4-BE49-F238E27FC236}">
                    <a16:creationId xmlns:a16="http://schemas.microsoft.com/office/drawing/2014/main" id="{E2A4B97E-0099-4391-9A1E-8C2744362479}"/>
                  </a:ext>
                </a:extLst>
              </p:cNvPr>
              <p:cNvSpPr>
                <a:spLocks/>
              </p:cNvSpPr>
              <p:nvPr/>
            </p:nvSpPr>
            <p:spPr bwMode="auto">
              <a:xfrm>
                <a:off x="5730267" y="3298066"/>
                <a:ext cx="366380" cy="311172"/>
              </a:xfrm>
              <a:custGeom>
                <a:avLst/>
                <a:gdLst>
                  <a:gd name="T0" fmla="*/ 155 w 159"/>
                  <a:gd name="T1" fmla="*/ 116 h 135"/>
                  <a:gd name="T2" fmla="*/ 151 w 159"/>
                  <a:gd name="T3" fmla="*/ 107 h 135"/>
                  <a:gd name="T4" fmla="*/ 143 w 159"/>
                  <a:gd name="T5" fmla="*/ 101 h 135"/>
                  <a:gd name="T6" fmla="*/ 137 w 159"/>
                  <a:gd name="T7" fmla="*/ 94 h 135"/>
                  <a:gd name="T8" fmla="*/ 146 w 159"/>
                  <a:gd name="T9" fmla="*/ 82 h 135"/>
                  <a:gd name="T10" fmla="*/ 138 w 159"/>
                  <a:gd name="T11" fmla="*/ 78 h 135"/>
                  <a:gd name="T12" fmla="*/ 136 w 159"/>
                  <a:gd name="T13" fmla="*/ 69 h 135"/>
                  <a:gd name="T14" fmla="*/ 136 w 159"/>
                  <a:gd name="T15" fmla="*/ 60 h 135"/>
                  <a:gd name="T16" fmla="*/ 137 w 159"/>
                  <a:gd name="T17" fmla="*/ 53 h 135"/>
                  <a:gd name="T18" fmla="*/ 141 w 159"/>
                  <a:gd name="T19" fmla="*/ 47 h 135"/>
                  <a:gd name="T20" fmla="*/ 142 w 159"/>
                  <a:gd name="T21" fmla="*/ 43 h 135"/>
                  <a:gd name="T22" fmla="*/ 141 w 159"/>
                  <a:gd name="T23" fmla="*/ 33 h 135"/>
                  <a:gd name="T24" fmla="*/ 135 w 159"/>
                  <a:gd name="T25" fmla="*/ 32 h 135"/>
                  <a:gd name="T26" fmla="*/ 130 w 159"/>
                  <a:gd name="T27" fmla="*/ 28 h 135"/>
                  <a:gd name="T28" fmla="*/ 126 w 159"/>
                  <a:gd name="T29" fmla="*/ 25 h 135"/>
                  <a:gd name="T30" fmla="*/ 119 w 159"/>
                  <a:gd name="T31" fmla="*/ 23 h 135"/>
                  <a:gd name="T32" fmla="*/ 115 w 159"/>
                  <a:gd name="T33" fmla="*/ 21 h 135"/>
                  <a:gd name="T34" fmla="*/ 110 w 159"/>
                  <a:gd name="T35" fmla="*/ 18 h 135"/>
                  <a:gd name="T36" fmla="*/ 100 w 159"/>
                  <a:gd name="T37" fmla="*/ 18 h 135"/>
                  <a:gd name="T38" fmla="*/ 95 w 159"/>
                  <a:gd name="T39" fmla="*/ 19 h 135"/>
                  <a:gd name="T40" fmla="*/ 87 w 159"/>
                  <a:gd name="T41" fmla="*/ 24 h 135"/>
                  <a:gd name="T42" fmla="*/ 81 w 159"/>
                  <a:gd name="T43" fmla="*/ 25 h 135"/>
                  <a:gd name="T44" fmla="*/ 81 w 159"/>
                  <a:gd name="T45" fmla="*/ 29 h 135"/>
                  <a:gd name="T46" fmla="*/ 63 w 159"/>
                  <a:gd name="T47" fmla="*/ 33 h 135"/>
                  <a:gd name="T48" fmla="*/ 48 w 159"/>
                  <a:gd name="T49" fmla="*/ 24 h 135"/>
                  <a:gd name="T50" fmla="*/ 39 w 159"/>
                  <a:gd name="T51" fmla="*/ 15 h 135"/>
                  <a:gd name="T52" fmla="*/ 33 w 159"/>
                  <a:gd name="T53" fmla="*/ 11 h 135"/>
                  <a:gd name="T54" fmla="*/ 31 w 159"/>
                  <a:gd name="T55" fmla="*/ 3 h 135"/>
                  <a:gd name="T56" fmla="*/ 15 w 159"/>
                  <a:gd name="T57" fmla="*/ 10 h 135"/>
                  <a:gd name="T58" fmla="*/ 10 w 159"/>
                  <a:gd name="T59" fmla="*/ 7 h 135"/>
                  <a:gd name="T60" fmla="*/ 5 w 159"/>
                  <a:gd name="T61" fmla="*/ 1 h 135"/>
                  <a:gd name="T62" fmla="*/ 2 w 159"/>
                  <a:gd name="T63" fmla="*/ 5 h 135"/>
                  <a:gd name="T64" fmla="*/ 2 w 159"/>
                  <a:gd name="T65" fmla="*/ 12 h 135"/>
                  <a:gd name="T66" fmla="*/ 2 w 159"/>
                  <a:gd name="T67" fmla="*/ 20 h 135"/>
                  <a:gd name="T68" fmla="*/ 6 w 159"/>
                  <a:gd name="T69" fmla="*/ 27 h 135"/>
                  <a:gd name="T70" fmla="*/ 9 w 159"/>
                  <a:gd name="T71" fmla="*/ 33 h 135"/>
                  <a:gd name="T72" fmla="*/ 14 w 159"/>
                  <a:gd name="T73" fmla="*/ 38 h 135"/>
                  <a:gd name="T74" fmla="*/ 17 w 159"/>
                  <a:gd name="T75" fmla="*/ 41 h 135"/>
                  <a:gd name="T76" fmla="*/ 16 w 159"/>
                  <a:gd name="T77" fmla="*/ 46 h 135"/>
                  <a:gd name="T78" fmla="*/ 13 w 159"/>
                  <a:gd name="T79" fmla="*/ 52 h 135"/>
                  <a:gd name="T80" fmla="*/ 14 w 159"/>
                  <a:gd name="T81" fmla="*/ 59 h 135"/>
                  <a:gd name="T82" fmla="*/ 17 w 159"/>
                  <a:gd name="T83" fmla="*/ 64 h 135"/>
                  <a:gd name="T84" fmla="*/ 26 w 159"/>
                  <a:gd name="T85" fmla="*/ 70 h 135"/>
                  <a:gd name="T86" fmla="*/ 30 w 159"/>
                  <a:gd name="T87" fmla="*/ 74 h 135"/>
                  <a:gd name="T88" fmla="*/ 29 w 159"/>
                  <a:gd name="T89" fmla="*/ 80 h 135"/>
                  <a:gd name="T90" fmla="*/ 32 w 159"/>
                  <a:gd name="T91" fmla="*/ 85 h 135"/>
                  <a:gd name="T92" fmla="*/ 37 w 159"/>
                  <a:gd name="T93" fmla="*/ 92 h 135"/>
                  <a:gd name="T94" fmla="*/ 39 w 159"/>
                  <a:gd name="T95" fmla="*/ 91 h 135"/>
                  <a:gd name="T96" fmla="*/ 42 w 159"/>
                  <a:gd name="T97" fmla="*/ 90 h 135"/>
                  <a:gd name="T98" fmla="*/ 48 w 159"/>
                  <a:gd name="T99" fmla="*/ 90 h 135"/>
                  <a:gd name="T100" fmla="*/ 56 w 159"/>
                  <a:gd name="T101" fmla="*/ 103 h 135"/>
                  <a:gd name="T102" fmla="*/ 61 w 159"/>
                  <a:gd name="T103" fmla="*/ 110 h 135"/>
                  <a:gd name="T104" fmla="*/ 71 w 159"/>
                  <a:gd name="T105" fmla="*/ 115 h 135"/>
                  <a:gd name="T106" fmla="*/ 89 w 159"/>
                  <a:gd name="T107" fmla="*/ 122 h 135"/>
                  <a:gd name="T108" fmla="*/ 102 w 159"/>
                  <a:gd name="T109" fmla="*/ 118 h 135"/>
                  <a:gd name="T110" fmla="*/ 108 w 159"/>
                  <a:gd name="T111" fmla="*/ 129 h 135"/>
                  <a:gd name="T112" fmla="*/ 136 w 159"/>
                  <a:gd name="T113" fmla="*/ 134 h 135"/>
                  <a:gd name="T114" fmla="*/ 145 w 159"/>
                  <a:gd name="T115" fmla="*/ 135 h 135"/>
                  <a:gd name="T116" fmla="*/ 144 w 159"/>
                  <a:gd name="T117" fmla="*/ 133 h 135"/>
                  <a:gd name="T118" fmla="*/ 149 w 159"/>
                  <a:gd name="T119" fmla="*/ 125 h 135"/>
                  <a:gd name="T120" fmla="*/ 157 w 159"/>
                  <a:gd name="T121" fmla="*/ 122 h 135"/>
                  <a:gd name="T122" fmla="*/ 155 w 159"/>
                  <a:gd name="T123" fmla="*/ 1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 h="135">
                    <a:moveTo>
                      <a:pt x="155" y="116"/>
                    </a:moveTo>
                    <a:cubicBezTo>
                      <a:pt x="153" y="116"/>
                      <a:pt x="155" y="109"/>
                      <a:pt x="151" y="107"/>
                    </a:cubicBezTo>
                    <a:cubicBezTo>
                      <a:pt x="147" y="106"/>
                      <a:pt x="144" y="103"/>
                      <a:pt x="143" y="101"/>
                    </a:cubicBezTo>
                    <a:cubicBezTo>
                      <a:pt x="142" y="98"/>
                      <a:pt x="137" y="95"/>
                      <a:pt x="137" y="94"/>
                    </a:cubicBezTo>
                    <a:cubicBezTo>
                      <a:pt x="138" y="92"/>
                      <a:pt x="147" y="86"/>
                      <a:pt x="146" y="82"/>
                    </a:cubicBezTo>
                    <a:cubicBezTo>
                      <a:pt x="144" y="79"/>
                      <a:pt x="138" y="79"/>
                      <a:pt x="138" y="78"/>
                    </a:cubicBezTo>
                    <a:cubicBezTo>
                      <a:pt x="137" y="77"/>
                      <a:pt x="138" y="72"/>
                      <a:pt x="136" y="69"/>
                    </a:cubicBezTo>
                    <a:cubicBezTo>
                      <a:pt x="135" y="65"/>
                      <a:pt x="138" y="62"/>
                      <a:pt x="136" y="60"/>
                    </a:cubicBezTo>
                    <a:cubicBezTo>
                      <a:pt x="135" y="58"/>
                      <a:pt x="137" y="54"/>
                      <a:pt x="137" y="53"/>
                    </a:cubicBezTo>
                    <a:cubicBezTo>
                      <a:pt x="138" y="52"/>
                      <a:pt x="141" y="50"/>
                      <a:pt x="141" y="47"/>
                    </a:cubicBezTo>
                    <a:cubicBezTo>
                      <a:pt x="140" y="45"/>
                      <a:pt x="141" y="44"/>
                      <a:pt x="142" y="43"/>
                    </a:cubicBezTo>
                    <a:cubicBezTo>
                      <a:pt x="141" y="40"/>
                      <a:pt x="141" y="34"/>
                      <a:pt x="141" y="33"/>
                    </a:cubicBezTo>
                    <a:cubicBezTo>
                      <a:pt x="141" y="32"/>
                      <a:pt x="137" y="32"/>
                      <a:pt x="135" y="32"/>
                    </a:cubicBezTo>
                    <a:cubicBezTo>
                      <a:pt x="133" y="33"/>
                      <a:pt x="132" y="28"/>
                      <a:pt x="130" y="28"/>
                    </a:cubicBezTo>
                    <a:cubicBezTo>
                      <a:pt x="128" y="28"/>
                      <a:pt x="126" y="26"/>
                      <a:pt x="126" y="25"/>
                    </a:cubicBezTo>
                    <a:cubicBezTo>
                      <a:pt x="126" y="24"/>
                      <a:pt x="122" y="23"/>
                      <a:pt x="119" y="23"/>
                    </a:cubicBezTo>
                    <a:cubicBezTo>
                      <a:pt x="117" y="23"/>
                      <a:pt x="116" y="21"/>
                      <a:pt x="115" y="21"/>
                    </a:cubicBezTo>
                    <a:cubicBezTo>
                      <a:pt x="115" y="21"/>
                      <a:pt x="111" y="20"/>
                      <a:pt x="110" y="18"/>
                    </a:cubicBezTo>
                    <a:cubicBezTo>
                      <a:pt x="108" y="17"/>
                      <a:pt x="101" y="16"/>
                      <a:pt x="100" y="18"/>
                    </a:cubicBezTo>
                    <a:cubicBezTo>
                      <a:pt x="99" y="20"/>
                      <a:pt x="97" y="19"/>
                      <a:pt x="95" y="19"/>
                    </a:cubicBezTo>
                    <a:cubicBezTo>
                      <a:pt x="92" y="19"/>
                      <a:pt x="89" y="22"/>
                      <a:pt x="87" y="24"/>
                    </a:cubicBezTo>
                    <a:cubicBezTo>
                      <a:pt x="87" y="25"/>
                      <a:pt x="83" y="25"/>
                      <a:pt x="81" y="25"/>
                    </a:cubicBezTo>
                    <a:cubicBezTo>
                      <a:pt x="81" y="27"/>
                      <a:pt x="81" y="29"/>
                      <a:pt x="81" y="29"/>
                    </a:cubicBezTo>
                    <a:cubicBezTo>
                      <a:pt x="79" y="31"/>
                      <a:pt x="70" y="33"/>
                      <a:pt x="63" y="33"/>
                    </a:cubicBezTo>
                    <a:cubicBezTo>
                      <a:pt x="56" y="33"/>
                      <a:pt x="56" y="24"/>
                      <a:pt x="48" y="24"/>
                    </a:cubicBezTo>
                    <a:cubicBezTo>
                      <a:pt x="43" y="24"/>
                      <a:pt x="39" y="19"/>
                      <a:pt x="39" y="15"/>
                    </a:cubicBezTo>
                    <a:cubicBezTo>
                      <a:pt x="36" y="14"/>
                      <a:pt x="32" y="12"/>
                      <a:pt x="33" y="11"/>
                    </a:cubicBezTo>
                    <a:cubicBezTo>
                      <a:pt x="34" y="9"/>
                      <a:pt x="35" y="1"/>
                      <a:pt x="31" y="3"/>
                    </a:cubicBezTo>
                    <a:cubicBezTo>
                      <a:pt x="28" y="5"/>
                      <a:pt x="22" y="11"/>
                      <a:pt x="15" y="10"/>
                    </a:cubicBezTo>
                    <a:cubicBezTo>
                      <a:pt x="8" y="9"/>
                      <a:pt x="13" y="9"/>
                      <a:pt x="10" y="7"/>
                    </a:cubicBezTo>
                    <a:cubicBezTo>
                      <a:pt x="6" y="6"/>
                      <a:pt x="8" y="2"/>
                      <a:pt x="5" y="1"/>
                    </a:cubicBezTo>
                    <a:cubicBezTo>
                      <a:pt x="2" y="0"/>
                      <a:pt x="4" y="5"/>
                      <a:pt x="2" y="5"/>
                    </a:cubicBezTo>
                    <a:cubicBezTo>
                      <a:pt x="0" y="5"/>
                      <a:pt x="2" y="11"/>
                      <a:pt x="2" y="12"/>
                    </a:cubicBezTo>
                    <a:cubicBezTo>
                      <a:pt x="3" y="13"/>
                      <a:pt x="1" y="20"/>
                      <a:pt x="2" y="20"/>
                    </a:cubicBezTo>
                    <a:cubicBezTo>
                      <a:pt x="4" y="21"/>
                      <a:pt x="7" y="26"/>
                      <a:pt x="6" y="27"/>
                    </a:cubicBezTo>
                    <a:cubicBezTo>
                      <a:pt x="6" y="28"/>
                      <a:pt x="9" y="31"/>
                      <a:pt x="9" y="33"/>
                    </a:cubicBezTo>
                    <a:cubicBezTo>
                      <a:pt x="9" y="35"/>
                      <a:pt x="12" y="38"/>
                      <a:pt x="14" y="38"/>
                    </a:cubicBezTo>
                    <a:cubicBezTo>
                      <a:pt x="15" y="38"/>
                      <a:pt x="17" y="39"/>
                      <a:pt x="17" y="41"/>
                    </a:cubicBezTo>
                    <a:cubicBezTo>
                      <a:pt x="16" y="43"/>
                      <a:pt x="18" y="46"/>
                      <a:pt x="16" y="46"/>
                    </a:cubicBezTo>
                    <a:cubicBezTo>
                      <a:pt x="14" y="46"/>
                      <a:pt x="14" y="51"/>
                      <a:pt x="13" y="52"/>
                    </a:cubicBezTo>
                    <a:cubicBezTo>
                      <a:pt x="11" y="53"/>
                      <a:pt x="12" y="59"/>
                      <a:pt x="14" y="59"/>
                    </a:cubicBezTo>
                    <a:cubicBezTo>
                      <a:pt x="15" y="60"/>
                      <a:pt x="18" y="61"/>
                      <a:pt x="17" y="64"/>
                    </a:cubicBezTo>
                    <a:cubicBezTo>
                      <a:pt x="17" y="66"/>
                      <a:pt x="24" y="69"/>
                      <a:pt x="26" y="70"/>
                    </a:cubicBezTo>
                    <a:cubicBezTo>
                      <a:pt x="28" y="70"/>
                      <a:pt x="29" y="73"/>
                      <a:pt x="30" y="74"/>
                    </a:cubicBezTo>
                    <a:cubicBezTo>
                      <a:pt x="31" y="76"/>
                      <a:pt x="29" y="78"/>
                      <a:pt x="29" y="80"/>
                    </a:cubicBezTo>
                    <a:cubicBezTo>
                      <a:pt x="30" y="81"/>
                      <a:pt x="33" y="83"/>
                      <a:pt x="32" y="85"/>
                    </a:cubicBezTo>
                    <a:cubicBezTo>
                      <a:pt x="32" y="87"/>
                      <a:pt x="35" y="89"/>
                      <a:pt x="37" y="92"/>
                    </a:cubicBezTo>
                    <a:cubicBezTo>
                      <a:pt x="38" y="91"/>
                      <a:pt x="38" y="91"/>
                      <a:pt x="39" y="91"/>
                    </a:cubicBezTo>
                    <a:cubicBezTo>
                      <a:pt x="41" y="91"/>
                      <a:pt x="41" y="89"/>
                      <a:pt x="42" y="90"/>
                    </a:cubicBezTo>
                    <a:cubicBezTo>
                      <a:pt x="44" y="92"/>
                      <a:pt x="46" y="90"/>
                      <a:pt x="48" y="90"/>
                    </a:cubicBezTo>
                    <a:cubicBezTo>
                      <a:pt x="50" y="90"/>
                      <a:pt x="54" y="98"/>
                      <a:pt x="56" y="103"/>
                    </a:cubicBezTo>
                    <a:cubicBezTo>
                      <a:pt x="58" y="107"/>
                      <a:pt x="58" y="108"/>
                      <a:pt x="61" y="110"/>
                    </a:cubicBezTo>
                    <a:cubicBezTo>
                      <a:pt x="64" y="112"/>
                      <a:pt x="67" y="111"/>
                      <a:pt x="71" y="115"/>
                    </a:cubicBezTo>
                    <a:cubicBezTo>
                      <a:pt x="75" y="119"/>
                      <a:pt x="85" y="122"/>
                      <a:pt x="89" y="122"/>
                    </a:cubicBezTo>
                    <a:cubicBezTo>
                      <a:pt x="93" y="122"/>
                      <a:pt x="96" y="117"/>
                      <a:pt x="102" y="118"/>
                    </a:cubicBezTo>
                    <a:cubicBezTo>
                      <a:pt x="107" y="119"/>
                      <a:pt x="106" y="126"/>
                      <a:pt x="108" y="129"/>
                    </a:cubicBezTo>
                    <a:cubicBezTo>
                      <a:pt x="110" y="131"/>
                      <a:pt x="132" y="133"/>
                      <a:pt x="136" y="134"/>
                    </a:cubicBezTo>
                    <a:cubicBezTo>
                      <a:pt x="138" y="135"/>
                      <a:pt x="141" y="135"/>
                      <a:pt x="145" y="135"/>
                    </a:cubicBezTo>
                    <a:cubicBezTo>
                      <a:pt x="145" y="134"/>
                      <a:pt x="144" y="133"/>
                      <a:pt x="144" y="133"/>
                    </a:cubicBezTo>
                    <a:cubicBezTo>
                      <a:pt x="144" y="129"/>
                      <a:pt x="147" y="126"/>
                      <a:pt x="149" y="125"/>
                    </a:cubicBezTo>
                    <a:cubicBezTo>
                      <a:pt x="152" y="123"/>
                      <a:pt x="154" y="123"/>
                      <a:pt x="157" y="122"/>
                    </a:cubicBezTo>
                    <a:cubicBezTo>
                      <a:pt x="159" y="122"/>
                      <a:pt x="157" y="117"/>
                      <a:pt x="155" y="11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162">
                <a:extLst>
                  <a:ext uri="{FF2B5EF4-FFF2-40B4-BE49-F238E27FC236}">
                    <a16:creationId xmlns:a16="http://schemas.microsoft.com/office/drawing/2014/main" id="{A90A4A1E-F9AF-4608-B446-955B088CBDB2}"/>
                  </a:ext>
                </a:extLst>
              </p:cNvPr>
              <p:cNvSpPr>
                <a:spLocks noEditPoints="1"/>
              </p:cNvSpPr>
              <p:nvPr/>
            </p:nvSpPr>
            <p:spPr bwMode="auto">
              <a:xfrm>
                <a:off x="5777947" y="2931686"/>
                <a:ext cx="754090" cy="355087"/>
              </a:xfrm>
              <a:custGeom>
                <a:avLst/>
                <a:gdLst>
                  <a:gd name="T0" fmla="*/ 316 w 327"/>
                  <a:gd name="T1" fmla="*/ 64 h 154"/>
                  <a:gd name="T2" fmla="*/ 306 w 327"/>
                  <a:gd name="T3" fmla="*/ 54 h 154"/>
                  <a:gd name="T4" fmla="*/ 285 w 327"/>
                  <a:gd name="T5" fmla="*/ 50 h 154"/>
                  <a:gd name="T6" fmla="*/ 265 w 327"/>
                  <a:gd name="T7" fmla="*/ 37 h 154"/>
                  <a:gd name="T8" fmla="*/ 243 w 327"/>
                  <a:gd name="T9" fmla="*/ 13 h 154"/>
                  <a:gd name="T10" fmla="*/ 221 w 327"/>
                  <a:gd name="T11" fmla="*/ 22 h 154"/>
                  <a:gd name="T12" fmla="*/ 216 w 327"/>
                  <a:gd name="T13" fmla="*/ 16 h 154"/>
                  <a:gd name="T14" fmla="*/ 203 w 327"/>
                  <a:gd name="T15" fmla="*/ 14 h 154"/>
                  <a:gd name="T16" fmla="*/ 197 w 327"/>
                  <a:gd name="T17" fmla="*/ 2 h 154"/>
                  <a:gd name="T18" fmla="*/ 169 w 327"/>
                  <a:gd name="T19" fmla="*/ 7 h 154"/>
                  <a:gd name="T20" fmla="*/ 137 w 327"/>
                  <a:gd name="T21" fmla="*/ 14 h 154"/>
                  <a:gd name="T22" fmla="*/ 121 w 327"/>
                  <a:gd name="T23" fmla="*/ 23 h 154"/>
                  <a:gd name="T24" fmla="*/ 118 w 327"/>
                  <a:gd name="T25" fmla="*/ 33 h 154"/>
                  <a:gd name="T26" fmla="*/ 121 w 327"/>
                  <a:gd name="T27" fmla="*/ 44 h 154"/>
                  <a:gd name="T28" fmla="*/ 112 w 327"/>
                  <a:gd name="T29" fmla="*/ 50 h 154"/>
                  <a:gd name="T30" fmla="*/ 100 w 327"/>
                  <a:gd name="T31" fmla="*/ 49 h 154"/>
                  <a:gd name="T32" fmla="*/ 80 w 327"/>
                  <a:gd name="T33" fmla="*/ 50 h 154"/>
                  <a:gd name="T34" fmla="*/ 66 w 327"/>
                  <a:gd name="T35" fmla="*/ 50 h 154"/>
                  <a:gd name="T36" fmla="*/ 44 w 327"/>
                  <a:gd name="T37" fmla="*/ 42 h 154"/>
                  <a:gd name="T38" fmla="*/ 25 w 327"/>
                  <a:gd name="T39" fmla="*/ 47 h 154"/>
                  <a:gd name="T40" fmla="*/ 18 w 327"/>
                  <a:gd name="T41" fmla="*/ 60 h 154"/>
                  <a:gd name="T42" fmla="*/ 3 w 327"/>
                  <a:gd name="T43" fmla="*/ 63 h 154"/>
                  <a:gd name="T44" fmla="*/ 0 w 327"/>
                  <a:gd name="T45" fmla="*/ 74 h 154"/>
                  <a:gd name="T46" fmla="*/ 12 w 327"/>
                  <a:gd name="T47" fmla="*/ 82 h 154"/>
                  <a:gd name="T48" fmla="*/ 20 w 327"/>
                  <a:gd name="T49" fmla="*/ 96 h 154"/>
                  <a:gd name="T50" fmla="*/ 41 w 327"/>
                  <a:gd name="T51" fmla="*/ 91 h 154"/>
                  <a:gd name="T52" fmla="*/ 46 w 327"/>
                  <a:gd name="T53" fmla="*/ 107 h 154"/>
                  <a:gd name="T54" fmla="*/ 31 w 327"/>
                  <a:gd name="T55" fmla="*/ 118 h 154"/>
                  <a:gd name="T56" fmla="*/ 46 w 327"/>
                  <a:gd name="T57" fmla="*/ 133 h 154"/>
                  <a:gd name="T58" fmla="*/ 53 w 327"/>
                  <a:gd name="T59" fmla="*/ 141 h 154"/>
                  <a:gd name="T60" fmla="*/ 77 w 327"/>
                  <a:gd name="T61" fmla="*/ 146 h 154"/>
                  <a:gd name="T62" fmla="*/ 99 w 327"/>
                  <a:gd name="T63" fmla="*/ 103 h 154"/>
                  <a:gd name="T64" fmla="*/ 112 w 327"/>
                  <a:gd name="T65" fmla="*/ 104 h 154"/>
                  <a:gd name="T66" fmla="*/ 136 w 327"/>
                  <a:gd name="T67" fmla="*/ 125 h 154"/>
                  <a:gd name="T68" fmla="*/ 160 w 327"/>
                  <a:gd name="T69" fmla="*/ 138 h 154"/>
                  <a:gd name="T70" fmla="*/ 178 w 327"/>
                  <a:gd name="T71" fmla="*/ 152 h 154"/>
                  <a:gd name="T72" fmla="*/ 195 w 327"/>
                  <a:gd name="T73" fmla="*/ 144 h 154"/>
                  <a:gd name="T74" fmla="*/ 213 w 327"/>
                  <a:gd name="T75" fmla="*/ 134 h 154"/>
                  <a:gd name="T76" fmla="*/ 240 w 327"/>
                  <a:gd name="T77" fmla="*/ 132 h 154"/>
                  <a:gd name="T78" fmla="*/ 275 w 327"/>
                  <a:gd name="T79" fmla="*/ 138 h 154"/>
                  <a:gd name="T80" fmla="*/ 275 w 327"/>
                  <a:gd name="T81" fmla="*/ 120 h 154"/>
                  <a:gd name="T82" fmla="*/ 286 w 327"/>
                  <a:gd name="T83" fmla="*/ 108 h 154"/>
                  <a:gd name="T84" fmla="*/ 297 w 327"/>
                  <a:gd name="T85" fmla="*/ 91 h 154"/>
                  <a:gd name="T86" fmla="*/ 317 w 327"/>
                  <a:gd name="T87" fmla="*/ 88 h 154"/>
                  <a:gd name="T88" fmla="*/ 325 w 327"/>
                  <a:gd name="T89" fmla="*/ 71 h 154"/>
                  <a:gd name="T90" fmla="*/ 122 w 327"/>
                  <a:gd name="T91" fmla="*/ 98 h 154"/>
                  <a:gd name="T92" fmla="*/ 257 w 327"/>
                  <a:gd name="T93" fmla="*/ 97 h 154"/>
                  <a:gd name="T94" fmla="*/ 225 w 327"/>
                  <a:gd name="T95" fmla="*/ 97 h 154"/>
                  <a:gd name="T96" fmla="*/ 257 w 327"/>
                  <a:gd name="T97" fmla="*/ 97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7" h="154">
                    <a:moveTo>
                      <a:pt x="326" y="63"/>
                    </a:moveTo>
                    <a:cubicBezTo>
                      <a:pt x="325" y="62"/>
                      <a:pt x="324" y="62"/>
                      <a:pt x="323" y="63"/>
                    </a:cubicBezTo>
                    <a:cubicBezTo>
                      <a:pt x="322" y="64"/>
                      <a:pt x="318" y="64"/>
                      <a:pt x="316" y="64"/>
                    </a:cubicBezTo>
                    <a:cubicBezTo>
                      <a:pt x="315" y="64"/>
                      <a:pt x="312" y="62"/>
                      <a:pt x="312" y="61"/>
                    </a:cubicBezTo>
                    <a:cubicBezTo>
                      <a:pt x="312" y="59"/>
                      <a:pt x="312" y="58"/>
                      <a:pt x="311" y="58"/>
                    </a:cubicBezTo>
                    <a:cubicBezTo>
                      <a:pt x="309" y="58"/>
                      <a:pt x="307" y="57"/>
                      <a:pt x="306" y="54"/>
                    </a:cubicBezTo>
                    <a:cubicBezTo>
                      <a:pt x="304" y="50"/>
                      <a:pt x="302" y="50"/>
                      <a:pt x="300" y="49"/>
                    </a:cubicBezTo>
                    <a:cubicBezTo>
                      <a:pt x="299" y="49"/>
                      <a:pt x="294" y="51"/>
                      <a:pt x="292" y="52"/>
                    </a:cubicBezTo>
                    <a:cubicBezTo>
                      <a:pt x="290" y="52"/>
                      <a:pt x="287" y="51"/>
                      <a:pt x="285" y="50"/>
                    </a:cubicBezTo>
                    <a:cubicBezTo>
                      <a:pt x="282" y="50"/>
                      <a:pt x="281" y="46"/>
                      <a:pt x="278" y="46"/>
                    </a:cubicBezTo>
                    <a:cubicBezTo>
                      <a:pt x="276" y="47"/>
                      <a:pt x="275" y="51"/>
                      <a:pt x="274" y="51"/>
                    </a:cubicBezTo>
                    <a:cubicBezTo>
                      <a:pt x="272" y="51"/>
                      <a:pt x="269" y="42"/>
                      <a:pt x="265" y="37"/>
                    </a:cubicBezTo>
                    <a:cubicBezTo>
                      <a:pt x="262" y="32"/>
                      <a:pt x="256" y="21"/>
                      <a:pt x="250" y="19"/>
                    </a:cubicBezTo>
                    <a:cubicBezTo>
                      <a:pt x="245" y="17"/>
                      <a:pt x="247" y="15"/>
                      <a:pt x="248" y="13"/>
                    </a:cubicBezTo>
                    <a:cubicBezTo>
                      <a:pt x="250" y="12"/>
                      <a:pt x="245" y="11"/>
                      <a:pt x="243" y="13"/>
                    </a:cubicBezTo>
                    <a:cubicBezTo>
                      <a:pt x="241" y="14"/>
                      <a:pt x="238" y="16"/>
                      <a:pt x="235" y="17"/>
                    </a:cubicBezTo>
                    <a:cubicBezTo>
                      <a:pt x="233" y="17"/>
                      <a:pt x="229" y="21"/>
                      <a:pt x="227" y="20"/>
                    </a:cubicBezTo>
                    <a:cubicBezTo>
                      <a:pt x="224" y="19"/>
                      <a:pt x="223" y="24"/>
                      <a:pt x="221" y="22"/>
                    </a:cubicBezTo>
                    <a:cubicBezTo>
                      <a:pt x="219" y="20"/>
                      <a:pt x="224" y="18"/>
                      <a:pt x="224" y="17"/>
                    </a:cubicBezTo>
                    <a:cubicBezTo>
                      <a:pt x="224" y="15"/>
                      <a:pt x="220" y="17"/>
                      <a:pt x="219" y="16"/>
                    </a:cubicBezTo>
                    <a:cubicBezTo>
                      <a:pt x="218" y="15"/>
                      <a:pt x="216" y="14"/>
                      <a:pt x="216" y="16"/>
                    </a:cubicBezTo>
                    <a:cubicBezTo>
                      <a:pt x="216" y="17"/>
                      <a:pt x="213" y="16"/>
                      <a:pt x="213" y="15"/>
                    </a:cubicBezTo>
                    <a:cubicBezTo>
                      <a:pt x="213" y="14"/>
                      <a:pt x="212" y="11"/>
                      <a:pt x="210" y="13"/>
                    </a:cubicBezTo>
                    <a:cubicBezTo>
                      <a:pt x="209" y="15"/>
                      <a:pt x="204" y="16"/>
                      <a:pt x="203" y="14"/>
                    </a:cubicBezTo>
                    <a:cubicBezTo>
                      <a:pt x="202" y="13"/>
                      <a:pt x="204" y="13"/>
                      <a:pt x="204" y="11"/>
                    </a:cubicBezTo>
                    <a:cubicBezTo>
                      <a:pt x="204" y="9"/>
                      <a:pt x="202" y="7"/>
                      <a:pt x="202" y="5"/>
                    </a:cubicBezTo>
                    <a:cubicBezTo>
                      <a:pt x="203" y="3"/>
                      <a:pt x="199" y="1"/>
                      <a:pt x="197" y="2"/>
                    </a:cubicBezTo>
                    <a:cubicBezTo>
                      <a:pt x="195" y="3"/>
                      <a:pt x="193" y="2"/>
                      <a:pt x="191" y="1"/>
                    </a:cubicBezTo>
                    <a:cubicBezTo>
                      <a:pt x="189" y="0"/>
                      <a:pt x="181" y="2"/>
                      <a:pt x="181" y="3"/>
                    </a:cubicBezTo>
                    <a:cubicBezTo>
                      <a:pt x="181" y="5"/>
                      <a:pt x="171" y="7"/>
                      <a:pt x="169" y="7"/>
                    </a:cubicBezTo>
                    <a:cubicBezTo>
                      <a:pt x="167" y="8"/>
                      <a:pt x="160" y="9"/>
                      <a:pt x="158" y="9"/>
                    </a:cubicBezTo>
                    <a:cubicBezTo>
                      <a:pt x="155" y="10"/>
                      <a:pt x="153" y="12"/>
                      <a:pt x="150" y="12"/>
                    </a:cubicBezTo>
                    <a:cubicBezTo>
                      <a:pt x="146" y="12"/>
                      <a:pt x="140" y="12"/>
                      <a:pt x="137" y="14"/>
                    </a:cubicBezTo>
                    <a:cubicBezTo>
                      <a:pt x="135" y="17"/>
                      <a:pt x="130" y="15"/>
                      <a:pt x="128" y="16"/>
                    </a:cubicBezTo>
                    <a:cubicBezTo>
                      <a:pt x="126" y="16"/>
                      <a:pt x="122" y="15"/>
                      <a:pt x="121" y="16"/>
                    </a:cubicBezTo>
                    <a:cubicBezTo>
                      <a:pt x="120" y="17"/>
                      <a:pt x="120" y="21"/>
                      <a:pt x="121" y="23"/>
                    </a:cubicBezTo>
                    <a:cubicBezTo>
                      <a:pt x="122" y="24"/>
                      <a:pt x="128" y="25"/>
                      <a:pt x="128" y="26"/>
                    </a:cubicBezTo>
                    <a:cubicBezTo>
                      <a:pt x="129" y="27"/>
                      <a:pt x="123" y="27"/>
                      <a:pt x="120" y="28"/>
                    </a:cubicBezTo>
                    <a:cubicBezTo>
                      <a:pt x="117" y="28"/>
                      <a:pt x="118" y="32"/>
                      <a:pt x="118" y="33"/>
                    </a:cubicBezTo>
                    <a:cubicBezTo>
                      <a:pt x="119" y="35"/>
                      <a:pt x="116" y="37"/>
                      <a:pt x="114" y="38"/>
                    </a:cubicBezTo>
                    <a:cubicBezTo>
                      <a:pt x="111" y="38"/>
                      <a:pt x="114" y="42"/>
                      <a:pt x="116" y="42"/>
                    </a:cubicBezTo>
                    <a:cubicBezTo>
                      <a:pt x="118" y="42"/>
                      <a:pt x="120" y="44"/>
                      <a:pt x="121" y="44"/>
                    </a:cubicBezTo>
                    <a:cubicBezTo>
                      <a:pt x="123" y="44"/>
                      <a:pt x="123" y="47"/>
                      <a:pt x="123" y="49"/>
                    </a:cubicBezTo>
                    <a:cubicBezTo>
                      <a:pt x="123" y="52"/>
                      <a:pt x="121" y="52"/>
                      <a:pt x="118" y="52"/>
                    </a:cubicBezTo>
                    <a:cubicBezTo>
                      <a:pt x="116" y="52"/>
                      <a:pt x="114" y="50"/>
                      <a:pt x="112" y="50"/>
                    </a:cubicBezTo>
                    <a:cubicBezTo>
                      <a:pt x="111" y="49"/>
                      <a:pt x="111" y="53"/>
                      <a:pt x="110" y="54"/>
                    </a:cubicBezTo>
                    <a:cubicBezTo>
                      <a:pt x="108" y="54"/>
                      <a:pt x="108" y="51"/>
                      <a:pt x="106" y="51"/>
                    </a:cubicBezTo>
                    <a:cubicBezTo>
                      <a:pt x="104" y="51"/>
                      <a:pt x="101" y="51"/>
                      <a:pt x="100" y="49"/>
                    </a:cubicBezTo>
                    <a:cubicBezTo>
                      <a:pt x="100" y="47"/>
                      <a:pt x="95" y="46"/>
                      <a:pt x="92" y="48"/>
                    </a:cubicBezTo>
                    <a:cubicBezTo>
                      <a:pt x="90" y="50"/>
                      <a:pt x="90" y="49"/>
                      <a:pt x="88" y="48"/>
                    </a:cubicBezTo>
                    <a:cubicBezTo>
                      <a:pt x="86" y="47"/>
                      <a:pt x="81" y="49"/>
                      <a:pt x="80" y="50"/>
                    </a:cubicBezTo>
                    <a:cubicBezTo>
                      <a:pt x="79" y="52"/>
                      <a:pt x="75" y="53"/>
                      <a:pt x="72" y="51"/>
                    </a:cubicBezTo>
                    <a:cubicBezTo>
                      <a:pt x="70" y="49"/>
                      <a:pt x="68" y="49"/>
                      <a:pt x="68" y="51"/>
                    </a:cubicBezTo>
                    <a:cubicBezTo>
                      <a:pt x="68" y="54"/>
                      <a:pt x="66" y="52"/>
                      <a:pt x="66" y="50"/>
                    </a:cubicBezTo>
                    <a:cubicBezTo>
                      <a:pt x="66" y="49"/>
                      <a:pt x="61" y="46"/>
                      <a:pt x="59" y="44"/>
                    </a:cubicBezTo>
                    <a:cubicBezTo>
                      <a:pt x="57" y="43"/>
                      <a:pt x="50" y="43"/>
                      <a:pt x="50" y="42"/>
                    </a:cubicBezTo>
                    <a:cubicBezTo>
                      <a:pt x="49" y="40"/>
                      <a:pt x="45" y="39"/>
                      <a:pt x="44" y="42"/>
                    </a:cubicBezTo>
                    <a:cubicBezTo>
                      <a:pt x="43" y="44"/>
                      <a:pt x="41" y="42"/>
                      <a:pt x="40" y="42"/>
                    </a:cubicBezTo>
                    <a:cubicBezTo>
                      <a:pt x="38" y="41"/>
                      <a:pt x="35" y="43"/>
                      <a:pt x="34" y="43"/>
                    </a:cubicBezTo>
                    <a:cubicBezTo>
                      <a:pt x="32" y="44"/>
                      <a:pt x="28" y="47"/>
                      <a:pt x="25" y="47"/>
                    </a:cubicBezTo>
                    <a:cubicBezTo>
                      <a:pt x="23" y="47"/>
                      <a:pt x="24" y="50"/>
                      <a:pt x="21" y="51"/>
                    </a:cubicBezTo>
                    <a:cubicBezTo>
                      <a:pt x="18" y="52"/>
                      <a:pt x="18" y="54"/>
                      <a:pt x="19" y="55"/>
                    </a:cubicBezTo>
                    <a:cubicBezTo>
                      <a:pt x="19" y="57"/>
                      <a:pt x="21" y="59"/>
                      <a:pt x="18" y="60"/>
                    </a:cubicBezTo>
                    <a:cubicBezTo>
                      <a:pt x="15" y="62"/>
                      <a:pt x="14" y="57"/>
                      <a:pt x="11" y="55"/>
                    </a:cubicBezTo>
                    <a:cubicBezTo>
                      <a:pt x="9" y="53"/>
                      <a:pt x="7" y="55"/>
                      <a:pt x="7" y="58"/>
                    </a:cubicBezTo>
                    <a:cubicBezTo>
                      <a:pt x="7" y="60"/>
                      <a:pt x="4" y="60"/>
                      <a:pt x="3" y="63"/>
                    </a:cubicBezTo>
                    <a:cubicBezTo>
                      <a:pt x="1" y="65"/>
                      <a:pt x="5" y="66"/>
                      <a:pt x="5" y="67"/>
                    </a:cubicBezTo>
                    <a:cubicBezTo>
                      <a:pt x="5" y="68"/>
                      <a:pt x="3" y="69"/>
                      <a:pt x="2" y="69"/>
                    </a:cubicBezTo>
                    <a:cubicBezTo>
                      <a:pt x="2" y="70"/>
                      <a:pt x="0" y="73"/>
                      <a:pt x="0" y="74"/>
                    </a:cubicBezTo>
                    <a:cubicBezTo>
                      <a:pt x="1" y="75"/>
                      <a:pt x="5" y="75"/>
                      <a:pt x="5" y="78"/>
                    </a:cubicBezTo>
                    <a:cubicBezTo>
                      <a:pt x="5" y="80"/>
                      <a:pt x="4" y="83"/>
                      <a:pt x="6" y="82"/>
                    </a:cubicBezTo>
                    <a:cubicBezTo>
                      <a:pt x="9" y="81"/>
                      <a:pt x="11" y="82"/>
                      <a:pt x="12" y="82"/>
                    </a:cubicBezTo>
                    <a:cubicBezTo>
                      <a:pt x="14" y="82"/>
                      <a:pt x="15" y="84"/>
                      <a:pt x="17" y="87"/>
                    </a:cubicBezTo>
                    <a:cubicBezTo>
                      <a:pt x="20" y="90"/>
                      <a:pt x="21" y="92"/>
                      <a:pt x="18" y="92"/>
                    </a:cubicBezTo>
                    <a:cubicBezTo>
                      <a:pt x="16" y="93"/>
                      <a:pt x="17" y="94"/>
                      <a:pt x="20" y="96"/>
                    </a:cubicBezTo>
                    <a:cubicBezTo>
                      <a:pt x="21" y="96"/>
                      <a:pt x="22" y="97"/>
                      <a:pt x="23" y="97"/>
                    </a:cubicBezTo>
                    <a:cubicBezTo>
                      <a:pt x="23" y="97"/>
                      <a:pt x="24" y="97"/>
                      <a:pt x="24" y="96"/>
                    </a:cubicBezTo>
                    <a:cubicBezTo>
                      <a:pt x="28" y="93"/>
                      <a:pt x="36" y="89"/>
                      <a:pt x="41" y="91"/>
                    </a:cubicBezTo>
                    <a:cubicBezTo>
                      <a:pt x="46" y="92"/>
                      <a:pt x="51" y="90"/>
                      <a:pt x="53" y="93"/>
                    </a:cubicBezTo>
                    <a:cubicBezTo>
                      <a:pt x="56" y="97"/>
                      <a:pt x="53" y="103"/>
                      <a:pt x="54" y="105"/>
                    </a:cubicBezTo>
                    <a:cubicBezTo>
                      <a:pt x="55" y="107"/>
                      <a:pt x="50" y="108"/>
                      <a:pt x="46" y="107"/>
                    </a:cubicBezTo>
                    <a:cubicBezTo>
                      <a:pt x="43" y="107"/>
                      <a:pt x="36" y="109"/>
                      <a:pt x="36" y="111"/>
                    </a:cubicBezTo>
                    <a:cubicBezTo>
                      <a:pt x="37" y="113"/>
                      <a:pt x="40" y="118"/>
                      <a:pt x="35" y="115"/>
                    </a:cubicBezTo>
                    <a:cubicBezTo>
                      <a:pt x="31" y="113"/>
                      <a:pt x="29" y="118"/>
                      <a:pt x="31" y="118"/>
                    </a:cubicBezTo>
                    <a:cubicBezTo>
                      <a:pt x="34" y="118"/>
                      <a:pt x="37" y="121"/>
                      <a:pt x="37" y="123"/>
                    </a:cubicBezTo>
                    <a:cubicBezTo>
                      <a:pt x="37" y="125"/>
                      <a:pt x="38" y="130"/>
                      <a:pt x="40" y="129"/>
                    </a:cubicBezTo>
                    <a:cubicBezTo>
                      <a:pt x="42" y="129"/>
                      <a:pt x="42" y="133"/>
                      <a:pt x="46" y="133"/>
                    </a:cubicBezTo>
                    <a:cubicBezTo>
                      <a:pt x="49" y="132"/>
                      <a:pt x="52" y="134"/>
                      <a:pt x="50" y="137"/>
                    </a:cubicBezTo>
                    <a:cubicBezTo>
                      <a:pt x="47" y="140"/>
                      <a:pt x="51" y="148"/>
                      <a:pt x="52" y="146"/>
                    </a:cubicBezTo>
                    <a:cubicBezTo>
                      <a:pt x="53" y="145"/>
                      <a:pt x="52" y="143"/>
                      <a:pt x="53" y="141"/>
                    </a:cubicBezTo>
                    <a:cubicBezTo>
                      <a:pt x="51" y="137"/>
                      <a:pt x="59" y="137"/>
                      <a:pt x="61" y="137"/>
                    </a:cubicBezTo>
                    <a:cubicBezTo>
                      <a:pt x="64" y="137"/>
                      <a:pt x="68" y="140"/>
                      <a:pt x="71" y="144"/>
                    </a:cubicBezTo>
                    <a:cubicBezTo>
                      <a:pt x="74" y="148"/>
                      <a:pt x="77" y="146"/>
                      <a:pt x="77" y="146"/>
                    </a:cubicBezTo>
                    <a:cubicBezTo>
                      <a:pt x="78" y="110"/>
                      <a:pt x="78" y="110"/>
                      <a:pt x="78" y="110"/>
                    </a:cubicBezTo>
                    <a:cubicBezTo>
                      <a:pt x="98" y="105"/>
                      <a:pt x="98" y="105"/>
                      <a:pt x="98" y="105"/>
                    </a:cubicBezTo>
                    <a:cubicBezTo>
                      <a:pt x="99" y="104"/>
                      <a:pt x="99" y="104"/>
                      <a:pt x="99" y="103"/>
                    </a:cubicBezTo>
                    <a:cubicBezTo>
                      <a:pt x="102" y="99"/>
                      <a:pt x="105" y="103"/>
                      <a:pt x="106" y="103"/>
                    </a:cubicBezTo>
                    <a:cubicBezTo>
                      <a:pt x="107" y="104"/>
                      <a:pt x="107" y="99"/>
                      <a:pt x="110" y="100"/>
                    </a:cubicBezTo>
                    <a:cubicBezTo>
                      <a:pt x="113" y="100"/>
                      <a:pt x="109" y="104"/>
                      <a:pt x="112" y="104"/>
                    </a:cubicBezTo>
                    <a:cubicBezTo>
                      <a:pt x="113" y="104"/>
                      <a:pt x="117" y="110"/>
                      <a:pt x="116" y="115"/>
                    </a:cubicBezTo>
                    <a:cubicBezTo>
                      <a:pt x="119" y="118"/>
                      <a:pt x="125" y="124"/>
                      <a:pt x="125" y="125"/>
                    </a:cubicBezTo>
                    <a:cubicBezTo>
                      <a:pt x="126" y="127"/>
                      <a:pt x="134" y="124"/>
                      <a:pt x="136" y="125"/>
                    </a:cubicBezTo>
                    <a:cubicBezTo>
                      <a:pt x="137" y="125"/>
                      <a:pt x="150" y="125"/>
                      <a:pt x="152" y="125"/>
                    </a:cubicBezTo>
                    <a:cubicBezTo>
                      <a:pt x="154" y="125"/>
                      <a:pt x="156" y="129"/>
                      <a:pt x="158" y="130"/>
                    </a:cubicBezTo>
                    <a:cubicBezTo>
                      <a:pt x="161" y="131"/>
                      <a:pt x="160" y="135"/>
                      <a:pt x="160" y="138"/>
                    </a:cubicBezTo>
                    <a:cubicBezTo>
                      <a:pt x="161" y="140"/>
                      <a:pt x="164" y="143"/>
                      <a:pt x="165" y="146"/>
                    </a:cubicBezTo>
                    <a:cubicBezTo>
                      <a:pt x="165" y="148"/>
                      <a:pt x="169" y="147"/>
                      <a:pt x="172" y="148"/>
                    </a:cubicBezTo>
                    <a:cubicBezTo>
                      <a:pt x="174" y="148"/>
                      <a:pt x="178" y="149"/>
                      <a:pt x="178" y="152"/>
                    </a:cubicBezTo>
                    <a:cubicBezTo>
                      <a:pt x="179" y="154"/>
                      <a:pt x="182" y="152"/>
                      <a:pt x="182" y="151"/>
                    </a:cubicBezTo>
                    <a:cubicBezTo>
                      <a:pt x="182" y="149"/>
                      <a:pt x="186" y="146"/>
                      <a:pt x="190" y="144"/>
                    </a:cubicBezTo>
                    <a:cubicBezTo>
                      <a:pt x="193" y="143"/>
                      <a:pt x="194" y="143"/>
                      <a:pt x="195" y="144"/>
                    </a:cubicBezTo>
                    <a:cubicBezTo>
                      <a:pt x="196" y="142"/>
                      <a:pt x="197" y="140"/>
                      <a:pt x="197" y="139"/>
                    </a:cubicBezTo>
                    <a:cubicBezTo>
                      <a:pt x="199" y="139"/>
                      <a:pt x="202" y="136"/>
                      <a:pt x="202" y="134"/>
                    </a:cubicBezTo>
                    <a:cubicBezTo>
                      <a:pt x="203" y="131"/>
                      <a:pt x="209" y="131"/>
                      <a:pt x="213" y="134"/>
                    </a:cubicBezTo>
                    <a:cubicBezTo>
                      <a:pt x="218" y="136"/>
                      <a:pt x="220" y="136"/>
                      <a:pt x="221" y="132"/>
                    </a:cubicBezTo>
                    <a:cubicBezTo>
                      <a:pt x="221" y="129"/>
                      <a:pt x="227" y="128"/>
                      <a:pt x="229" y="129"/>
                    </a:cubicBezTo>
                    <a:cubicBezTo>
                      <a:pt x="231" y="130"/>
                      <a:pt x="237" y="133"/>
                      <a:pt x="240" y="132"/>
                    </a:cubicBezTo>
                    <a:cubicBezTo>
                      <a:pt x="242" y="131"/>
                      <a:pt x="257" y="132"/>
                      <a:pt x="260" y="133"/>
                    </a:cubicBezTo>
                    <a:cubicBezTo>
                      <a:pt x="264" y="134"/>
                      <a:pt x="265" y="132"/>
                      <a:pt x="268" y="136"/>
                    </a:cubicBezTo>
                    <a:cubicBezTo>
                      <a:pt x="270" y="139"/>
                      <a:pt x="272" y="136"/>
                      <a:pt x="275" y="138"/>
                    </a:cubicBezTo>
                    <a:cubicBezTo>
                      <a:pt x="275" y="137"/>
                      <a:pt x="274" y="136"/>
                      <a:pt x="274" y="135"/>
                    </a:cubicBezTo>
                    <a:cubicBezTo>
                      <a:pt x="274" y="133"/>
                      <a:pt x="278" y="131"/>
                      <a:pt x="279" y="129"/>
                    </a:cubicBezTo>
                    <a:cubicBezTo>
                      <a:pt x="279" y="127"/>
                      <a:pt x="275" y="122"/>
                      <a:pt x="275" y="120"/>
                    </a:cubicBezTo>
                    <a:cubicBezTo>
                      <a:pt x="275" y="118"/>
                      <a:pt x="275" y="114"/>
                      <a:pt x="274" y="113"/>
                    </a:cubicBezTo>
                    <a:cubicBezTo>
                      <a:pt x="272" y="112"/>
                      <a:pt x="277" y="110"/>
                      <a:pt x="278" y="110"/>
                    </a:cubicBezTo>
                    <a:cubicBezTo>
                      <a:pt x="281" y="110"/>
                      <a:pt x="285" y="107"/>
                      <a:pt x="286" y="108"/>
                    </a:cubicBezTo>
                    <a:cubicBezTo>
                      <a:pt x="287" y="109"/>
                      <a:pt x="289" y="110"/>
                      <a:pt x="292" y="110"/>
                    </a:cubicBezTo>
                    <a:cubicBezTo>
                      <a:pt x="294" y="110"/>
                      <a:pt x="293" y="107"/>
                      <a:pt x="292" y="106"/>
                    </a:cubicBezTo>
                    <a:cubicBezTo>
                      <a:pt x="290" y="105"/>
                      <a:pt x="296" y="94"/>
                      <a:pt x="297" y="91"/>
                    </a:cubicBezTo>
                    <a:cubicBezTo>
                      <a:pt x="297" y="87"/>
                      <a:pt x="299" y="90"/>
                      <a:pt x="302" y="91"/>
                    </a:cubicBezTo>
                    <a:cubicBezTo>
                      <a:pt x="305" y="91"/>
                      <a:pt x="308" y="90"/>
                      <a:pt x="309" y="91"/>
                    </a:cubicBezTo>
                    <a:cubicBezTo>
                      <a:pt x="311" y="92"/>
                      <a:pt x="316" y="90"/>
                      <a:pt x="317" y="88"/>
                    </a:cubicBezTo>
                    <a:cubicBezTo>
                      <a:pt x="318" y="87"/>
                      <a:pt x="316" y="86"/>
                      <a:pt x="316" y="82"/>
                    </a:cubicBezTo>
                    <a:cubicBezTo>
                      <a:pt x="316" y="78"/>
                      <a:pt x="318" y="76"/>
                      <a:pt x="321" y="76"/>
                    </a:cubicBezTo>
                    <a:cubicBezTo>
                      <a:pt x="324" y="76"/>
                      <a:pt x="325" y="73"/>
                      <a:pt x="325" y="71"/>
                    </a:cubicBezTo>
                    <a:cubicBezTo>
                      <a:pt x="325" y="70"/>
                      <a:pt x="327" y="69"/>
                      <a:pt x="327" y="66"/>
                    </a:cubicBezTo>
                    <a:cubicBezTo>
                      <a:pt x="326" y="65"/>
                      <a:pt x="326" y="64"/>
                      <a:pt x="326" y="63"/>
                    </a:cubicBezTo>
                    <a:close/>
                    <a:moveTo>
                      <a:pt x="122" y="98"/>
                    </a:moveTo>
                    <a:cubicBezTo>
                      <a:pt x="121" y="99"/>
                      <a:pt x="112" y="97"/>
                      <a:pt x="111" y="95"/>
                    </a:cubicBezTo>
                    <a:cubicBezTo>
                      <a:pt x="110" y="93"/>
                      <a:pt x="124" y="95"/>
                      <a:pt x="122" y="98"/>
                    </a:cubicBezTo>
                    <a:close/>
                    <a:moveTo>
                      <a:pt x="257" y="97"/>
                    </a:moveTo>
                    <a:cubicBezTo>
                      <a:pt x="250" y="97"/>
                      <a:pt x="236" y="94"/>
                      <a:pt x="230" y="100"/>
                    </a:cubicBezTo>
                    <a:cubicBezTo>
                      <a:pt x="224" y="107"/>
                      <a:pt x="228" y="110"/>
                      <a:pt x="226" y="111"/>
                    </a:cubicBezTo>
                    <a:cubicBezTo>
                      <a:pt x="223" y="111"/>
                      <a:pt x="221" y="101"/>
                      <a:pt x="225" y="97"/>
                    </a:cubicBezTo>
                    <a:cubicBezTo>
                      <a:pt x="228" y="94"/>
                      <a:pt x="239" y="93"/>
                      <a:pt x="245" y="94"/>
                    </a:cubicBezTo>
                    <a:cubicBezTo>
                      <a:pt x="252" y="96"/>
                      <a:pt x="264" y="93"/>
                      <a:pt x="265" y="93"/>
                    </a:cubicBezTo>
                    <a:cubicBezTo>
                      <a:pt x="267" y="94"/>
                      <a:pt x="264" y="97"/>
                      <a:pt x="257" y="9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165">
                <a:extLst>
                  <a:ext uri="{FF2B5EF4-FFF2-40B4-BE49-F238E27FC236}">
                    <a16:creationId xmlns:a16="http://schemas.microsoft.com/office/drawing/2014/main" id="{2BB45075-6164-4468-BB37-83B8EC1CA3BA}"/>
                  </a:ext>
                </a:extLst>
              </p:cNvPr>
              <p:cNvSpPr>
                <a:spLocks/>
              </p:cNvSpPr>
              <p:nvPr/>
            </p:nvSpPr>
            <p:spPr bwMode="auto">
              <a:xfrm>
                <a:off x="5146820" y="3983146"/>
                <a:ext cx="341285" cy="356342"/>
              </a:xfrm>
              <a:custGeom>
                <a:avLst/>
                <a:gdLst>
                  <a:gd name="T0" fmla="*/ 132 w 148"/>
                  <a:gd name="T1" fmla="*/ 72 h 155"/>
                  <a:gd name="T2" fmla="*/ 132 w 148"/>
                  <a:gd name="T3" fmla="*/ 67 h 155"/>
                  <a:gd name="T4" fmla="*/ 130 w 148"/>
                  <a:gd name="T5" fmla="*/ 65 h 155"/>
                  <a:gd name="T6" fmla="*/ 133 w 148"/>
                  <a:gd name="T7" fmla="*/ 57 h 155"/>
                  <a:gd name="T8" fmla="*/ 136 w 148"/>
                  <a:gd name="T9" fmla="*/ 51 h 155"/>
                  <a:gd name="T10" fmla="*/ 139 w 148"/>
                  <a:gd name="T11" fmla="*/ 38 h 155"/>
                  <a:gd name="T12" fmla="*/ 145 w 148"/>
                  <a:gd name="T13" fmla="*/ 31 h 155"/>
                  <a:gd name="T14" fmla="*/ 145 w 148"/>
                  <a:gd name="T15" fmla="*/ 23 h 155"/>
                  <a:gd name="T16" fmla="*/ 146 w 148"/>
                  <a:gd name="T17" fmla="*/ 16 h 155"/>
                  <a:gd name="T18" fmla="*/ 133 w 148"/>
                  <a:gd name="T19" fmla="*/ 9 h 155"/>
                  <a:gd name="T20" fmla="*/ 123 w 148"/>
                  <a:gd name="T21" fmla="*/ 9 h 155"/>
                  <a:gd name="T22" fmla="*/ 118 w 148"/>
                  <a:gd name="T23" fmla="*/ 3 h 155"/>
                  <a:gd name="T24" fmla="*/ 112 w 148"/>
                  <a:gd name="T25" fmla="*/ 4 h 155"/>
                  <a:gd name="T26" fmla="*/ 96 w 148"/>
                  <a:gd name="T27" fmla="*/ 4 h 155"/>
                  <a:gd name="T28" fmla="*/ 82 w 148"/>
                  <a:gd name="T29" fmla="*/ 6 h 155"/>
                  <a:gd name="T30" fmla="*/ 64 w 148"/>
                  <a:gd name="T31" fmla="*/ 9 h 155"/>
                  <a:gd name="T32" fmla="*/ 49 w 148"/>
                  <a:gd name="T33" fmla="*/ 11 h 155"/>
                  <a:gd name="T34" fmla="*/ 48 w 148"/>
                  <a:gd name="T35" fmla="*/ 25 h 155"/>
                  <a:gd name="T36" fmla="*/ 39 w 148"/>
                  <a:gd name="T37" fmla="*/ 50 h 155"/>
                  <a:gd name="T38" fmla="*/ 31 w 148"/>
                  <a:gd name="T39" fmla="*/ 72 h 155"/>
                  <a:gd name="T40" fmla="*/ 23 w 148"/>
                  <a:gd name="T41" fmla="*/ 83 h 155"/>
                  <a:gd name="T42" fmla="*/ 13 w 148"/>
                  <a:gd name="T43" fmla="*/ 83 h 155"/>
                  <a:gd name="T44" fmla="*/ 0 w 148"/>
                  <a:gd name="T45" fmla="*/ 86 h 155"/>
                  <a:gd name="T46" fmla="*/ 3 w 148"/>
                  <a:gd name="T47" fmla="*/ 96 h 155"/>
                  <a:gd name="T48" fmla="*/ 34 w 148"/>
                  <a:gd name="T49" fmla="*/ 94 h 155"/>
                  <a:gd name="T50" fmla="*/ 39 w 148"/>
                  <a:gd name="T51" fmla="*/ 106 h 155"/>
                  <a:gd name="T52" fmla="*/ 55 w 148"/>
                  <a:gd name="T53" fmla="*/ 110 h 155"/>
                  <a:gd name="T54" fmla="*/ 64 w 148"/>
                  <a:gd name="T55" fmla="*/ 103 h 155"/>
                  <a:gd name="T56" fmla="*/ 74 w 148"/>
                  <a:gd name="T57" fmla="*/ 106 h 155"/>
                  <a:gd name="T58" fmla="*/ 74 w 148"/>
                  <a:gd name="T59" fmla="*/ 123 h 155"/>
                  <a:gd name="T60" fmla="*/ 78 w 148"/>
                  <a:gd name="T61" fmla="*/ 136 h 155"/>
                  <a:gd name="T62" fmla="*/ 89 w 148"/>
                  <a:gd name="T63" fmla="*/ 133 h 155"/>
                  <a:gd name="T64" fmla="*/ 94 w 148"/>
                  <a:gd name="T65" fmla="*/ 136 h 155"/>
                  <a:gd name="T66" fmla="*/ 101 w 148"/>
                  <a:gd name="T67" fmla="*/ 137 h 155"/>
                  <a:gd name="T68" fmla="*/ 110 w 148"/>
                  <a:gd name="T69" fmla="*/ 143 h 155"/>
                  <a:gd name="T70" fmla="*/ 116 w 148"/>
                  <a:gd name="T71" fmla="*/ 141 h 155"/>
                  <a:gd name="T72" fmla="*/ 127 w 148"/>
                  <a:gd name="T73" fmla="*/ 147 h 155"/>
                  <a:gd name="T74" fmla="*/ 136 w 148"/>
                  <a:gd name="T75" fmla="*/ 153 h 155"/>
                  <a:gd name="T76" fmla="*/ 136 w 148"/>
                  <a:gd name="T77" fmla="*/ 144 h 155"/>
                  <a:gd name="T78" fmla="*/ 125 w 148"/>
                  <a:gd name="T79" fmla="*/ 140 h 155"/>
                  <a:gd name="T80" fmla="*/ 127 w 148"/>
                  <a:gd name="T81" fmla="*/ 123 h 155"/>
                  <a:gd name="T82" fmla="*/ 131 w 148"/>
                  <a:gd name="T83" fmla="*/ 113 h 155"/>
                  <a:gd name="T84" fmla="*/ 141 w 148"/>
                  <a:gd name="T85" fmla="*/ 112 h 155"/>
                  <a:gd name="T86" fmla="*/ 135 w 148"/>
                  <a:gd name="T87" fmla="*/ 10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8" h="155">
                    <a:moveTo>
                      <a:pt x="135" y="102"/>
                    </a:moveTo>
                    <a:cubicBezTo>
                      <a:pt x="131" y="100"/>
                      <a:pt x="130" y="73"/>
                      <a:pt x="132" y="72"/>
                    </a:cubicBezTo>
                    <a:cubicBezTo>
                      <a:pt x="132" y="72"/>
                      <a:pt x="132" y="73"/>
                      <a:pt x="133" y="73"/>
                    </a:cubicBezTo>
                    <a:cubicBezTo>
                      <a:pt x="132" y="67"/>
                      <a:pt x="132" y="67"/>
                      <a:pt x="132" y="67"/>
                    </a:cubicBezTo>
                    <a:cubicBezTo>
                      <a:pt x="132" y="67"/>
                      <a:pt x="132" y="67"/>
                      <a:pt x="132" y="67"/>
                    </a:cubicBezTo>
                    <a:cubicBezTo>
                      <a:pt x="131" y="67"/>
                      <a:pt x="130" y="66"/>
                      <a:pt x="130" y="65"/>
                    </a:cubicBezTo>
                    <a:cubicBezTo>
                      <a:pt x="130" y="62"/>
                      <a:pt x="132" y="62"/>
                      <a:pt x="132" y="62"/>
                    </a:cubicBezTo>
                    <a:cubicBezTo>
                      <a:pt x="132" y="62"/>
                      <a:pt x="131" y="58"/>
                      <a:pt x="133" y="57"/>
                    </a:cubicBezTo>
                    <a:cubicBezTo>
                      <a:pt x="134" y="57"/>
                      <a:pt x="134" y="57"/>
                      <a:pt x="134" y="56"/>
                    </a:cubicBezTo>
                    <a:cubicBezTo>
                      <a:pt x="135" y="55"/>
                      <a:pt x="136" y="52"/>
                      <a:pt x="136" y="51"/>
                    </a:cubicBezTo>
                    <a:cubicBezTo>
                      <a:pt x="136" y="48"/>
                      <a:pt x="136" y="46"/>
                      <a:pt x="137" y="44"/>
                    </a:cubicBezTo>
                    <a:cubicBezTo>
                      <a:pt x="138" y="42"/>
                      <a:pt x="138" y="39"/>
                      <a:pt x="139" y="38"/>
                    </a:cubicBezTo>
                    <a:cubicBezTo>
                      <a:pt x="140" y="37"/>
                      <a:pt x="140" y="34"/>
                      <a:pt x="142" y="33"/>
                    </a:cubicBezTo>
                    <a:cubicBezTo>
                      <a:pt x="144" y="33"/>
                      <a:pt x="145" y="32"/>
                      <a:pt x="145" y="31"/>
                    </a:cubicBezTo>
                    <a:cubicBezTo>
                      <a:pt x="146" y="30"/>
                      <a:pt x="148" y="29"/>
                      <a:pt x="148" y="27"/>
                    </a:cubicBezTo>
                    <a:cubicBezTo>
                      <a:pt x="148" y="25"/>
                      <a:pt x="145" y="25"/>
                      <a:pt x="145" y="23"/>
                    </a:cubicBezTo>
                    <a:cubicBezTo>
                      <a:pt x="145" y="21"/>
                      <a:pt x="146" y="16"/>
                      <a:pt x="146" y="16"/>
                    </a:cubicBezTo>
                    <a:cubicBezTo>
                      <a:pt x="146" y="16"/>
                      <a:pt x="146" y="16"/>
                      <a:pt x="146" y="16"/>
                    </a:cubicBezTo>
                    <a:cubicBezTo>
                      <a:pt x="142" y="13"/>
                      <a:pt x="138" y="9"/>
                      <a:pt x="137" y="8"/>
                    </a:cubicBezTo>
                    <a:cubicBezTo>
                      <a:pt x="135" y="7"/>
                      <a:pt x="133" y="9"/>
                      <a:pt x="133" y="9"/>
                    </a:cubicBezTo>
                    <a:cubicBezTo>
                      <a:pt x="133" y="9"/>
                      <a:pt x="130" y="7"/>
                      <a:pt x="128" y="9"/>
                    </a:cubicBezTo>
                    <a:cubicBezTo>
                      <a:pt x="126" y="11"/>
                      <a:pt x="123" y="9"/>
                      <a:pt x="123" y="9"/>
                    </a:cubicBezTo>
                    <a:cubicBezTo>
                      <a:pt x="123" y="9"/>
                      <a:pt x="121" y="7"/>
                      <a:pt x="120" y="5"/>
                    </a:cubicBezTo>
                    <a:cubicBezTo>
                      <a:pt x="119" y="4"/>
                      <a:pt x="119" y="3"/>
                      <a:pt x="118" y="3"/>
                    </a:cubicBezTo>
                    <a:cubicBezTo>
                      <a:pt x="118" y="3"/>
                      <a:pt x="118" y="3"/>
                      <a:pt x="118" y="3"/>
                    </a:cubicBezTo>
                    <a:cubicBezTo>
                      <a:pt x="112" y="4"/>
                      <a:pt x="112" y="4"/>
                      <a:pt x="112" y="4"/>
                    </a:cubicBezTo>
                    <a:cubicBezTo>
                      <a:pt x="112" y="4"/>
                      <a:pt x="104" y="0"/>
                      <a:pt x="103" y="3"/>
                    </a:cubicBezTo>
                    <a:cubicBezTo>
                      <a:pt x="101" y="6"/>
                      <a:pt x="100" y="4"/>
                      <a:pt x="96" y="4"/>
                    </a:cubicBezTo>
                    <a:cubicBezTo>
                      <a:pt x="93" y="4"/>
                      <a:pt x="90" y="5"/>
                      <a:pt x="88" y="6"/>
                    </a:cubicBezTo>
                    <a:cubicBezTo>
                      <a:pt x="86" y="7"/>
                      <a:pt x="83" y="5"/>
                      <a:pt x="82" y="6"/>
                    </a:cubicBezTo>
                    <a:cubicBezTo>
                      <a:pt x="80" y="7"/>
                      <a:pt x="79" y="12"/>
                      <a:pt x="79" y="12"/>
                    </a:cubicBezTo>
                    <a:cubicBezTo>
                      <a:pt x="64" y="9"/>
                      <a:pt x="64" y="9"/>
                      <a:pt x="64" y="9"/>
                    </a:cubicBezTo>
                    <a:cubicBezTo>
                      <a:pt x="64" y="9"/>
                      <a:pt x="61" y="4"/>
                      <a:pt x="57" y="4"/>
                    </a:cubicBezTo>
                    <a:cubicBezTo>
                      <a:pt x="54" y="4"/>
                      <a:pt x="49" y="11"/>
                      <a:pt x="49" y="11"/>
                    </a:cubicBezTo>
                    <a:cubicBezTo>
                      <a:pt x="49" y="16"/>
                      <a:pt x="49" y="16"/>
                      <a:pt x="49" y="16"/>
                    </a:cubicBezTo>
                    <a:cubicBezTo>
                      <a:pt x="49" y="20"/>
                      <a:pt x="49" y="23"/>
                      <a:pt x="48" y="25"/>
                    </a:cubicBezTo>
                    <a:cubicBezTo>
                      <a:pt x="46" y="27"/>
                      <a:pt x="45" y="28"/>
                      <a:pt x="45" y="33"/>
                    </a:cubicBezTo>
                    <a:cubicBezTo>
                      <a:pt x="45" y="38"/>
                      <a:pt x="39" y="46"/>
                      <a:pt x="39" y="50"/>
                    </a:cubicBezTo>
                    <a:cubicBezTo>
                      <a:pt x="39" y="54"/>
                      <a:pt x="32" y="56"/>
                      <a:pt x="32" y="59"/>
                    </a:cubicBezTo>
                    <a:cubicBezTo>
                      <a:pt x="32" y="61"/>
                      <a:pt x="31" y="67"/>
                      <a:pt x="31" y="72"/>
                    </a:cubicBezTo>
                    <a:cubicBezTo>
                      <a:pt x="31" y="78"/>
                      <a:pt x="28" y="73"/>
                      <a:pt x="28" y="78"/>
                    </a:cubicBezTo>
                    <a:cubicBezTo>
                      <a:pt x="28" y="83"/>
                      <a:pt x="26" y="80"/>
                      <a:pt x="23" y="83"/>
                    </a:cubicBezTo>
                    <a:cubicBezTo>
                      <a:pt x="21" y="85"/>
                      <a:pt x="20" y="86"/>
                      <a:pt x="20" y="83"/>
                    </a:cubicBezTo>
                    <a:cubicBezTo>
                      <a:pt x="20" y="81"/>
                      <a:pt x="16" y="80"/>
                      <a:pt x="13" y="83"/>
                    </a:cubicBezTo>
                    <a:cubicBezTo>
                      <a:pt x="10" y="85"/>
                      <a:pt x="9" y="83"/>
                      <a:pt x="8" y="82"/>
                    </a:cubicBezTo>
                    <a:cubicBezTo>
                      <a:pt x="7" y="82"/>
                      <a:pt x="4" y="84"/>
                      <a:pt x="0" y="86"/>
                    </a:cubicBezTo>
                    <a:cubicBezTo>
                      <a:pt x="2" y="89"/>
                      <a:pt x="3" y="92"/>
                      <a:pt x="3" y="95"/>
                    </a:cubicBezTo>
                    <a:cubicBezTo>
                      <a:pt x="3" y="95"/>
                      <a:pt x="3" y="96"/>
                      <a:pt x="3" y="96"/>
                    </a:cubicBezTo>
                    <a:cubicBezTo>
                      <a:pt x="5" y="95"/>
                      <a:pt x="7" y="94"/>
                      <a:pt x="8" y="94"/>
                    </a:cubicBezTo>
                    <a:cubicBezTo>
                      <a:pt x="10" y="93"/>
                      <a:pt x="34" y="94"/>
                      <a:pt x="34" y="94"/>
                    </a:cubicBezTo>
                    <a:cubicBezTo>
                      <a:pt x="34" y="94"/>
                      <a:pt x="36" y="97"/>
                      <a:pt x="35" y="100"/>
                    </a:cubicBezTo>
                    <a:cubicBezTo>
                      <a:pt x="35" y="103"/>
                      <a:pt x="37" y="102"/>
                      <a:pt x="39" y="106"/>
                    </a:cubicBezTo>
                    <a:cubicBezTo>
                      <a:pt x="40" y="111"/>
                      <a:pt x="42" y="112"/>
                      <a:pt x="45" y="111"/>
                    </a:cubicBezTo>
                    <a:cubicBezTo>
                      <a:pt x="49" y="110"/>
                      <a:pt x="53" y="110"/>
                      <a:pt x="55" y="110"/>
                    </a:cubicBezTo>
                    <a:cubicBezTo>
                      <a:pt x="56" y="110"/>
                      <a:pt x="56" y="104"/>
                      <a:pt x="58" y="103"/>
                    </a:cubicBezTo>
                    <a:cubicBezTo>
                      <a:pt x="60" y="102"/>
                      <a:pt x="64" y="103"/>
                      <a:pt x="64" y="103"/>
                    </a:cubicBezTo>
                    <a:cubicBezTo>
                      <a:pt x="64" y="103"/>
                      <a:pt x="65" y="105"/>
                      <a:pt x="68" y="105"/>
                    </a:cubicBezTo>
                    <a:cubicBezTo>
                      <a:pt x="72" y="105"/>
                      <a:pt x="74" y="103"/>
                      <a:pt x="74" y="106"/>
                    </a:cubicBezTo>
                    <a:cubicBezTo>
                      <a:pt x="74" y="108"/>
                      <a:pt x="74" y="111"/>
                      <a:pt x="75" y="112"/>
                    </a:cubicBezTo>
                    <a:cubicBezTo>
                      <a:pt x="76" y="113"/>
                      <a:pt x="72" y="122"/>
                      <a:pt x="74" y="123"/>
                    </a:cubicBezTo>
                    <a:cubicBezTo>
                      <a:pt x="76" y="125"/>
                      <a:pt x="78" y="128"/>
                      <a:pt x="78" y="130"/>
                    </a:cubicBezTo>
                    <a:cubicBezTo>
                      <a:pt x="78" y="132"/>
                      <a:pt x="76" y="136"/>
                      <a:pt x="78" y="136"/>
                    </a:cubicBezTo>
                    <a:cubicBezTo>
                      <a:pt x="79" y="137"/>
                      <a:pt x="80" y="134"/>
                      <a:pt x="82" y="134"/>
                    </a:cubicBezTo>
                    <a:cubicBezTo>
                      <a:pt x="85" y="134"/>
                      <a:pt x="87" y="135"/>
                      <a:pt x="89" y="133"/>
                    </a:cubicBezTo>
                    <a:cubicBezTo>
                      <a:pt x="90" y="133"/>
                      <a:pt x="91" y="133"/>
                      <a:pt x="91" y="134"/>
                    </a:cubicBezTo>
                    <a:cubicBezTo>
                      <a:pt x="93" y="134"/>
                      <a:pt x="94" y="136"/>
                      <a:pt x="94" y="136"/>
                    </a:cubicBezTo>
                    <a:cubicBezTo>
                      <a:pt x="94" y="136"/>
                      <a:pt x="94" y="138"/>
                      <a:pt x="96" y="137"/>
                    </a:cubicBezTo>
                    <a:cubicBezTo>
                      <a:pt x="97" y="137"/>
                      <a:pt x="101" y="136"/>
                      <a:pt x="101" y="137"/>
                    </a:cubicBezTo>
                    <a:cubicBezTo>
                      <a:pt x="100" y="138"/>
                      <a:pt x="102" y="142"/>
                      <a:pt x="103" y="141"/>
                    </a:cubicBezTo>
                    <a:cubicBezTo>
                      <a:pt x="105" y="140"/>
                      <a:pt x="108" y="143"/>
                      <a:pt x="110" y="143"/>
                    </a:cubicBezTo>
                    <a:cubicBezTo>
                      <a:pt x="112" y="143"/>
                      <a:pt x="114" y="143"/>
                      <a:pt x="114" y="142"/>
                    </a:cubicBezTo>
                    <a:cubicBezTo>
                      <a:pt x="114" y="141"/>
                      <a:pt x="116" y="139"/>
                      <a:pt x="116" y="141"/>
                    </a:cubicBezTo>
                    <a:cubicBezTo>
                      <a:pt x="117" y="142"/>
                      <a:pt x="119" y="145"/>
                      <a:pt x="121" y="145"/>
                    </a:cubicBezTo>
                    <a:cubicBezTo>
                      <a:pt x="122" y="145"/>
                      <a:pt x="127" y="145"/>
                      <a:pt x="127" y="147"/>
                    </a:cubicBezTo>
                    <a:cubicBezTo>
                      <a:pt x="127" y="148"/>
                      <a:pt x="128" y="152"/>
                      <a:pt x="130" y="153"/>
                    </a:cubicBezTo>
                    <a:cubicBezTo>
                      <a:pt x="132" y="155"/>
                      <a:pt x="136" y="153"/>
                      <a:pt x="136" y="153"/>
                    </a:cubicBezTo>
                    <a:cubicBezTo>
                      <a:pt x="136" y="153"/>
                      <a:pt x="137" y="152"/>
                      <a:pt x="137" y="150"/>
                    </a:cubicBezTo>
                    <a:cubicBezTo>
                      <a:pt x="137" y="147"/>
                      <a:pt x="137" y="144"/>
                      <a:pt x="136" y="144"/>
                    </a:cubicBezTo>
                    <a:cubicBezTo>
                      <a:pt x="135" y="144"/>
                      <a:pt x="133" y="147"/>
                      <a:pt x="131" y="146"/>
                    </a:cubicBezTo>
                    <a:cubicBezTo>
                      <a:pt x="128" y="145"/>
                      <a:pt x="126" y="140"/>
                      <a:pt x="125" y="140"/>
                    </a:cubicBezTo>
                    <a:cubicBezTo>
                      <a:pt x="124" y="139"/>
                      <a:pt x="127" y="134"/>
                      <a:pt x="127" y="132"/>
                    </a:cubicBezTo>
                    <a:cubicBezTo>
                      <a:pt x="127" y="130"/>
                      <a:pt x="129" y="124"/>
                      <a:pt x="127" y="123"/>
                    </a:cubicBezTo>
                    <a:cubicBezTo>
                      <a:pt x="126" y="122"/>
                      <a:pt x="127" y="120"/>
                      <a:pt x="129" y="119"/>
                    </a:cubicBezTo>
                    <a:cubicBezTo>
                      <a:pt x="130" y="117"/>
                      <a:pt x="128" y="113"/>
                      <a:pt x="131" y="113"/>
                    </a:cubicBezTo>
                    <a:cubicBezTo>
                      <a:pt x="133" y="113"/>
                      <a:pt x="139" y="114"/>
                      <a:pt x="140" y="112"/>
                    </a:cubicBezTo>
                    <a:cubicBezTo>
                      <a:pt x="140" y="112"/>
                      <a:pt x="141" y="112"/>
                      <a:pt x="141" y="112"/>
                    </a:cubicBezTo>
                    <a:cubicBezTo>
                      <a:pt x="141" y="111"/>
                      <a:pt x="141" y="111"/>
                      <a:pt x="141" y="110"/>
                    </a:cubicBezTo>
                    <a:cubicBezTo>
                      <a:pt x="139" y="107"/>
                      <a:pt x="138" y="103"/>
                      <a:pt x="135" y="10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166">
                <a:extLst>
                  <a:ext uri="{FF2B5EF4-FFF2-40B4-BE49-F238E27FC236}">
                    <a16:creationId xmlns:a16="http://schemas.microsoft.com/office/drawing/2014/main" id="{919D173C-7F86-45C2-AB0F-C6F6311809ED}"/>
                  </a:ext>
                </a:extLst>
              </p:cNvPr>
              <p:cNvSpPr>
                <a:spLocks/>
              </p:cNvSpPr>
              <p:nvPr/>
            </p:nvSpPr>
            <p:spPr bwMode="auto">
              <a:xfrm>
                <a:off x="5450464" y="4132459"/>
                <a:ext cx="30113" cy="38896"/>
              </a:xfrm>
              <a:custGeom>
                <a:avLst/>
                <a:gdLst>
                  <a:gd name="T0" fmla="*/ 1 w 13"/>
                  <a:gd name="T1" fmla="*/ 8 h 17"/>
                  <a:gd name="T2" fmla="*/ 3 w 13"/>
                  <a:gd name="T3" fmla="*/ 17 h 17"/>
                  <a:gd name="T4" fmla="*/ 6 w 13"/>
                  <a:gd name="T5" fmla="*/ 15 h 17"/>
                  <a:gd name="T6" fmla="*/ 13 w 13"/>
                  <a:gd name="T7" fmla="*/ 5 h 17"/>
                  <a:gd name="T8" fmla="*/ 10 w 13"/>
                  <a:gd name="T9" fmla="*/ 4 h 17"/>
                  <a:gd name="T10" fmla="*/ 10 w 13"/>
                  <a:gd name="T11" fmla="*/ 0 h 17"/>
                  <a:gd name="T12" fmla="*/ 6 w 13"/>
                  <a:gd name="T13" fmla="*/ 0 h 17"/>
                  <a:gd name="T14" fmla="*/ 2 w 13"/>
                  <a:gd name="T15" fmla="*/ 2 h 17"/>
                  <a:gd name="T16" fmla="*/ 0 w 13"/>
                  <a:gd name="T17" fmla="*/ 2 h 17"/>
                  <a:gd name="T18" fmla="*/ 0 w 13"/>
                  <a:gd name="T19" fmla="*/ 2 h 17"/>
                  <a:gd name="T20" fmla="*/ 1 w 13"/>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7">
                    <a:moveTo>
                      <a:pt x="1" y="8"/>
                    </a:moveTo>
                    <a:cubicBezTo>
                      <a:pt x="1" y="10"/>
                      <a:pt x="2" y="13"/>
                      <a:pt x="3" y="17"/>
                    </a:cubicBezTo>
                    <a:cubicBezTo>
                      <a:pt x="4" y="16"/>
                      <a:pt x="5" y="15"/>
                      <a:pt x="6" y="15"/>
                    </a:cubicBezTo>
                    <a:cubicBezTo>
                      <a:pt x="8" y="14"/>
                      <a:pt x="13" y="5"/>
                      <a:pt x="13" y="5"/>
                    </a:cubicBezTo>
                    <a:cubicBezTo>
                      <a:pt x="10" y="4"/>
                      <a:pt x="10" y="4"/>
                      <a:pt x="10" y="4"/>
                    </a:cubicBezTo>
                    <a:cubicBezTo>
                      <a:pt x="10" y="4"/>
                      <a:pt x="11" y="2"/>
                      <a:pt x="10" y="0"/>
                    </a:cubicBezTo>
                    <a:cubicBezTo>
                      <a:pt x="8" y="0"/>
                      <a:pt x="6" y="0"/>
                      <a:pt x="6" y="0"/>
                    </a:cubicBezTo>
                    <a:cubicBezTo>
                      <a:pt x="6" y="0"/>
                      <a:pt x="7" y="3"/>
                      <a:pt x="2" y="2"/>
                    </a:cubicBezTo>
                    <a:cubicBezTo>
                      <a:pt x="2" y="2"/>
                      <a:pt x="1" y="2"/>
                      <a:pt x="0" y="2"/>
                    </a:cubicBezTo>
                    <a:cubicBezTo>
                      <a:pt x="0" y="2"/>
                      <a:pt x="0" y="2"/>
                      <a:pt x="0" y="2"/>
                    </a:cubicBezTo>
                    <a:lnTo>
                      <a:pt x="1" y="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167">
                <a:extLst>
                  <a:ext uri="{FF2B5EF4-FFF2-40B4-BE49-F238E27FC236}">
                    <a16:creationId xmlns:a16="http://schemas.microsoft.com/office/drawing/2014/main" id="{2E2141BC-6271-4181-8663-5D32A4C986CC}"/>
                  </a:ext>
                </a:extLst>
              </p:cNvPr>
              <p:cNvSpPr>
                <a:spLocks/>
              </p:cNvSpPr>
              <p:nvPr/>
            </p:nvSpPr>
            <p:spPr bwMode="auto">
              <a:xfrm>
                <a:off x="5469284" y="4284281"/>
                <a:ext cx="198247" cy="318700"/>
              </a:xfrm>
              <a:custGeom>
                <a:avLst/>
                <a:gdLst>
                  <a:gd name="T0" fmla="*/ 85 w 86"/>
                  <a:gd name="T1" fmla="*/ 35 h 138"/>
                  <a:gd name="T2" fmla="*/ 83 w 86"/>
                  <a:gd name="T3" fmla="*/ 20 h 138"/>
                  <a:gd name="T4" fmla="*/ 82 w 86"/>
                  <a:gd name="T5" fmla="*/ 0 h 138"/>
                  <a:gd name="T6" fmla="*/ 82 w 86"/>
                  <a:gd name="T7" fmla="*/ 0 h 138"/>
                  <a:gd name="T8" fmla="*/ 73 w 86"/>
                  <a:gd name="T9" fmla="*/ 5 h 138"/>
                  <a:gd name="T10" fmla="*/ 68 w 86"/>
                  <a:gd name="T11" fmla="*/ 6 h 138"/>
                  <a:gd name="T12" fmla="*/ 63 w 86"/>
                  <a:gd name="T13" fmla="*/ 6 h 138"/>
                  <a:gd name="T14" fmla="*/ 60 w 86"/>
                  <a:gd name="T15" fmla="*/ 9 h 138"/>
                  <a:gd name="T16" fmla="*/ 56 w 86"/>
                  <a:gd name="T17" fmla="*/ 9 h 138"/>
                  <a:gd name="T18" fmla="*/ 49 w 86"/>
                  <a:gd name="T19" fmla="*/ 10 h 138"/>
                  <a:gd name="T20" fmla="*/ 46 w 86"/>
                  <a:gd name="T21" fmla="*/ 8 h 138"/>
                  <a:gd name="T22" fmla="*/ 41 w 86"/>
                  <a:gd name="T23" fmla="*/ 9 h 138"/>
                  <a:gd name="T24" fmla="*/ 37 w 86"/>
                  <a:gd name="T25" fmla="*/ 8 h 138"/>
                  <a:gd name="T26" fmla="*/ 36 w 86"/>
                  <a:gd name="T27" fmla="*/ 11 h 138"/>
                  <a:gd name="T28" fmla="*/ 40 w 86"/>
                  <a:gd name="T29" fmla="*/ 28 h 138"/>
                  <a:gd name="T30" fmla="*/ 45 w 86"/>
                  <a:gd name="T31" fmla="*/ 33 h 138"/>
                  <a:gd name="T32" fmla="*/ 45 w 86"/>
                  <a:gd name="T33" fmla="*/ 41 h 138"/>
                  <a:gd name="T34" fmla="*/ 40 w 86"/>
                  <a:gd name="T35" fmla="*/ 46 h 138"/>
                  <a:gd name="T36" fmla="*/ 40 w 86"/>
                  <a:gd name="T37" fmla="*/ 54 h 138"/>
                  <a:gd name="T38" fmla="*/ 32 w 86"/>
                  <a:gd name="T39" fmla="*/ 44 h 138"/>
                  <a:gd name="T40" fmla="*/ 34 w 86"/>
                  <a:gd name="T41" fmla="*/ 33 h 138"/>
                  <a:gd name="T42" fmla="*/ 28 w 86"/>
                  <a:gd name="T43" fmla="*/ 32 h 138"/>
                  <a:gd name="T44" fmla="*/ 22 w 86"/>
                  <a:gd name="T45" fmla="*/ 29 h 138"/>
                  <a:gd name="T46" fmla="*/ 0 w 86"/>
                  <a:gd name="T47" fmla="*/ 37 h 138"/>
                  <a:gd name="T48" fmla="*/ 1 w 86"/>
                  <a:gd name="T49" fmla="*/ 43 h 138"/>
                  <a:gd name="T50" fmla="*/ 1 w 86"/>
                  <a:gd name="T51" fmla="*/ 43 h 138"/>
                  <a:gd name="T52" fmla="*/ 2 w 86"/>
                  <a:gd name="T53" fmla="*/ 45 h 138"/>
                  <a:gd name="T54" fmla="*/ 12 w 86"/>
                  <a:gd name="T55" fmla="*/ 48 h 138"/>
                  <a:gd name="T56" fmla="*/ 22 w 86"/>
                  <a:gd name="T57" fmla="*/ 51 h 138"/>
                  <a:gd name="T58" fmla="*/ 22 w 86"/>
                  <a:gd name="T59" fmla="*/ 63 h 138"/>
                  <a:gd name="T60" fmla="*/ 20 w 86"/>
                  <a:gd name="T61" fmla="*/ 71 h 138"/>
                  <a:gd name="T62" fmla="*/ 22 w 86"/>
                  <a:gd name="T63" fmla="*/ 77 h 138"/>
                  <a:gd name="T64" fmla="*/ 18 w 86"/>
                  <a:gd name="T65" fmla="*/ 83 h 138"/>
                  <a:gd name="T66" fmla="*/ 16 w 86"/>
                  <a:gd name="T67" fmla="*/ 91 h 138"/>
                  <a:gd name="T68" fmla="*/ 8 w 86"/>
                  <a:gd name="T69" fmla="*/ 99 h 138"/>
                  <a:gd name="T70" fmla="*/ 8 w 86"/>
                  <a:gd name="T71" fmla="*/ 99 h 138"/>
                  <a:gd name="T72" fmla="*/ 13 w 86"/>
                  <a:gd name="T73" fmla="*/ 114 h 138"/>
                  <a:gd name="T74" fmla="*/ 14 w 86"/>
                  <a:gd name="T75" fmla="*/ 129 h 138"/>
                  <a:gd name="T76" fmla="*/ 15 w 86"/>
                  <a:gd name="T77" fmla="*/ 138 h 138"/>
                  <a:gd name="T78" fmla="*/ 21 w 86"/>
                  <a:gd name="T79" fmla="*/ 137 h 138"/>
                  <a:gd name="T80" fmla="*/ 21 w 86"/>
                  <a:gd name="T81" fmla="*/ 133 h 138"/>
                  <a:gd name="T82" fmla="*/ 18 w 86"/>
                  <a:gd name="T83" fmla="*/ 130 h 138"/>
                  <a:gd name="T84" fmla="*/ 31 w 86"/>
                  <a:gd name="T85" fmla="*/ 121 h 138"/>
                  <a:gd name="T86" fmla="*/ 41 w 86"/>
                  <a:gd name="T87" fmla="*/ 115 h 138"/>
                  <a:gd name="T88" fmla="*/ 41 w 86"/>
                  <a:gd name="T89" fmla="*/ 103 h 138"/>
                  <a:gd name="T90" fmla="*/ 40 w 86"/>
                  <a:gd name="T91" fmla="*/ 93 h 138"/>
                  <a:gd name="T92" fmla="*/ 36 w 86"/>
                  <a:gd name="T93" fmla="*/ 83 h 138"/>
                  <a:gd name="T94" fmla="*/ 37 w 86"/>
                  <a:gd name="T95" fmla="*/ 77 h 138"/>
                  <a:gd name="T96" fmla="*/ 41 w 86"/>
                  <a:gd name="T97" fmla="*/ 72 h 138"/>
                  <a:gd name="T98" fmla="*/ 48 w 86"/>
                  <a:gd name="T99" fmla="*/ 68 h 138"/>
                  <a:gd name="T100" fmla="*/ 56 w 86"/>
                  <a:gd name="T101" fmla="*/ 59 h 138"/>
                  <a:gd name="T102" fmla="*/ 72 w 86"/>
                  <a:gd name="T103" fmla="*/ 52 h 138"/>
                  <a:gd name="T104" fmla="*/ 85 w 86"/>
                  <a:gd name="T105" fmla="*/ 35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38">
                    <a:moveTo>
                      <a:pt x="85" y="35"/>
                    </a:moveTo>
                    <a:cubicBezTo>
                      <a:pt x="84" y="33"/>
                      <a:pt x="82" y="23"/>
                      <a:pt x="83" y="20"/>
                    </a:cubicBezTo>
                    <a:cubicBezTo>
                      <a:pt x="83" y="16"/>
                      <a:pt x="82" y="5"/>
                      <a:pt x="82" y="0"/>
                    </a:cubicBezTo>
                    <a:cubicBezTo>
                      <a:pt x="82" y="0"/>
                      <a:pt x="82" y="0"/>
                      <a:pt x="82" y="0"/>
                    </a:cubicBezTo>
                    <a:cubicBezTo>
                      <a:pt x="78" y="2"/>
                      <a:pt x="74" y="4"/>
                      <a:pt x="73" y="5"/>
                    </a:cubicBezTo>
                    <a:cubicBezTo>
                      <a:pt x="73" y="6"/>
                      <a:pt x="70" y="4"/>
                      <a:pt x="68" y="6"/>
                    </a:cubicBezTo>
                    <a:cubicBezTo>
                      <a:pt x="66" y="8"/>
                      <a:pt x="65" y="6"/>
                      <a:pt x="63" y="6"/>
                    </a:cubicBezTo>
                    <a:cubicBezTo>
                      <a:pt x="61" y="5"/>
                      <a:pt x="61" y="7"/>
                      <a:pt x="60" y="9"/>
                    </a:cubicBezTo>
                    <a:cubicBezTo>
                      <a:pt x="60" y="10"/>
                      <a:pt x="57" y="10"/>
                      <a:pt x="56" y="9"/>
                    </a:cubicBezTo>
                    <a:cubicBezTo>
                      <a:pt x="54" y="9"/>
                      <a:pt x="51" y="10"/>
                      <a:pt x="49" y="10"/>
                    </a:cubicBezTo>
                    <a:cubicBezTo>
                      <a:pt x="47" y="10"/>
                      <a:pt x="48" y="9"/>
                      <a:pt x="46" y="8"/>
                    </a:cubicBezTo>
                    <a:cubicBezTo>
                      <a:pt x="44" y="7"/>
                      <a:pt x="43" y="9"/>
                      <a:pt x="41" y="9"/>
                    </a:cubicBezTo>
                    <a:cubicBezTo>
                      <a:pt x="41" y="9"/>
                      <a:pt x="38" y="9"/>
                      <a:pt x="37" y="8"/>
                    </a:cubicBezTo>
                    <a:cubicBezTo>
                      <a:pt x="37" y="10"/>
                      <a:pt x="37" y="10"/>
                      <a:pt x="36" y="11"/>
                    </a:cubicBezTo>
                    <a:cubicBezTo>
                      <a:pt x="35" y="15"/>
                      <a:pt x="40" y="24"/>
                      <a:pt x="40" y="28"/>
                    </a:cubicBezTo>
                    <a:cubicBezTo>
                      <a:pt x="42" y="30"/>
                      <a:pt x="44" y="32"/>
                      <a:pt x="45" y="33"/>
                    </a:cubicBezTo>
                    <a:cubicBezTo>
                      <a:pt x="47" y="36"/>
                      <a:pt x="45" y="35"/>
                      <a:pt x="45" y="41"/>
                    </a:cubicBezTo>
                    <a:cubicBezTo>
                      <a:pt x="45" y="47"/>
                      <a:pt x="43" y="44"/>
                      <a:pt x="40" y="46"/>
                    </a:cubicBezTo>
                    <a:cubicBezTo>
                      <a:pt x="38" y="48"/>
                      <a:pt x="40" y="52"/>
                      <a:pt x="40" y="54"/>
                    </a:cubicBezTo>
                    <a:cubicBezTo>
                      <a:pt x="39" y="55"/>
                      <a:pt x="33" y="45"/>
                      <a:pt x="32" y="44"/>
                    </a:cubicBezTo>
                    <a:cubicBezTo>
                      <a:pt x="32" y="42"/>
                      <a:pt x="35" y="37"/>
                      <a:pt x="34" y="33"/>
                    </a:cubicBezTo>
                    <a:cubicBezTo>
                      <a:pt x="33" y="30"/>
                      <a:pt x="29" y="32"/>
                      <a:pt x="28" y="32"/>
                    </a:cubicBezTo>
                    <a:cubicBezTo>
                      <a:pt x="26" y="33"/>
                      <a:pt x="23" y="29"/>
                      <a:pt x="22" y="29"/>
                    </a:cubicBezTo>
                    <a:cubicBezTo>
                      <a:pt x="21" y="29"/>
                      <a:pt x="0" y="37"/>
                      <a:pt x="0" y="37"/>
                    </a:cubicBezTo>
                    <a:cubicBezTo>
                      <a:pt x="1" y="43"/>
                      <a:pt x="1" y="43"/>
                      <a:pt x="1" y="43"/>
                    </a:cubicBezTo>
                    <a:cubicBezTo>
                      <a:pt x="1" y="43"/>
                      <a:pt x="1" y="43"/>
                      <a:pt x="1" y="43"/>
                    </a:cubicBezTo>
                    <a:cubicBezTo>
                      <a:pt x="2" y="45"/>
                      <a:pt x="2" y="45"/>
                      <a:pt x="2" y="45"/>
                    </a:cubicBezTo>
                    <a:cubicBezTo>
                      <a:pt x="2" y="45"/>
                      <a:pt x="9" y="46"/>
                      <a:pt x="12" y="48"/>
                    </a:cubicBezTo>
                    <a:cubicBezTo>
                      <a:pt x="16" y="50"/>
                      <a:pt x="21" y="50"/>
                      <a:pt x="22" y="51"/>
                    </a:cubicBezTo>
                    <a:cubicBezTo>
                      <a:pt x="23" y="52"/>
                      <a:pt x="22" y="60"/>
                      <a:pt x="22" y="63"/>
                    </a:cubicBezTo>
                    <a:cubicBezTo>
                      <a:pt x="22" y="67"/>
                      <a:pt x="18" y="68"/>
                      <a:pt x="20" y="71"/>
                    </a:cubicBezTo>
                    <a:cubicBezTo>
                      <a:pt x="22" y="73"/>
                      <a:pt x="21" y="76"/>
                      <a:pt x="22" y="77"/>
                    </a:cubicBezTo>
                    <a:cubicBezTo>
                      <a:pt x="24" y="77"/>
                      <a:pt x="20" y="82"/>
                      <a:pt x="18" y="83"/>
                    </a:cubicBezTo>
                    <a:cubicBezTo>
                      <a:pt x="16" y="84"/>
                      <a:pt x="18" y="88"/>
                      <a:pt x="16" y="91"/>
                    </a:cubicBezTo>
                    <a:cubicBezTo>
                      <a:pt x="15" y="92"/>
                      <a:pt x="11" y="96"/>
                      <a:pt x="8" y="99"/>
                    </a:cubicBezTo>
                    <a:cubicBezTo>
                      <a:pt x="8" y="99"/>
                      <a:pt x="8" y="99"/>
                      <a:pt x="8" y="99"/>
                    </a:cubicBezTo>
                    <a:cubicBezTo>
                      <a:pt x="9" y="100"/>
                      <a:pt x="11" y="113"/>
                      <a:pt x="13" y="114"/>
                    </a:cubicBezTo>
                    <a:cubicBezTo>
                      <a:pt x="15" y="115"/>
                      <a:pt x="14" y="127"/>
                      <a:pt x="14" y="129"/>
                    </a:cubicBezTo>
                    <a:cubicBezTo>
                      <a:pt x="14" y="130"/>
                      <a:pt x="15" y="138"/>
                      <a:pt x="15" y="138"/>
                    </a:cubicBezTo>
                    <a:cubicBezTo>
                      <a:pt x="15" y="138"/>
                      <a:pt x="18" y="137"/>
                      <a:pt x="21" y="137"/>
                    </a:cubicBezTo>
                    <a:cubicBezTo>
                      <a:pt x="21" y="136"/>
                      <a:pt x="21" y="134"/>
                      <a:pt x="21" y="133"/>
                    </a:cubicBezTo>
                    <a:cubicBezTo>
                      <a:pt x="21" y="130"/>
                      <a:pt x="19" y="133"/>
                      <a:pt x="18" y="130"/>
                    </a:cubicBezTo>
                    <a:cubicBezTo>
                      <a:pt x="17" y="128"/>
                      <a:pt x="24" y="123"/>
                      <a:pt x="31" y="121"/>
                    </a:cubicBezTo>
                    <a:cubicBezTo>
                      <a:pt x="37" y="119"/>
                      <a:pt x="40" y="117"/>
                      <a:pt x="41" y="115"/>
                    </a:cubicBezTo>
                    <a:cubicBezTo>
                      <a:pt x="41" y="112"/>
                      <a:pt x="41" y="106"/>
                      <a:pt x="41" y="103"/>
                    </a:cubicBezTo>
                    <a:cubicBezTo>
                      <a:pt x="42" y="100"/>
                      <a:pt x="41" y="99"/>
                      <a:pt x="40" y="93"/>
                    </a:cubicBezTo>
                    <a:cubicBezTo>
                      <a:pt x="39" y="87"/>
                      <a:pt x="37" y="86"/>
                      <a:pt x="36" y="83"/>
                    </a:cubicBezTo>
                    <a:cubicBezTo>
                      <a:pt x="35" y="79"/>
                      <a:pt x="35" y="77"/>
                      <a:pt x="37" y="77"/>
                    </a:cubicBezTo>
                    <a:cubicBezTo>
                      <a:pt x="39" y="77"/>
                      <a:pt x="39" y="76"/>
                      <a:pt x="41" y="72"/>
                    </a:cubicBezTo>
                    <a:cubicBezTo>
                      <a:pt x="43" y="69"/>
                      <a:pt x="45" y="70"/>
                      <a:pt x="48" y="68"/>
                    </a:cubicBezTo>
                    <a:cubicBezTo>
                      <a:pt x="51" y="66"/>
                      <a:pt x="51" y="63"/>
                      <a:pt x="56" y="59"/>
                    </a:cubicBezTo>
                    <a:cubicBezTo>
                      <a:pt x="61" y="55"/>
                      <a:pt x="67" y="55"/>
                      <a:pt x="72" y="52"/>
                    </a:cubicBezTo>
                    <a:cubicBezTo>
                      <a:pt x="77" y="49"/>
                      <a:pt x="86" y="37"/>
                      <a:pt x="85" y="3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168">
                <a:extLst>
                  <a:ext uri="{FF2B5EF4-FFF2-40B4-BE49-F238E27FC236}">
                    <a16:creationId xmlns:a16="http://schemas.microsoft.com/office/drawing/2014/main" id="{9E9FC834-BA4D-40C7-BCA1-9A8D3C45F8C6}"/>
                  </a:ext>
                </a:extLst>
              </p:cNvPr>
              <p:cNvSpPr>
                <a:spLocks/>
              </p:cNvSpPr>
              <p:nvPr/>
            </p:nvSpPr>
            <p:spPr bwMode="auto">
              <a:xfrm>
                <a:off x="5457992" y="4104855"/>
                <a:ext cx="200756" cy="203266"/>
              </a:xfrm>
              <a:custGeom>
                <a:avLst/>
                <a:gdLst>
                  <a:gd name="T0" fmla="*/ 81 w 87"/>
                  <a:gd name="T1" fmla="*/ 71 h 88"/>
                  <a:gd name="T2" fmla="*/ 78 w 87"/>
                  <a:gd name="T3" fmla="*/ 63 h 88"/>
                  <a:gd name="T4" fmla="*/ 77 w 87"/>
                  <a:gd name="T5" fmla="*/ 56 h 88"/>
                  <a:gd name="T6" fmla="*/ 79 w 87"/>
                  <a:gd name="T7" fmla="*/ 50 h 88"/>
                  <a:gd name="T8" fmla="*/ 75 w 87"/>
                  <a:gd name="T9" fmla="*/ 43 h 88"/>
                  <a:gd name="T10" fmla="*/ 78 w 87"/>
                  <a:gd name="T11" fmla="*/ 31 h 88"/>
                  <a:gd name="T12" fmla="*/ 65 w 87"/>
                  <a:gd name="T13" fmla="*/ 21 h 88"/>
                  <a:gd name="T14" fmla="*/ 65 w 87"/>
                  <a:gd name="T15" fmla="*/ 16 h 88"/>
                  <a:gd name="T16" fmla="*/ 35 w 87"/>
                  <a:gd name="T17" fmla="*/ 0 h 88"/>
                  <a:gd name="T18" fmla="*/ 31 w 87"/>
                  <a:gd name="T19" fmla="*/ 8 h 88"/>
                  <a:gd name="T20" fmla="*/ 31 w 87"/>
                  <a:gd name="T21" fmla="*/ 13 h 88"/>
                  <a:gd name="T22" fmla="*/ 18 w 87"/>
                  <a:gd name="T23" fmla="*/ 12 h 88"/>
                  <a:gd name="T24" fmla="*/ 18 w 87"/>
                  <a:gd name="T25" fmla="*/ 0 h 88"/>
                  <a:gd name="T26" fmla="*/ 12 w 87"/>
                  <a:gd name="T27" fmla="*/ 0 h 88"/>
                  <a:gd name="T28" fmla="*/ 8 w 87"/>
                  <a:gd name="T29" fmla="*/ 1 h 88"/>
                  <a:gd name="T30" fmla="*/ 9 w 87"/>
                  <a:gd name="T31" fmla="*/ 5 h 88"/>
                  <a:gd name="T32" fmla="*/ 10 w 87"/>
                  <a:gd name="T33" fmla="*/ 10 h 88"/>
                  <a:gd name="T34" fmla="*/ 7 w 87"/>
                  <a:gd name="T35" fmla="*/ 12 h 88"/>
                  <a:gd name="T36" fmla="*/ 7 w 87"/>
                  <a:gd name="T37" fmla="*/ 16 h 88"/>
                  <a:gd name="T38" fmla="*/ 10 w 87"/>
                  <a:gd name="T39" fmla="*/ 17 h 88"/>
                  <a:gd name="T40" fmla="*/ 3 w 87"/>
                  <a:gd name="T41" fmla="*/ 27 h 88"/>
                  <a:gd name="T42" fmla="*/ 0 w 87"/>
                  <a:gd name="T43" fmla="*/ 29 h 88"/>
                  <a:gd name="T44" fmla="*/ 4 w 87"/>
                  <a:gd name="T45" fmla="*/ 44 h 88"/>
                  <a:gd name="T46" fmla="*/ 9 w 87"/>
                  <a:gd name="T47" fmla="*/ 54 h 88"/>
                  <a:gd name="T48" fmla="*/ 11 w 87"/>
                  <a:gd name="T49" fmla="*/ 61 h 88"/>
                  <a:gd name="T50" fmla="*/ 6 w 87"/>
                  <a:gd name="T51" fmla="*/ 57 h 88"/>
                  <a:gd name="T52" fmla="*/ 6 w 87"/>
                  <a:gd name="T53" fmla="*/ 59 h 88"/>
                  <a:gd name="T54" fmla="*/ 5 w 87"/>
                  <a:gd name="T55" fmla="*/ 59 h 88"/>
                  <a:gd name="T56" fmla="*/ 11 w 87"/>
                  <a:gd name="T57" fmla="*/ 62 h 88"/>
                  <a:gd name="T58" fmla="*/ 19 w 87"/>
                  <a:gd name="T59" fmla="*/ 65 h 88"/>
                  <a:gd name="T60" fmla="*/ 29 w 87"/>
                  <a:gd name="T61" fmla="*/ 70 h 88"/>
                  <a:gd name="T62" fmla="*/ 29 w 87"/>
                  <a:gd name="T63" fmla="*/ 71 h 88"/>
                  <a:gd name="T64" fmla="*/ 35 w 87"/>
                  <a:gd name="T65" fmla="*/ 71 h 88"/>
                  <a:gd name="T66" fmla="*/ 36 w 87"/>
                  <a:gd name="T67" fmla="*/ 70 h 88"/>
                  <a:gd name="T68" fmla="*/ 42 w 87"/>
                  <a:gd name="T69" fmla="*/ 86 h 88"/>
                  <a:gd name="T70" fmla="*/ 46 w 87"/>
                  <a:gd name="T71" fmla="*/ 87 h 88"/>
                  <a:gd name="T72" fmla="*/ 51 w 87"/>
                  <a:gd name="T73" fmla="*/ 86 h 88"/>
                  <a:gd name="T74" fmla="*/ 54 w 87"/>
                  <a:gd name="T75" fmla="*/ 88 h 88"/>
                  <a:gd name="T76" fmla="*/ 61 w 87"/>
                  <a:gd name="T77" fmla="*/ 87 h 88"/>
                  <a:gd name="T78" fmla="*/ 65 w 87"/>
                  <a:gd name="T79" fmla="*/ 87 h 88"/>
                  <a:gd name="T80" fmla="*/ 68 w 87"/>
                  <a:gd name="T81" fmla="*/ 84 h 88"/>
                  <a:gd name="T82" fmla="*/ 73 w 87"/>
                  <a:gd name="T83" fmla="*/ 84 h 88"/>
                  <a:gd name="T84" fmla="*/ 78 w 87"/>
                  <a:gd name="T85" fmla="*/ 83 h 88"/>
                  <a:gd name="T86" fmla="*/ 87 w 87"/>
                  <a:gd name="T87" fmla="*/ 78 h 88"/>
                  <a:gd name="T88" fmla="*/ 81 w 87"/>
                  <a:gd name="T89" fmla="*/ 7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 h="88">
                    <a:moveTo>
                      <a:pt x="81" y="71"/>
                    </a:moveTo>
                    <a:cubicBezTo>
                      <a:pt x="81" y="66"/>
                      <a:pt x="78" y="66"/>
                      <a:pt x="78" y="63"/>
                    </a:cubicBezTo>
                    <a:cubicBezTo>
                      <a:pt x="78" y="59"/>
                      <a:pt x="79" y="56"/>
                      <a:pt x="77" y="56"/>
                    </a:cubicBezTo>
                    <a:cubicBezTo>
                      <a:pt x="76" y="55"/>
                      <a:pt x="77" y="53"/>
                      <a:pt x="79" y="50"/>
                    </a:cubicBezTo>
                    <a:cubicBezTo>
                      <a:pt x="81" y="47"/>
                      <a:pt x="75" y="47"/>
                      <a:pt x="75" y="43"/>
                    </a:cubicBezTo>
                    <a:cubicBezTo>
                      <a:pt x="74" y="41"/>
                      <a:pt x="76" y="36"/>
                      <a:pt x="78" y="31"/>
                    </a:cubicBezTo>
                    <a:cubicBezTo>
                      <a:pt x="72" y="26"/>
                      <a:pt x="65" y="21"/>
                      <a:pt x="65" y="21"/>
                    </a:cubicBezTo>
                    <a:cubicBezTo>
                      <a:pt x="65" y="16"/>
                      <a:pt x="65" y="16"/>
                      <a:pt x="65" y="16"/>
                    </a:cubicBezTo>
                    <a:cubicBezTo>
                      <a:pt x="35" y="0"/>
                      <a:pt x="35" y="0"/>
                      <a:pt x="35" y="0"/>
                    </a:cubicBezTo>
                    <a:cubicBezTo>
                      <a:pt x="35" y="4"/>
                      <a:pt x="33" y="7"/>
                      <a:pt x="31" y="8"/>
                    </a:cubicBezTo>
                    <a:cubicBezTo>
                      <a:pt x="29" y="9"/>
                      <a:pt x="34" y="12"/>
                      <a:pt x="31" y="13"/>
                    </a:cubicBezTo>
                    <a:cubicBezTo>
                      <a:pt x="29" y="13"/>
                      <a:pt x="23" y="10"/>
                      <a:pt x="18" y="12"/>
                    </a:cubicBezTo>
                    <a:cubicBezTo>
                      <a:pt x="15" y="13"/>
                      <a:pt x="16" y="6"/>
                      <a:pt x="18" y="0"/>
                    </a:cubicBezTo>
                    <a:cubicBezTo>
                      <a:pt x="12" y="0"/>
                      <a:pt x="12" y="0"/>
                      <a:pt x="12" y="0"/>
                    </a:cubicBezTo>
                    <a:cubicBezTo>
                      <a:pt x="12" y="0"/>
                      <a:pt x="10" y="1"/>
                      <a:pt x="8" y="1"/>
                    </a:cubicBezTo>
                    <a:cubicBezTo>
                      <a:pt x="9" y="5"/>
                      <a:pt x="9" y="5"/>
                      <a:pt x="9" y="5"/>
                    </a:cubicBezTo>
                    <a:cubicBezTo>
                      <a:pt x="9" y="5"/>
                      <a:pt x="11" y="8"/>
                      <a:pt x="10" y="10"/>
                    </a:cubicBezTo>
                    <a:cubicBezTo>
                      <a:pt x="10" y="11"/>
                      <a:pt x="9" y="11"/>
                      <a:pt x="7" y="12"/>
                    </a:cubicBezTo>
                    <a:cubicBezTo>
                      <a:pt x="8" y="14"/>
                      <a:pt x="7" y="16"/>
                      <a:pt x="7" y="16"/>
                    </a:cubicBezTo>
                    <a:cubicBezTo>
                      <a:pt x="10" y="17"/>
                      <a:pt x="10" y="17"/>
                      <a:pt x="10" y="17"/>
                    </a:cubicBezTo>
                    <a:cubicBezTo>
                      <a:pt x="10" y="17"/>
                      <a:pt x="5" y="26"/>
                      <a:pt x="3" y="27"/>
                    </a:cubicBezTo>
                    <a:cubicBezTo>
                      <a:pt x="2" y="27"/>
                      <a:pt x="1" y="28"/>
                      <a:pt x="0" y="29"/>
                    </a:cubicBezTo>
                    <a:cubicBezTo>
                      <a:pt x="1" y="35"/>
                      <a:pt x="2" y="42"/>
                      <a:pt x="4" y="44"/>
                    </a:cubicBezTo>
                    <a:cubicBezTo>
                      <a:pt x="9" y="48"/>
                      <a:pt x="8" y="52"/>
                      <a:pt x="9" y="54"/>
                    </a:cubicBezTo>
                    <a:cubicBezTo>
                      <a:pt x="10" y="57"/>
                      <a:pt x="13" y="60"/>
                      <a:pt x="11" y="61"/>
                    </a:cubicBezTo>
                    <a:cubicBezTo>
                      <a:pt x="9" y="62"/>
                      <a:pt x="8" y="60"/>
                      <a:pt x="6" y="57"/>
                    </a:cubicBezTo>
                    <a:cubicBezTo>
                      <a:pt x="6" y="58"/>
                      <a:pt x="6" y="58"/>
                      <a:pt x="6" y="59"/>
                    </a:cubicBezTo>
                    <a:cubicBezTo>
                      <a:pt x="6" y="59"/>
                      <a:pt x="5" y="59"/>
                      <a:pt x="5" y="59"/>
                    </a:cubicBezTo>
                    <a:cubicBezTo>
                      <a:pt x="8" y="61"/>
                      <a:pt x="10" y="62"/>
                      <a:pt x="11" y="62"/>
                    </a:cubicBezTo>
                    <a:cubicBezTo>
                      <a:pt x="13" y="62"/>
                      <a:pt x="17" y="65"/>
                      <a:pt x="19" y="65"/>
                    </a:cubicBezTo>
                    <a:cubicBezTo>
                      <a:pt x="21" y="66"/>
                      <a:pt x="28" y="69"/>
                      <a:pt x="29" y="70"/>
                    </a:cubicBezTo>
                    <a:cubicBezTo>
                      <a:pt x="29" y="70"/>
                      <a:pt x="29" y="70"/>
                      <a:pt x="29" y="71"/>
                    </a:cubicBezTo>
                    <a:cubicBezTo>
                      <a:pt x="31" y="70"/>
                      <a:pt x="33" y="70"/>
                      <a:pt x="35" y="71"/>
                    </a:cubicBezTo>
                    <a:cubicBezTo>
                      <a:pt x="35" y="70"/>
                      <a:pt x="35" y="70"/>
                      <a:pt x="36" y="70"/>
                    </a:cubicBezTo>
                    <a:cubicBezTo>
                      <a:pt x="39" y="70"/>
                      <a:pt x="42" y="80"/>
                      <a:pt x="42" y="86"/>
                    </a:cubicBezTo>
                    <a:cubicBezTo>
                      <a:pt x="43" y="87"/>
                      <a:pt x="46" y="87"/>
                      <a:pt x="46" y="87"/>
                    </a:cubicBezTo>
                    <a:cubicBezTo>
                      <a:pt x="48" y="87"/>
                      <a:pt x="49" y="85"/>
                      <a:pt x="51" y="86"/>
                    </a:cubicBezTo>
                    <a:cubicBezTo>
                      <a:pt x="53" y="87"/>
                      <a:pt x="52" y="88"/>
                      <a:pt x="54" y="88"/>
                    </a:cubicBezTo>
                    <a:cubicBezTo>
                      <a:pt x="56" y="88"/>
                      <a:pt x="59" y="87"/>
                      <a:pt x="61" y="87"/>
                    </a:cubicBezTo>
                    <a:cubicBezTo>
                      <a:pt x="62" y="88"/>
                      <a:pt x="65" y="88"/>
                      <a:pt x="65" y="87"/>
                    </a:cubicBezTo>
                    <a:cubicBezTo>
                      <a:pt x="66" y="85"/>
                      <a:pt x="66" y="83"/>
                      <a:pt x="68" y="84"/>
                    </a:cubicBezTo>
                    <a:cubicBezTo>
                      <a:pt x="70" y="84"/>
                      <a:pt x="71" y="86"/>
                      <a:pt x="73" y="84"/>
                    </a:cubicBezTo>
                    <a:cubicBezTo>
                      <a:pt x="75" y="82"/>
                      <a:pt x="78" y="84"/>
                      <a:pt x="78" y="83"/>
                    </a:cubicBezTo>
                    <a:cubicBezTo>
                      <a:pt x="79" y="82"/>
                      <a:pt x="83" y="80"/>
                      <a:pt x="87" y="78"/>
                    </a:cubicBezTo>
                    <a:cubicBezTo>
                      <a:pt x="87" y="73"/>
                      <a:pt x="82" y="75"/>
                      <a:pt x="81" y="7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169">
                <a:extLst>
                  <a:ext uri="{FF2B5EF4-FFF2-40B4-BE49-F238E27FC236}">
                    <a16:creationId xmlns:a16="http://schemas.microsoft.com/office/drawing/2014/main" id="{F72D6D50-6040-4419-B895-D2118825D5F5}"/>
                  </a:ext>
                </a:extLst>
              </p:cNvPr>
              <p:cNvSpPr>
                <a:spLocks/>
              </p:cNvSpPr>
              <p:nvPr/>
            </p:nvSpPr>
            <p:spPr bwMode="auto">
              <a:xfrm>
                <a:off x="5515709" y="4266714"/>
                <a:ext cx="61482" cy="144293"/>
              </a:xfrm>
              <a:custGeom>
                <a:avLst/>
                <a:gdLst>
                  <a:gd name="T0" fmla="*/ 25 w 27"/>
                  <a:gd name="T1" fmla="*/ 41 h 63"/>
                  <a:gd name="T2" fmla="*/ 20 w 27"/>
                  <a:gd name="T3" fmla="*/ 36 h 63"/>
                  <a:gd name="T4" fmla="*/ 20 w 27"/>
                  <a:gd name="T5" fmla="*/ 38 h 63"/>
                  <a:gd name="T6" fmla="*/ 11 w 27"/>
                  <a:gd name="T7" fmla="*/ 25 h 63"/>
                  <a:gd name="T8" fmla="*/ 12 w 27"/>
                  <a:gd name="T9" fmla="*/ 11 h 63"/>
                  <a:gd name="T10" fmla="*/ 10 w 27"/>
                  <a:gd name="T11" fmla="*/ 1 h 63"/>
                  <a:gd name="T12" fmla="*/ 4 w 27"/>
                  <a:gd name="T13" fmla="*/ 1 h 63"/>
                  <a:gd name="T14" fmla="*/ 8 w 27"/>
                  <a:gd name="T15" fmla="*/ 8 h 63"/>
                  <a:gd name="T16" fmla="*/ 5 w 27"/>
                  <a:gd name="T17" fmla="*/ 10 h 63"/>
                  <a:gd name="T18" fmla="*/ 5 w 27"/>
                  <a:gd name="T19" fmla="*/ 23 h 63"/>
                  <a:gd name="T20" fmla="*/ 2 w 27"/>
                  <a:gd name="T21" fmla="*/ 25 h 63"/>
                  <a:gd name="T22" fmla="*/ 1 w 27"/>
                  <a:gd name="T23" fmla="*/ 33 h 63"/>
                  <a:gd name="T24" fmla="*/ 2 w 27"/>
                  <a:gd name="T25" fmla="*/ 37 h 63"/>
                  <a:gd name="T26" fmla="*/ 2 w 27"/>
                  <a:gd name="T27" fmla="*/ 37 h 63"/>
                  <a:gd name="T28" fmla="*/ 8 w 27"/>
                  <a:gd name="T29" fmla="*/ 40 h 63"/>
                  <a:gd name="T30" fmla="*/ 14 w 27"/>
                  <a:gd name="T31" fmla="*/ 41 h 63"/>
                  <a:gd name="T32" fmla="*/ 12 w 27"/>
                  <a:gd name="T33" fmla="*/ 52 h 63"/>
                  <a:gd name="T34" fmla="*/ 20 w 27"/>
                  <a:gd name="T35" fmla="*/ 62 h 63"/>
                  <a:gd name="T36" fmla="*/ 20 w 27"/>
                  <a:gd name="T37" fmla="*/ 54 h 63"/>
                  <a:gd name="T38" fmla="*/ 25 w 27"/>
                  <a:gd name="T39" fmla="*/ 49 h 63"/>
                  <a:gd name="T40" fmla="*/ 25 w 27"/>
                  <a:gd name="T41" fmla="*/ 4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 h="63">
                    <a:moveTo>
                      <a:pt x="25" y="41"/>
                    </a:moveTo>
                    <a:cubicBezTo>
                      <a:pt x="24" y="40"/>
                      <a:pt x="22" y="38"/>
                      <a:pt x="20" y="36"/>
                    </a:cubicBezTo>
                    <a:cubicBezTo>
                      <a:pt x="20" y="37"/>
                      <a:pt x="20" y="37"/>
                      <a:pt x="20" y="38"/>
                    </a:cubicBezTo>
                    <a:cubicBezTo>
                      <a:pt x="17" y="41"/>
                      <a:pt x="12" y="31"/>
                      <a:pt x="11" y="25"/>
                    </a:cubicBezTo>
                    <a:cubicBezTo>
                      <a:pt x="10" y="19"/>
                      <a:pt x="14" y="17"/>
                      <a:pt x="12" y="11"/>
                    </a:cubicBezTo>
                    <a:cubicBezTo>
                      <a:pt x="10" y="6"/>
                      <a:pt x="8" y="2"/>
                      <a:pt x="10" y="1"/>
                    </a:cubicBezTo>
                    <a:cubicBezTo>
                      <a:pt x="8" y="0"/>
                      <a:pt x="6" y="0"/>
                      <a:pt x="4" y="1"/>
                    </a:cubicBezTo>
                    <a:cubicBezTo>
                      <a:pt x="6" y="3"/>
                      <a:pt x="8" y="7"/>
                      <a:pt x="8" y="8"/>
                    </a:cubicBezTo>
                    <a:cubicBezTo>
                      <a:pt x="8" y="10"/>
                      <a:pt x="6" y="8"/>
                      <a:pt x="5" y="10"/>
                    </a:cubicBezTo>
                    <a:cubicBezTo>
                      <a:pt x="4" y="12"/>
                      <a:pt x="3" y="22"/>
                      <a:pt x="5" y="23"/>
                    </a:cubicBezTo>
                    <a:cubicBezTo>
                      <a:pt x="7" y="25"/>
                      <a:pt x="2" y="24"/>
                      <a:pt x="2" y="25"/>
                    </a:cubicBezTo>
                    <a:cubicBezTo>
                      <a:pt x="2" y="27"/>
                      <a:pt x="1" y="33"/>
                      <a:pt x="1" y="33"/>
                    </a:cubicBezTo>
                    <a:cubicBezTo>
                      <a:pt x="0" y="33"/>
                      <a:pt x="1" y="35"/>
                      <a:pt x="2" y="37"/>
                    </a:cubicBezTo>
                    <a:cubicBezTo>
                      <a:pt x="2" y="37"/>
                      <a:pt x="2" y="37"/>
                      <a:pt x="2" y="37"/>
                    </a:cubicBezTo>
                    <a:cubicBezTo>
                      <a:pt x="3" y="37"/>
                      <a:pt x="6" y="41"/>
                      <a:pt x="8" y="40"/>
                    </a:cubicBezTo>
                    <a:cubicBezTo>
                      <a:pt x="9" y="40"/>
                      <a:pt x="13" y="38"/>
                      <a:pt x="14" y="41"/>
                    </a:cubicBezTo>
                    <a:cubicBezTo>
                      <a:pt x="15" y="45"/>
                      <a:pt x="12" y="50"/>
                      <a:pt x="12" y="52"/>
                    </a:cubicBezTo>
                    <a:cubicBezTo>
                      <a:pt x="13" y="53"/>
                      <a:pt x="19" y="63"/>
                      <a:pt x="20" y="62"/>
                    </a:cubicBezTo>
                    <a:cubicBezTo>
                      <a:pt x="20" y="60"/>
                      <a:pt x="18" y="56"/>
                      <a:pt x="20" y="54"/>
                    </a:cubicBezTo>
                    <a:cubicBezTo>
                      <a:pt x="23" y="52"/>
                      <a:pt x="25" y="55"/>
                      <a:pt x="25" y="49"/>
                    </a:cubicBezTo>
                    <a:cubicBezTo>
                      <a:pt x="25" y="43"/>
                      <a:pt x="27" y="44"/>
                      <a:pt x="25" y="4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170">
                <a:extLst>
                  <a:ext uri="{FF2B5EF4-FFF2-40B4-BE49-F238E27FC236}">
                    <a16:creationId xmlns:a16="http://schemas.microsoft.com/office/drawing/2014/main" id="{B66750E4-EDC1-40DF-9A9D-1FC19EA15778}"/>
                  </a:ext>
                </a:extLst>
              </p:cNvPr>
              <p:cNvSpPr>
                <a:spLocks/>
              </p:cNvSpPr>
              <p:nvPr/>
            </p:nvSpPr>
            <p:spPr bwMode="auto">
              <a:xfrm>
                <a:off x="6174440" y="3276736"/>
                <a:ext cx="143039" cy="97869"/>
              </a:xfrm>
              <a:custGeom>
                <a:avLst/>
                <a:gdLst>
                  <a:gd name="T0" fmla="*/ 50 w 62"/>
                  <a:gd name="T1" fmla="*/ 34 h 42"/>
                  <a:gd name="T2" fmla="*/ 53 w 62"/>
                  <a:gd name="T3" fmla="*/ 36 h 42"/>
                  <a:gd name="T4" fmla="*/ 59 w 62"/>
                  <a:gd name="T5" fmla="*/ 38 h 42"/>
                  <a:gd name="T6" fmla="*/ 62 w 62"/>
                  <a:gd name="T7" fmla="*/ 38 h 42"/>
                  <a:gd name="T8" fmla="*/ 60 w 62"/>
                  <a:gd name="T9" fmla="*/ 27 h 42"/>
                  <a:gd name="T10" fmla="*/ 52 w 62"/>
                  <a:gd name="T11" fmla="*/ 22 h 42"/>
                  <a:gd name="T12" fmla="*/ 51 w 62"/>
                  <a:gd name="T13" fmla="*/ 15 h 42"/>
                  <a:gd name="T14" fmla="*/ 40 w 62"/>
                  <a:gd name="T15" fmla="*/ 16 h 42"/>
                  <a:gd name="T16" fmla="*/ 34 w 62"/>
                  <a:gd name="T17" fmla="*/ 14 h 42"/>
                  <a:gd name="T18" fmla="*/ 26 w 62"/>
                  <a:gd name="T19" fmla="*/ 14 h 42"/>
                  <a:gd name="T20" fmla="*/ 15 w 62"/>
                  <a:gd name="T21" fmla="*/ 13 h 42"/>
                  <a:gd name="T22" fmla="*/ 21 w 62"/>
                  <a:gd name="T23" fmla="*/ 8 h 42"/>
                  <a:gd name="T24" fmla="*/ 23 w 62"/>
                  <a:gd name="T25" fmla="*/ 8 h 42"/>
                  <a:gd name="T26" fmla="*/ 26 w 62"/>
                  <a:gd name="T27" fmla="*/ 2 h 42"/>
                  <a:gd name="T28" fmla="*/ 20 w 62"/>
                  <a:gd name="T29" fmla="*/ 3 h 42"/>
                  <a:gd name="T30" fmla="*/ 14 w 62"/>
                  <a:gd name="T31" fmla="*/ 4 h 42"/>
                  <a:gd name="T32" fmla="*/ 10 w 62"/>
                  <a:gd name="T33" fmla="*/ 9 h 42"/>
                  <a:gd name="T34" fmla="*/ 8 w 62"/>
                  <a:gd name="T35" fmla="*/ 13 h 42"/>
                  <a:gd name="T36" fmla="*/ 0 w 62"/>
                  <a:gd name="T37" fmla="*/ 16 h 42"/>
                  <a:gd name="T38" fmla="*/ 5 w 62"/>
                  <a:gd name="T39" fmla="*/ 22 h 42"/>
                  <a:gd name="T40" fmla="*/ 6 w 62"/>
                  <a:gd name="T41" fmla="*/ 29 h 42"/>
                  <a:gd name="T42" fmla="*/ 3 w 62"/>
                  <a:gd name="T43" fmla="*/ 38 h 42"/>
                  <a:gd name="T44" fmla="*/ 7 w 62"/>
                  <a:gd name="T45" fmla="*/ 38 h 42"/>
                  <a:gd name="T46" fmla="*/ 15 w 62"/>
                  <a:gd name="T47" fmla="*/ 36 h 42"/>
                  <a:gd name="T48" fmla="*/ 23 w 62"/>
                  <a:gd name="T49" fmla="*/ 32 h 42"/>
                  <a:gd name="T50" fmla="*/ 30 w 62"/>
                  <a:gd name="T51" fmla="*/ 25 h 42"/>
                  <a:gd name="T52" fmla="*/ 33 w 62"/>
                  <a:gd name="T53" fmla="*/ 32 h 42"/>
                  <a:gd name="T54" fmla="*/ 33 w 62"/>
                  <a:gd name="T55" fmla="*/ 41 h 42"/>
                  <a:gd name="T56" fmla="*/ 37 w 62"/>
                  <a:gd name="T57" fmla="*/ 41 h 42"/>
                  <a:gd name="T58" fmla="*/ 41 w 62"/>
                  <a:gd name="T59" fmla="*/ 40 h 42"/>
                  <a:gd name="T60" fmla="*/ 50 w 62"/>
                  <a:gd name="T61" fmla="*/ 3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2" h="42">
                    <a:moveTo>
                      <a:pt x="50" y="34"/>
                    </a:moveTo>
                    <a:cubicBezTo>
                      <a:pt x="52" y="35"/>
                      <a:pt x="52" y="37"/>
                      <a:pt x="53" y="36"/>
                    </a:cubicBezTo>
                    <a:cubicBezTo>
                      <a:pt x="55" y="36"/>
                      <a:pt x="58" y="37"/>
                      <a:pt x="59" y="38"/>
                    </a:cubicBezTo>
                    <a:cubicBezTo>
                      <a:pt x="60" y="38"/>
                      <a:pt x="62" y="38"/>
                      <a:pt x="62" y="38"/>
                    </a:cubicBezTo>
                    <a:cubicBezTo>
                      <a:pt x="62" y="38"/>
                      <a:pt x="60" y="29"/>
                      <a:pt x="60" y="27"/>
                    </a:cubicBezTo>
                    <a:cubicBezTo>
                      <a:pt x="60" y="24"/>
                      <a:pt x="52" y="22"/>
                      <a:pt x="52" y="22"/>
                    </a:cubicBezTo>
                    <a:cubicBezTo>
                      <a:pt x="51" y="15"/>
                      <a:pt x="51" y="15"/>
                      <a:pt x="51" y="15"/>
                    </a:cubicBezTo>
                    <a:cubicBezTo>
                      <a:pt x="51" y="15"/>
                      <a:pt x="42" y="16"/>
                      <a:pt x="40" y="16"/>
                    </a:cubicBezTo>
                    <a:cubicBezTo>
                      <a:pt x="39" y="15"/>
                      <a:pt x="35" y="16"/>
                      <a:pt x="34" y="14"/>
                    </a:cubicBezTo>
                    <a:cubicBezTo>
                      <a:pt x="32" y="12"/>
                      <a:pt x="29" y="16"/>
                      <a:pt x="26" y="14"/>
                    </a:cubicBezTo>
                    <a:cubicBezTo>
                      <a:pt x="23" y="12"/>
                      <a:pt x="15" y="15"/>
                      <a:pt x="15" y="13"/>
                    </a:cubicBezTo>
                    <a:cubicBezTo>
                      <a:pt x="15" y="11"/>
                      <a:pt x="18" y="8"/>
                      <a:pt x="21" y="8"/>
                    </a:cubicBezTo>
                    <a:cubicBezTo>
                      <a:pt x="21" y="8"/>
                      <a:pt x="22" y="8"/>
                      <a:pt x="23" y="8"/>
                    </a:cubicBezTo>
                    <a:cubicBezTo>
                      <a:pt x="24" y="7"/>
                      <a:pt x="26" y="3"/>
                      <a:pt x="26" y="2"/>
                    </a:cubicBezTo>
                    <a:cubicBezTo>
                      <a:pt x="25" y="0"/>
                      <a:pt x="22" y="1"/>
                      <a:pt x="20" y="3"/>
                    </a:cubicBezTo>
                    <a:cubicBezTo>
                      <a:pt x="19" y="4"/>
                      <a:pt x="15" y="2"/>
                      <a:pt x="14" y="4"/>
                    </a:cubicBezTo>
                    <a:cubicBezTo>
                      <a:pt x="14" y="6"/>
                      <a:pt x="13" y="9"/>
                      <a:pt x="10" y="9"/>
                    </a:cubicBezTo>
                    <a:cubicBezTo>
                      <a:pt x="8" y="9"/>
                      <a:pt x="10" y="12"/>
                      <a:pt x="8" y="13"/>
                    </a:cubicBezTo>
                    <a:cubicBezTo>
                      <a:pt x="6" y="14"/>
                      <a:pt x="1" y="14"/>
                      <a:pt x="0" y="16"/>
                    </a:cubicBezTo>
                    <a:cubicBezTo>
                      <a:pt x="0" y="18"/>
                      <a:pt x="6" y="20"/>
                      <a:pt x="5" y="22"/>
                    </a:cubicBezTo>
                    <a:cubicBezTo>
                      <a:pt x="5" y="25"/>
                      <a:pt x="8" y="28"/>
                      <a:pt x="6" y="29"/>
                    </a:cubicBezTo>
                    <a:cubicBezTo>
                      <a:pt x="4" y="31"/>
                      <a:pt x="3" y="33"/>
                      <a:pt x="3" y="38"/>
                    </a:cubicBezTo>
                    <a:cubicBezTo>
                      <a:pt x="4" y="39"/>
                      <a:pt x="6" y="40"/>
                      <a:pt x="7" y="38"/>
                    </a:cubicBezTo>
                    <a:cubicBezTo>
                      <a:pt x="8" y="36"/>
                      <a:pt x="15" y="38"/>
                      <a:pt x="15" y="36"/>
                    </a:cubicBezTo>
                    <a:cubicBezTo>
                      <a:pt x="15" y="34"/>
                      <a:pt x="23" y="34"/>
                      <a:pt x="23" y="32"/>
                    </a:cubicBezTo>
                    <a:cubicBezTo>
                      <a:pt x="23" y="30"/>
                      <a:pt x="27" y="25"/>
                      <a:pt x="30" y="25"/>
                    </a:cubicBezTo>
                    <a:cubicBezTo>
                      <a:pt x="33" y="25"/>
                      <a:pt x="30" y="30"/>
                      <a:pt x="33" y="32"/>
                    </a:cubicBezTo>
                    <a:cubicBezTo>
                      <a:pt x="36" y="33"/>
                      <a:pt x="31" y="39"/>
                      <a:pt x="33" y="41"/>
                    </a:cubicBezTo>
                    <a:cubicBezTo>
                      <a:pt x="34" y="42"/>
                      <a:pt x="35" y="42"/>
                      <a:pt x="37" y="41"/>
                    </a:cubicBezTo>
                    <a:cubicBezTo>
                      <a:pt x="38" y="41"/>
                      <a:pt x="40" y="40"/>
                      <a:pt x="41" y="40"/>
                    </a:cubicBezTo>
                    <a:cubicBezTo>
                      <a:pt x="45" y="37"/>
                      <a:pt x="49" y="33"/>
                      <a:pt x="50" y="3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171">
                <a:extLst>
                  <a:ext uri="{FF2B5EF4-FFF2-40B4-BE49-F238E27FC236}">
                    <a16:creationId xmlns:a16="http://schemas.microsoft.com/office/drawing/2014/main" id="{0164B8D6-87C3-4035-A187-B339C5CB0281}"/>
                  </a:ext>
                </a:extLst>
              </p:cNvPr>
              <p:cNvSpPr>
                <a:spLocks/>
              </p:cNvSpPr>
              <p:nvPr/>
            </p:nvSpPr>
            <p:spPr bwMode="auto">
              <a:xfrm>
                <a:off x="3456704" y="3601710"/>
                <a:ext cx="16311" cy="35132"/>
              </a:xfrm>
              <a:custGeom>
                <a:avLst/>
                <a:gdLst>
                  <a:gd name="T0" fmla="*/ 6 w 7"/>
                  <a:gd name="T1" fmla="*/ 14 h 15"/>
                  <a:gd name="T2" fmla="*/ 3 w 7"/>
                  <a:gd name="T3" fmla="*/ 11 h 15"/>
                  <a:gd name="T4" fmla="*/ 0 w 7"/>
                  <a:gd name="T5" fmla="*/ 6 h 15"/>
                  <a:gd name="T6" fmla="*/ 3 w 7"/>
                  <a:gd name="T7" fmla="*/ 3 h 15"/>
                  <a:gd name="T8" fmla="*/ 4 w 7"/>
                  <a:gd name="T9" fmla="*/ 9 h 15"/>
                  <a:gd name="T10" fmla="*/ 6 w 7"/>
                  <a:gd name="T11" fmla="*/ 14 h 15"/>
                </a:gdLst>
                <a:ahLst/>
                <a:cxnLst>
                  <a:cxn ang="0">
                    <a:pos x="T0" y="T1"/>
                  </a:cxn>
                  <a:cxn ang="0">
                    <a:pos x="T2" y="T3"/>
                  </a:cxn>
                  <a:cxn ang="0">
                    <a:pos x="T4" y="T5"/>
                  </a:cxn>
                  <a:cxn ang="0">
                    <a:pos x="T6" y="T7"/>
                  </a:cxn>
                  <a:cxn ang="0">
                    <a:pos x="T8" y="T9"/>
                  </a:cxn>
                  <a:cxn ang="0">
                    <a:pos x="T10" y="T11"/>
                  </a:cxn>
                </a:cxnLst>
                <a:rect l="0" t="0" r="r" b="b"/>
                <a:pathLst>
                  <a:path w="7" h="15">
                    <a:moveTo>
                      <a:pt x="6" y="14"/>
                    </a:moveTo>
                    <a:cubicBezTo>
                      <a:pt x="6" y="15"/>
                      <a:pt x="3" y="13"/>
                      <a:pt x="3" y="11"/>
                    </a:cubicBezTo>
                    <a:cubicBezTo>
                      <a:pt x="3" y="9"/>
                      <a:pt x="0" y="9"/>
                      <a:pt x="0" y="6"/>
                    </a:cubicBezTo>
                    <a:cubicBezTo>
                      <a:pt x="0" y="2"/>
                      <a:pt x="2" y="0"/>
                      <a:pt x="3" y="3"/>
                    </a:cubicBezTo>
                    <a:cubicBezTo>
                      <a:pt x="5" y="6"/>
                      <a:pt x="4" y="8"/>
                      <a:pt x="4" y="9"/>
                    </a:cubicBezTo>
                    <a:cubicBezTo>
                      <a:pt x="4" y="11"/>
                      <a:pt x="7" y="12"/>
                      <a:pt x="6"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172">
                <a:extLst>
                  <a:ext uri="{FF2B5EF4-FFF2-40B4-BE49-F238E27FC236}">
                    <a16:creationId xmlns:a16="http://schemas.microsoft.com/office/drawing/2014/main" id="{6B4015FF-BF2A-4F46-AB18-CAD2C2835941}"/>
                  </a:ext>
                </a:extLst>
              </p:cNvPr>
              <p:cNvSpPr>
                <a:spLocks/>
              </p:cNvSpPr>
              <p:nvPr/>
            </p:nvSpPr>
            <p:spPr bwMode="auto">
              <a:xfrm>
                <a:off x="3762857" y="3884023"/>
                <a:ext cx="23840" cy="17566"/>
              </a:xfrm>
              <a:custGeom>
                <a:avLst/>
                <a:gdLst>
                  <a:gd name="T0" fmla="*/ 2 w 10"/>
                  <a:gd name="T1" fmla="*/ 7 h 8"/>
                  <a:gd name="T2" fmla="*/ 2 w 10"/>
                  <a:gd name="T3" fmla="*/ 4 h 8"/>
                  <a:gd name="T4" fmla="*/ 7 w 10"/>
                  <a:gd name="T5" fmla="*/ 2 h 8"/>
                  <a:gd name="T6" fmla="*/ 8 w 10"/>
                  <a:gd name="T7" fmla="*/ 7 h 8"/>
                  <a:gd name="T8" fmla="*/ 2 w 10"/>
                  <a:gd name="T9" fmla="*/ 7 h 8"/>
                </a:gdLst>
                <a:ahLst/>
                <a:cxnLst>
                  <a:cxn ang="0">
                    <a:pos x="T0" y="T1"/>
                  </a:cxn>
                  <a:cxn ang="0">
                    <a:pos x="T2" y="T3"/>
                  </a:cxn>
                  <a:cxn ang="0">
                    <a:pos x="T4" y="T5"/>
                  </a:cxn>
                  <a:cxn ang="0">
                    <a:pos x="T6" y="T7"/>
                  </a:cxn>
                  <a:cxn ang="0">
                    <a:pos x="T8" y="T9"/>
                  </a:cxn>
                </a:cxnLst>
                <a:rect l="0" t="0" r="r" b="b"/>
                <a:pathLst>
                  <a:path w="10" h="8">
                    <a:moveTo>
                      <a:pt x="2" y="7"/>
                    </a:moveTo>
                    <a:cubicBezTo>
                      <a:pt x="1" y="6"/>
                      <a:pt x="3" y="4"/>
                      <a:pt x="2" y="4"/>
                    </a:cubicBezTo>
                    <a:cubicBezTo>
                      <a:pt x="0" y="3"/>
                      <a:pt x="6" y="0"/>
                      <a:pt x="7" y="2"/>
                    </a:cubicBezTo>
                    <a:cubicBezTo>
                      <a:pt x="9" y="4"/>
                      <a:pt x="10" y="6"/>
                      <a:pt x="8" y="7"/>
                    </a:cubicBezTo>
                    <a:cubicBezTo>
                      <a:pt x="6" y="7"/>
                      <a:pt x="3" y="8"/>
                      <a:pt x="2"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2" name="Freeform 173">
                <a:extLst>
                  <a:ext uri="{FF2B5EF4-FFF2-40B4-BE49-F238E27FC236}">
                    <a16:creationId xmlns:a16="http://schemas.microsoft.com/office/drawing/2014/main" id="{8365C8BD-71AA-4763-8DA0-E3ECD91AF532}"/>
                  </a:ext>
                </a:extLst>
              </p:cNvPr>
              <p:cNvSpPr>
                <a:spLocks/>
              </p:cNvSpPr>
              <p:nvPr/>
            </p:nvSpPr>
            <p:spPr bwMode="auto">
              <a:xfrm>
                <a:off x="5717720" y="3267953"/>
                <a:ext cx="62736" cy="52698"/>
              </a:xfrm>
              <a:custGeom>
                <a:avLst/>
                <a:gdLst>
                  <a:gd name="T0" fmla="*/ 25 w 27"/>
                  <a:gd name="T1" fmla="*/ 18 h 23"/>
                  <a:gd name="T2" fmla="*/ 20 w 27"/>
                  <a:gd name="T3" fmla="*/ 12 h 23"/>
                  <a:gd name="T4" fmla="*/ 17 w 27"/>
                  <a:gd name="T5" fmla="*/ 6 h 23"/>
                  <a:gd name="T6" fmla="*/ 15 w 27"/>
                  <a:gd name="T7" fmla="*/ 1 h 23"/>
                  <a:gd name="T8" fmla="*/ 8 w 27"/>
                  <a:gd name="T9" fmla="*/ 1 h 23"/>
                  <a:gd name="T10" fmla="*/ 0 w 27"/>
                  <a:gd name="T11" fmla="*/ 2 h 23"/>
                  <a:gd name="T12" fmla="*/ 2 w 27"/>
                  <a:gd name="T13" fmla="*/ 9 h 23"/>
                  <a:gd name="T14" fmla="*/ 8 w 27"/>
                  <a:gd name="T15" fmla="*/ 11 h 23"/>
                  <a:gd name="T16" fmla="*/ 9 w 27"/>
                  <a:gd name="T17" fmla="*/ 14 h 23"/>
                  <a:gd name="T18" fmla="*/ 10 w 27"/>
                  <a:gd name="T19" fmla="*/ 14 h 23"/>
                  <a:gd name="T20" fmla="*/ 12 w 27"/>
                  <a:gd name="T21" fmla="*/ 16 h 23"/>
                  <a:gd name="T22" fmla="*/ 16 w 27"/>
                  <a:gd name="T23" fmla="*/ 18 h 23"/>
                  <a:gd name="T24" fmla="*/ 20 w 27"/>
                  <a:gd name="T25" fmla="*/ 19 h 23"/>
                  <a:gd name="T26" fmla="*/ 22 w 27"/>
                  <a:gd name="T27" fmla="*/ 23 h 23"/>
                  <a:gd name="T28" fmla="*/ 27 w 27"/>
                  <a:gd name="T29" fmla="*/ 22 h 23"/>
                  <a:gd name="T30" fmla="*/ 25 w 27"/>
                  <a:gd name="T31" fmla="*/ 1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23">
                    <a:moveTo>
                      <a:pt x="25" y="18"/>
                    </a:moveTo>
                    <a:cubicBezTo>
                      <a:pt x="25" y="16"/>
                      <a:pt x="20" y="15"/>
                      <a:pt x="20" y="12"/>
                    </a:cubicBezTo>
                    <a:cubicBezTo>
                      <a:pt x="20" y="10"/>
                      <a:pt x="17" y="8"/>
                      <a:pt x="17" y="6"/>
                    </a:cubicBezTo>
                    <a:cubicBezTo>
                      <a:pt x="18" y="5"/>
                      <a:pt x="16" y="3"/>
                      <a:pt x="15" y="1"/>
                    </a:cubicBezTo>
                    <a:cubicBezTo>
                      <a:pt x="13" y="1"/>
                      <a:pt x="10" y="0"/>
                      <a:pt x="8" y="1"/>
                    </a:cubicBezTo>
                    <a:cubicBezTo>
                      <a:pt x="5" y="1"/>
                      <a:pt x="3" y="2"/>
                      <a:pt x="0" y="2"/>
                    </a:cubicBezTo>
                    <a:cubicBezTo>
                      <a:pt x="1" y="5"/>
                      <a:pt x="0" y="5"/>
                      <a:pt x="2" y="9"/>
                    </a:cubicBezTo>
                    <a:cubicBezTo>
                      <a:pt x="3" y="12"/>
                      <a:pt x="7" y="10"/>
                      <a:pt x="8" y="11"/>
                    </a:cubicBezTo>
                    <a:cubicBezTo>
                      <a:pt x="8" y="12"/>
                      <a:pt x="9" y="13"/>
                      <a:pt x="9" y="14"/>
                    </a:cubicBezTo>
                    <a:cubicBezTo>
                      <a:pt x="9" y="14"/>
                      <a:pt x="10" y="14"/>
                      <a:pt x="10" y="14"/>
                    </a:cubicBezTo>
                    <a:cubicBezTo>
                      <a:pt x="11" y="14"/>
                      <a:pt x="12" y="15"/>
                      <a:pt x="12" y="16"/>
                    </a:cubicBezTo>
                    <a:cubicBezTo>
                      <a:pt x="14" y="16"/>
                      <a:pt x="15" y="17"/>
                      <a:pt x="16" y="18"/>
                    </a:cubicBezTo>
                    <a:cubicBezTo>
                      <a:pt x="17" y="18"/>
                      <a:pt x="18" y="17"/>
                      <a:pt x="20" y="19"/>
                    </a:cubicBezTo>
                    <a:cubicBezTo>
                      <a:pt x="22" y="21"/>
                      <a:pt x="22" y="22"/>
                      <a:pt x="22" y="23"/>
                    </a:cubicBezTo>
                    <a:cubicBezTo>
                      <a:pt x="23" y="23"/>
                      <a:pt x="25" y="23"/>
                      <a:pt x="27" y="22"/>
                    </a:cubicBezTo>
                    <a:cubicBezTo>
                      <a:pt x="26" y="21"/>
                      <a:pt x="25" y="19"/>
                      <a:pt x="25" y="1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3" name="Freeform 174">
                <a:extLst>
                  <a:ext uri="{FF2B5EF4-FFF2-40B4-BE49-F238E27FC236}">
                    <a16:creationId xmlns:a16="http://schemas.microsoft.com/office/drawing/2014/main" id="{19CBFC91-307F-4A75-AF4D-954E5F06675E}"/>
                  </a:ext>
                </a:extLst>
              </p:cNvPr>
              <p:cNvSpPr>
                <a:spLocks noEditPoints="1"/>
              </p:cNvSpPr>
              <p:nvPr/>
            </p:nvSpPr>
            <p:spPr bwMode="auto">
              <a:xfrm>
                <a:off x="5745324" y="3256660"/>
                <a:ext cx="92850" cy="75284"/>
              </a:xfrm>
              <a:custGeom>
                <a:avLst/>
                <a:gdLst>
                  <a:gd name="T0" fmla="*/ 38 w 40"/>
                  <a:gd name="T1" fmla="*/ 11 h 33"/>
                  <a:gd name="T2" fmla="*/ 31 w 40"/>
                  <a:gd name="T3" fmla="*/ 2 h 33"/>
                  <a:gd name="T4" fmla="*/ 25 w 40"/>
                  <a:gd name="T5" fmla="*/ 5 h 33"/>
                  <a:gd name="T6" fmla="*/ 22 w 40"/>
                  <a:gd name="T7" fmla="*/ 5 h 33"/>
                  <a:gd name="T8" fmla="*/ 16 w 40"/>
                  <a:gd name="T9" fmla="*/ 1 h 33"/>
                  <a:gd name="T10" fmla="*/ 13 w 40"/>
                  <a:gd name="T11" fmla="*/ 0 h 33"/>
                  <a:gd name="T12" fmla="*/ 12 w 40"/>
                  <a:gd name="T13" fmla="*/ 3 h 33"/>
                  <a:gd name="T14" fmla="*/ 14 w 40"/>
                  <a:gd name="T15" fmla="*/ 7 h 33"/>
                  <a:gd name="T16" fmla="*/ 8 w 40"/>
                  <a:gd name="T17" fmla="*/ 6 h 33"/>
                  <a:gd name="T18" fmla="*/ 3 w 40"/>
                  <a:gd name="T19" fmla="*/ 4 h 33"/>
                  <a:gd name="T20" fmla="*/ 5 w 40"/>
                  <a:gd name="T21" fmla="*/ 11 h 33"/>
                  <a:gd name="T22" fmla="*/ 8 w 40"/>
                  <a:gd name="T23" fmla="*/ 17 h 33"/>
                  <a:gd name="T24" fmla="*/ 13 w 40"/>
                  <a:gd name="T25" fmla="*/ 23 h 33"/>
                  <a:gd name="T26" fmla="*/ 15 w 40"/>
                  <a:gd name="T27" fmla="*/ 27 h 33"/>
                  <a:gd name="T28" fmla="*/ 24 w 40"/>
                  <a:gd name="T29" fmla="*/ 21 h 33"/>
                  <a:gd name="T30" fmla="*/ 26 w 40"/>
                  <a:gd name="T31" fmla="*/ 29 h 33"/>
                  <a:gd name="T32" fmla="*/ 32 w 40"/>
                  <a:gd name="T33" fmla="*/ 33 h 33"/>
                  <a:gd name="T34" fmla="*/ 33 w 40"/>
                  <a:gd name="T35" fmla="*/ 28 h 33"/>
                  <a:gd name="T36" fmla="*/ 38 w 40"/>
                  <a:gd name="T37" fmla="*/ 11 h 33"/>
                  <a:gd name="T38" fmla="*/ 4 w 40"/>
                  <a:gd name="T39" fmla="*/ 23 h 33"/>
                  <a:gd name="T40" fmla="*/ 0 w 40"/>
                  <a:gd name="T41" fmla="*/ 21 h 33"/>
                  <a:gd name="T42" fmla="*/ 3 w 40"/>
                  <a:gd name="T43" fmla="*/ 25 h 33"/>
                  <a:gd name="T44" fmla="*/ 8 w 40"/>
                  <a:gd name="T45" fmla="*/ 28 h 33"/>
                  <a:gd name="T46" fmla="*/ 10 w 40"/>
                  <a:gd name="T47" fmla="*/ 28 h 33"/>
                  <a:gd name="T48" fmla="*/ 8 w 40"/>
                  <a:gd name="T49" fmla="*/ 24 h 33"/>
                  <a:gd name="T50" fmla="*/ 4 w 40"/>
                  <a:gd name="T51"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 h="33">
                    <a:moveTo>
                      <a:pt x="38" y="11"/>
                    </a:moveTo>
                    <a:cubicBezTo>
                      <a:pt x="37" y="9"/>
                      <a:pt x="34" y="6"/>
                      <a:pt x="31" y="2"/>
                    </a:cubicBezTo>
                    <a:cubicBezTo>
                      <a:pt x="30" y="5"/>
                      <a:pt x="26" y="4"/>
                      <a:pt x="25" y="5"/>
                    </a:cubicBezTo>
                    <a:cubicBezTo>
                      <a:pt x="25" y="7"/>
                      <a:pt x="23" y="5"/>
                      <a:pt x="22" y="5"/>
                    </a:cubicBezTo>
                    <a:cubicBezTo>
                      <a:pt x="21" y="6"/>
                      <a:pt x="18" y="2"/>
                      <a:pt x="16" y="1"/>
                    </a:cubicBezTo>
                    <a:cubicBezTo>
                      <a:pt x="15" y="1"/>
                      <a:pt x="14" y="1"/>
                      <a:pt x="13" y="0"/>
                    </a:cubicBezTo>
                    <a:cubicBezTo>
                      <a:pt x="12" y="1"/>
                      <a:pt x="11" y="2"/>
                      <a:pt x="12" y="3"/>
                    </a:cubicBezTo>
                    <a:cubicBezTo>
                      <a:pt x="12" y="4"/>
                      <a:pt x="16" y="5"/>
                      <a:pt x="14" y="7"/>
                    </a:cubicBezTo>
                    <a:cubicBezTo>
                      <a:pt x="13" y="8"/>
                      <a:pt x="9" y="7"/>
                      <a:pt x="8" y="6"/>
                    </a:cubicBezTo>
                    <a:cubicBezTo>
                      <a:pt x="7" y="5"/>
                      <a:pt x="3" y="3"/>
                      <a:pt x="3" y="4"/>
                    </a:cubicBezTo>
                    <a:cubicBezTo>
                      <a:pt x="2" y="6"/>
                      <a:pt x="6" y="9"/>
                      <a:pt x="5" y="11"/>
                    </a:cubicBezTo>
                    <a:cubicBezTo>
                      <a:pt x="5" y="13"/>
                      <a:pt x="8" y="15"/>
                      <a:pt x="8" y="17"/>
                    </a:cubicBezTo>
                    <a:cubicBezTo>
                      <a:pt x="8" y="20"/>
                      <a:pt x="13" y="21"/>
                      <a:pt x="13" y="23"/>
                    </a:cubicBezTo>
                    <a:cubicBezTo>
                      <a:pt x="13" y="24"/>
                      <a:pt x="14" y="26"/>
                      <a:pt x="15" y="27"/>
                    </a:cubicBezTo>
                    <a:cubicBezTo>
                      <a:pt x="19" y="26"/>
                      <a:pt x="22" y="23"/>
                      <a:pt x="24" y="21"/>
                    </a:cubicBezTo>
                    <a:cubicBezTo>
                      <a:pt x="28" y="19"/>
                      <a:pt x="27" y="27"/>
                      <a:pt x="26" y="29"/>
                    </a:cubicBezTo>
                    <a:cubicBezTo>
                      <a:pt x="25" y="30"/>
                      <a:pt x="29" y="32"/>
                      <a:pt x="32" y="33"/>
                    </a:cubicBezTo>
                    <a:cubicBezTo>
                      <a:pt x="32" y="31"/>
                      <a:pt x="32" y="29"/>
                      <a:pt x="33" y="28"/>
                    </a:cubicBezTo>
                    <a:cubicBezTo>
                      <a:pt x="37" y="23"/>
                      <a:pt x="40" y="15"/>
                      <a:pt x="38" y="11"/>
                    </a:cubicBezTo>
                    <a:close/>
                    <a:moveTo>
                      <a:pt x="4" y="23"/>
                    </a:moveTo>
                    <a:cubicBezTo>
                      <a:pt x="3" y="22"/>
                      <a:pt x="2" y="21"/>
                      <a:pt x="0" y="21"/>
                    </a:cubicBezTo>
                    <a:cubicBezTo>
                      <a:pt x="1" y="22"/>
                      <a:pt x="1" y="24"/>
                      <a:pt x="3" y="25"/>
                    </a:cubicBezTo>
                    <a:cubicBezTo>
                      <a:pt x="6" y="27"/>
                      <a:pt x="1" y="27"/>
                      <a:pt x="8" y="28"/>
                    </a:cubicBezTo>
                    <a:cubicBezTo>
                      <a:pt x="9" y="28"/>
                      <a:pt x="9" y="28"/>
                      <a:pt x="10" y="28"/>
                    </a:cubicBezTo>
                    <a:cubicBezTo>
                      <a:pt x="10" y="27"/>
                      <a:pt x="10" y="26"/>
                      <a:pt x="8" y="24"/>
                    </a:cubicBezTo>
                    <a:cubicBezTo>
                      <a:pt x="6" y="22"/>
                      <a:pt x="5" y="23"/>
                      <a:pt x="4" y="2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4" name="Freeform 175">
                <a:extLst>
                  <a:ext uri="{FF2B5EF4-FFF2-40B4-BE49-F238E27FC236}">
                    <a16:creationId xmlns:a16="http://schemas.microsoft.com/office/drawing/2014/main" id="{7DB09ADC-EE60-4BFA-8965-A13CE0877C94}"/>
                  </a:ext>
                </a:extLst>
              </p:cNvPr>
              <p:cNvSpPr>
                <a:spLocks/>
              </p:cNvSpPr>
              <p:nvPr/>
            </p:nvSpPr>
            <p:spPr bwMode="auto">
              <a:xfrm>
                <a:off x="6041439" y="3334453"/>
                <a:ext cx="264747" cy="189464"/>
              </a:xfrm>
              <a:custGeom>
                <a:avLst/>
                <a:gdLst>
                  <a:gd name="T0" fmla="*/ 111 w 115"/>
                  <a:gd name="T1" fmla="*/ 11 h 82"/>
                  <a:gd name="T2" fmla="*/ 108 w 115"/>
                  <a:gd name="T3" fmla="*/ 9 h 82"/>
                  <a:gd name="T4" fmla="*/ 99 w 115"/>
                  <a:gd name="T5" fmla="*/ 15 h 82"/>
                  <a:gd name="T6" fmla="*/ 95 w 115"/>
                  <a:gd name="T7" fmla="*/ 16 h 82"/>
                  <a:gd name="T8" fmla="*/ 91 w 115"/>
                  <a:gd name="T9" fmla="*/ 16 h 82"/>
                  <a:gd name="T10" fmla="*/ 91 w 115"/>
                  <a:gd name="T11" fmla="*/ 7 h 82"/>
                  <a:gd name="T12" fmla="*/ 88 w 115"/>
                  <a:gd name="T13" fmla="*/ 0 h 82"/>
                  <a:gd name="T14" fmla="*/ 81 w 115"/>
                  <a:gd name="T15" fmla="*/ 7 h 82"/>
                  <a:gd name="T16" fmla="*/ 73 w 115"/>
                  <a:gd name="T17" fmla="*/ 11 h 82"/>
                  <a:gd name="T18" fmla="*/ 65 w 115"/>
                  <a:gd name="T19" fmla="*/ 13 h 82"/>
                  <a:gd name="T20" fmla="*/ 58 w 115"/>
                  <a:gd name="T21" fmla="*/ 11 h 82"/>
                  <a:gd name="T22" fmla="*/ 51 w 115"/>
                  <a:gd name="T23" fmla="*/ 9 h 82"/>
                  <a:gd name="T24" fmla="*/ 44 w 115"/>
                  <a:gd name="T25" fmla="*/ 8 h 82"/>
                  <a:gd name="T26" fmla="*/ 38 w 115"/>
                  <a:gd name="T27" fmla="*/ 11 h 82"/>
                  <a:gd name="T28" fmla="*/ 33 w 115"/>
                  <a:gd name="T29" fmla="*/ 19 h 82"/>
                  <a:gd name="T30" fmla="*/ 22 w 115"/>
                  <a:gd name="T31" fmla="*/ 26 h 82"/>
                  <a:gd name="T32" fmla="*/ 15 w 115"/>
                  <a:gd name="T33" fmla="*/ 29 h 82"/>
                  <a:gd name="T34" fmla="*/ 9 w 115"/>
                  <a:gd name="T35" fmla="*/ 27 h 82"/>
                  <a:gd name="T36" fmla="*/ 6 w 115"/>
                  <a:gd name="T37" fmla="*/ 31 h 82"/>
                  <a:gd name="T38" fmla="*/ 2 w 115"/>
                  <a:gd name="T39" fmla="*/ 37 h 82"/>
                  <a:gd name="T40" fmla="*/ 1 w 115"/>
                  <a:gd name="T41" fmla="*/ 44 h 82"/>
                  <a:gd name="T42" fmla="*/ 1 w 115"/>
                  <a:gd name="T43" fmla="*/ 53 h 82"/>
                  <a:gd name="T44" fmla="*/ 3 w 115"/>
                  <a:gd name="T45" fmla="*/ 62 h 82"/>
                  <a:gd name="T46" fmla="*/ 11 w 115"/>
                  <a:gd name="T47" fmla="*/ 66 h 82"/>
                  <a:gd name="T48" fmla="*/ 2 w 115"/>
                  <a:gd name="T49" fmla="*/ 78 h 82"/>
                  <a:gd name="T50" fmla="*/ 4 w 115"/>
                  <a:gd name="T51" fmla="*/ 80 h 82"/>
                  <a:gd name="T52" fmla="*/ 16 w 115"/>
                  <a:gd name="T53" fmla="*/ 82 h 82"/>
                  <a:gd name="T54" fmla="*/ 49 w 115"/>
                  <a:gd name="T55" fmla="*/ 78 h 82"/>
                  <a:gd name="T56" fmla="*/ 48 w 115"/>
                  <a:gd name="T57" fmla="*/ 69 h 82"/>
                  <a:gd name="T58" fmla="*/ 54 w 115"/>
                  <a:gd name="T59" fmla="*/ 66 h 82"/>
                  <a:gd name="T60" fmla="*/ 60 w 115"/>
                  <a:gd name="T61" fmla="*/ 64 h 82"/>
                  <a:gd name="T62" fmla="*/ 68 w 115"/>
                  <a:gd name="T63" fmla="*/ 61 h 82"/>
                  <a:gd name="T64" fmla="*/ 72 w 115"/>
                  <a:gd name="T65" fmla="*/ 58 h 82"/>
                  <a:gd name="T66" fmla="*/ 75 w 115"/>
                  <a:gd name="T67" fmla="*/ 49 h 82"/>
                  <a:gd name="T68" fmla="*/ 80 w 115"/>
                  <a:gd name="T69" fmla="*/ 46 h 82"/>
                  <a:gd name="T70" fmla="*/ 78 w 115"/>
                  <a:gd name="T71" fmla="*/ 41 h 82"/>
                  <a:gd name="T72" fmla="*/ 87 w 115"/>
                  <a:gd name="T73" fmla="*/ 41 h 82"/>
                  <a:gd name="T74" fmla="*/ 87 w 115"/>
                  <a:gd name="T75" fmla="*/ 34 h 82"/>
                  <a:gd name="T76" fmla="*/ 91 w 115"/>
                  <a:gd name="T77" fmla="*/ 29 h 82"/>
                  <a:gd name="T78" fmla="*/ 90 w 115"/>
                  <a:gd name="T79" fmla="*/ 24 h 82"/>
                  <a:gd name="T80" fmla="*/ 91 w 115"/>
                  <a:gd name="T81" fmla="*/ 20 h 82"/>
                  <a:gd name="T82" fmla="*/ 92 w 115"/>
                  <a:gd name="T83" fmla="*/ 19 h 82"/>
                  <a:gd name="T84" fmla="*/ 96 w 115"/>
                  <a:gd name="T85" fmla="*/ 18 h 82"/>
                  <a:gd name="T86" fmla="*/ 107 w 115"/>
                  <a:gd name="T87" fmla="*/ 15 h 82"/>
                  <a:gd name="T88" fmla="*/ 115 w 115"/>
                  <a:gd name="T89" fmla="*/ 12 h 82"/>
                  <a:gd name="T90" fmla="*/ 111 w 115"/>
                  <a:gd name="T91" fmla="*/ 1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5" h="82">
                    <a:moveTo>
                      <a:pt x="111" y="11"/>
                    </a:moveTo>
                    <a:cubicBezTo>
                      <a:pt x="110" y="12"/>
                      <a:pt x="110" y="10"/>
                      <a:pt x="108" y="9"/>
                    </a:cubicBezTo>
                    <a:cubicBezTo>
                      <a:pt x="107" y="8"/>
                      <a:pt x="103" y="12"/>
                      <a:pt x="99" y="15"/>
                    </a:cubicBezTo>
                    <a:cubicBezTo>
                      <a:pt x="98" y="15"/>
                      <a:pt x="96" y="16"/>
                      <a:pt x="95" y="16"/>
                    </a:cubicBezTo>
                    <a:cubicBezTo>
                      <a:pt x="93" y="17"/>
                      <a:pt x="92" y="17"/>
                      <a:pt x="91" y="16"/>
                    </a:cubicBezTo>
                    <a:cubicBezTo>
                      <a:pt x="89" y="14"/>
                      <a:pt x="94" y="8"/>
                      <a:pt x="91" y="7"/>
                    </a:cubicBezTo>
                    <a:cubicBezTo>
                      <a:pt x="88" y="5"/>
                      <a:pt x="91" y="0"/>
                      <a:pt x="88" y="0"/>
                    </a:cubicBezTo>
                    <a:cubicBezTo>
                      <a:pt x="85" y="0"/>
                      <a:pt x="81" y="5"/>
                      <a:pt x="81" y="7"/>
                    </a:cubicBezTo>
                    <a:cubicBezTo>
                      <a:pt x="81" y="9"/>
                      <a:pt x="73" y="9"/>
                      <a:pt x="73" y="11"/>
                    </a:cubicBezTo>
                    <a:cubicBezTo>
                      <a:pt x="73" y="13"/>
                      <a:pt x="66" y="11"/>
                      <a:pt x="65" y="13"/>
                    </a:cubicBezTo>
                    <a:cubicBezTo>
                      <a:pt x="63" y="16"/>
                      <a:pt x="60" y="11"/>
                      <a:pt x="58" y="11"/>
                    </a:cubicBezTo>
                    <a:cubicBezTo>
                      <a:pt x="55" y="11"/>
                      <a:pt x="54" y="8"/>
                      <a:pt x="51" y="9"/>
                    </a:cubicBezTo>
                    <a:cubicBezTo>
                      <a:pt x="48" y="10"/>
                      <a:pt x="47" y="8"/>
                      <a:pt x="44" y="8"/>
                    </a:cubicBezTo>
                    <a:cubicBezTo>
                      <a:pt x="42" y="7"/>
                      <a:pt x="41" y="12"/>
                      <a:pt x="38" y="11"/>
                    </a:cubicBezTo>
                    <a:cubicBezTo>
                      <a:pt x="35" y="11"/>
                      <a:pt x="34" y="16"/>
                      <a:pt x="33" y="19"/>
                    </a:cubicBezTo>
                    <a:cubicBezTo>
                      <a:pt x="32" y="23"/>
                      <a:pt x="21" y="23"/>
                      <a:pt x="22" y="26"/>
                    </a:cubicBezTo>
                    <a:cubicBezTo>
                      <a:pt x="22" y="30"/>
                      <a:pt x="15" y="31"/>
                      <a:pt x="15" y="29"/>
                    </a:cubicBezTo>
                    <a:cubicBezTo>
                      <a:pt x="14" y="26"/>
                      <a:pt x="10" y="28"/>
                      <a:pt x="9" y="27"/>
                    </a:cubicBezTo>
                    <a:cubicBezTo>
                      <a:pt x="8" y="26"/>
                      <a:pt x="5" y="28"/>
                      <a:pt x="6" y="31"/>
                    </a:cubicBezTo>
                    <a:cubicBezTo>
                      <a:pt x="6" y="34"/>
                      <a:pt x="3" y="36"/>
                      <a:pt x="2" y="37"/>
                    </a:cubicBezTo>
                    <a:cubicBezTo>
                      <a:pt x="2" y="38"/>
                      <a:pt x="0" y="42"/>
                      <a:pt x="1" y="44"/>
                    </a:cubicBezTo>
                    <a:cubicBezTo>
                      <a:pt x="3" y="46"/>
                      <a:pt x="0" y="49"/>
                      <a:pt x="1" y="53"/>
                    </a:cubicBezTo>
                    <a:cubicBezTo>
                      <a:pt x="3" y="56"/>
                      <a:pt x="2" y="61"/>
                      <a:pt x="3" y="62"/>
                    </a:cubicBezTo>
                    <a:cubicBezTo>
                      <a:pt x="3" y="63"/>
                      <a:pt x="9" y="63"/>
                      <a:pt x="11" y="66"/>
                    </a:cubicBezTo>
                    <a:cubicBezTo>
                      <a:pt x="12" y="70"/>
                      <a:pt x="3" y="76"/>
                      <a:pt x="2" y="78"/>
                    </a:cubicBezTo>
                    <a:cubicBezTo>
                      <a:pt x="2" y="78"/>
                      <a:pt x="3" y="79"/>
                      <a:pt x="4" y="80"/>
                    </a:cubicBezTo>
                    <a:cubicBezTo>
                      <a:pt x="8" y="80"/>
                      <a:pt x="12" y="81"/>
                      <a:pt x="16" y="82"/>
                    </a:cubicBezTo>
                    <a:cubicBezTo>
                      <a:pt x="22" y="82"/>
                      <a:pt x="48" y="78"/>
                      <a:pt x="49" y="78"/>
                    </a:cubicBezTo>
                    <a:cubicBezTo>
                      <a:pt x="49" y="77"/>
                      <a:pt x="48" y="71"/>
                      <a:pt x="48" y="69"/>
                    </a:cubicBezTo>
                    <a:cubicBezTo>
                      <a:pt x="48" y="68"/>
                      <a:pt x="52" y="65"/>
                      <a:pt x="54" y="66"/>
                    </a:cubicBezTo>
                    <a:cubicBezTo>
                      <a:pt x="57" y="66"/>
                      <a:pt x="60" y="66"/>
                      <a:pt x="60" y="64"/>
                    </a:cubicBezTo>
                    <a:cubicBezTo>
                      <a:pt x="60" y="62"/>
                      <a:pt x="68" y="59"/>
                      <a:pt x="68" y="61"/>
                    </a:cubicBezTo>
                    <a:cubicBezTo>
                      <a:pt x="69" y="63"/>
                      <a:pt x="72" y="63"/>
                      <a:pt x="72" y="58"/>
                    </a:cubicBezTo>
                    <a:cubicBezTo>
                      <a:pt x="73" y="53"/>
                      <a:pt x="72" y="49"/>
                      <a:pt x="75" y="49"/>
                    </a:cubicBezTo>
                    <a:cubicBezTo>
                      <a:pt x="78" y="49"/>
                      <a:pt x="81" y="47"/>
                      <a:pt x="80" y="46"/>
                    </a:cubicBezTo>
                    <a:cubicBezTo>
                      <a:pt x="80" y="44"/>
                      <a:pt x="77" y="42"/>
                      <a:pt x="78" y="41"/>
                    </a:cubicBezTo>
                    <a:cubicBezTo>
                      <a:pt x="79" y="40"/>
                      <a:pt x="86" y="43"/>
                      <a:pt x="87" y="41"/>
                    </a:cubicBezTo>
                    <a:cubicBezTo>
                      <a:pt x="88" y="39"/>
                      <a:pt x="86" y="36"/>
                      <a:pt x="87" y="34"/>
                    </a:cubicBezTo>
                    <a:cubicBezTo>
                      <a:pt x="89" y="33"/>
                      <a:pt x="92" y="31"/>
                      <a:pt x="91" y="29"/>
                    </a:cubicBezTo>
                    <a:cubicBezTo>
                      <a:pt x="91" y="27"/>
                      <a:pt x="92" y="26"/>
                      <a:pt x="90" y="24"/>
                    </a:cubicBezTo>
                    <a:cubicBezTo>
                      <a:pt x="88" y="22"/>
                      <a:pt x="89" y="20"/>
                      <a:pt x="91" y="20"/>
                    </a:cubicBezTo>
                    <a:cubicBezTo>
                      <a:pt x="91" y="20"/>
                      <a:pt x="92" y="20"/>
                      <a:pt x="92" y="19"/>
                    </a:cubicBezTo>
                    <a:cubicBezTo>
                      <a:pt x="94" y="19"/>
                      <a:pt x="95" y="19"/>
                      <a:pt x="96" y="18"/>
                    </a:cubicBezTo>
                    <a:cubicBezTo>
                      <a:pt x="99" y="16"/>
                      <a:pt x="105" y="14"/>
                      <a:pt x="107" y="15"/>
                    </a:cubicBezTo>
                    <a:cubicBezTo>
                      <a:pt x="109" y="15"/>
                      <a:pt x="113" y="15"/>
                      <a:pt x="115" y="12"/>
                    </a:cubicBezTo>
                    <a:cubicBezTo>
                      <a:pt x="114" y="12"/>
                      <a:pt x="112" y="11"/>
                      <a:pt x="111"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5" name="Freeform 176">
                <a:extLst>
                  <a:ext uri="{FF2B5EF4-FFF2-40B4-BE49-F238E27FC236}">
                    <a16:creationId xmlns:a16="http://schemas.microsoft.com/office/drawing/2014/main" id="{5F612F07-26EA-45FC-A6A9-CACAD599B163}"/>
                  </a:ext>
                </a:extLst>
              </p:cNvPr>
              <p:cNvSpPr>
                <a:spLocks/>
              </p:cNvSpPr>
              <p:nvPr/>
            </p:nvSpPr>
            <p:spPr bwMode="auto">
              <a:xfrm>
                <a:off x="6050223" y="3362057"/>
                <a:ext cx="306153" cy="277294"/>
              </a:xfrm>
              <a:custGeom>
                <a:avLst/>
                <a:gdLst>
                  <a:gd name="T0" fmla="*/ 123 w 133"/>
                  <a:gd name="T1" fmla="*/ 7 h 120"/>
                  <a:gd name="T2" fmla="*/ 113 w 133"/>
                  <a:gd name="T3" fmla="*/ 1 h 120"/>
                  <a:gd name="T4" fmla="*/ 103 w 133"/>
                  <a:gd name="T5" fmla="*/ 3 h 120"/>
                  <a:gd name="T6" fmla="*/ 88 w 133"/>
                  <a:gd name="T7" fmla="*/ 7 h 120"/>
                  <a:gd name="T8" fmla="*/ 86 w 133"/>
                  <a:gd name="T9" fmla="*/ 12 h 120"/>
                  <a:gd name="T10" fmla="*/ 83 w 133"/>
                  <a:gd name="T11" fmla="*/ 22 h 120"/>
                  <a:gd name="T12" fmla="*/ 74 w 133"/>
                  <a:gd name="T13" fmla="*/ 29 h 120"/>
                  <a:gd name="T14" fmla="*/ 71 w 133"/>
                  <a:gd name="T15" fmla="*/ 37 h 120"/>
                  <a:gd name="T16" fmla="*/ 64 w 133"/>
                  <a:gd name="T17" fmla="*/ 49 h 120"/>
                  <a:gd name="T18" fmla="*/ 50 w 133"/>
                  <a:gd name="T19" fmla="*/ 54 h 120"/>
                  <a:gd name="T20" fmla="*/ 45 w 133"/>
                  <a:gd name="T21" fmla="*/ 66 h 120"/>
                  <a:gd name="T22" fmla="*/ 0 w 133"/>
                  <a:gd name="T23" fmla="*/ 68 h 120"/>
                  <a:gd name="T24" fmla="*/ 12 w 133"/>
                  <a:gd name="T25" fmla="*/ 79 h 120"/>
                  <a:gd name="T26" fmla="*/ 18 w 133"/>
                  <a:gd name="T27" fmla="*/ 94 h 120"/>
                  <a:gd name="T28" fmla="*/ 5 w 133"/>
                  <a:gd name="T29" fmla="*/ 105 h 120"/>
                  <a:gd name="T30" fmla="*/ 21 w 133"/>
                  <a:gd name="T31" fmla="*/ 106 h 120"/>
                  <a:gd name="T32" fmla="*/ 40 w 133"/>
                  <a:gd name="T33" fmla="*/ 105 h 120"/>
                  <a:gd name="T34" fmla="*/ 50 w 133"/>
                  <a:gd name="T35" fmla="*/ 111 h 120"/>
                  <a:gd name="T36" fmla="*/ 59 w 133"/>
                  <a:gd name="T37" fmla="*/ 120 h 120"/>
                  <a:gd name="T38" fmla="*/ 60 w 133"/>
                  <a:gd name="T39" fmla="*/ 120 h 120"/>
                  <a:gd name="T40" fmla="*/ 75 w 133"/>
                  <a:gd name="T41" fmla="*/ 114 h 120"/>
                  <a:gd name="T42" fmla="*/ 78 w 133"/>
                  <a:gd name="T43" fmla="*/ 106 h 120"/>
                  <a:gd name="T44" fmla="*/ 70 w 133"/>
                  <a:gd name="T45" fmla="*/ 92 h 120"/>
                  <a:gd name="T46" fmla="*/ 82 w 133"/>
                  <a:gd name="T47" fmla="*/ 85 h 120"/>
                  <a:gd name="T48" fmla="*/ 92 w 133"/>
                  <a:gd name="T49" fmla="*/ 78 h 120"/>
                  <a:gd name="T50" fmla="*/ 102 w 133"/>
                  <a:gd name="T51" fmla="*/ 66 h 120"/>
                  <a:gd name="T52" fmla="*/ 110 w 133"/>
                  <a:gd name="T53" fmla="*/ 57 h 120"/>
                  <a:gd name="T54" fmla="*/ 116 w 133"/>
                  <a:gd name="T55" fmla="*/ 45 h 120"/>
                  <a:gd name="T56" fmla="*/ 107 w 133"/>
                  <a:gd name="T57" fmla="*/ 34 h 120"/>
                  <a:gd name="T58" fmla="*/ 110 w 133"/>
                  <a:gd name="T59" fmla="*/ 22 h 120"/>
                  <a:gd name="T60" fmla="*/ 130 w 133"/>
                  <a:gd name="T61" fmla="*/ 21 h 120"/>
                  <a:gd name="T62" fmla="*/ 127 w 133"/>
                  <a:gd name="T63" fmla="*/ 1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3" h="120">
                    <a:moveTo>
                      <a:pt x="127" y="13"/>
                    </a:moveTo>
                    <a:cubicBezTo>
                      <a:pt x="123" y="11"/>
                      <a:pt x="123" y="8"/>
                      <a:pt x="123" y="7"/>
                    </a:cubicBezTo>
                    <a:cubicBezTo>
                      <a:pt x="123" y="6"/>
                      <a:pt x="118" y="3"/>
                      <a:pt x="115" y="1"/>
                    </a:cubicBezTo>
                    <a:cubicBezTo>
                      <a:pt x="115" y="1"/>
                      <a:pt x="114" y="1"/>
                      <a:pt x="113" y="1"/>
                    </a:cubicBezTo>
                    <a:cubicBezTo>
                      <a:pt x="113" y="1"/>
                      <a:pt x="112" y="1"/>
                      <a:pt x="111" y="0"/>
                    </a:cubicBezTo>
                    <a:cubicBezTo>
                      <a:pt x="109" y="3"/>
                      <a:pt x="105" y="3"/>
                      <a:pt x="103" y="3"/>
                    </a:cubicBezTo>
                    <a:cubicBezTo>
                      <a:pt x="101" y="2"/>
                      <a:pt x="95" y="4"/>
                      <a:pt x="92" y="6"/>
                    </a:cubicBezTo>
                    <a:cubicBezTo>
                      <a:pt x="91" y="7"/>
                      <a:pt x="90" y="7"/>
                      <a:pt x="88" y="7"/>
                    </a:cubicBezTo>
                    <a:cubicBezTo>
                      <a:pt x="88" y="8"/>
                      <a:pt x="87" y="8"/>
                      <a:pt x="87" y="8"/>
                    </a:cubicBezTo>
                    <a:cubicBezTo>
                      <a:pt x="85" y="8"/>
                      <a:pt x="84" y="10"/>
                      <a:pt x="86" y="12"/>
                    </a:cubicBezTo>
                    <a:cubicBezTo>
                      <a:pt x="88" y="14"/>
                      <a:pt x="87" y="15"/>
                      <a:pt x="87" y="17"/>
                    </a:cubicBezTo>
                    <a:cubicBezTo>
                      <a:pt x="88" y="19"/>
                      <a:pt x="85" y="21"/>
                      <a:pt x="83" y="22"/>
                    </a:cubicBezTo>
                    <a:cubicBezTo>
                      <a:pt x="82" y="24"/>
                      <a:pt x="84" y="27"/>
                      <a:pt x="83" y="29"/>
                    </a:cubicBezTo>
                    <a:cubicBezTo>
                      <a:pt x="82" y="31"/>
                      <a:pt x="75" y="28"/>
                      <a:pt x="74" y="29"/>
                    </a:cubicBezTo>
                    <a:cubicBezTo>
                      <a:pt x="73" y="30"/>
                      <a:pt x="76" y="32"/>
                      <a:pt x="76" y="34"/>
                    </a:cubicBezTo>
                    <a:cubicBezTo>
                      <a:pt x="77" y="35"/>
                      <a:pt x="74" y="37"/>
                      <a:pt x="71" y="37"/>
                    </a:cubicBezTo>
                    <a:cubicBezTo>
                      <a:pt x="68" y="37"/>
                      <a:pt x="69" y="41"/>
                      <a:pt x="68" y="46"/>
                    </a:cubicBezTo>
                    <a:cubicBezTo>
                      <a:pt x="68" y="51"/>
                      <a:pt x="65" y="51"/>
                      <a:pt x="64" y="49"/>
                    </a:cubicBezTo>
                    <a:cubicBezTo>
                      <a:pt x="64" y="47"/>
                      <a:pt x="56" y="50"/>
                      <a:pt x="56" y="52"/>
                    </a:cubicBezTo>
                    <a:cubicBezTo>
                      <a:pt x="56" y="54"/>
                      <a:pt x="53" y="54"/>
                      <a:pt x="50" y="54"/>
                    </a:cubicBezTo>
                    <a:cubicBezTo>
                      <a:pt x="48" y="53"/>
                      <a:pt x="44" y="56"/>
                      <a:pt x="44" y="57"/>
                    </a:cubicBezTo>
                    <a:cubicBezTo>
                      <a:pt x="44" y="59"/>
                      <a:pt x="45" y="65"/>
                      <a:pt x="45" y="66"/>
                    </a:cubicBezTo>
                    <a:cubicBezTo>
                      <a:pt x="44" y="66"/>
                      <a:pt x="18" y="70"/>
                      <a:pt x="12" y="70"/>
                    </a:cubicBezTo>
                    <a:cubicBezTo>
                      <a:pt x="8" y="69"/>
                      <a:pt x="4" y="68"/>
                      <a:pt x="0" y="68"/>
                    </a:cubicBezTo>
                    <a:cubicBezTo>
                      <a:pt x="1" y="70"/>
                      <a:pt x="3" y="71"/>
                      <a:pt x="4" y="73"/>
                    </a:cubicBezTo>
                    <a:cubicBezTo>
                      <a:pt x="5" y="75"/>
                      <a:pt x="8" y="78"/>
                      <a:pt x="12" y="79"/>
                    </a:cubicBezTo>
                    <a:cubicBezTo>
                      <a:pt x="16" y="81"/>
                      <a:pt x="14" y="88"/>
                      <a:pt x="16" y="88"/>
                    </a:cubicBezTo>
                    <a:cubicBezTo>
                      <a:pt x="18" y="89"/>
                      <a:pt x="20" y="94"/>
                      <a:pt x="18" y="94"/>
                    </a:cubicBezTo>
                    <a:cubicBezTo>
                      <a:pt x="15" y="95"/>
                      <a:pt x="13" y="95"/>
                      <a:pt x="10" y="97"/>
                    </a:cubicBezTo>
                    <a:cubicBezTo>
                      <a:pt x="8" y="98"/>
                      <a:pt x="5" y="101"/>
                      <a:pt x="5" y="105"/>
                    </a:cubicBezTo>
                    <a:cubicBezTo>
                      <a:pt x="5" y="105"/>
                      <a:pt x="6" y="106"/>
                      <a:pt x="6" y="107"/>
                    </a:cubicBezTo>
                    <a:cubicBezTo>
                      <a:pt x="12" y="107"/>
                      <a:pt x="20" y="107"/>
                      <a:pt x="21" y="106"/>
                    </a:cubicBezTo>
                    <a:cubicBezTo>
                      <a:pt x="22" y="104"/>
                      <a:pt x="25" y="104"/>
                      <a:pt x="27" y="105"/>
                    </a:cubicBezTo>
                    <a:cubicBezTo>
                      <a:pt x="29" y="106"/>
                      <a:pt x="37" y="107"/>
                      <a:pt x="40" y="105"/>
                    </a:cubicBezTo>
                    <a:cubicBezTo>
                      <a:pt x="44" y="103"/>
                      <a:pt x="46" y="105"/>
                      <a:pt x="46" y="107"/>
                    </a:cubicBezTo>
                    <a:cubicBezTo>
                      <a:pt x="46" y="109"/>
                      <a:pt x="48" y="109"/>
                      <a:pt x="50" y="111"/>
                    </a:cubicBezTo>
                    <a:cubicBezTo>
                      <a:pt x="52" y="113"/>
                      <a:pt x="50" y="115"/>
                      <a:pt x="52" y="117"/>
                    </a:cubicBezTo>
                    <a:cubicBezTo>
                      <a:pt x="53" y="118"/>
                      <a:pt x="55" y="118"/>
                      <a:pt x="59" y="120"/>
                    </a:cubicBezTo>
                    <a:cubicBezTo>
                      <a:pt x="59" y="120"/>
                      <a:pt x="59" y="120"/>
                      <a:pt x="60" y="120"/>
                    </a:cubicBezTo>
                    <a:cubicBezTo>
                      <a:pt x="60" y="120"/>
                      <a:pt x="60" y="120"/>
                      <a:pt x="60" y="120"/>
                    </a:cubicBezTo>
                    <a:cubicBezTo>
                      <a:pt x="62" y="118"/>
                      <a:pt x="63" y="114"/>
                      <a:pt x="68" y="115"/>
                    </a:cubicBezTo>
                    <a:cubicBezTo>
                      <a:pt x="73" y="116"/>
                      <a:pt x="72" y="114"/>
                      <a:pt x="75" y="114"/>
                    </a:cubicBezTo>
                    <a:cubicBezTo>
                      <a:pt x="78" y="115"/>
                      <a:pt x="80" y="115"/>
                      <a:pt x="81" y="113"/>
                    </a:cubicBezTo>
                    <a:cubicBezTo>
                      <a:pt x="83" y="111"/>
                      <a:pt x="80" y="107"/>
                      <a:pt x="78" y="106"/>
                    </a:cubicBezTo>
                    <a:cubicBezTo>
                      <a:pt x="77" y="104"/>
                      <a:pt x="75" y="100"/>
                      <a:pt x="75" y="97"/>
                    </a:cubicBezTo>
                    <a:cubicBezTo>
                      <a:pt x="75" y="94"/>
                      <a:pt x="70" y="94"/>
                      <a:pt x="70" y="92"/>
                    </a:cubicBezTo>
                    <a:cubicBezTo>
                      <a:pt x="70" y="89"/>
                      <a:pt x="75" y="85"/>
                      <a:pt x="76" y="84"/>
                    </a:cubicBezTo>
                    <a:cubicBezTo>
                      <a:pt x="77" y="83"/>
                      <a:pt x="81" y="86"/>
                      <a:pt x="82" y="85"/>
                    </a:cubicBezTo>
                    <a:cubicBezTo>
                      <a:pt x="83" y="83"/>
                      <a:pt x="86" y="84"/>
                      <a:pt x="87" y="84"/>
                    </a:cubicBezTo>
                    <a:cubicBezTo>
                      <a:pt x="89" y="85"/>
                      <a:pt x="91" y="81"/>
                      <a:pt x="92" y="78"/>
                    </a:cubicBezTo>
                    <a:cubicBezTo>
                      <a:pt x="92" y="75"/>
                      <a:pt x="97" y="75"/>
                      <a:pt x="98" y="74"/>
                    </a:cubicBezTo>
                    <a:cubicBezTo>
                      <a:pt x="99" y="73"/>
                      <a:pt x="101" y="67"/>
                      <a:pt x="102" y="66"/>
                    </a:cubicBezTo>
                    <a:cubicBezTo>
                      <a:pt x="102" y="64"/>
                      <a:pt x="106" y="65"/>
                      <a:pt x="106" y="62"/>
                    </a:cubicBezTo>
                    <a:cubicBezTo>
                      <a:pt x="106" y="58"/>
                      <a:pt x="108" y="58"/>
                      <a:pt x="110" y="57"/>
                    </a:cubicBezTo>
                    <a:cubicBezTo>
                      <a:pt x="112" y="57"/>
                      <a:pt x="111" y="54"/>
                      <a:pt x="112" y="51"/>
                    </a:cubicBezTo>
                    <a:cubicBezTo>
                      <a:pt x="112" y="49"/>
                      <a:pt x="113" y="46"/>
                      <a:pt x="116" y="45"/>
                    </a:cubicBezTo>
                    <a:cubicBezTo>
                      <a:pt x="118" y="45"/>
                      <a:pt x="115" y="41"/>
                      <a:pt x="112" y="42"/>
                    </a:cubicBezTo>
                    <a:cubicBezTo>
                      <a:pt x="109" y="42"/>
                      <a:pt x="107" y="34"/>
                      <a:pt x="107" y="34"/>
                    </a:cubicBezTo>
                    <a:cubicBezTo>
                      <a:pt x="107" y="34"/>
                      <a:pt x="108" y="27"/>
                      <a:pt x="106" y="26"/>
                    </a:cubicBezTo>
                    <a:cubicBezTo>
                      <a:pt x="104" y="26"/>
                      <a:pt x="107" y="22"/>
                      <a:pt x="110" y="22"/>
                    </a:cubicBezTo>
                    <a:cubicBezTo>
                      <a:pt x="114" y="22"/>
                      <a:pt x="120" y="26"/>
                      <a:pt x="122" y="24"/>
                    </a:cubicBezTo>
                    <a:cubicBezTo>
                      <a:pt x="124" y="23"/>
                      <a:pt x="129" y="22"/>
                      <a:pt x="130" y="21"/>
                    </a:cubicBezTo>
                    <a:cubicBezTo>
                      <a:pt x="131" y="21"/>
                      <a:pt x="132" y="18"/>
                      <a:pt x="133" y="16"/>
                    </a:cubicBezTo>
                    <a:cubicBezTo>
                      <a:pt x="132" y="15"/>
                      <a:pt x="129" y="14"/>
                      <a:pt x="127"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5" name="Freeform 177">
                <a:extLst>
                  <a:ext uri="{FF2B5EF4-FFF2-40B4-BE49-F238E27FC236}">
                    <a16:creationId xmlns:a16="http://schemas.microsoft.com/office/drawing/2014/main" id="{B37C169E-05F7-4F09-BB91-FDF1FA4AB816}"/>
                  </a:ext>
                </a:extLst>
              </p:cNvPr>
              <p:cNvSpPr>
                <a:spLocks noEditPoints="1"/>
              </p:cNvSpPr>
              <p:nvPr/>
            </p:nvSpPr>
            <p:spPr bwMode="auto">
              <a:xfrm>
                <a:off x="6663784" y="3980637"/>
                <a:ext cx="851959" cy="311172"/>
              </a:xfrm>
              <a:custGeom>
                <a:avLst/>
                <a:gdLst>
                  <a:gd name="T0" fmla="*/ 27 w 370"/>
                  <a:gd name="T1" fmla="*/ 57 h 135"/>
                  <a:gd name="T2" fmla="*/ 105 w 370"/>
                  <a:gd name="T3" fmla="*/ 72 h 135"/>
                  <a:gd name="T4" fmla="*/ 16 w 370"/>
                  <a:gd name="T5" fmla="*/ 37 h 135"/>
                  <a:gd name="T6" fmla="*/ 199 w 370"/>
                  <a:gd name="T7" fmla="*/ 95 h 135"/>
                  <a:gd name="T8" fmla="*/ 207 w 370"/>
                  <a:gd name="T9" fmla="*/ 76 h 135"/>
                  <a:gd name="T10" fmla="*/ 219 w 370"/>
                  <a:gd name="T11" fmla="*/ 79 h 135"/>
                  <a:gd name="T12" fmla="*/ 227 w 370"/>
                  <a:gd name="T13" fmla="*/ 54 h 135"/>
                  <a:gd name="T14" fmla="*/ 227 w 370"/>
                  <a:gd name="T15" fmla="*/ 45 h 135"/>
                  <a:gd name="T16" fmla="*/ 212 w 370"/>
                  <a:gd name="T17" fmla="*/ 38 h 135"/>
                  <a:gd name="T18" fmla="*/ 190 w 370"/>
                  <a:gd name="T19" fmla="*/ 69 h 135"/>
                  <a:gd name="T20" fmla="*/ 88 w 370"/>
                  <a:gd name="T21" fmla="*/ 75 h 135"/>
                  <a:gd name="T22" fmla="*/ 85 w 370"/>
                  <a:gd name="T23" fmla="*/ 62 h 135"/>
                  <a:gd name="T24" fmla="*/ 82 w 370"/>
                  <a:gd name="T25" fmla="*/ 68 h 135"/>
                  <a:gd name="T26" fmla="*/ 68 w 370"/>
                  <a:gd name="T27" fmla="*/ 51 h 135"/>
                  <a:gd name="T28" fmla="*/ 56 w 370"/>
                  <a:gd name="T29" fmla="*/ 36 h 135"/>
                  <a:gd name="T30" fmla="*/ 38 w 370"/>
                  <a:gd name="T31" fmla="*/ 24 h 135"/>
                  <a:gd name="T32" fmla="*/ 2 w 370"/>
                  <a:gd name="T33" fmla="*/ 3 h 135"/>
                  <a:gd name="T34" fmla="*/ 33 w 370"/>
                  <a:gd name="T35" fmla="*/ 46 h 135"/>
                  <a:gd name="T36" fmla="*/ 71 w 370"/>
                  <a:gd name="T37" fmla="*/ 91 h 135"/>
                  <a:gd name="T38" fmla="*/ 87 w 370"/>
                  <a:gd name="T39" fmla="*/ 84 h 135"/>
                  <a:gd name="T40" fmla="*/ 266 w 370"/>
                  <a:gd name="T41" fmla="*/ 37 h 135"/>
                  <a:gd name="T42" fmla="*/ 268 w 370"/>
                  <a:gd name="T43" fmla="*/ 46 h 135"/>
                  <a:gd name="T44" fmla="*/ 249 w 370"/>
                  <a:gd name="T45" fmla="*/ 75 h 135"/>
                  <a:gd name="T46" fmla="*/ 198 w 370"/>
                  <a:gd name="T47" fmla="*/ 119 h 135"/>
                  <a:gd name="T48" fmla="*/ 230 w 370"/>
                  <a:gd name="T49" fmla="*/ 115 h 135"/>
                  <a:gd name="T50" fmla="*/ 276 w 370"/>
                  <a:gd name="T51" fmla="*/ 76 h 135"/>
                  <a:gd name="T52" fmla="*/ 156 w 370"/>
                  <a:gd name="T53" fmla="*/ 113 h 135"/>
                  <a:gd name="T54" fmla="*/ 140 w 370"/>
                  <a:gd name="T55" fmla="*/ 105 h 135"/>
                  <a:gd name="T56" fmla="*/ 88 w 370"/>
                  <a:gd name="T57" fmla="*/ 98 h 135"/>
                  <a:gd name="T58" fmla="*/ 94 w 370"/>
                  <a:gd name="T59" fmla="*/ 109 h 135"/>
                  <a:gd name="T60" fmla="*/ 144 w 370"/>
                  <a:gd name="T61" fmla="*/ 117 h 135"/>
                  <a:gd name="T62" fmla="*/ 156 w 370"/>
                  <a:gd name="T63" fmla="*/ 113 h 135"/>
                  <a:gd name="T64" fmla="*/ 323 w 370"/>
                  <a:gd name="T65" fmla="*/ 76 h 135"/>
                  <a:gd name="T66" fmla="*/ 289 w 370"/>
                  <a:gd name="T67" fmla="*/ 59 h 135"/>
                  <a:gd name="T68" fmla="*/ 310 w 370"/>
                  <a:gd name="T69" fmla="*/ 67 h 135"/>
                  <a:gd name="T70" fmla="*/ 298 w 370"/>
                  <a:gd name="T71" fmla="*/ 72 h 135"/>
                  <a:gd name="T72" fmla="*/ 317 w 370"/>
                  <a:gd name="T73" fmla="*/ 81 h 135"/>
                  <a:gd name="T74" fmla="*/ 351 w 370"/>
                  <a:gd name="T75" fmla="*/ 102 h 135"/>
                  <a:gd name="T76" fmla="*/ 362 w 370"/>
                  <a:gd name="T77" fmla="*/ 115 h 135"/>
                  <a:gd name="T78" fmla="*/ 343 w 370"/>
                  <a:gd name="T79" fmla="*/ 61 h 135"/>
                  <a:gd name="T80" fmla="*/ 236 w 370"/>
                  <a:gd name="T81" fmla="*/ 125 h 135"/>
                  <a:gd name="T82" fmla="*/ 240 w 370"/>
                  <a:gd name="T83" fmla="*/ 127 h 135"/>
                  <a:gd name="T84" fmla="*/ 242 w 370"/>
                  <a:gd name="T85" fmla="*/ 124 h 135"/>
                  <a:gd name="T86" fmla="*/ 178 w 370"/>
                  <a:gd name="T87" fmla="*/ 48 h 135"/>
                  <a:gd name="T88" fmla="*/ 183 w 370"/>
                  <a:gd name="T89" fmla="*/ 28 h 135"/>
                  <a:gd name="T90" fmla="*/ 182 w 370"/>
                  <a:gd name="T91" fmla="*/ 14 h 135"/>
                  <a:gd name="T92" fmla="*/ 161 w 370"/>
                  <a:gd name="T93" fmla="*/ 25 h 135"/>
                  <a:gd name="T94" fmla="*/ 144 w 370"/>
                  <a:gd name="T95" fmla="*/ 36 h 135"/>
                  <a:gd name="T96" fmla="*/ 118 w 370"/>
                  <a:gd name="T97" fmla="*/ 37 h 135"/>
                  <a:gd name="T98" fmla="*/ 110 w 370"/>
                  <a:gd name="T99" fmla="*/ 43 h 135"/>
                  <a:gd name="T100" fmla="*/ 129 w 370"/>
                  <a:gd name="T101" fmla="*/ 73 h 135"/>
                  <a:gd name="T102" fmla="*/ 156 w 370"/>
                  <a:gd name="T103" fmla="*/ 80 h 135"/>
                  <a:gd name="T104" fmla="*/ 192 w 370"/>
                  <a:gd name="T105" fmla="*/ 127 h 135"/>
                  <a:gd name="T106" fmla="*/ 192 w 370"/>
                  <a:gd name="T107" fmla="*/ 127 h 135"/>
                  <a:gd name="T108" fmla="*/ 168 w 370"/>
                  <a:gd name="T109" fmla="*/ 120 h 135"/>
                  <a:gd name="T110" fmla="*/ 180 w 370"/>
                  <a:gd name="T111" fmla="*/ 11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0" h="135">
                    <a:moveTo>
                      <a:pt x="27" y="57"/>
                    </a:moveTo>
                    <a:cubicBezTo>
                      <a:pt x="27" y="58"/>
                      <a:pt x="30" y="63"/>
                      <a:pt x="31" y="62"/>
                    </a:cubicBezTo>
                    <a:cubicBezTo>
                      <a:pt x="33" y="60"/>
                      <a:pt x="29" y="53"/>
                      <a:pt x="27" y="57"/>
                    </a:cubicBezTo>
                    <a:close/>
                    <a:moveTo>
                      <a:pt x="105" y="72"/>
                    </a:moveTo>
                    <a:cubicBezTo>
                      <a:pt x="105" y="70"/>
                      <a:pt x="99" y="71"/>
                      <a:pt x="101" y="74"/>
                    </a:cubicBezTo>
                    <a:cubicBezTo>
                      <a:pt x="103" y="77"/>
                      <a:pt x="105" y="74"/>
                      <a:pt x="105" y="72"/>
                    </a:cubicBezTo>
                    <a:close/>
                    <a:moveTo>
                      <a:pt x="16" y="37"/>
                    </a:moveTo>
                    <a:cubicBezTo>
                      <a:pt x="15" y="39"/>
                      <a:pt x="18" y="46"/>
                      <a:pt x="21" y="43"/>
                    </a:cubicBezTo>
                    <a:cubicBezTo>
                      <a:pt x="24" y="40"/>
                      <a:pt x="16" y="34"/>
                      <a:pt x="16" y="37"/>
                    </a:cubicBezTo>
                    <a:close/>
                    <a:moveTo>
                      <a:pt x="195" y="77"/>
                    </a:moveTo>
                    <a:cubicBezTo>
                      <a:pt x="199" y="78"/>
                      <a:pt x="198" y="83"/>
                      <a:pt x="198" y="86"/>
                    </a:cubicBezTo>
                    <a:cubicBezTo>
                      <a:pt x="197" y="89"/>
                      <a:pt x="196" y="96"/>
                      <a:pt x="199" y="95"/>
                    </a:cubicBezTo>
                    <a:cubicBezTo>
                      <a:pt x="202" y="94"/>
                      <a:pt x="205" y="89"/>
                      <a:pt x="203" y="87"/>
                    </a:cubicBezTo>
                    <a:cubicBezTo>
                      <a:pt x="201" y="86"/>
                      <a:pt x="201" y="75"/>
                      <a:pt x="202" y="73"/>
                    </a:cubicBezTo>
                    <a:cubicBezTo>
                      <a:pt x="203" y="70"/>
                      <a:pt x="209" y="72"/>
                      <a:pt x="207" y="76"/>
                    </a:cubicBezTo>
                    <a:cubicBezTo>
                      <a:pt x="205" y="80"/>
                      <a:pt x="211" y="80"/>
                      <a:pt x="211" y="84"/>
                    </a:cubicBezTo>
                    <a:cubicBezTo>
                      <a:pt x="211" y="89"/>
                      <a:pt x="215" y="86"/>
                      <a:pt x="218" y="85"/>
                    </a:cubicBezTo>
                    <a:cubicBezTo>
                      <a:pt x="222" y="84"/>
                      <a:pt x="222" y="82"/>
                      <a:pt x="219" y="79"/>
                    </a:cubicBezTo>
                    <a:cubicBezTo>
                      <a:pt x="216" y="76"/>
                      <a:pt x="221" y="72"/>
                      <a:pt x="217" y="70"/>
                    </a:cubicBezTo>
                    <a:cubicBezTo>
                      <a:pt x="214" y="67"/>
                      <a:pt x="211" y="64"/>
                      <a:pt x="215" y="63"/>
                    </a:cubicBezTo>
                    <a:cubicBezTo>
                      <a:pt x="218" y="62"/>
                      <a:pt x="228" y="56"/>
                      <a:pt x="227" y="54"/>
                    </a:cubicBezTo>
                    <a:cubicBezTo>
                      <a:pt x="226" y="52"/>
                      <a:pt x="212" y="55"/>
                      <a:pt x="210" y="59"/>
                    </a:cubicBezTo>
                    <a:cubicBezTo>
                      <a:pt x="209" y="63"/>
                      <a:pt x="199" y="58"/>
                      <a:pt x="200" y="51"/>
                    </a:cubicBezTo>
                    <a:cubicBezTo>
                      <a:pt x="202" y="44"/>
                      <a:pt x="221" y="42"/>
                      <a:pt x="227" y="45"/>
                    </a:cubicBezTo>
                    <a:cubicBezTo>
                      <a:pt x="233" y="48"/>
                      <a:pt x="239" y="41"/>
                      <a:pt x="241" y="37"/>
                    </a:cubicBezTo>
                    <a:cubicBezTo>
                      <a:pt x="243" y="33"/>
                      <a:pt x="236" y="37"/>
                      <a:pt x="232" y="40"/>
                    </a:cubicBezTo>
                    <a:cubicBezTo>
                      <a:pt x="228" y="43"/>
                      <a:pt x="218" y="40"/>
                      <a:pt x="212" y="38"/>
                    </a:cubicBezTo>
                    <a:cubicBezTo>
                      <a:pt x="207" y="36"/>
                      <a:pt x="207" y="41"/>
                      <a:pt x="202" y="42"/>
                    </a:cubicBezTo>
                    <a:cubicBezTo>
                      <a:pt x="198" y="43"/>
                      <a:pt x="199" y="53"/>
                      <a:pt x="197" y="54"/>
                    </a:cubicBezTo>
                    <a:cubicBezTo>
                      <a:pt x="195" y="55"/>
                      <a:pt x="195" y="62"/>
                      <a:pt x="190" y="69"/>
                    </a:cubicBezTo>
                    <a:cubicBezTo>
                      <a:pt x="186" y="76"/>
                      <a:pt x="192" y="77"/>
                      <a:pt x="195" y="77"/>
                    </a:cubicBezTo>
                    <a:close/>
                    <a:moveTo>
                      <a:pt x="87" y="84"/>
                    </a:moveTo>
                    <a:cubicBezTo>
                      <a:pt x="86" y="80"/>
                      <a:pt x="88" y="77"/>
                      <a:pt x="88" y="75"/>
                    </a:cubicBezTo>
                    <a:cubicBezTo>
                      <a:pt x="88" y="74"/>
                      <a:pt x="89" y="73"/>
                      <a:pt x="91" y="73"/>
                    </a:cubicBezTo>
                    <a:cubicBezTo>
                      <a:pt x="93" y="74"/>
                      <a:pt x="93" y="69"/>
                      <a:pt x="91" y="68"/>
                    </a:cubicBezTo>
                    <a:cubicBezTo>
                      <a:pt x="90" y="68"/>
                      <a:pt x="89" y="62"/>
                      <a:pt x="85" y="62"/>
                    </a:cubicBezTo>
                    <a:cubicBezTo>
                      <a:pt x="81" y="62"/>
                      <a:pt x="81" y="65"/>
                      <a:pt x="84" y="65"/>
                    </a:cubicBezTo>
                    <a:cubicBezTo>
                      <a:pt x="86" y="66"/>
                      <a:pt x="88" y="68"/>
                      <a:pt x="87" y="69"/>
                    </a:cubicBezTo>
                    <a:cubicBezTo>
                      <a:pt x="86" y="71"/>
                      <a:pt x="85" y="68"/>
                      <a:pt x="82" y="68"/>
                    </a:cubicBezTo>
                    <a:cubicBezTo>
                      <a:pt x="79" y="68"/>
                      <a:pt x="81" y="64"/>
                      <a:pt x="77" y="64"/>
                    </a:cubicBezTo>
                    <a:cubicBezTo>
                      <a:pt x="73" y="63"/>
                      <a:pt x="74" y="56"/>
                      <a:pt x="70" y="56"/>
                    </a:cubicBezTo>
                    <a:cubicBezTo>
                      <a:pt x="66" y="56"/>
                      <a:pt x="66" y="53"/>
                      <a:pt x="68" y="51"/>
                    </a:cubicBezTo>
                    <a:cubicBezTo>
                      <a:pt x="71" y="48"/>
                      <a:pt x="64" y="46"/>
                      <a:pt x="64" y="43"/>
                    </a:cubicBezTo>
                    <a:cubicBezTo>
                      <a:pt x="64" y="41"/>
                      <a:pt x="60" y="42"/>
                      <a:pt x="60" y="40"/>
                    </a:cubicBezTo>
                    <a:cubicBezTo>
                      <a:pt x="60" y="37"/>
                      <a:pt x="58" y="39"/>
                      <a:pt x="56" y="36"/>
                    </a:cubicBezTo>
                    <a:cubicBezTo>
                      <a:pt x="54" y="33"/>
                      <a:pt x="53" y="36"/>
                      <a:pt x="51" y="33"/>
                    </a:cubicBezTo>
                    <a:cubicBezTo>
                      <a:pt x="49" y="31"/>
                      <a:pt x="46" y="30"/>
                      <a:pt x="45" y="31"/>
                    </a:cubicBezTo>
                    <a:cubicBezTo>
                      <a:pt x="43" y="31"/>
                      <a:pt x="39" y="28"/>
                      <a:pt x="38" y="24"/>
                    </a:cubicBezTo>
                    <a:cubicBezTo>
                      <a:pt x="37" y="21"/>
                      <a:pt x="26" y="16"/>
                      <a:pt x="24" y="12"/>
                    </a:cubicBezTo>
                    <a:cubicBezTo>
                      <a:pt x="23" y="8"/>
                      <a:pt x="19" y="6"/>
                      <a:pt x="12" y="6"/>
                    </a:cubicBezTo>
                    <a:cubicBezTo>
                      <a:pt x="6" y="7"/>
                      <a:pt x="4" y="0"/>
                      <a:pt x="2" y="3"/>
                    </a:cubicBezTo>
                    <a:cubicBezTo>
                      <a:pt x="0" y="7"/>
                      <a:pt x="9" y="16"/>
                      <a:pt x="13" y="19"/>
                    </a:cubicBezTo>
                    <a:cubicBezTo>
                      <a:pt x="17" y="21"/>
                      <a:pt x="19" y="30"/>
                      <a:pt x="24" y="30"/>
                    </a:cubicBezTo>
                    <a:cubicBezTo>
                      <a:pt x="29" y="31"/>
                      <a:pt x="29" y="46"/>
                      <a:pt x="33" y="46"/>
                    </a:cubicBezTo>
                    <a:cubicBezTo>
                      <a:pt x="36" y="47"/>
                      <a:pt x="44" y="59"/>
                      <a:pt x="45" y="65"/>
                    </a:cubicBezTo>
                    <a:cubicBezTo>
                      <a:pt x="46" y="71"/>
                      <a:pt x="54" y="74"/>
                      <a:pt x="57" y="79"/>
                    </a:cubicBezTo>
                    <a:cubicBezTo>
                      <a:pt x="59" y="83"/>
                      <a:pt x="70" y="89"/>
                      <a:pt x="71" y="91"/>
                    </a:cubicBezTo>
                    <a:cubicBezTo>
                      <a:pt x="73" y="93"/>
                      <a:pt x="74" y="97"/>
                      <a:pt x="75" y="95"/>
                    </a:cubicBezTo>
                    <a:cubicBezTo>
                      <a:pt x="76" y="93"/>
                      <a:pt x="81" y="95"/>
                      <a:pt x="84" y="95"/>
                    </a:cubicBezTo>
                    <a:cubicBezTo>
                      <a:pt x="86" y="96"/>
                      <a:pt x="87" y="87"/>
                      <a:pt x="87" y="84"/>
                    </a:cubicBezTo>
                    <a:close/>
                    <a:moveTo>
                      <a:pt x="268" y="46"/>
                    </a:moveTo>
                    <a:cubicBezTo>
                      <a:pt x="274" y="46"/>
                      <a:pt x="271" y="43"/>
                      <a:pt x="271" y="40"/>
                    </a:cubicBezTo>
                    <a:cubicBezTo>
                      <a:pt x="271" y="36"/>
                      <a:pt x="266" y="39"/>
                      <a:pt x="266" y="37"/>
                    </a:cubicBezTo>
                    <a:cubicBezTo>
                      <a:pt x="266" y="36"/>
                      <a:pt x="265" y="29"/>
                      <a:pt x="261" y="34"/>
                    </a:cubicBezTo>
                    <a:cubicBezTo>
                      <a:pt x="257" y="40"/>
                      <a:pt x="262" y="53"/>
                      <a:pt x="265" y="52"/>
                    </a:cubicBezTo>
                    <a:cubicBezTo>
                      <a:pt x="268" y="51"/>
                      <a:pt x="263" y="45"/>
                      <a:pt x="268" y="46"/>
                    </a:cubicBezTo>
                    <a:close/>
                    <a:moveTo>
                      <a:pt x="249" y="75"/>
                    </a:moveTo>
                    <a:cubicBezTo>
                      <a:pt x="250" y="79"/>
                      <a:pt x="257" y="81"/>
                      <a:pt x="259" y="78"/>
                    </a:cubicBezTo>
                    <a:cubicBezTo>
                      <a:pt x="261" y="75"/>
                      <a:pt x="248" y="71"/>
                      <a:pt x="249" y="75"/>
                    </a:cubicBezTo>
                    <a:close/>
                    <a:moveTo>
                      <a:pt x="230" y="115"/>
                    </a:moveTo>
                    <a:cubicBezTo>
                      <a:pt x="224" y="114"/>
                      <a:pt x="219" y="119"/>
                      <a:pt x="213" y="117"/>
                    </a:cubicBezTo>
                    <a:cubicBezTo>
                      <a:pt x="207" y="114"/>
                      <a:pt x="197" y="117"/>
                      <a:pt x="198" y="119"/>
                    </a:cubicBezTo>
                    <a:cubicBezTo>
                      <a:pt x="199" y="121"/>
                      <a:pt x="205" y="121"/>
                      <a:pt x="211" y="121"/>
                    </a:cubicBezTo>
                    <a:cubicBezTo>
                      <a:pt x="217" y="122"/>
                      <a:pt x="223" y="118"/>
                      <a:pt x="227" y="118"/>
                    </a:cubicBezTo>
                    <a:cubicBezTo>
                      <a:pt x="232" y="118"/>
                      <a:pt x="236" y="116"/>
                      <a:pt x="230" y="115"/>
                    </a:cubicBezTo>
                    <a:close/>
                    <a:moveTo>
                      <a:pt x="281" y="72"/>
                    </a:moveTo>
                    <a:cubicBezTo>
                      <a:pt x="275" y="70"/>
                      <a:pt x="264" y="72"/>
                      <a:pt x="265" y="75"/>
                    </a:cubicBezTo>
                    <a:cubicBezTo>
                      <a:pt x="266" y="78"/>
                      <a:pt x="271" y="76"/>
                      <a:pt x="276" y="76"/>
                    </a:cubicBezTo>
                    <a:cubicBezTo>
                      <a:pt x="281" y="76"/>
                      <a:pt x="284" y="80"/>
                      <a:pt x="286" y="80"/>
                    </a:cubicBezTo>
                    <a:cubicBezTo>
                      <a:pt x="289" y="80"/>
                      <a:pt x="287" y="74"/>
                      <a:pt x="281" y="72"/>
                    </a:cubicBezTo>
                    <a:close/>
                    <a:moveTo>
                      <a:pt x="156" y="113"/>
                    </a:moveTo>
                    <a:cubicBezTo>
                      <a:pt x="155" y="110"/>
                      <a:pt x="146" y="113"/>
                      <a:pt x="142" y="111"/>
                    </a:cubicBezTo>
                    <a:cubicBezTo>
                      <a:pt x="137" y="109"/>
                      <a:pt x="147" y="107"/>
                      <a:pt x="150" y="105"/>
                    </a:cubicBezTo>
                    <a:cubicBezTo>
                      <a:pt x="153" y="103"/>
                      <a:pt x="148" y="103"/>
                      <a:pt x="140" y="105"/>
                    </a:cubicBezTo>
                    <a:cubicBezTo>
                      <a:pt x="133" y="107"/>
                      <a:pt x="124" y="100"/>
                      <a:pt x="124" y="103"/>
                    </a:cubicBezTo>
                    <a:cubicBezTo>
                      <a:pt x="123" y="106"/>
                      <a:pt x="110" y="102"/>
                      <a:pt x="106" y="99"/>
                    </a:cubicBezTo>
                    <a:cubicBezTo>
                      <a:pt x="103" y="97"/>
                      <a:pt x="90" y="94"/>
                      <a:pt x="88" y="98"/>
                    </a:cubicBezTo>
                    <a:cubicBezTo>
                      <a:pt x="85" y="103"/>
                      <a:pt x="83" y="99"/>
                      <a:pt x="84" y="103"/>
                    </a:cubicBezTo>
                    <a:cubicBezTo>
                      <a:pt x="85" y="106"/>
                      <a:pt x="88" y="104"/>
                      <a:pt x="90" y="104"/>
                    </a:cubicBezTo>
                    <a:cubicBezTo>
                      <a:pt x="92" y="104"/>
                      <a:pt x="91" y="108"/>
                      <a:pt x="94" y="109"/>
                    </a:cubicBezTo>
                    <a:cubicBezTo>
                      <a:pt x="97" y="109"/>
                      <a:pt x="107" y="112"/>
                      <a:pt x="108" y="110"/>
                    </a:cubicBezTo>
                    <a:cubicBezTo>
                      <a:pt x="109" y="108"/>
                      <a:pt x="119" y="110"/>
                      <a:pt x="124" y="114"/>
                    </a:cubicBezTo>
                    <a:cubicBezTo>
                      <a:pt x="128" y="118"/>
                      <a:pt x="139" y="118"/>
                      <a:pt x="144" y="117"/>
                    </a:cubicBezTo>
                    <a:cubicBezTo>
                      <a:pt x="148" y="116"/>
                      <a:pt x="153" y="120"/>
                      <a:pt x="154" y="118"/>
                    </a:cubicBezTo>
                    <a:cubicBezTo>
                      <a:pt x="156" y="115"/>
                      <a:pt x="159" y="121"/>
                      <a:pt x="164" y="118"/>
                    </a:cubicBezTo>
                    <a:cubicBezTo>
                      <a:pt x="168" y="114"/>
                      <a:pt x="156" y="116"/>
                      <a:pt x="156" y="113"/>
                    </a:cubicBezTo>
                    <a:close/>
                    <a:moveTo>
                      <a:pt x="343" y="61"/>
                    </a:moveTo>
                    <a:cubicBezTo>
                      <a:pt x="339" y="61"/>
                      <a:pt x="339" y="67"/>
                      <a:pt x="336" y="67"/>
                    </a:cubicBezTo>
                    <a:cubicBezTo>
                      <a:pt x="333" y="67"/>
                      <a:pt x="328" y="74"/>
                      <a:pt x="323" y="76"/>
                    </a:cubicBezTo>
                    <a:cubicBezTo>
                      <a:pt x="317" y="78"/>
                      <a:pt x="317" y="59"/>
                      <a:pt x="314" y="56"/>
                    </a:cubicBezTo>
                    <a:cubicBezTo>
                      <a:pt x="311" y="52"/>
                      <a:pt x="297" y="49"/>
                      <a:pt x="296" y="53"/>
                    </a:cubicBezTo>
                    <a:cubicBezTo>
                      <a:pt x="294" y="57"/>
                      <a:pt x="289" y="55"/>
                      <a:pt x="289" y="59"/>
                    </a:cubicBezTo>
                    <a:cubicBezTo>
                      <a:pt x="288" y="62"/>
                      <a:pt x="290" y="61"/>
                      <a:pt x="293" y="61"/>
                    </a:cubicBezTo>
                    <a:cubicBezTo>
                      <a:pt x="296" y="61"/>
                      <a:pt x="296" y="63"/>
                      <a:pt x="298" y="66"/>
                    </a:cubicBezTo>
                    <a:cubicBezTo>
                      <a:pt x="299" y="69"/>
                      <a:pt x="308" y="67"/>
                      <a:pt x="310" y="67"/>
                    </a:cubicBezTo>
                    <a:cubicBezTo>
                      <a:pt x="313" y="67"/>
                      <a:pt x="314" y="71"/>
                      <a:pt x="310" y="69"/>
                    </a:cubicBezTo>
                    <a:cubicBezTo>
                      <a:pt x="306" y="68"/>
                      <a:pt x="306" y="71"/>
                      <a:pt x="303" y="70"/>
                    </a:cubicBezTo>
                    <a:cubicBezTo>
                      <a:pt x="300" y="70"/>
                      <a:pt x="296" y="70"/>
                      <a:pt x="298" y="72"/>
                    </a:cubicBezTo>
                    <a:cubicBezTo>
                      <a:pt x="300" y="73"/>
                      <a:pt x="303" y="75"/>
                      <a:pt x="303" y="79"/>
                    </a:cubicBezTo>
                    <a:cubicBezTo>
                      <a:pt x="303" y="83"/>
                      <a:pt x="309" y="82"/>
                      <a:pt x="309" y="79"/>
                    </a:cubicBezTo>
                    <a:cubicBezTo>
                      <a:pt x="309" y="76"/>
                      <a:pt x="311" y="80"/>
                      <a:pt x="317" y="81"/>
                    </a:cubicBezTo>
                    <a:cubicBezTo>
                      <a:pt x="322" y="83"/>
                      <a:pt x="319" y="85"/>
                      <a:pt x="324" y="85"/>
                    </a:cubicBezTo>
                    <a:cubicBezTo>
                      <a:pt x="329" y="85"/>
                      <a:pt x="342" y="89"/>
                      <a:pt x="347" y="93"/>
                    </a:cubicBezTo>
                    <a:cubicBezTo>
                      <a:pt x="351" y="96"/>
                      <a:pt x="348" y="99"/>
                      <a:pt x="351" y="102"/>
                    </a:cubicBezTo>
                    <a:cubicBezTo>
                      <a:pt x="354" y="105"/>
                      <a:pt x="355" y="109"/>
                      <a:pt x="351" y="109"/>
                    </a:cubicBezTo>
                    <a:cubicBezTo>
                      <a:pt x="347" y="109"/>
                      <a:pt x="342" y="114"/>
                      <a:pt x="343" y="116"/>
                    </a:cubicBezTo>
                    <a:cubicBezTo>
                      <a:pt x="344" y="118"/>
                      <a:pt x="358" y="115"/>
                      <a:pt x="362" y="115"/>
                    </a:cubicBezTo>
                    <a:cubicBezTo>
                      <a:pt x="364" y="115"/>
                      <a:pt x="366" y="119"/>
                      <a:pt x="370" y="121"/>
                    </a:cubicBezTo>
                    <a:cubicBezTo>
                      <a:pt x="370" y="71"/>
                      <a:pt x="370" y="71"/>
                      <a:pt x="370" y="71"/>
                    </a:cubicBezTo>
                    <a:cubicBezTo>
                      <a:pt x="360" y="67"/>
                      <a:pt x="346" y="61"/>
                      <a:pt x="343" y="61"/>
                    </a:cubicBezTo>
                    <a:close/>
                    <a:moveTo>
                      <a:pt x="240" y="121"/>
                    </a:moveTo>
                    <a:cubicBezTo>
                      <a:pt x="239" y="122"/>
                      <a:pt x="238" y="122"/>
                      <a:pt x="237" y="122"/>
                    </a:cubicBezTo>
                    <a:cubicBezTo>
                      <a:pt x="237" y="123"/>
                      <a:pt x="237" y="124"/>
                      <a:pt x="236" y="125"/>
                    </a:cubicBezTo>
                    <a:cubicBezTo>
                      <a:pt x="235" y="125"/>
                      <a:pt x="234" y="124"/>
                      <a:pt x="233" y="123"/>
                    </a:cubicBezTo>
                    <a:cubicBezTo>
                      <a:pt x="229" y="125"/>
                      <a:pt x="226" y="131"/>
                      <a:pt x="230" y="132"/>
                    </a:cubicBezTo>
                    <a:cubicBezTo>
                      <a:pt x="233" y="134"/>
                      <a:pt x="237" y="130"/>
                      <a:pt x="240" y="127"/>
                    </a:cubicBezTo>
                    <a:cubicBezTo>
                      <a:pt x="240" y="126"/>
                      <a:pt x="240" y="126"/>
                      <a:pt x="241" y="125"/>
                    </a:cubicBezTo>
                    <a:cubicBezTo>
                      <a:pt x="241" y="125"/>
                      <a:pt x="241" y="125"/>
                      <a:pt x="242" y="124"/>
                    </a:cubicBezTo>
                    <a:cubicBezTo>
                      <a:pt x="242" y="124"/>
                      <a:pt x="242" y="124"/>
                      <a:pt x="242" y="124"/>
                    </a:cubicBezTo>
                    <a:cubicBezTo>
                      <a:pt x="242" y="123"/>
                      <a:pt x="241" y="122"/>
                      <a:pt x="240" y="121"/>
                    </a:cubicBezTo>
                    <a:close/>
                    <a:moveTo>
                      <a:pt x="174" y="60"/>
                    </a:moveTo>
                    <a:cubicBezTo>
                      <a:pt x="178" y="57"/>
                      <a:pt x="179" y="52"/>
                      <a:pt x="178" y="48"/>
                    </a:cubicBezTo>
                    <a:cubicBezTo>
                      <a:pt x="178" y="43"/>
                      <a:pt x="189" y="43"/>
                      <a:pt x="191" y="41"/>
                    </a:cubicBezTo>
                    <a:cubicBezTo>
                      <a:pt x="192" y="39"/>
                      <a:pt x="188" y="36"/>
                      <a:pt x="185" y="34"/>
                    </a:cubicBezTo>
                    <a:cubicBezTo>
                      <a:pt x="182" y="33"/>
                      <a:pt x="185" y="30"/>
                      <a:pt x="183" y="28"/>
                    </a:cubicBezTo>
                    <a:cubicBezTo>
                      <a:pt x="180" y="26"/>
                      <a:pt x="177" y="21"/>
                      <a:pt x="180" y="21"/>
                    </a:cubicBezTo>
                    <a:cubicBezTo>
                      <a:pt x="183" y="21"/>
                      <a:pt x="178" y="16"/>
                      <a:pt x="180" y="15"/>
                    </a:cubicBezTo>
                    <a:cubicBezTo>
                      <a:pt x="181" y="15"/>
                      <a:pt x="181" y="14"/>
                      <a:pt x="182" y="14"/>
                    </a:cubicBezTo>
                    <a:cubicBezTo>
                      <a:pt x="180" y="13"/>
                      <a:pt x="179" y="13"/>
                      <a:pt x="178" y="13"/>
                    </a:cubicBezTo>
                    <a:cubicBezTo>
                      <a:pt x="174" y="13"/>
                      <a:pt x="165" y="12"/>
                      <a:pt x="165" y="18"/>
                    </a:cubicBezTo>
                    <a:cubicBezTo>
                      <a:pt x="166" y="24"/>
                      <a:pt x="160" y="22"/>
                      <a:pt x="161" y="25"/>
                    </a:cubicBezTo>
                    <a:cubicBezTo>
                      <a:pt x="161" y="29"/>
                      <a:pt x="158" y="29"/>
                      <a:pt x="158" y="33"/>
                    </a:cubicBezTo>
                    <a:cubicBezTo>
                      <a:pt x="159" y="37"/>
                      <a:pt x="156" y="35"/>
                      <a:pt x="151" y="38"/>
                    </a:cubicBezTo>
                    <a:cubicBezTo>
                      <a:pt x="146" y="40"/>
                      <a:pt x="148" y="36"/>
                      <a:pt x="144" y="36"/>
                    </a:cubicBezTo>
                    <a:cubicBezTo>
                      <a:pt x="139" y="36"/>
                      <a:pt x="138" y="39"/>
                      <a:pt x="135" y="40"/>
                    </a:cubicBezTo>
                    <a:cubicBezTo>
                      <a:pt x="133" y="41"/>
                      <a:pt x="127" y="39"/>
                      <a:pt x="125" y="41"/>
                    </a:cubicBezTo>
                    <a:cubicBezTo>
                      <a:pt x="123" y="42"/>
                      <a:pt x="120" y="37"/>
                      <a:pt x="118" y="37"/>
                    </a:cubicBezTo>
                    <a:cubicBezTo>
                      <a:pt x="117" y="37"/>
                      <a:pt x="116" y="35"/>
                      <a:pt x="116" y="32"/>
                    </a:cubicBezTo>
                    <a:cubicBezTo>
                      <a:pt x="116" y="32"/>
                      <a:pt x="115" y="32"/>
                      <a:pt x="115" y="32"/>
                    </a:cubicBezTo>
                    <a:cubicBezTo>
                      <a:pt x="112" y="32"/>
                      <a:pt x="107" y="40"/>
                      <a:pt x="110" y="43"/>
                    </a:cubicBezTo>
                    <a:cubicBezTo>
                      <a:pt x="113" y="46"/>
                      <a:pt x="112" y="52"/>
                      <a:pt x="114" y="54"/>
                    </a:cubicBezTo>
                    <a:cubicBezTo>
                      <a:pt x="116" y="57"/>
                      <a:pt x="121" y="57"/>
                      <a:pt x="121" y="62"/>
                    </a:cubicBezTo>
                    <a:cubicBezTo>
                      <a:pt x="121" y="67"/>
                      <a:pt x="125" y="75"/>
                      <a:pt x="129" y="73"/>
                    </a:cubicBezTo>
                    <a:cubicBezTo>
                      <a:pt x="132" y="71"/>
                      <a:pt x="134" y="74"/>
                      <a:pt x="135" y="76"/>
                    </a:cubicBezTo>
                    <a:cubicBezTo>
                      <a:pt x="136" y="78"/>
                      <a:pt x="143" y="75"/>
                      <a:pt x="146" y="75"/>
                    </a:cubicBezTo>
                    <a:cubicBezTo>
                      <a:pt x="148" y="75"/>
                      <a:pt x="155" y="77"/>
                      <a:pt x="156" y="80"/>
                    </a:cubicBezTo>
                    <a:cubicBezTo>
                      <a:pt x="156" y="83"/>
                      <a:pt x="163" y="80"/>
                      <a:pt x="168" y="78"/>
                    </a:cubicBezTo>
                    <a:cubicBezTo>
                      <a:pt x="172" y="76"/>
                      <a:pt x="169" y="63"/>
                      <a:pt x="174" y="60"/>
                    </a:cubicBezTo>
                    <a:close/>
                    <a:moveTo>
                      <a:pt x="192" y="127"/>
                    </a:moveTo>
                    <a:cubicBezTo>
                      <a:pt x="193" y="129"/>
                      <a:pt x="197" y="129"/>
                      <a:pt x="199" y="130"/>
                    </a:cubicBezTo>
                    <a:cubicBezTo>
                      <a:pt x="200" y="132"/>
                      <a:pt x="206" y="135"/>
                      <a:pt x="206" y="131"/>
                    </a:cubicBezTo>
                    <a:cubicBezTo>
                      <a:pt x="206" y="127"/>
                      <a:pt x="190" y="124"/>
                      <a:pt x="192" y="127"/>
                    </a:cubicBezTo>
                    <a:close/>
                    <a:moveTo>
                      <a:pt x="180" y="115"/>
                    </a:moveTo>
                    <a:cubicBezTo>
                      <a:pt x="179" y="117"/>
                      <a:pt x="175" y="118"/>
                      <a:pt x="172" y="116"/>
                    </a:cubicBezTo>
                    <a:cubicBezTo>
                      <a:pt x="170" y="114"/>
                      <a:pt x="167" y="118"/>
                      <a:pt x="168" y="120"/>
                    </a:cubicBezTo>
                    <a:cubicBezTo>
                      <a:pt x="169" y="121"/>
                      <a:pt x="174" y="125"/>
                      <a:pt x="180" y="122"/>
                    </a:cubicBezTo>
                    <a:cubicBezTo>
                      <a:pt x="186" y="119"/>
                      <a:pt x="190" y="122"/>
                      <a:pt x="192" y="119"/>
                    </a:cubicBezTo>
                    <a:cubicBezTo>
                      <a:pt x="193" y="116"/>
                      <a:pt x="181" y="113"/>
                      <a:pt x="180" y="1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6" name="Freeform 178">
                <a:extLst>
                  <a:ext uri="{FF2B5EF4-FFF2-40B4-BE49-F238E27FC236}">
                    <a16:creationId xmlns:a16="http://schemas.microsoft.com/office/drawing/2014/main" id="{DB1CCE59-D01C-4498-8428-6F422AC2365D}"/>
                  </a:ext>
                </a:extLst>
              </p:cNvPr>
              <p:cNvSpPr>
                <a:spLocks noEditPoints="1"/>
              </p:cNvSpPr>
              <p:nvPr/>
            </p:nvSpPr>
            <p:spPr bwMode="auto">
              <a:xfrm>
                <a:off x="7200806" y="4242875"/>
                <a:ext cx="61482" cy="26349"/>
              </a:xfrm>
              <a:custGeom>
                <a:avLst/>
                <a:gdLst>
                  <a:gd name="T0" fmla="*/ 3 w 27"/>
                  <a:gd name="T1" fmla="*/ 9 h 11"/>
                  <a:gd name="T2" fmla="*/ 0 w 27"/>
                  <a:gd name="T3" fmla="*/ 9 h 11"/>
                  <a:gd name="T4" fmla="*/ 3 w 27"/>
                  <a:gd name="T5" fmla="*/ 11 h 11"/>
                  <a:gd name="T6" fmla="*/ 4 w 27"/>
                  <a:gd name="T7" fmla="*/ 8 h 11"/>
                  <a:gd name="T8" fmla="*/ 3 w 27"/>
                  <a:gd name="T9" fmla="*/ 9 h 11"/>
                  <a:gd name="T10" fmla="*/ 3 w 27"/>
                  <a:gd name="T11" fmla="*/ 9 h 11"/>
                  <a:gd name="T12" fmla="*/ 14 w 27"/>
                  <a:gd name="T13" fmla="*/ 2 h 11"/>
                  <a:gd name="T14" fmla="*/ 8 w 27"/>
                  <a:gd name="T15" fmla="*/ 7 h 11"/>
                  <a:gd name="T16" fmla="*/ 7 w 27"/>
                  <a:gd name="T17" fmla="*/ 7 h 11"/>
                  <a:gd name="T18" fmla="*/ 9 w 27"/>
                  <a:gd name="T19" fmla="*/ 10 h 11"/>
                  <a:gd name="T20" fmla="*/ 26 w 27"/>
                  <a:gd name="T21" fmla="*/ 2 h 11"/>
                  <a:gd name="T22" fmla="*/ 14 w 27"/>
                  <a:gd name="T23"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11">
                    <a:moveTo>
                      <a:pt x="3" y="9"/>
                    </a:moveTo>
                    <a:cubicBezTo>
                      <a:pt x="2" y="9"/>
                      <a:pt x="1" y="9"/>
                      <a:pt x="0" y="9"/>
                    </a:cubicBezTo>
                    <a:cubicBezTo>
                      <a:pt x="1" y="10"/>
                      <a:pt x="2" y="11"/>
                      <a:pt x="3" y="11"/>
                    </a:cubicBezTo>
                    <a:cubicBezTo>
                      <a:pt x="4" y="10"/>
                      <a:pt x="4" y="9"/>
                      <a:pt x="4" y="8"/>
                    </a:cubicBezTo>
                    <a:cubicBezTo>
                      <a:pt x="4" y="8"/>
                      <a:pt x="4" y="9"/>
                      <a:pt x="3" y="9"/>
                    </a:cubicBezTo>
                    <a:cubicBezTo>
                      <a:pt x="3" y="9"/>
                      <a:pt x="3" y="9"/>
                      <a:pt x="3" y="9"/>
                    </a:cubicBezTo>
                    <a:close/>
                    <a:moveTo>
                      <a:pt x="14" y="2"/>
                    </a:moveTo>
                    <a:cubicBezTo>
                      <a:pt x="11" y="2"/>
                      <a:pt x="10" y="5"/>
                      <a:pt x="8" y="7"/>
                    </a:cubicBezTo>
                    <a:cubicBezTo>
                      <a:pt x="7" y="7"/>
                      <a:pt x="7" y="7"/>
                      <a:pt x="7" y="7"/>
                    </a:cubicBezTo>
                    <a:cubicBezTo>
                      <a:pt x="8" y="8"/>
                      <a:pt x="9" y="9"/>
                      <a:pt x="9" y="10"/>
                    </a:cubicBezTo>
                    <a:cubicBezTo>
                      <a:pt x="14" y="7"/>
                      <a:pt x="26" y="4"/>
                      <a:pt x="26" y="2"/>
                    </a:cubicBezTo>
                    <a:cubicBezTo>
                      <a:pt x="27" y="0"/>
                      <a:pt x="19" y="3"/>
                      <a:pt x="14"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7" name="Freeform 179">
                <a:extLst>
                  <a:ext uri="{FF2B5EF4-FFF2-40B4-BE49-F238E27FC236}">
                    <a16:creationId xmlns:a16="http://schemas.microsoft.com/office/drawing/2014/main" id="{F7988573-2527-4619-9B40-44B145BE3674}"/>
                  </a:ext>
                </a:extLst>
              </p:cNvPr>
              <p:cNvSpPr>
                <a:spLocks noEditPoints="1"/>
              </p:cNvSpPr>
              <p:nvPr/>
            </p:nvSpPr>
            <p:spPr bwMode="auto">
              <a:xfrm>
                <a:off x="5045187" y="3136207"/>
                <a:ext cx="214558" cy="233379"/>
              </a:xfrm>
              <a:custGeom>
                <a:avLst/>
                <a:gdLst>
                  <a:gd name="T0" fmla="*/ 65 w 93"/>
                  <a:gd name="T1" fmla="*/ 87 h 101"/>
                  <a:gd name="T2" fmla="*/ 55 w 93"/>
                  <a:gd name="T3" fmla="*/ 87 h 101"/>
                  <a:gd name="T4" fmla="*/ 48 w 93"/>
                  <a:gd name="T5" fmla="*/ 90 h 101"/>
                  <a:gd name="T6" fmla="*/ 57 w 93"/>
                  <a:gd name="T7" fmla="*/ 95 h 101"/>
                  <a:gd name="T8" fmla="*/ 66 w 93"/>
                  <a:gd name="T9" fmla="*/ 101 h 101"/>
                  <a:gd name="T10" fmla="*/ 68 w 93"/>
                  <a:gd name="T11" fmla="*/ 95 h 101"/>
                  <a:gd name="T12" fmla="*/ 71 w 93"/>
                  <a:gd name="T13" fmla="*/ 88 h 101"/>
                  <a:gd name="T14" fmla="*/ 65 w 93"/>
                  <a:gd name="T15" fmla="*/ 87 h 101"/>
                  <a:gd name="T16" fmla="*/ 19 w 93"/>
                  <a:gd name="T17" fmla="*/ 60 h 101"/>
                  <a:gd name="T18" fmla="*/ 13 w 93"/>
                  <a:gd name="T19" fmla="*/ 62 h 101"/>
                  <a:gd name="T20" fmla="*/ 16 w 93"/>
                  <a:gd name="T21" fmla="*/ 72 h 101"/>
                  <a:gd name="T22" fmla="*/ 19 w 93"/>
                  <a:gd name="T23" fmla="*/ 80 h 101"/>
                  <a:gd name="T24" fmla="*/ 25 w 93"/>
                  <a:gd name="T25" fmla="*/ 76 h 101"/>
                  <a:gd name="T26" fmla="*/ 26 w 93"/>
                  <a:gd name="T27" fmla="*/ 63 h 101"/>
                  <a:gd name="T28" fmla="*/ 19 w 93"/>
                  <a:gd name="T29" fmla="*/ 60 h 101"/>
                  <a:gd name="T30" fmla="*/ 77 w 93"/>
                  <a:gd name="T31" fmla="*/ 56 h 101"/>
                  <a:gd name="T32" fmla="*/ 71 w 93"/>
                  <a:gd name="T33" fmla="*/ 52 h 101"/>
                  <a:gd name="T34" fmla="*/ 59 w 93"/>
                  <a:gd name="T35" fmla="*/ 39 h 101"/>
                  <a:gd name="T36" fmla="*/ 47 w 93"/>
                  <a:gd name="T37" fmla="*/ 27 h 101"/>
                  <a:gd name="T38" fmla="*/ 47 w 93"/>
                  <a:gd name="T39" fmla="*/ 19 h 101"/>
                  <a:gd name="T40" fmla="*/ 51 w 93"/>
                  <a:gd name="T41" fmla="*/ 15 h 101"/>
                  <a:gd name="T42" fmla="*/ 51 w 93"/>
                  <a:gd name="T43" fmla="*/ 4 h 101"/>
                  <a:gd name="T44" fmla="*/ 47 w 93"/>
                  <a:gd name="T45" fmla="*/ 3 h 101"/>
                  <a:gd name="T46" fmla="*/ 46 w 93"/>
                  <a:gd name="T47" fmla="*/ 0 h 101"/>
                  <a:gd name="T48" fmla="*/ 39 w 93"/>
                  <a:gd name="T49" fmla="*/ 1 h 101"/>
                  <a:gd name="T50" fmla="*/ 34 w 93"/>
                  <a:gd name="T51" fmla="*/ 2 h 101"/>
                  <a:gd name="T52" fmla="*/ 33 w 93"/>
                  <a:gd name="T53" fmla="*/ 2 h 101"/>
                  <a:gd name="T54" fmla="*/ 32 w 93"/>
                  <a:gd name="T55" fmla="*/ 3 h 101"/>
                  <a:gd name="T56" fmla="*/ 31 w 93"/>
                  <a:gd name="T57" fmla="*/ 5 h 101"/>
                  <a:gd name="T58" fmla="*/ 28 w 93"/>
                  <a:gd name="T59" fmla="*/ 6 h 101"/>
                  <a:gd name="T60" fmla="*/ 24 w 93"/>
                  <a:gd name="T61" fmla="*/ 7 h 101"/>
                  <a:gd name="T62" fmla="*/ 22 w 93"/>
                  <a:gd name="T63" fmla="*/ 9 h 101"/>
                  <a:gd name="T64" fmla="*/ 19 w 93"/>
                  <a:gd name="T65" fmla="*/ 12 h 101"/>
                  <a:gd name="T66" fmla="*/ 15 w 93"/>
                  <a:gd name="T67" fmla="*/ 6 h 101"/>
                  <a:gd name="T68" fmla="*/ 11 w 93"/>
                  <a:gd name="T69" fmla="*/ 12 h 101"/>
                  <a:gd name="T70" fmla="*/ 4 w 93"/>
                  <a:gd name="T71" fmla="*/ 12 h 101"/>
                  <a:gd name="T72" fmla="*/ 5 w 93"/>
                  <a:gd name="T73" fmla="*/ 16 h 101"/>
                  <a:gd name="T74" fmla="*/ 3 w 93"/>
                  <a:gd name="T75" fmla="*/ 19 h 101"/>
                  <a:gd name="T76" fmla="*/ 2 w 93"/>
                  <a:gd name="T77" fmla="*/ 21 h 101"/>
                  <a:gd name="T78" fmla="*/ 4 w 93"/>
                  <a:gd name="T79" fmla="*/ 25 h 101"/>
                  <a:gd name="T80" fmla="*/ 6 w 93"/>
                  <a:gd name="T81" fmla="*/ 29 h 101"/>
                  <a:gd name="T82" fmla="*/ 10 w 93"/>
                  <a:gd name="T83" fmla="*/ 31 h 101"/>
                  <a:gd name="T84" fmla="*/ 9 w 93"/>
                  <a:gd name="T85" fmla="*/ 33 h 101"/>
                  <a:gd name="T86" fmla="*/ 13 w 93"/>
                  <a:gd name="T87" fmla="*/ 32 h 101"/>
                  <a:gd name="T88" fmla="*/ 18 w 93"/>
                  <a:gd name="T89" fmla="*/ 27 h 101"/>
                  <a:gd name="T90" fmla="*/ 29 w 93"/>
                  <a:gd name="T91" fmla="*/ 32 h 101"/>
                  <a:gd name="T92" fmla="*/ 32 w 93"/>
                  <a:gd name="T93" fmla="*/ 37 h 101"/>
                  <a:gd name="T94" fmla="*/ 40 w 93"/>
                  <a:gd name="T95" fmla="*/ 47 h 101"/>
                  <a:gd name="T96" fmla="*/ 50 w 93"/>
                  <a:gd name="T97" fmla="*/ 56 h 101"/>
                  <a:gd name="T98" fmla="*/ 58 w 93"/>
                  <a:gd name="T99" fmla="*/ 59 h 101"/>
                  <a:gd name="T100" fmla="*/ 65 w 93"/>
                  <a:gd name="T101" fmla="*/ 64 h 101"/>
                  <a:gd name="T102" fmla="*/ 71 w 93"/>
                  <a:gd name="T103" fmla="*/ 69 h 101"/>
                  <a:gd name="T104" fmla="*/ 74 w 93"/>
                  <a:gd name="T105" fmla="*/ 73 h 101"/>
                  <a:gd name="T106" fmla="*/ 74 w 93"/>
                  <a:gd name="T107" fmla="*/ 82 h 101"/>
                  <a:gd name="T108" fmla="*/ 74 w 93"/>
                  <a:gd name="T109" fmla="*/ 89 h 101"/>
                  <a:gd name="T110" fmla="*/ 78 w 93"/>
                  <a:gd name="T111" fmla="*/ 82 h 101"/>
                  <a:gd name="T112" fmla="*/ 83 w 93"/>
                  <a:gd name="T113" fmla="*/ 77 h 101"/>
                  <a:gd name="T114" fmla="*/ 79 w 93"/>
                  <a:gd name="T115" fmla="*/ 71 h 101"/>
                  <a:gd name="T116" fmla="*/ 87 w 93"/>
                  <a:gd name="T117" fmla="*/ 67 h 101"/>
                  <a:gd name="T118" fmla="*/ 93 w 93"/>
                  <a:gd name="T119" fmla="*/ 68 h 101"/>
                  <a:gd name="T120" fmla="*/ 77 w 93"/>
                  <a:gd name="T121" fmla="*/ 5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3" h="101">
                    <a:moveTo>
                      <a:pt x="65" y="87"/>
                    </a:moveTo>
                    <a:cubicBezTo>
                      <a:pt x="60" y="88"/>
                      <a:pt x="58" y="89"/>
                      <a:pt x="55" y="87"/>
                    </a:cubicBezTo>
                    <a:cubicBezTo>
                      <a:pt x="52" y="86"/>
                      <a:pt x="48" y="89"/>
                      <a:pt x="48" y="90"/>
                    </a:cubicBezTo>
                    <a:cubicBezTo>
                      <a:pt x="49" y="92"/>
                      <a:pt x="51" y="93"/>
                      <a:pt x="57" y="95"/>
                    </a:cubicBezTo>
                    <a:cubicBezTo>
                      <a:pt x="63" y="97"/>
                      <a:pt x="63" y="101"/>
                      <a:pt x="66" y="101"/>
                    </a:cubicBezTo>
                    <a:cubicBezTo>
                      <a:pt x="68" y="101"/>
                      <a:pt x="69" y="98"/>
                      <a:pt x="68" y="95"/>
                    </a:cubicBezTo>
                    <a:cubicBezTo>
                      <a:pt x="67" y="92"/>
                      <a:pt x="71" y="88"/>
                      <a:pt x="71" y="88"/>
                    </a:cubicBezTo>
                    <a:cubicBezTo>
                      <a:pt x="72" y="87"/>
                      <a:pt x="70" y="86"/>
                      <a:pt x="65" y="87"/>
                    </a:cubicBezTo>
                    <a:close/>
                    <a:moveTo>
                      <a:pt x="19" y="60"/>
                    </a:moveTo>
                    <a:cubicBezTo>
                      <a:pt x="16" y="63"/>
                      <a:pt x="14" y="60"/>
                      <a:pt x="13" y="62"/>
                    </a:cubicBezTo>
                    <a:cubicBezTo>
                      <a:pt x="12" y="64"/>
                      <a:pt x="17" y="67"/>
                      <a:pt x="16" y="72"/>
                    </a:cubicBezTo>
                    <a:cubicBezTo>
                      <a:pt x="15" y="77"/>
                      <a:pt x="17" y="83"/>
                      <a:pt x="19" y="80"/>
                    </a:cubicBezTo>
                    <a:cubicBezTo>
                      <a:pt x="22" y="77"/>
                      <a:pt x="23" y="78"/>
                      <a:pt x="25" y="76"/>
                    </a:cubicBezTo>
                    <a:cubicBezTo>
                      <a:pt x="26" y="74"/>
                      <a:pt x="25" y="67"/>
                      <a:pt x="26" y="63"/>
                    </a:cubicBezTo>
                    <a:cubicBezTo>
                      <a:pt x="27" y="60"/>
                      <a:pt x="21" y="58"/>
                      <a:pt x="19" y="60"/>
                    </a:cubicBezTo>
                    <a:close/>
                    <a:moveTo>
                      <a:pt x="77" y="56"/>
                    </a:moveTo>
                    <a:cubicBezTo>
                      <a:pt x="74" y="55"/>
                      <a:pt x="76" y="52"/>
                      <a:pt x="71" y="52"/>
                    </a:cubicBezTo>
                    <a:cubicBezTo>
                      <a:pt x="66" y="52"/>
                      <a:pt x="60" y="46"/>
                      <a:pt x="59" y="39"/>
                    </a:cubicBezTo>
                    <a:cubicBezTo>
                      <a:pt x="57" y="32"/>
                      <a:pt x="49" y="32"/>
                      <a:pt x="47" y="27"/>
                    </a:cubicBezTo>
                    <a:cubicBezTo>
                      <a:pt x="45" y="23"/>
                      <a:pt x="49" y="23"/>
                      <a:pt x="47" y="19"/>
                    </a:cubicBezTo>
                    <a:cubicBezTo>
                      <a:pt x="47" y="17"/>
                      <a:pt x="49" y="16"/>
                      <a:pt x="51" y="15"/>
                    </a:cubicBezTo>
                    <a:cubicBezTo>
                      <a:pt x="51" y="11"/>
                      <a:pt x="51" y="7"/>
                      <a:pt x="51" y="4"/>
                    </a:cubicBezTo>
                    <a:cubicBezTo>
                      <a:pt x="50" y="4"/>
                      <a:pt x="48" y="4"/>
                      <a:pt x="47" y="3"/>
                    </a:cubicBezTo>
                    <a:cubicBezTo>
                      <a:pt x="46" y="3"/>
                      <a:pt x="46" y="0"/>
                      <a:pt x="46" y="0"/>
                    </a:cubicBezTo>
                    <a:cubicBezTo>
                      <a:pt x="45" y="0"/>
                      <a:pt x="40" y="0"/>
                      <a:pt x="39" y="1"/>
                    </a:cubicBezTo>
                    <a:cubicBezTo>
                      <a:pt x="38" y="2"/>
                      <a:pt x="36" y="3"/>
                      <a:pt x="34" y="2"/>
                    </a:cubicBezTo>
                    <a:cubicBezTo>
                      <a:pt x="34" y="2"/>
                      <a:pt x="34" y="2"/>
                      <a:pt x="33" y="2"/>
                    </a:cubicBezTo>
                    <a:cubicBezTo>
                      <a:pt x="32" y="3"/>
                      <a:pt x="32" y="3"/>
                      <a:pt x="32" y="3"/>
                    </a:cubicBezTo>
                    <a:cubicBezTo>
                      <a:pt x="32" y="3"/>
                      <a:pt x="32" y="5"/>
                      <a:pt x="31" y="5"/>
                    </a:cubicBezTo>
                    <a:cubicBezTo>
                      <a:pt x="30" y="5"/>
                      <a:pt x="28" y="4"/>
                      <a:pt x="28" y="6"/>
                    </a:cubicBezTo>
                    <a:cubicBezTo>
                      <a:pt x="28" y="8"/>
                      <a:pt x="26" y="7"/>
                      <a:pt x="24" y="7"/>
                    </a:cubicBezTo>
                    <a:cubicBezTo>
                      <a:pt x="23" y="7"/>
                      <a:pt x="22" y="7"/>
                      <a:pt x="22" y="9"/>
                    </a:cubicBezTo>
                    <a:cubicBezTo>
                      <a:pt x="22" y="10"/>
                      <a:pt x="21" y="13"/>
                      <a:pt x="19" y="12"/>
                    </a:cubicBezTo>
                    <a:cubicBezTo>
                      <a:pt x="18" y="10"/>
                      <a:pt x="16" y="6"/>
                      <a:pt x="15" y="6"/>
                    </a:cubicBezTo>
                    <a:cubicBezTo>
                      <a:pt x="14" y="7"/>
                      <a:pt x="13" y="12"/>
                      <a:pt x="11" y="12"/>
                    </a:cubicBezTo>
                    <a:cubicBezTo>
                      <a:pt x="10" y="12"/>
                      <a:pt x="6" y="12"/>
                      <a:pt x="4" y="12"/>
                    </a:cubicBezTo>
                    <a:cubicBezTo>
                      <a:pt x="3" y="14"/>
                      <a:pt x="4" y="16"/>
                      <a:pt x="5" y="16"/>
                    </a:cubicBezTo>
                    <a:cubicBezTo>
                      <a:pt x="6" y="17"/>
                      <a:pt x="4" y="19"/>
                      <a:pt x="3" y="19"/>
                    </a:cubicBezTo>
                    <a:cubicBezTo>
                      <a:pt x="2" y="20"/>
                      <a:pt x="0" y="19"/>
                      <a:pt x="2" y="21"/>
                    </a:cubicBezTo>
                    <a:cubicBezTo>
                      <a:pt x="3" y="23"/>
                      <a:pt x="5" y="23"/>
                      <a:pt x="4" y="25"/>
                    </a:cubicBezTo>
                    <a:cubicBezTo>
                      <a:pt x="3" y="27"/>
                      <a:pt x="4" y="29"/>
                      <a:pt x="6" y="29"/>
                    </a:cubicBezTo>
                    <a:cubicBezTo>
                      <a:pt x="8" y="29"/>
                      <a:pt x="10" y="29"/>
                      <a:pt x="10" y="31"/>
                    </a:cubicBezTo>
                    <a:cubicBezTo>
                      <a:pt x="9" y="31"/>
                      <a:pt x="9" y="32"/>
                      <a:pt x="9" y="33"/>
                    </a:cubicBezTo>
                    <a:cubicBezTo>
                      <a:pt x="10" y="33"/>
                      <a:pt x="11" y="33"/>
                      <a:pt x="13" y="32"/>
                    </a:cubicBezTo>
                    <a:cubicBezTo>
                      <a:pt x="15" y="31"/>
                      <a:pt x="14" y="29"/>
                      <a:pt x="18" y="27"/>
                    </a:cubicBezTo>
                    <a:cubicBezTo>
                      <a:pt x="22" y="26"/>
                      <a:pt x="28" y="30"/>
                      <a:pt x="29" y="32"/>
                    </a:cubicBezTo>
                    <a:cubicBezTo>
                      <a:pt x="31" y="35"/>
                      <a:pt x="32" y="35"/>
                      <a:pt x="32" y="37"/>
                    </a:cubicBezTo>
                    <a:cubicBezTo>
                      <a:pt x="32" y="39"/>
                      <a:pt x="34" y="43"/>
                      <a:pt x="40" y="47"/>
                    </a:cubicBezTo>
                    <a:cubicBezTo>
                      <a:pt x="45" y="50"/>
                      <a:pt x="47" y="54"/>
                      <a:pt x="50" y="56"/>
                    </a:cubicBezTo>
                    <a:cubicBezTo>
                      <a:pt x="53" y="58"/>
                      <a:pt x="56" y="57"/>
                      <a:pt x="58" y="59"/>
                    </a:cubicBezTo>
                    <a:cubicBezTo>
                      <a:pt x="60" y="61"/>
                      <a:pt x="62" y="63"/>
                      <a:pt x="65" y="64"/>
                    </a:cubicBezTo>
                    <a:cubicBezTo>
                      <a:pt x="68" y="65"/>
                      <a:pt x="68" y="68"/>
                      <a:pt x="71" y="69"/>
                    </a:cubicBezTo>
                    <a:cubicBezTo>
                      <a:pt x="74" y="69"/>
                      <a:pt x="72" y="71"/>
                      <a:pt x="74" y="73"/>
                    </a:cubicBezTo>
                    <a:cubicBezTo>
                      <a:pt x="75" y="76"/>
                      <a:pt x="76" y="80"/>
                      <a:pt x="74" y="82"/>
                    </a:cubicBezTo>
                    <a:cubicBezTo>
                      <a:pt x="72" y="85"/>
                      <a:pt x="73" y="89"/>
                      <a:pt x="74" y="89"/>
                    </a:cubicBezTo>
                    <a:cubicBezTo>
                      <a:pt x="75" y="89"/>
                      <a:pt x="78" y="84"/>
                      <a:pt x="78" y="82"/>
                    </a:cubicBezTo>
                    <a:cubicBezTo>
                      <a:pt x="79" y="80"/>
                      <a:pt x="81" y="80"/>
                      <a:pt x="83" y="77"/>
                    </a:cubicBezTo>
                    <a:cubicBezTo>
                      <a:pt x="85" y="75"/>
                      <a:pt x="80" y="74"/>
                      <a:pt x="79" y="71"/>
                    </a:cubicBezTo>
                    <a:cubicBezTo>
                      <a:pt x="78" y="68"/>
                      <a:pt x="83" y="65"/>
                      <a:pt x="87" y="67"/>
                    </a:cubicBezTo>
                    <a:cubicBezTo>
                      <a:pt x="91" y="70"/>
                      <a:pt x="93" y="72"/>
                      <a:pt x="93" y="68"/>
                    </a:cubicBezTo>
                    <a:cubicBezTo>
                      <a:pt x="93" y="64"/>
                      <a:pt x="80" y="58"/>
                      <a:pt x="77" y="5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8" name="Freeform 180">
                <a:extLst>
                  <a:ext uri="{FF2B5EF4-FFF2-40B4-BE49-F238E27FC236}">
                    <a16:creationId xmlns:a16="http://schemas.microsoft.com/office/drawing/2014/main" id="{37D15F75-35B9-44BC-AE67-6BF589890F89}"/>
                  </a:ext>
                </a:extLst>
              </p:cNvPr>
              <p:cNvSpPr>
                <a:spLocks/>
              </p:cNvSpPr>
              <p:nvPr/>
            </p:nvSpPr>
            <p:spPr bwMode="auto">
              <a:xfrm>
                <a:off x="5259745" y="3221528"/>
                <a:ext cx="22585" cy="30113"/>
              </a:xfrm>
              <a:custGeom>
                <a:avLst/>
                <a:gdLst>
                  <a:gd name="T0" fmla="*/ 4 w 10"/>
                  <a:gd name="T1" fmla="*/ 0 h 13"/>
                  <a:gd name="T2" fmla="*/ 0 w 10"/>
                  <a:gd name="T3" fmla="*/ 6 h 13"/>
                  <a:gd name="T4" fmla="*/ 0 w 10"/>
                  <a:gd name="T5" fmla="*/ 8 h 13"/>
                  <a:gd name="T6" fmla="*/ 6 w 10"/>
                  <a:gd name="T7" fmla="*/ 13 h 13"/>
                  <a:gd name="T8" fmla="*/ 6 w 10"/>
                  <a:gd name="T9" fmla="*/ 13 h 13"/>
                  <a:gd name="T10" fmla="*/ 10 w 10"/>
                  <a:gd name="T11" fmla="*/ 7 h 13"/>
                  <a:gd name="T12" fmla="*/ 4 w 1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0" h="13">
                    <a:moveTo>
                      <a:pt x="4" y="0"/>
                    </a:moveTo>
                    <a:cubicBezTo>
                      <a:pt x="2" y="2"/>
                      <a:pt x="0" y="5"/>
                      <a:pt x="0" y="6"/>
                    </a:cubicBezTo>
                    <a:cubicBezTo>
                      <a:pt x="1" y="6"/>
                      <a:pt x="0" y="7"/>
                      <a:pt x="0" y="8"/>
                    </a:cubicBezTo>
                    <a:cubicBezTo>
                      <a:pt x="2" y="10"/>
                      <a:pt x="4" y="12"/>
                      <a:pt x="6" y="13"/>
                    </a:cubicBezTo>
                    <a:cubicBezTo>
                      <a:pt x="6" y="13"/>
                      <a:pt x="6" y="13"/>
                      <a:pt x="6" y="13"/>
                    </a:cubicBezTo>
                    <a:cubicBezTo>
                      <a:pt x="7" y="10"/>
                      <a:pt x="9" y="7"/>
                      <a:pt x="10" y="7"/>
                    </a:cubicBezTo>
                    <a:cubicBezTo>
                      <a:pt x="8" y="5"/>
                      <a:pt x="5" y="2"/>
                      <a:pt x="4"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9" name="Freeform 181">
                <a:extLst>
                  <a:ext uri="{FF2B5EF4-FFF2-40B4-BE49-F238E27FC236}">
                    <a16:creationId xmlns:a16="http://schemas.microsoft.com/office/drawing/2014/main" id="{56893D7D-6A56-4356-8DBF-8B596646383B}"/>
                  </a:ext>
                </a:extLst>
              </p:cNvPr>
              <p:cNvSpPr>
                <a:spLocks/>
              </p:cNvSpPr>
              <p:nvPr/>
            </p:nvSpPr>
            <p:spPr bwMode="auto">
              <a:xfrm>
                <a:off x="5266019" y="3155028"/>
                <a:ext cx="76538" cy="92850"/>
              </a:xfrm>
              <a:custGeom>
                <a:avLst/>
                <a:gdLst>
                  <a:gd name="T0" fmla="*/ 29 w 33"/>
                  <a:gd name="T1" fmla="*/ 27 h 40"/>
                  <a:gd name="T2" fmla="*/ 29 w 33"/>
                  <a:gd name="T3" fmla="*/ 21 h 40"/>
                  <a:gd name="T4" fmla="*/ 29 w 33"/>
                  <a:gd name="T5" fmla="*/ 17 h 40"/>
                  <a:gd name="T6" fmla="*/ 20 w 33"/>
                  <a:gd name="T7" fmla="*/ 14 h 40"/>
                  <a:gd name="T8" fmla="*/ 19 w 33"/>
                  <a:gd name="T9" fmla="*/ 9 h 40"/>
                  <a:gd name="T10" fmla="*/ 16 w 33"/>
                  <a:gd name="T11" fmla="*/ 7 h 40"/>
                  <a:gd name="T12" fmla="*/ 13 w 33"/>
                  <a:gd name="T13" fmla="*/ 2 h 40"/>
                  <a:gd name="T14" fmla="*/ 14 w 33"/>
                  <a:gd name="T15" fmla="*/ 2 h 40"/>
                  <a:gd name="T16" fmla="*/ 11 w 33"/>
                  <a:gd name="T17" fmla="*/ 1 h 40"/>
                  <a:gd name="T18" fmla="*/ 8 w 33"/>
                  <a:gd name="T19" fmla="*/ 0 h 40"/>
                  <a:gd name="T20" fmla="*/ 0 w 33"/>
                  <a:gd name="T21" fmla="*/ 3 h 40"/>
                  <a:gd name="T22" fmla="*/ 2 w 33"/>
                  <a:gd name="T23" fmla="*/ 8 h 40"/>
                  <a:gd name="T24" fmla="*/ 4 w 33"/>
                  <a:gd name="T25" fmla="*/ 13 h 40"/>
                  <a:gd name="T26" fmla="*/ 4 w 33"/>
                  <a:gd name="T27" fmla="*/ 26 h 40"/>
                  <a:gd name="T28" fmla="*/ 1 w 33"/>
                  <a:gd name="T29" fmla="*/ 29 h 40"/>
                  <a:gd name="T30" fmla="*/ 7 w 33"/>
                  <a:gd name="T31" fmla="*/ 36 h 40"/>
                  <a:gd name="T32" fmla="*/ 7 w 33"/>
                  <a:gd name="T33" fmla="*/ 36 h 40"/>
                  <a:gd name="T34" fmla="*/ 15 w 33"/>
                  <a:gd name="T35" fmla="*/ 40 h 40"/>
                  <a:gd name="T36" fmla="*/ 28 w 33"/>
                  <a:gd name="T37" fmla="*/ 38 h 40"/>
                  <a:gd name="T38" fmla="*/ 29 w 33"/>
                  <a:gd name="T39" fmla="*/ 35 h 40"/>
                  <a:gd name="T40" fmla="*/ 31 w 33"/>
                  <a:gd name="T41" fmla="*/ 32 h 40"/>
                  <a:gd name="T42" fmla="*/ 29 w 33"/>
                  <a:gd name="T43"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 h="40">
                    <a:moveTo>
                      <a:pt x="29" y="27"/>
                    </a:moveTo>
                    <a:cubicBezTo>
                      <a:pt x="27" y="25"/>
                      <a:pt x="27" y="23"/>
                      <a:pt x="29" y="21"/>
                    </a:cubicBezTo>
                    <a:cubicBezTo>
                      <a:pt x="30" y="20"/>
                      <a:pt x="29" y="19"/>
                      <a:pt x="29" y="17"/>
                    </a:cubicBezTo>
                    <a:cubicBezTo>
                      <a:pt x="29" y="15"/>
                      <a:pt x="21" y="15"/>
                      <a:pt x="20" y="14"/>
                    </a:cubicBezTo>
                    <a:cubicBezTo>
                      <a:pt x="19" y="14"/>
                      <a:pt x="21" y="9"/>
                      <a:pt x="19" y="9"/>
                    </a:cubicBezTo>
                    <a:cubicBezTo>
                      <a:pt x="17" y="9"/>
                      <a:pt x="16" y="8"/>
                      <a:pt x="16" y="7"/>
                    </a:cubicBezTo>
                    <a:cubicBezTo>
                      <a:pt x="16" y="5"/>
                      <a:pt x="13" y="3"/>
                      <a:pt x="13" y="2"/>
                    </a:cubicBezTo>
                    <a:cubicBezTo>
                      <a:pt x="13" y="2"/>
                      <a:pt x="14" y="2"/>
                      <a:pt x="14" y="2"/>
                    </a:cubicBezTo>
                    <a:cubicBezTo>
                      <a:pt x="13" y="1"/>
                      <a:pt x="12" y="1"/>
                      <a:pt x="11" y="1"/>
                    </a:cubicBezTo>
                    <a:cubicBezTo>
                      <a:pt x="10" y="1"/>
                      <a:pt x="8" y="0"/>
                      <a:pt x="8" y="0"/>
                    </a:cubicBezTo>
                    <a:cubicBezTo>
                      <a:pt x="8" y="0"/>
                      <a:pt x="3" y="2"/>
                      <a:pt x="0" y="3"/>
                    </a:cubicBezTo>
                    <a:cubicBezTo>
                      <a:pt x="0" y="5"/>
                      <a:pt x="0" y="7"/>
                      <a:pt x="2" y="8"/>
                    </a:cubicBezTo>
                    <a:cubicBezTo>
                      <a:pt x="4" y="9"/>
                      <a:pt x="3" y="11"/>
                      <a:pt x="4" y="13"/>
                    </a:cubicBezTo>
                    <a:cubicBezTo>
                      <a:pt x="5" y="16"/>
                      <a:pt x="5" y="26"/>
                      <a:pt x="4" y="26"/>
                    </a:cubicBezTo>
                    <a:cubicBezTo>
                      <a:pt x="3" y="26"/>
                      <a:pt x="2" y="27"/>
                      <a:pt x="1" y="29"/>
                    </a:cubicBezTo>
                    <a:cubicBezTo>
                      <a:pt x="2" y="31"/>
                      <a:pt x="5" y="34"/>
                      <a:pt x="7" y="36"/>
                    </a:cubicBezTo>
                    <a:cubicBezTo>
                      <a:pt x="7" y="36"/>
                      <a:pt x="7" y="36"/>
                      <a:pt x="7" y="36"/>
                    </a:cubicBezTo>
                    <a:cubicBezTo>
                      <a:pt x="9" y="36"/>
                      <a:pt x="15" y="40"/>
                      <a:pt x="15" y="40"/>
                    </a:cubicBezTo>
                    <a:cubicBezTo>
                      <a:pt x="15" y="40"/>
                      <a:pt x="23" y="39"/>
                      <a:pt x="28" y="38"/>
                    </a:cubicBezTo>
                    <a:cubicBezTo>
                      <a:pt x="28" y="37"/>
                      <a:pt x="29" y="36"/>
                      <a:pt x="29" y="35"/>
                    </a:cubicBezTo>
                    <a:cubicBezTo>
                      <a:pt x="28" y="34"/>
                      <a:pt x="30" y="32"/>
                      <a:pt x="31" y="32"/>
                    </a:cubicBezTo>
                    <a:cubicBezTo>
                      <a:pt x="33" y="32"/>
                      <a:pt x="31" y="29"/>
                      <a:pt x="29" y="2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560" name="Text Placeholder 553">
            <a:extLst>
              <a:ext uri="{FF2B5EF4-FFF2-40B4-BE49-F238E27FC236}">
                <a16:creationId xmlns:a16="http://schemas.microsoft.com/office/drawing/2014/main" id="{D912895C-B21A-4D2F-8D0B-7647A17FE88C}"/>
              </a:ext>
            </a:extLst>
          </p:cNvPr>
          <p:cNvSpPr>
            <a:spLocks noGrp="1"/>
          </p:cNvSpPr>
          <p:nvPr>
            <p:ph type="body" sz="quarter" idx="14" hasCustomPrompt="1"/>
          </p:nvPr>
        </p:nvSpPr>
        <p:spPr>
          <a:xfrm>
            <a:off x="6108111" y="2605399"/>
            <a:ext cx="470585" cy="568049"/>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640080" anchor="ctr" anchorCtr="0">
            <a:noAutofit/>
          </a:bodyPr>
          <a:lstStyle>
            <a:lvl1pPr>
              <a:defRPr sz="2400" b="1"/>
            </a:lvl1pPr>
          </a:lstStyle>
          <a:p>
            <a:pPr lvl="0"/>
            <a:r>
              <a:rPr lang="en-US"/>
              <a:t>Bucharest, Romania</a:t>
            </a:r>
          </a:p>
        </p:txBody>
      </p:sp>
      <p:sp>
        <p:nvSpPr>
          <p:cNvPr id="2" name="Title 1">
            <a:extLst>
              <a:ext uri="{FF2B5EF4-FFF2-40B4-BE49-F238E27FC236}">
                <a16:creationId xmlns:a16="http://schemas.microsoft.com/office/drawing/2014/main" id="{72AE62B8-76B4-48AF-BECC-7E8965977A8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795918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ptop Screenshot">
    <p:spTree>
      <p:nvGrpSpPr>
        <p:cNvPr id="1" name=""/>
        <p:cNvGrpSpPr/>
        <p:nvPr/>
      </p:nvGrpSpPr>
      <p:grpSpPr>
        <a:xfrm>
          <a:off x="0" y="0"/>
          <a:ext cx="0" cy="0"/>
          <a:chOff x="0" y="0"/>
          <a:chExt cx="0" cy="0"/>
        </a:xfrm>
      </p:grpSpPr>
      <p:pic>
        <p:nvPicPr>
          <p:cNvPr id="10" name="Graphic 9" hidden="1">
            <a:extLst>
              <a:ext uri="{FF2B5EF4-FFF2-40B4-BE49-F238E27FC236}">
                <a16:creationId xmlns:a16="http://schemas.microsoft.com/office/drawing/2014/main" id="{17CDA781-D5FC-4C3F-93B0-299A1CC43D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12103" y="715198"/>
            <a:ext cx="9301845" cy="5352540"/>
          </a:xfrm>
          <a:prstGeom prst="rect">
            <a:avLst/>
          </a:prstGeom>
        </p:spPr>
      </p:pic>
      <p:pic>
        <p:nvPicPr>
          <p:cNvPr id="6" name="Picture 5" descr="A picture containing text, indoor, monitor, computer&#10;&#10;Description automatically generated">
            <a:extLst>
              <a:ext uri="{FF2B5EF4-FFF2-40B4-BE49-F238E27FC236}">
                <a16:creationId xmlns:a16="http://schemas.microsoft.com/office/drawing/2014/main" id="{901AC528-DDC1-F9E4-1686-444353B9454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3502" y="43252"/>
            <a:ext cx="10461820" cy="6408347"/>
          </a:xfrm>
          <a:prstGeom prst="rect">
            <a:avLst/>
          </a:prstGeom>
        </p:spPr>
      </p:pic>
      <p:sp>
        <p:nvSpPr>
          <p:cNvPr id="7" name="Picture Placeholder 5">
            <a:extLst>
              <a:ext uri="{FF2B5EF4-FFF2-40B4-BE49-F238E27FC236}">
                <a16:creationId xmlns:a16="http://schemas.microsoft.com/office/drawing/2014/main" id="{DAEF34FC-F283-EAE8-A23E-2F59B5A1B03B}"/>
              </a:ext>
            </a:extLst>
          </p:cNvPr>
          <p:cNvSpPr>
            <a:spLocks noGrp="1"/>
          </p:cNvSpPr>
          <p:nvPr>
            <p:ph type="pic" sz="quarter" idx="29"/>
          </p:nvPr>
        </p:nvSpPr>
        <p:spPr>
          <a:xfrm>
            <a:off x="2387956" y="1162050"/>
            <a:ext cx="7412912" cy="4178300"/>
          </a:xfrm>
          <a:solidFill>
            <a:schemeClr val="bg2"/>
          </a:solidFill>
        </p:spPr>
        <p:txBody>
          <a:bodyPr anchor="ctr"/>
          <a:lstStyle>
            <a:lvl1pPr algn="ctr">
              <a:defRPr/>
            </a:lvl1pPr>
          </a:lstStyle>
          <a:p>
            <a:r>
              <a:rPr lang="en-US"/>
              <a:t>Click icon to add picture</a:t>
            </a:r>
          </a:p>
        </p:txBody>
      </p:sp>
      <p:pic>
        <p:nvPicPr>
          <p:cNvPr id="2" name="Graphic 1" hidden="1">
            <a:extLst>
              <a:ext uri="{FF2B5EF4-FFF2-40B4-BE49-F238E27FC236}">
                <a16:creationId xmlns:a16="http://schemas.microsoft.com/office/drawing/2014/main" id="{B7961E54-2D5C-F2C8-B5EB-C247C5FC79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12103" y="715198"/>
            <a:ext cx="9301845" cy="5352540"/>
          </a:xfrm>
          <a:prstGeom prst="rect">
            <a:avLst/>
          </a:prstGeom>
        </p:spPr>
      </p:pic>
    </p:spTree>
    <p:extLst>
      <p:ext uri="{BB962C8B-B14F-4D97-AF65-F5344CB8AC3E}">
        <p14:creationId xmlns:p14="http://schemas.microsoft.com/office/powerpoint/2010/main" val="398607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Full Image">
    <p:bg>
      <p:bgPr>
        <a:solidFill>
          <a:schemeClr val="bg2"/>
        </a:solidFill>
        <a:effectLst/>
      </p:bgPr>
    </p:bg>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1" y="0"/>
            <a:ext cx="12188825" cy="6858000"/>
          </a:xfrm>
          <a:solidFill>
            <a:schemeClr val="bg2"/>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25707377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Subhea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1" y="1783536"/>
            <a:ext cx="11428412" cy="1679947"/>
          </a:xfrm>
        </p:spPr>
        <p:txBody>
          <a:bodyPr tIns="0">
            <a:spAutoFit/>
          </a:bodyPr>
          <a:lstStyle>
            <a:lvl2pPr>
              <a:buClr>
                <a:schemeClr val="tx1"/>
              </a:buClr>
              <a:defRPr baseline="0"/>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002" y="1382712"/>
            <a:ext cx="11427050"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 name="Title 1">
            <a:extLst>
              <a:ext uri="{FF2B5EF4-FFF2-40B4-BE49-F238E27FC236}">
                <a16:creationId xmlns:a16="http://schemas.microsoft.com/office/drawing/2014/main" id="{7C5D76FC-5FC2-0A6E-2E54-FE137E70F72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799830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26C9-C562-4C9E-9D7E-52E44652AF23}"/>
              </a:ext>
            </a:extLst>
          </p:cNvPr>
          <p:cNvSpPr>
            <a:spLocks noGrp="1"/>
          </p:cNvSpPr>
          <p:nvPr>
            <p:ph type="title"/>
          </p:nvPr>
        </p:nvSpPr>
        <p:spPr/>
        <p:txBody>
          <a:bodyPr/>
          <a:lstStyle/>
          <a:p>
            <a:r>
              <a:rPr lang="en-US"/>
              <a:t>Click to edit Master title style</a:t>
            </a:r>
          </a:p>
        </p:txBody>
      </p:sp>
      <p:sp>
        <p:nvSpPr>
          <p:cNvPr id="10" name="Text Placeholder 14">
            <a:extLst>
              <a:ext uri="{FF2B5EF4-FFF2-40B4-BE49-F238E27FC236}">
                <a16:creationId xmlns:a16="http://schemas.microsoft.com/office/drawing/2014/main" id="{89DB295E-C37C-4211-B0AE-52425FDE08A0}"/>
              </a:ext>
            </a:extLst>
          </p:cNvPr>
          <p:cNvSpPr>
            <a:spLocks noGrp="1"/>
          </p:cNvSpPr>
          <p:nvPr>
            <p:ph type="body" sz="quarter" idx="19" hasCustomPrompt="1"/>
          </p:nvPr>
        </p:nvSpPr>
        <p:spPr>
          <a:xfrm>
            <a:off x="381653" y="1384313"/>
            <a:ext cx="5497831"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Text Placeholder 14">
            <a:extLst>
              <a:ext uri="{FF2B5EF4-FFF2-40B4-BE49-F238E27FC236}">
                <a16:creationId xmlns:a16="http://schemas.microsoft.com/office/drawing/2014/main" id="{94777BAB-A976-435B-9BA1-5B6E981D3174}"/>
              </a:ext>
            </a:extLst>
          </p:cNvPr>
          <p:cNvSpPr>
            <a:spLocks noGrp="1"/>
          </p:cNvSpPr>
          <p:nvPr>
            <p:ph type="body" sz="quarter" idx="20" hasCustomPrompt="1"/>
          </p:nvPr>
        </p:nvSpPr>
        <p:spPr>
          <a:xfrm>
            <a:off x="6312553" y="1384313"/>
            <a:ext cx="5497831"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2" name="Content Placeholder 2">
            <a:extLst>
              <a:ext uri="{FF2B5EF4-FFF2-40B4-BE49-F238E27FC236}">
                <a16:creationId xmlns:a16="http://schemas.microsoft.com/office/drawing/2014/main" id="{AFC59AEB-0C20-4BAC-A591-A240AD7D7548}"/>
              </a:ext>
            </a:extLst>
          </p:cNvPr>
          <p:cNvSpPr>
            <a:spLocks noGrp="1"/>
          </p:cNvSpPr>
          <p:nvPr>
            <p:ph idx="21"/>
          </p:nvPr>
        </p:nvSpPr>
        <p:spPr>
          <a:xfrm>
            <a:off x="381001" y="1781174"/>
            <a:ext cx="5498484"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tx1"/>
              </a:buClr>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lvl="4"/>
            <a:r>
              <a:rPr lang="en-US"/>
              <a:t>Fifth level</a:t>
            </a:r>
          </a:p>
        </p:txBody>
      </p:sp>
      <p:sp>
        <p:nvSpPr>
          <p:cNvPr id="13" name="Content Placeholder 2">
            <a:extLst>
              <a:ext uri="{FF2B5EF4-FFF2-40B4-BE49-F238E27FC236}">
                <a16:creationId xmlns:a16="http://schemas.microsoft.com/office/drawing/2014/main" id="{114114AF-055C-4E9E-BD24-0EA4638FFBA5}"/>
              </a:ext>
            </a:extLst>
          </p:cNvPr>
          <p:cNvSpPr>
            <a:spLocks noGrp="1"/>
          </p:cNvSpPr>
          <p:nvPr>
            <p:ph idx="22"/>
          </p:nvPr>
        </p:nvSpPr>
        <p:spPr>
          <a:xfrm>
            <a:off x="6311901" y="1781174"/>
            <a:ext cx="5498484"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Tree>
    <p:extLst>
      <p:ext uri="{BB962C8B-B14F-4D97-AF65-F5344CB8AC3E}">
        <p14:creationId xmlns:p14="http://schemas.microsoft.com/office/powerpoint/2010/main" val="4447745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1"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2136F9D9-C115-4CFC-8288-DA3519CE2A0C}"/>
              </a:ext>
            </a:extLst>
          </p:cNvPr>
          <p:cNvSpPr>
            <a:spLocks noGrp="1"/>
          </p:cNvSpPr>
          <p:nvPr>
            <p:ph idx="20"/>
          </p:nvPr>
        </p:nvSpPr>
        <p:spPr>
          <a:xfrm>
            <a:off x="381001" y="1781174"/>
            <a:ext cx="3632832"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tx1"/>
              </a:buClr>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lvl="4"/>
            <a:r>
              <a:rPr lang="en-US"/>
              <a:t>Fifth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79550"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45F79959-0949-4FB6-BF24-B3C0EBA34E8A}"/>
              </a:ext>
            </a:extLst>
          </p:cNvPr>
          <p:cNvSpPr>
            <a:spLocks noGrp="1"/>
          </p:cNvSpPr>
          <p:nvPr>
            <p:ph idx="22"/>
          </p:nvPr>
        </p:nvSpPr>
        <p:spPr>
          <a:xfrm>
            <a:off x="4276272" y="1781174"/>
            <a:ext cx="3632832"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78099"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D08D5800-8154-4234-B28D-C636F2E768A3}"/>
              </a:ext>
            </a:extLst>
          </p:cNvPr>
          <p:cNvSpPr>
            <a:spLocks noGrp="1"/>
          </p:cNvSpPr>
          <p:nvPr>
            <p:ph idx="24"/>
          </p:nvPr>
        </p:nvSpPr>
        <p:spPr>
          <a:xfrm>
            <a:off x="8171544" y="1781174"/>
            <a:ext cx="3632832"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3" name="Title 2">
            <a:extLst>
              <a:ext uri="{FF2B5EF4-FFF2-40B4-BE49-F238E27FC236}">
                <a16:creationId xmlns:a16="http://schemas.microsoft.com/office/drawing/2014/main" id="{627AFD46-0A5D-43AC-A0F5-91BC9C4AE6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381921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4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001"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BB4E2362-E356-4A39-BFCD-3E1AEA06E41E}"/>
              </a:ext>
            </a:extLst>
          </p:cNvPr>
          <p:cNvSpPr>
            <a:spLocks noGrp="1"/>
          </p:cNvSpPr>
          <p:nvPr>
            <p:ph idx="20"/>
          </p:nvPr>
        </p:nvSpPr>
        <p:spPr>
          <a:xfrm>
            <a:off x="381001" y="1781174"/>
            <a:ext cx="2741320" cy="1987724"/>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5" name="Text Placeholder 14">
            <a:extLst>
              <a:ext uri="{FF2B5EF4-FFF2-40B4-BE49-F238E27FC236}">
                <a16:creationId xmlns:a16="http://schemas.microsoft.com/office/drawing/2014/main" id="{5DED9890-AE6A-4175-A2D3-94CD8046DE11}"/>
              </a:ext>
            </a:extLst>
          </p:cNvPr>
          <p:cNvSpPr>
            <a:spLocks noGrp="1"/>
          </p:cNvSpPr>
          <p:nvPr>
            <p:ph type="body" sz="quarter" idx="21" hasCustomPrompt="1"/>
          </p:nvPr>
        </p:nvSpPr>
        <p:spPr>
          <a:xfrm>
            <a:off x="3278242"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BB3C3060-27A6-4548-B724-025333818485}"/>
              </a:ext>
            </a:extLst>
          </p:cNvPr>
          <p:cNvSpPr>
            <a:spLocks noGrp="1"/>
          </p:cNvSpPr>
          <p:nvPr>
            <p:ph idx="22"/>
          </p:nvPr>
        </p:nvSpPr>
        <p:spPr>
          <a:xfrm>
            <a:off x="3276601" y="1781174"/>
            <a:ext cx="2741320" cy="1987724"/>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7" name="Text Placeholder 14">
            <a:extLst>
              <a:ext uri="{FF2B5EF4-FFF2-40B4-BE49-F238E27FC236}">
                <a16:creationId xmlns:a16="http://schemas.microsoft.com/office/drawing/2014/main" id="{85B79AD3-9CCE-4AA6-A9B4-5F9A43BC7813}"/>
              </a:ext>
            </a:extLst>
          </p:cNvPr>
          <p:cNvSpPr>
            <a:spLocks noGrp="1"/>
          </p:cNvSpPr>
          <p:nvPr>
            <p:ph type="body" sz="quarter" idx="23" hasCustomPrompt="1"/>
          </p:nvPr>
        </p:nvSpPr>
        <p:spPr>
          <a:xfrm>
            <a:off x="6175483"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8" name="Content Placeholder 2">
            <a:extLst>
              <a:ext uri="{FF2B5EF4-FFF2-40B4-BE49-F238E27FC236}">
                <a16:creationId xmlns:a16="http://schemas.microsoft.com/office/drawing/2014/main" id="{4C5F5AA9-D133-46A4-A522-544F77D1A78B}"/>
              </a:ext>
            </a:extLst>
          </p:cNvPr>
          <p:cNvSpPr>
            <a:spLocks noGrp="1"/>
          </p:cNvSpPr>
          <p:nvPr>
            <p:ph idx="24"/>
          </p:nvPr>
        </p:nvSpPr>
        <p:spPr>
          <a:xfrm>
            <a:off x="6172201" y="1781174"/>
            <a:ext cx="2741320" cy="1987724"/>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9" name="Text Placeholder 14">
            <a:extLst>
              <a:ext uri="{FF2B5EF4-FFF2-40B4-BE49-F238E27FC236}">
                <a16:creationId xmlns:a16="http://schemas.microsoft.com/office/drawing/2014/main" id="{2AD1F5CB-9325-407F-A82E-AD63D7DB55BC}"/>
              </a:ext>
            </a:extLst>
          </p:cNvPr>
          <p:cNvSpPr>
            <a:spLocks noGrp="1"/>
          </p:cNvSpPr>
          <p:nvPr>
            <p:ph type="body" sz="quarter" idx="25" hasCustomPrompt="1"/>
          </p:nvPr>
        </p:nvSpPr>
        <p:spPr>
          <a:xfrm>
            <a:off x="9072725"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0" name="Content Placeholder 2">
            <a:extLst>
              <a:ext uri="{FF2B5EF4-FFF2-40B4-BE49-F238E27FC236}">
                <a16:creationId xmlns:a16="http://schemas.microsoft.com/office/drawing/2014/main" id="{D422D8ED-8DB0-4D9F-8593-51376DCEC52C}"/>
              </a:ext>
            </a:extLst>
          </p:cNvPr>
          <p:cNvSpPr>
            <a:spLocks noGrp="1"/>
          </p:cNvSpPr>
          <p:nvPr>
            <p:ph idx="26"/>
          </p:nvPr>
        </p:nvSpPr>
        <p:spPr>
          <a:xfrm>
            <a:off x="9067801" y="1781174"/>
            <a:ext cx="2741320" cy="1987724"/>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 name="Title 1">
            <a:extLst>
              <a:ext uri="{FF2B5EF4-FFF2-40B4-BE49-F238E27FC236}">
                <a16:creationId xmlns:a16="http://schemas.microsoft.com/office/drawing/2014/main" id="{E9A4D9F3-C7D9-43F2-953A-454ACDC677E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063269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001"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9" name="Text Placeholder 14">
            <a:extLst>
              <a:ext uri="{FF2B5EF4-FFF2-40B4-BE49-F238E27FC236}">
                <a16:creationId xmlns:a16="http://schemas.microsoft.com/office/drawing/2014/main" id="{2472D317-8C7C-4435-97B7-AD733CBE008E}"/>
              </a:ext>
            </a:extLst>
          </p:cNvPr>
          <p:cNvSpPr>
            <a:spLocks noGrp="1"/>
          </p:cNvSpPr>
          <p:nvPr>
            <p:ph type="body" sz="quarter" idx="21" hasCustomPrompt="1"/>
          </p:nvPr>
        </p:nvSpPr>
        <p:spPr>
          <a:xfrm>
            <a:off x="2701609"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1" name="Text Placeholder 14">
            <a:extLst>
              <a:ext uri="{FF2B5EF4-FFF2-40B4-BE49-F238E27FC236}">
                <a16:creationId xmlns:a16="http://schemas.microsoft.com/office/drawing/2014/main" id="{7C950CA8-931F-42EC-8D1C-684B10BA33DF}"/>
              </a:ext>
            </a:extLst>
          </p:cNvPr>
          <p:cNvSpPr>
            <a:spLocks noGrp="1"/>
          </p:cNvSpPr>
          <p:nvPr>
            <p:ph type="body" sz="quarter" idx="23" hasCustomPrompt="1"/>
          </p:nvPr>
        </p:nvSpPr>
        <p:spPr>
          <a:xfrm>
            <a:off x="5022217"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1" name="Text Placeholder 14">
            <a:extLst>
              <a:ext uri="{FF2B5EF4-FFF2-40B4-BE49-F238E27FC236}">
                <a16:creationId xmlns:a16="http://schemas.microsoft.com/office/drawing/2014/main" id="{CFB36ED7-BBFD-4DB9-9421-F9BE8CD07C55}"/>
              </a:ext>
            </a:extLst>
          </p:cNvPr>
          <p:cNvSpPr>
            <a:spLocks noGrp="1"/>
          </p:cNvSpPr>
          <p:nvPr>
            <p:ph type="body" sz="quarter" idx="25" hasCustomPrompt="1"/>
          </p:nvPr>
        </p:nvSpPr>
        <p:spPr>
          <a:xfrm>
            <a:off x="7342825"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3" name="Text Placeholder 14">
            <a:extLst>
              <a:ext uri="{FF2B5EF4-FFF2-40B4-BE49-F238E27FC236}">
                <a16:creationId xmlns:a16="http://schemas.microsoft.com/office/drawing/2014/main" id="{D6519DA7-2099-4BBE-BC01-9482B3B54131}"/>
              </a:ext>
            </a:extLst>
          </p:cNvPr>
          <p:cNvSpPr>
            <a:spLocks noGrp="1"/>
          </p:cNvSpPr>
          <p:nvPr>
            <p:ph type="body" sz="quarter" idx="27" hasCustomPrompt="1"/>
          </p:nvPr>
        </p:nvSpPr>
        <p:spPr>
          <a:xfrm>
            <a:off x="9663434"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 name="Title 2">
            <a:extLst>
              <a:ext uri="{FF2B5EF4-FFF2-40B4-BE49-F238E27FC236}">
                <a16:creationId xmlns:a16="http://schemas.microsoft.com/office/drawing/2014/main" id="{8BDFC327-60D5-4420-B53E-212D6DE4887A}"/>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667CDA3-2D8A-6C25-0F85-6E1AB88FC8F0}"/>
              </a:ext>
            </a:extLst>
          </p:cNvPr>
          <p:cNvSpPr>
            <a:spLocks noGrp="1"/>
          </p:cNvSpPr>
          <p:nvPr>
            <p:ph sz="quarter" idx="28"/>
          </p:nvPr>
        </p:nvSpPr>
        <p:spPr>
          <a:xfrm>
            <a:off x="380999" y="1781174"/>
            <a:ext cx="2143176" cy="1803058"/>
          </a:xfrm>
        </p:spPr>
        <p:txBody>
          <a:bodyPr>
            <a:sp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6E2471F9-5675-827E-F772-4E8A589A7DE9}"/>
              </a:ext>
            </a:extLst>
          </p:cNvPr>
          <p:cNvSpPr>
            <a:spLocks noGrp="1"/>
          </p:cNvSpPr>
          <p:nvPr>
            <p:ph sz="quarter" idx="29"/>
          </p:nvPr>
        </p:nvSpPr>
        <p:spPr>
          <a:xfrm>
            <a:off x="2701608" y="1781174"/>
            <a:ext cx="2143176" cy="1803058"/>
          </a:xfrm>
        </p:spPr>
        <p:txBody>
          <a:bodyPr>
            <a:sp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0252D70-3D81-1CBE-A29A-3BE422498435}"/>
              </a:ext>
            </a:extLst>
          </p:cNvPr>
          <p:cNvSpPr>
            <a:spLocks noGrp="1"/>
          </p:cNvSpPr>
          <p:nvPr>
            <p:ph sz="quarter" idx="30"/>
          </p:nvPr>
        </p:nvSpPr>
        <p:spPr>
          <a:xfrm>
            <a:off x="5022217" y="1781174"/>
            <a:ext cx="2143176" cy="1803058"/>
          </a:xfrm>
        </p:spPr>
        <p:txBody>
          <a:bodyPr>
            <a:sp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E8EE84D0-DE36-1F33-0569-3071708C6552}"/>
              </a:ext>
            </a:extLst>
          </p:cNvPr>
          <p:cNvSpPr>
            <a:spLocks noGrp="1"/>
          </p:cNvSpPr>
          <p:nvPr>
            <p:ph sz="quarter" idx="31"/>
          </p:nvPr>
        </p:nvSpPr>
        <p:spPr>
          <a:xfrm>
            <a:off x="7342826" y="1781174"/>
            <a:ext cx="2143176" cy="1803058"/>
          </a:xfrm>
        </p:spPr>
        <p:txBody>
          <a:bodyPr>
            <a:sp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74FC6590-45B4-60C9-51D1-402D9BEC1CD8}"/>
              </a:ext>
            </a:extLst>
          </p:cNvPr>
          <p:cNvSpPr>
            <a:spLocks noGrp="1"/>
          </p:cNvSpPr>
          <p:nvPr>
            <p:ph sz="quarter" idx="32"/>
          </p:nvPr>
        </p:nvSpPr>
        <p:spPr>
          <a:xfrm>
            <a:off x="9663434" y="1781174"/>
            <a:ext cx="2143176" cy="1803058"/>
          </a:xfrm>
        </p:spPr>
        <p:txBody>
          <a:bodyPr>
            <a:sp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26798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6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1"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2136F9D9-C115-4CFC-8288-DA3519CE2A0C}"/>
              </a:ext>
            </a:extLst>
          </p:cNvPr>
          <p:cNvSpPr>
            <a:spLocks noGrp="1"/>
          </p:cNvSpPr>
          <p:nvPr>
            <p:ph idx="20" hasCustomPrompt="1"/>
          </p:nvPr>
        </p:nvSpPr>
        <p:spPr>
          <a:xfrm>
            <a:off x="381001" y="1781173"/>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88273"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45F79959-0949-4FB6-BF24-B3C0EBA34E8A}"/>
              </a:ext>
            </a:extLst>
          </p:cNvPr>
          <p:cNvSpPr>
            <a:spLocks noGrp="1"/>
          </p:cNvSpPr>
          <p:nvPr>
            <p:ph idx="22" hasCustomPrompt="1"/>
          </p:nvPr>
        </p:nvSpPr>
        <p:spPr>
          <a:xfrm>
            <a:off x="4285005" y="1781173"/>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95545"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D08D5800-8154-4234-B28D-C636F2E768A3}"/>
              </a:ext>
            </a:extLst>
          </p:cNvPr>
          <p:cNvSpPr>
            <a:spLocks noGrp="1"/>
          </p:cNvSpPr>
          <p:nvPr>
            <p:ph idx="24" hasCustomPrompt="1"/>
          </p:nvPr>
        </p:nvSpPr>
        <p:spPr>
          <a:xfrm>
            <a:off x="8189009" y="1781173"/>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0" name="Text Placeholder 14">
            <a:extLst>
              <a:ext uri="{FF2B5EF4-FFF2-40B4-BE49-F238E27FC236}">
                <a16:creationId xmlns:a16="http://schemas.microsoft.com/office/drawing/2014/main" id="{3433CE7C-F359-47A8-841D-14982B8C8FE6}"/>
              </a:ext>
            </a:extLst>
          </p:cNvPr>
          <p:cNvSpPr>
            <a:spLocks noGrp="1"/>
          </p:cNvSpPr>
          <p:nvPr>
            <p:ph type="body" sz="quarter" idx="25" hasCustomPrompt="1"/>
          </p:nvPr>
        </p:nvSpPr>
        <p:spPr>
          <a:xfrm>
            <a:off x="381001"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Content Placeholder 2">
            <a:extLst>
              <a:ext uri="{FF2B5EF4-FFF2-40B4-BE49-F238E27FC236}">
                <a16:creationId xmlns:a16="http://schemas.microsoft.com/office/drawing/2014/main" id="{641F7901-0058-4543-B156-041351228BF3}"/>
              </a:ext>
            </a:extLst>
          </p:cNvPr>
          <p:cNvSpPr>
            <a:spLocks noGrp="1"/>
          </p:cNvSpPr>
          <p:nvPr>
            <p:ph idx="26" hasCustomPrompt="1"/>
          </p:nvPr>
        </p:nvSpPr>
        <p:spPr>
          <a:xfrm>
            <a:off x="381001"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2" name="Text Placeholder 14">
            <a:extLst>
              <a:ext uri="{FF2B5EF4-FFF2-40B4-BE49-F238E27FC236}">
                <a16:creationId xmlns:a16="http://schemas.microsoft.com/office/drawing/2014/main" id="{3B24EDE4-1DE9-4DA3-A5DE-8AA56EA30F8A}"/>
              </a:ext>
            </a:extLst>
          </p:cNvPr>
          <p:cNvSpPr>
            <a:spLocks noGrp="1"/>
          </p:cNvSpPr>
          <p:nvPr>
            <p:ph type="body" sz="quarter" idx="27" hasCustomPrompt="1"/>
          </p:nvPr>
        </p:nvSpPr>
        <p:spPr>
          <a:xfrm>
            <a:off x="4288273"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4" name="Content Placeholder 2">
            <a:extLst>
              <a:ext uri="{FF2B5EF4-FFF2-40B4-BE49-F238E27FC236}">
                <a16:creationId xmlns:a16="http://schemas.microsoft.com/office/drawing/2014/main" id="{C9E62CC6-7DD7-4F2C-92A7-592426B1F84C}"/>
              </a:ext>
            </a:extLst>
          </p:cNvPr>
          <p:cNvSpPr>
            <a:spLocks noGrp="1"/>
          </p:cNvSpPr>
          <p:nvPr>
            <p:ph idx="28" hasCustomPrompt="1"/>
          </p:nvPr>
        </p:nvSpPr>
        <p:spPr>
          <a:xfrm>
            <a:off x="4285005"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5" name="Text Placeholder 14">
            <a:extLst>
              <a:ext uri="{FF2B5EF4-FFF2-40B4-BE49-F238E27FC236}">
                <a16:creationId xmlns:a16="http://schemas.microsoft.com/office/drawing/2014/main" id="{753DB1F1-4AE8-4CB2-9862-800506C55B58}"/>
              </a:ext>
            </a:extLst>
          </p:cNvPr>
          <p:cNvSpPr>
            <a:spLocks noGrp="1"/>
          </p:cNvSpPr>
          <p:nvPr>
            <p:ph type="body" sz="quarter" idx="29" hasCustomPrompt="1"/>
          </p:nvPr>
        </p:nvSpPr>
        <p:spPr>
          <a:xfrm>
            <a:off x="8195545"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Content Placeholder 2">
            <a:extLst>
              <a:ext uri="{FF2B5EF4-FFF2-40B4-BE49-F238E27FC236}">
                <a16:creationId xmlns:a16="http://schemas.microsoft.com/office/drawing/2014/main" id="{62DFB085-0C55-4FCF-A2C8-2D229DB955D0}"/>
              </a:ext>
            </a:extLst>
          </p:cNvPr>
          <p:cNvSpPr>
            <a:spLocks noGrp="1"/>
          </p:cNvSpPr>
          <p:nvPr>
            <p:ph idx="30" hasCustomPrompt="1"/>
          </p:nvPr>
        </p:nvSpPr>
        <p:spPr>
          <a:xfrm>
            <a:off x="8189009"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3" name="Title 2">
            <a:extLst>
              <a:ext uri="{FF2B5EF4-FFF2-40B4-BE49-F238E27FC236}">
                <a16:creationId xmlns:a16="http://schemas.microsoft.com/office/drawing/2014/main" id="{6CE697B4-F430-4CA7-935A-2F894B6230E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623146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ank you + Contacts">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381001"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21" name="Text Placeholder 20"/>
          <p:cNvSpPr>
            <a:spLocks noGrp="1"/>
          </p:cNvSpPr>
          <p:nvPr>
            <p:ph type="body" sz="quarter" idx="21" hasCustomPrompt="1"/>
          </p:nvPr>
        </p:nvSpPr>
        <p:spPr>
          <a:xfrm>
            <a:off x="381001"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tx1"/>
              </a:buClr>
              <a:defRPr sz="1200"/>
            </a:lvl2pPr>
            <a:lvl3pPr marL="225425" indent="-112713">
              <a:lnSpc>
                <a:spcPct val="110000"/>
              </a:lnSpc>
              <a:spcBef>
                <a:spcPts val="0"/>
              </a:spcBef>
              <a:buClr>
                <a:schemeClr val="tx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0" name="Text Placeholder 29"/>
          <p:cNvSpPr>
            <a:spLocks noGrp="1"/>
          </p:cNvSpPr>
          <p:nvPr>
            <p:ph type="body" sz="quarter" idx="28" hasCustomPrompt="1"/>
          </p:nvPr>
        </p:nvSpPr>
        <p:spPr>
          <a:xfrm>
            <a:off x="381002" y="4077353"/>
            <a:ext cx="8788398" cy="743793"/>
          </a:xfrm>
        </p:spPr>
        <p:txBody>
          <a:bodyPr>
            <a:spAutoFit/>
          </a:bodyPr>
          <a:lstStyle>
            <a:lvl1pPr>
              <a:defRPr sz="900"/>
            </a:lvl1pPr>
            <a:lvl2pPr marL="114300" indent="-114300">
              <a:spcBef>
                <a:spcPts val="100"/>
              </a:spcBef>
              <a:buClr>
                <a:schemeClr val="tx1"/>
              </a:buClr>
              <a:tabLst/>
              <a:defRPr sz="900"/>
            </a:lvl2pPr>
            <a:lvl3pPr marL="230188" indent="-115888">
              <a:spcBef>
                <a:spcPts val="100"/>
              </a:spcBef>
              <a:buClr>
                <a:schemeClr val="tx1"/>
              </a:buClr>
              <a:tabLst/>
              <a:defRPr sz="900"/>
            </a:lvl3pPr>
            <a:lvl4pPr marL="346075" indent="-115888">
              <a:spcBef>
                <a:spcPts val="100"/>
              </a:spcBef>
              <a:buClr>
                <a:schemeClr val="tx1"/>
              </a:buClr>
              <a:tabLst/>
              <a:defRPr sz="900"/>
            </a:lvl4pPr>
            <a:lvl5pPr marL="460375" indent="-114300">
              <a:spcBef>
                <a:spcPts val="100"/>
              </a:spcBef>
              <a:buClr>
                <a:schemeClr val="tx1"/>
              </a:buClr>
              <a:tabLst/>
              <a:defRPr sz="900"/>
            </a:lvl5pPr>
          </a:lstStyle>
          <a:p>
            <a:pPr lvl="0"/>
            <a:r>
              <a:rPr lang="en-US"/>
              <a:t>Insert Legal Copy</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0E338DBE-2C15-4F70-8277-DDD730F975BE}"/>
              </a:ext>
            </a:extLst>
          </p:cNvPr>
          <p:cNvSpPr>
            <a:spLocks noGrp="1"/>
          </p:cNvSpPr>
          <p:nvPr>
            <p:ph type="title"/>
          </p:nvPr>
        </p:nvSpPr>
        <p:spPr/>
        <p:txBody>
          <a:bodyPr/>
          <a:lstStyle/>
          <a:p>
            <a:r>
              <a:rPr lang="en-US"/>
              <a:t>Click to edit Master title style</a:t>
            </a:r>
          </a:p>
        </p:txBody>
      </p:sp>
      <p:sp>
        <p:nvSpPr>
          <p:cNvPr id="29" name="Text Placeholder 14">
            <a:extLst>
              <a:ext uri="{FF2B5EF4-FFF2-40B4-BE49-F238E27FC236}">
                <a16:creationId xmlns:a16="http://schemas.microsoft.com/office/drawing/2014/main" id="{AC53361B-5856-4302-8CF7-6BF7C17066C3}"/>
              </a:ext>
            </a:extLst>
          </p:cNvPr>
          <p:cNvSpPr>
            <a:spLocks noGrp="1"/>
          </p:cNvSpPr>
          <p:nvPr>
            <p:ph type="body" sz="quarter" idx="29" hasCustomPrompt="1"/>
          </p:nvPr>
        </p:nvSpPr>
        <p:spPr>
          <a:xfrm>
            <a:off x="2620983"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1" name="Text Placeholder 20">
            <a:extLst>
              <a:ext uri="{FF2B5EF4-FFF2-40B4-BE49-F238E27FC236}">
                <a16:creationId xmlns:a16="http://schemas.microsoft.com/office/drawing/2014/main" id="{95A3F7CB-6CED-43C7-A382-F2A8F2EBD76B}"/>
              </a:ext>
            </a:extLst>
          </p:cNvPr>
          <p:cNvSpPr>
            <a:spLocks noGrp="1"/>
          </p:cNvSpPr>
          <p:nvPr>
            <p:ph type="body" sz="quarter" idx="30" hasCustomPrompt="1"/>
          </p:nvPr>
        </p:nvSpPr>
        <p:spPr>
          <a:xfrm>
            <a:off x="2621064"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lang="en-US" sz="1200" kern="1200" dirty="0">
                <a:solidFill>
                  <a:schemeClr val="tx1"/>
                </a:solidFill>
                <a:latin typeface="Arial"/>
                <a:ea typeface="+mn-ea"/>
                <a:cs typeface="Arial"/>
              </a:defRPr>
            </a:lvl2pPr>
            <a:lvl3pPr marL="225425" indent="-112713">
              <a:lnSpc>
                <a:spcPct val="110000"/>
              </a:lnSpc>
              <a:spcBef>
                <a:spcPts val="0"/>
              </a:spcBef>
              <a:buClr>
                <a:schemeClr val="accent1"/>
              </a:buClr>
              <a:defRPr lang="en-US" sz="1200" kern="1200" dirty="0">
                <a:solidFill>
                  <a:schemeClr val="tx1"/>
                </a:solidFill>
                <a:latin typeface="Arial"/>
                <a:ea typeface="+mn-ea"/>
                <a:cs typeface="Arial"/>
              </a:defRPr>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marL="112713" lvl="1" indent="-112713" algn="l" defTabSz="457200" rtl="0" eaLnBrk="1" latinLnBrk="0" hangingPunct="1">
              <a:lnSpc>
                <a:spcPct val="110000"/>
              </a:lnSpc>
              <a:spcBef>
                <a:spcPts val="0"/>
              </a:spcBef>
              <a:buClr>
                <a:schemeClr val="tx1"/>
              </a:buClr>
              <a:buFont typeface="Arial"/>
              <a:buChar char="•"/>
            </a:pPr>
            <a:r>
              <a:rPr lang="en-US"/>
              <a:t>Second level</a:t>
            </a:r>
          </a:p>
          <a:p>
            <a:pPr marL="225425" lvl="2" indent="-112713" algn="l" defTabSz="457200" rtl="0" eaLnBrk="1" latinLnBrk="0" hangingPunct="1">
              <a:lnSpc>
                <a:spcPct val="110000"/>
              </a:lnSpc>
              <a:spcBef>
                <a:spcPts val="0"/>
              </a:spcBef>
              <a:buClr>
                <a:schemeClr val="tx1"/>
              </a:buClr>
              <a:buFont typeface="Lucida Grande"/>
              <a:buChar char="-"/>
            </a:pPr>
            <a:r>
              <a:rPr lang="en-US"/>
              <a:t>Third level</a:t>
            </a:r>
          </a:p>
        </p:txBody>
      </p:sp>
      <p:sp>
        <p:nvSpPr>
          <p:cNvPr id="32" name="Text Placeholder 14">
            <a:extLst>
              <a:ext uri="{FF2B5EF4-FFF2-40B4-BE49-F238E27FC236}">
                <a16:creationId xmlns:a16="http://schemas.microsoft.com/office/drawing/2014/main" id="{A59C17CE-8E20-47E7-9745-BD8DF5D69E9F}"/>
              </a:ext>
            </a:extLst>
          </p:cNvPr>
          <p:cNvSpPr>
            <a:spLocks noGrp="1"/>
          </p:cNvSpPr>
          <p:nvPr>
            <p:ph type="body" sz="quarter" idx="31" hasCustomPrompt="1"/>
          </p:nvPr>
        </p:nvSpPr>
        <p:spPr>
          <a:xfrm>
            <a:off x="4860965"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3" name="Text Placeholder 20">
            <a:extLst>
              <a:ext uri="{FF2B5EF4-FFF2-40B4-BE49-F238E27FC236}">
                <a16:creationId xmlns:a16="http://schemas.microsoft.com/office/drawing/2014/main" id="{0231F24C-AA35-4993-B9E0-BBEE487530C5}"/>
              </a:ext>
            </a:extLst>
          </p:cNvPr>
          <p:cNvSpPr>
            <a:spLocks noGrp="1"/>
          </p:cNvSpPr>
          <p:nvPr>
            <p:ph type="body" sz="quarter" idx="32" hasCustomPrompt="1"/>
          </p:nvPr>
        </p:nvSpPr>
        <p:spPr>
          <a:xfrm>
            <a:off x="4861127"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lang="en-US" sz="1200" kern="1200" dirty="0">
                <a:solidFill>
                  <a:schemeClr val="tx1"/>
                </a:solidFill>
                <a:latin typeface="Arial"/>
                <a:ea typeface="+mn-ea"/>
                <a:cs typeface="Arial"/>
              </a:defRPr>
            </a:lvl2pPr>
            <a:lvl3pPr marL="225425" indent="-112713">
              <a:lnSpc>
                <a:spcPct val="110000"/>
              </a:lnSpc>
              <a:spcBef>
                <a:spcPts val="0"/>
              </a:spcBef>
              <a:buClr>
                <a:schemeClr val="accent1"/>
              </a:buClr>
              <a:defRPr lang="en-US" sz="1200" kern="1200" dirty="0">
                <a:solidFill>
                  <a:schemeClr val="tx1"/>
                </a:solidFill>
                <a:latin typeface="Arial"/>
                <a:ea typeface="+mn-ea"/>
                <a:cs typeface="Arial"/>
              </a:defRPr>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marL="112713" lvl="1" indent="-112713" algn="l" defTabSz="457200" rtl="0" eaLnBrk="1" latinLnBrk="0" hangingPunct="1">
              <a:lnSpc>
                <a:spcPct val="110000"/>
              </a:lnSpc>
              <a:spcBef>
                <a:spcPts val="0"/>
              </a:spcBef>
              <a:buClr>
                <a:schemeClr val="tx1"/>
              </a:buClr>
              <a:buFont typeface="Arial"/>
              <a:buChar char="•"/>
            </a:pPr>
            <a:r>
              <a:rPr lang="en-US"/>
              <a:t>Second level</a:t>
            </a:r>
          </a:p>
          <a:p>
            <a:pPr marL="225425" lvl="2" indent="-112713" algn="l" defTabSz="457200" rtl="0" eaLnBrk="1" latinLnBrk="0" hangingPunct="1">
              <a:lnSpc>
                <a:spcPct val="110000"/>
              </a:lnSpc>
              <a:spcBef>
                <a:spcPts val="0"/>
              </a:spcBef>
              <a:buClr>
                <a:schemeClr val="tx1"/>
              </a:buClr>
              <a:buFont typeface="Lucida Grande"/>
              <a:buChar char="-"/>
            </a:pPr>
            <a:r>
              <a:rPr lang="en-US"/>
              <a:t>Third level</a:t>
            </a:r>
          </a:p>
        </p:txBody>
      </p:sp>
      <p:sp>
        <p:nvSpPr>
          <p:cNvPr id="34" name="Text Placeholder 14">
            <a:extLst>
              <a:ext uri="{FF2B5EF4-FFF2-40B4-BE49-F238E27FC236}">
                <a16:creationId xmlns:a16="http://schemas.microsoft.com/office/drawing/2014/main" id="{4A5AC34E-3B4C-469E-B9C4-C085D8EC0272}"/>
              </a:ext>
            </a:extLst>
          </p:cNvPr>
          <p:cNvSpPr>
            <a:spLocks noGrp="1"/>
          </p:cNvSpPr>
          <p:nvPr>
            <p:ph type="body" sz="quarter" idx="33" hasCustomPrompt="1"/>
          </p:nvPr>
        </p:nvSpPr>
        <p:spPr>
          <a:xfrm>
            <a:off x="7100946"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5" name="Text Placeholder 20">
            <a:extLst>
              <a:ext uri="{FF2B5EF4-FFF2-40B4-BE49-F238E27FC236}">
                <a16:creationId xmlns:a16="http://schemas.microsoft.com/office/drawing/2014/main" id="{A0A6254F-A341-4409-90BD-661FAACB8D44}"/>
              </a:ext>
            </a:extLst>
          </p:cNvPr>
          <p:cNvSpPr>
            <a:spLocks noGrp="1"/>
          </p:cNvSpPr>
          <p:nvPr>
            <p:ph type="body" sz="quarter" idx="34" hasCustomPrompt="1"/>
          </p:nvPr>
        </p:nvSpPr>
        <p:spPr>
          <a:xfrm>
            <a:off x="7101189"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lang="en-US" sz="1200" kern="1200" dirty="0">
                <a:solidFill>
                  <a:schemeClr val="tx1"/>
                </a:solidFill>
                <a:latin typeface="Arial"/>
                <a:ea typeface="+mn-ea"/>
                <a:cs typeface="Arial"/>
              </a:defRPr>
            </a:lvl2pPr>
            <a:lvl3pPr marL="225425" indent="-112713">
              <a:lnSpc>
                <a:spcPct val="110000"/>
              </a:lnSpc>
              <a:spcBef>
                <a:spcPts val="0"/>
              </a:spcBef>
              <a:buClr>
                <a:schemeClr val="accent1"/>
              </a:buClr>
              <a:defRPr lang="en-US" sz="1200" kern="1200" dirty="0">
                <a:solidFill>
                  <a:schemeClr val="tx1"/>
                </a:solidFill>
                <a:latin typeface="Arial"/>
                <a:ea typeface="+mn-ea"/>
                <a:cs typeface="Arial"/>
              </a:defRPr>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marL="112713" lvl="1" indent="-112713" algn="l" defTabSz="457200" rtl="0" eaLnBrk="1" latinLnBrk="0" hangingPunct="1">
              <a:lnSpc>
                <a:spcPct val="110000"/>
              </a:lnSpc>
              <a:spcBef>
                <a:spcPts val="0"/>
              </a:spcBef>
              <a:buClr>
                <a:schemeClr val="tx1"/>
              </a:buClr>
              <a:buFont typeface="Arial"/>
              <a:buChar char="•"/>
            </a:pPr>
            <a:r>
              <a:rPr lang="en-US"/>
              <a:t>Second level</a:t>
            </a:r>
          </a:p>
          <a:p>
            <a:pPr marL="225425" lvl="2" indent="-112713" algn="l" defTabSz="457200" rtl="0" eaLnBrk="1" latinLnBrk="0" hangingPunct="1">
              <a:lnSpc>
                <a:spcPct val="110000"/>
              </a:lnSpc>
              <a:spcBef>
                <a:spcPts val="0"/>
              </a:spcBef>
              <a:buClr>
                <a:schemeClr val="tx1"/>
              </a:buClr>
              <a:buFont typeface="Lucida Grande"/>
              <a:buChar char="-"/>
            </a:pPr>
            <a:r>
              <a:rPr lang="en-US"/>
              <a:t>Third level</a:t>
            </a:r>
          </a:p>
        </p:txBody>
      </p:sp>
    </p:spTree>
    <p:extLst>
      <p:ext uri="{BB962C8B-B14F-4D97-AF65-F5344CB8AC3E}">
        <p14:creationId xmlns:p14="http://schemas.microsoft.com/office/powerpoint/2010/main" val="8915516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 Image">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4413" y="0"/>
            <a:ext cx="6094412" cy="6858000"/>
          </a:xfrm>
          <a:noFill/>
        </p:spPr>
        <p:txBody>
          <a:bodyPr anchor="ctr"/>
          <a:lstStyle>
            <a:lvl1pPr algn="ctr">
              <a:defRPr baseline="0"/>
            </a:lvl1pPr>
          </a:lstStyle>
          <a:p>
            <a:r>
              <a:rPr lang="en-US"/>
              <a:t>Click icon or drag to insert image</a:t>
            </a:r>
          </a:p>
        </p:txBody>
      </p:sp>
      <p:sp>
        <p:nvSpPr>
          <p:cNvPr id="3" name="Content Placeholder 2"/>
          <p:cNvSpPr>
            <a:spLocks noGrp="1"/>
          </p:cNvSpPr>
          <p:nvPr>
            <p:ph idx="1"/>
          </p:nvPr>
        </p:nvSpPr>
        <p:spPr>
          <a:xfrm>
            <a:off x="381002" y="1781173"/>
            <a:ext cx="5341141" cy="1679947"/>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marL="687388" indent="-174625">
              <a:buClr>
                <a:schemeClr val="accent1"/>
              </a:buClr>
              <a:defRPr lang="en-US" sz="20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15" name="Text Placeholder 14"/>
          <p:cNvSpPr>
            <a:spLocks noGrp="1"/>
          </p:cNvSpPr>
          <p:nvPr>
            <p:ph type="body" sz="quarter" idx="14" hasCustomPrompt="1"/>
          </p:nvPr>
        </p:nvSpPr>
        <p:spPr>
          <a:xfrm>
            <a:off x="381083" y="1384313"/>
            <a:ext cx="5340398"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 name="Title 1">
            <a:extLst>
              <a:ext uri="{FF2B5EF4-FFF2-40B4-BE49-F238E27FC236}">
                <a16:creationId xmlns:a16="http://schemas.microsoft.com/office/drawing/2014/main" id="{4CFEC3F1-CFF8-4AA4-BEA2-C7220A4A327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18169880"/>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381001"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Text Placeholder 4">
            <a:extLst>
              <a:ext uri="{FF2B5EF4-FFF2-40B4-BE49-F238E27FC236}">
                <a16:creationId xmlns:a16="http://schemas.microsoft.com/office/drawing/2014/main" id="{B5A77170-A9FD-45D4-8584-19D45A2A8F9B}"/>
              </a:ext>
            </a:extLst>
          </p:cNvPr>
          <p:cNvSpPr>
            <a:spLocks noGrp="1"/>
          </p:cNvSpPr>
          <p:nvPr>
            <p:ph type="body" sz="quarter" idx="15"/>
          </p:nvPr>
        </p:nvSpPr>
        <p:spPr>
          <a:xfrm>
            <a:off x="381001"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7" name="Picture Placeholder 6">
            <a:extLst>
              <a:ext uri="{FF2B5EF4-FFF2-40B4-BE49-F238E27FC236}">
                <a16:creationId xmlns:a16="http://schemas.microsoft.com/office/drawing/2014/main" id="{D45E12E6-5FC6-4DAD-AFC7-D1C06F78D641}"/>
              </a:ext>
            </a:extLst>
          </p:cNvPr>
          <p:cNvSpPr>
            <a:spLocks noGrp="1" noChangeAspect="1"/>
          </p:cNvSpPr>
          <p:nvPr>
            <p:ph type="pic" sz="quarter" idx="16"/>
          </p:nvPr>
        </p:nvSpPr>
        <p:spPr>
          <a:xfrm>
            <a:off x="833665" y="1737114"/>
            <a:ext cx="1804987" cy="1804988"/>
          </a:xfrm>
          <a:prstGeom prst="ellipse">
            <a:avLst/>
          </a:prstGeom>
        </p:spPr>
        <p:txBody>
          <a:bodyPr anchor="ctr"/>
          <a:lstStyle>
            <a:lvl1pPr algn="ctr">
              <a:defRPr/>
            </a:lvl1pPr>
          </a:lstStyle>
          <a:p>
            <a:r>
              <a:rPr lang="en-US"/>
              <a:t>Click icon to add picture</a:t>
            </a:r>
          </a:p>
        </p:txBody>
      </p:sp>
      <p:sp>
        <p:nvSpPr>
          <p:cNvPr id="11" name="Text Placeholder 14">
            <a:extLst>
              <a:ext uri="{FF2B5EF4-FFF2-40B4-BE49-F238E27FC236}">
                <a16:creationId xmlns:a16="http://schemas.microsoft.com/office/drawing/2014/main" id="{5B70EEE1-61F9-44E3-AE83-70A2FCDE4726}"/>
              </a:ext>
            </a:extLst>
          </p:cNvPr>
          <p:cNvSpPr>
            <a:spLocks noGrp="1"/>
          </p:cNvSpPr>
          <p:nvPr>
            <p:ph type="body" sz="quarter" idx="17" hasCustomPrompt="1"/>
          </p:nvPr>
        </p:nvSpPr>
        <p:spPr>
          <a:xfrm>
            <a:off x="3286454"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2" name="Text Placeholder 4">
            <a:extLst>
              <a:ext uri="{FF2B5EF4-FFF2-40B4-BE49-F238E27FC236}">
                <a16:creationId xmlns:a16="http://schemas.microsoft.com/office/drawing/2014/main" id="{CBF3F0D4-7BA6-430E-8092-94251D51115F}"/>
              </a:ext>
            </a:extLst>
          </p:cNvPr>
          <p:cNvSpPr>
            <a:spLocks noGrp="1"/>
          </p:cNvSpPr>
          <p:nvPr>
            <p:ph type="body" sz="quarter" idx="18"/>
          </p:nvPr>
        </p:nvSpPr>
        <p:spPr>
          <a:xfrm>
            <a:off x="3286379"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3" name="Picture Placeholder 6">
            <a:extLst>
              <a:ext uri="{FF2B5EF4-FFF2-40B4-BE49-F238E27FC236}">
                <a16:creationId xmlns:a16="http://schemas.microsoft.com/office/drawing/2014/main" id="{1D2FC425-D823-47D8-9213-2BED7731FFA9}"/>
              </a:ext>
            </a:extLst>
          </p:cNvPr>
          <p:cNvSpPr>
            <a:spLocks noGrp="1" noChangeAspect="1"/>
          </p:cNvSpPr>
          <p:nvPr>
            <p:ph type="pic" sz="quarter" idx="19"/>
          </p:nvPr>
        </p:nvSpPr>
        <p:spPr>
          <a:xfrm>
            <a:off x="3739118" y="1737114"/>
            <a:ext cx="1804987" cy="1804988"/>
          </a:xfrm>
          <a:prstGeom prst="ellipse">
            <a:avLst/>
          </a:prstGeom>
        </p:spPr>
        <p:txBody>
          <a:bodyPr anchor="ctr"/>
          <a:lstStyle>
            <a:lvl1pPr algn="ctr">
              <a:defRPr/>
            </a:lvl1pPr>
          </a:lstStyle>
          <a:p>
            <a:r>
              <a:rPr lang="en-US"/>
              <a:t>Click icon to add picture</a:t>
            </a:r>
          </a:p>
        </p:txBody>
      </p:sp>
      <p:sp>
        <p:nvSpPr>
          <p:cNvPr id="14" name="Text Placeholder 14">
            <a:extLst>
              <a:ext uri="{FF2B5EF4-FFF2-40B4-BE49-F238E27FC236}">
                <a16:creationId xmlns:a16="http://schemas.microsoft.com/office/drawing/2014/main" id="{178182FC-A485-4780-8095-1090C2B8ED14}"/>
              </a:ext>
            </a:extLst>
          </p:cNvPr>
          <p:cNvSpPr>
            <a:spLocks noGrp="1"/>
          </p:cNvSpPr>
          <p:nvPr>
            <p:ph type="body" sz="quarter" idx="20" hasCustomPrompt="1"/>
          </p:nvPr>
        </p:nvSpPr>
        <p:spPr>
          <a:xfrm>
            <a:off x="6191907"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Text Placeholder 4">
            <a:extLst>
              <a:ext uri="{FF2B5EF4-FFF2-40B4-BE49-F238E27FC236}">
                <a16:creationId xmlns:a16="http://schemas.microsoft.com/office/drawing/2014/main" id="{B467F341-791E-49E5-84A8-2C48795FE71D}"/>
              </a:ext>
            </a:extLst>
          </p:cNvPr>
          <p:cNvSpPr>
            <a:spLocks noGrp="1"/>
          </p:cNvSpPr>
          <p:nvPr>
            <p:ph type="body" sz="quarter" idx="21"/>
          </p:nvPr>
        </p:nvSpPr>
        <p:spPr>
          <a:xfrm>
            <a:off x="6191757"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7" name="Picture Placeholder 6">
            <a:extLst>
              <a:ext uri="{FF2B5EF4-FFF2-40B4-BE49-F238E27FC236}">
                <a16:creationId xmlns:a16="http://schemas.microsoft.com/office/drawing/2014/main" id="{665B243A-457D-4431-A51D-DE024E17A13D}"/>
              </a:ext>
            </a:extLst>
          </p:cNvPr>
          <p:cNvSpPr>
            <a:spLocks noGrp="1" noChangeAspect="1"/>
          </p:cNvSpPr>
          <p:nvPr>
            <p:ph type="pic" sz="quarter" idx="22"/>
          </p:nvPr>
        </p:nvSpPr>
        <p:spPr>
          <a:xfrm>
            <a:off x="6644571" y="1737114"/>
            <a:ext cx="1804987" cy="1804988"/>
          </a:xfrm>
          <a:prstGeom prst="ellipse">
            <a:avLst/>
          </a:prstGeom>
        </p:spPr>
        <p:txBody>
          <a:bodyPr anchor="ctr"/>
          <a:lstStyle>
            <a:lvl1pPr algn="ctr">
              <a:defRPr/>
            </a:lvl1pPr>
          </a:lstStyle>
          <a:p>
            <a:r>
              <a:rPr lang="en-US"/>
              <a:t>Click icon to add picture</a:t>
            </a:r>
          </a:p>
        </p:txBody>
      </p:sp>
      <p:sp>
        <p:nvSpPr>
          <p:cNvPr id="19" name="Text Placeholder 14">
            <a:extLst>
              <a:ext uri="{FF2B5EF4-FFF2-40B4-BE49-F238E27FC236}">
                <a16:creationId xmlns:a16="http://schemas.microsoft.com/office/drawing/2014/main" id="{6666DD00-9E5D-4272-9205-D57612EE559E}"/>
              </a:ext>
            </a:extLst>
          </p:cNvPr>
          <p:cNvSpPr>
            <a:spLocks noGrp="1"/>
          </p:cNvSpPr>
          <p:nvPr>
            <p:ph type="body" sz="quarter" idx="23" hasCustomPrompt="1"/>
          </p:nvPr>
        </p:nvSpPr>
        <p:spPr>
          <a:xfrm>
            <a:off x="9097361"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Text Placeholder 4">
            <a:extLst>
              <a:ext uri="{FF2B5EF4-FFF2-40B4-BE49-F238E27FC236}">
                <a16:creationId xmlns:a16="http://schemas.microsoft.com/office/drawing/2014/main" id="{3A0CC58B-4150-475B-A65A-9286B8F46A89}"/>
              </a:ext>
            </a:extLst>
          </p:cNvPr>
          <p:cNvSpPr>
            <a:spLocks noGrp="1"/>
          </p:cNvSpPr>
          <p:nvPr>
            <p:ph type="body" sz="quarter" idx="24"/>
          </p:nvPr>
        </p:nvSpPr>
        <p:spPr>
          <a:xfrm>
            <a:off x="9097134"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21" name="Picture Placeholder 6">
            <a:extLst>
              <a:ext uri="{FF2B5EF4-FFF2-40B4-BE49-F238E27FC236}">
                <a16:creationId xmlns:a16="http://schemas.microsoft.com/office/drawing/2014/main" id="{535117A4-648E-4187-ABAF-F046B1725C1E}"/>
              </a:ext>
            </a:extLst>
          </p:cNvPr>
          <p:cNvSpPr>
            <a:spLocks noGrp="1" noChangeAspect="1"/>
          </p:cNvSpPr>
          <p:nvPr>
            <p:ph type="pic" sz="quarter" idx="25"/>
          </p:nvPr>
        </p:nvSpPr>
        <p:spPr>
          <a:xfrm>
            <a:off x="9550025" y="1737114"/>
            <a:ext cx="1804987" cy="1804988"/>
          </a:xfrm>
          <a:prstGeom prst="ellipse">
            <a:avLst/>
          </a:prstGeom>
        </p:spPr>
        <p:txBody>
          <a:bodyPr anchor="ctr"/>
          <a:lstStyle>
            <a:lvl1pPr algn="ctr">
              <a:defRPr/>
            </a:lvl1pPr>
          </a:lstStyle>
          <a:p>
            <a:r>
              <a:rPr lang="en-US"/>
              <a:t>Click icon to add picture</a:t>
            </a:r>
          </a:p>
        </p:txBody>
      </p:sp>
      <p:sp>
        <p:nvSpPr>
          <p:cNvPr id="2" name="Title 1">
            <a:extLst>
              <a:ext uri="{FF2B5EF4-FFF2-40B4-BE49-F238E27FC236}">
                <a16:creationId xmlns:a16="http://schemas.microsoft.com/office/drawing/2014/main" id="{ED7CC241-9D6F-48F3-989A-87A4641E972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1730884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Content + Subhea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14804C5-F8D6-8BE0-4002-A27BDEFEA19C}"/>
              </a:ext>
            </a:extLst>
          </p:cNvPr>
          <p:cNvSpPr>
            <a:spLocks noGrp="1"/>
          </p:cNvSpPr>
          <p:nvPr>
            <p:ph sz="quarter" idx="15"/>
          </p:nvPr>
        </p:nvSpPr>
        <p:spPr>
          <a:xfrm>
            <a:off x="381001" y="1783536"/>
            <a:ext cx="11428412"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002" y="1382712"/>
            <a:ext cx="11427050"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 name="Title 1">
            <a:extLst>
              <a:ext uri="{FF2B5EF4-FFF2-40B4-BE49-F238E27FC236}">
                <a16:creationId xmlns:a16="http://schemas.microsoft.com/office/drawing/2014/main" id="{96D69D99-A956-B31C-D047-EF2CDC22479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5301906"/>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Content + Image">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4413" y="0"/>
            <a:ext cx="6094412" cy="6858000"/>
          </a:xfrm>
          <a:noFill/>
        </p:spPr>
        <p:txBody>
          <a:bodyPr anchor="ctr"/>
          <a:lstStyle>
            <a:lvl1pPr algn="ctr">
              <a:defRPr baseline="0"/>
            </a:lvl1pPr>
          </a:lstStyle>
          <a:p>
            <a:r>
              <a:rPr lang="en-US"/>
              <a:t>Click icon or drag to insert image</a:t>
            </a:r>
          </a:p>
        </p:txBody>
      </p:sp>
      <p:sp>
        <p:nvSpPr>
          <p:cNvPr id="5" name="Content Placeholder 4">
            <a:extLst>
              <a:ext uri="{FF2B5EF4-FFF2-40B4-BE49-F238E27FC236}">
                <a16:creationId xmlns:a16="http://schemas.microsoft.com/office/drawing/2014/main" id="{CB6AC370-B467-0D84-6964-7D166E93FD4F}"/>
              </a:ext>
            </a:extLst>
          </p:cNvPr>
          <p:cNvSpPr>
            <a:spLocks noGrp="1"/>
          </p:cNvSpPr>
          <p:nvPr>
            <p:ph sz="quarter" idx="16"/>
          </p:nvPr>
        </p:nvSpPr>
        <p:spPr>
          <a:xfrm>
            <a:off x="381002" y="1781173"/>
            <a:ext cx="5341141"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083" y="1384313"/>
            <a:ext cx="5340398"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Title 3">
            <a:extLst>
              <a:ext uri="{FF2B5EF4-FFF2-40B4-BE49-F238E27FC236}">
                <a16:creationId xmlns:a16="http://schemas.microsoft.com/office/drawing/2014/main" id="{9C814D4E-3169-FA46-BC04-2C127E65BE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6855963"/>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Testimonial">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6BFDB5A-EF29-4DE8-B046-D2ED5D80D7D4}"/>
              </a:ext>
            </a:extLst>
          </p:cNvPr>
          <p:cNvSpPr>
            <a:spLocks noGrp="1"/>
          </p:cNvSpPr>
          <p:nvPr>
            <p:ph type="body" sz="quarter" idx="14" hasCustomPrompt="1"/>
          </p:nvPr>
        </p:nvSpPr>
        <p:spPr>
          <a:xfrm>
            <a:off x="1466850" y="1574800"/>
            <a:ext cx="10342563" cy="3932238"/>
          </a:xfrm>
          <a:prstGeom prst="rect">
            <a:avLst/>
          </a:prstGeom>
        </p:spPr>
        <p:txBody>
          <a:bodyPr anchor="ctr" anchorCtr="0"/>
          <a:lstStyle>
            <a:lvl1pPr>
              <a:defRPr sz="3200"/>
            </a:lvl1pPr>
            <a:lvl2pPr marL="0" indent="0" algn="r">
              <a:spcBef>
                <a:spcPts val="1200"/>
              </a:spcBef>
              <a:buNone/>
              <a:defRPr sz="1800"/>
            </a:lvl2pPr>
            <a:lvl3pPr marL="174625" indent="0" algn="r">
              <a:buNone/>
              <a:defRPr sz="1600"/>
            </a:lvl3pPr>
          </a:lstStyle>
          <a:p>
            <a:pPr lvl="0"/>
            <a:r>
              <a:rPr lang="en-US"/>
              <a:t>“Quote text goes here”</a:t>
            </a:r>
          </a:p>
          <a:p>
            <a:pPr lvl="1"/>
            <a:r>
              <a:rPr lang="en-US"/>
              <a:t>Author Name goes here</a:t>
            </a:r>
          </a:p>
          <a:p>
            <a:pPr lvl="2"/>
            <a:r>
              <a:rPr lang="en-US"/>
              <a:t>Author Title goes here</a:t>
            </a:r>
          </a:p>
        </p:txBody>
      </p:sp>
    </p:spTree>
    <p:extLst>
      <p:ext uri="{BB962C8B-B14F-4D97-AF65-F5344CB8AC3E}">
        <p14:creationId xmlns:p14="http://schemas.microsoft.com/office/powerpoint/2010/main" val="2057744831"/>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AFF2E-6F51-EF5B-66E6-D885A69E458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4886172"/>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D6920A-CA0A-440A-B89B-D0A900738D66}"/>
              </a:ext>
            </a:extLst>
          </p:cNvPr>
          <p:cNvSpPr>
            <a:spLocks noGrp="1"/>
          </p:cNvSpPr>
          <p:nvPr>
            <p:ph type="body" sz="quarter" idx="14"/>
          </p:nvPr>
        </p:nvSpPr>
        <p:spPr>
          <a:xfrm>
            <a:off x="379414" y="1322388"/>
            <a:ext cx="11430668" cy="307777"/>
          </a:xfrm>
        </p:spPr>
        <p:txBody>
          <a:bodyPr numCol="2">
            <a:spAutoFit/>
          </a:bodyPr>
          <a:lstStyle>
            <a:lvl1pPr marL="365760" indent="-365760">
              <a:buClr>
                <a:schemeClr val="tx1"/>
              </a:buClr>
              <a:buFont typeface="+mj-lt"/>
              <a:buAutoNum type="arabicPeriod"/>
              <a:defRPr b="0"/>
            </a:lvl1pPr>
            <a:lvl2pPr marL="342900" indent="-342900">
              <a:buFont typeface="+mj-lt"/>
              <a:buAutoNum type="arabicPeriod"/>
              <a:defRPr/>
            </a:lvl2pPr>
            <a:lvl3pPr marL="517525" indent="-342900">
              <a:buFont typeface="+mj-lt"/>
              <a:buAutoNum type="arabicPeriod"/>
              <a:defRPr/>
            </a:lvl3pPr>
            <a:lvl4pPr marL="682625" indent="-342900">
              <a:buFont typeface="+mj-lt"/>
              <a:buAutoNum type="arabicPeriod"/>
              <a:defRPr/>
            </a:lvl4pPr>
            <a:lvl5pPr marL="855663" indent="-342900">
              <a:buFont typeface="+mj-lt"/>
              <a:buAutoNum type="arabicPeriod"/>
              <a:defRPr/>
            </a:lvl5pPr>
          </a:lstStyle>
          <a:p>
            <a:pPr lvl="0"/>
            <a:r>
              <a:rPr lang="en-US"/>
              <a:t>Click to edit Master text styles</a:t>
            </a:r>
          </a:p>
        </p:txBody>
      </p:sp>
      <p:sp>
        <p:nvSpPr>
          <p:cNvPr id="4" name="Title 3">
            <a:extLst>
              <a:ext uri="{FF2B5EF4-FFF2-40B4-BE49-F238E27FC236}">
                <a16:creationId xmlns:a16="http://schemas.microsoft.com/office/drawing/2014/main" id="{13194017-35DB-4FBE-DC8B-21AEA1D5ED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86478776"/>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60FF20-EA82-6DC1-5D9E-4471D109D22B}"/>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975A7283-206E-9D72-27DD-90C8F6782BCA}"/>
              </a:ext>
            </a:extLst>
          </p:cNvPr>
          <p:cNvSpPr>
            <a:spLocks noGrp="1"/>
          </p:cNvSpPr>
          <p:nvPr>
            <p:ph sz="quarter" idx="10"/>
          </p:nvPr>
        </p:nvSpPr>
        <p:spPr>
          <a:xfrm>
            <a:off x="381000" y="1322388"/>
            <a:ext cx="11428413"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3053099"/>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 Subhea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14804C5-F8D6-8BE0-4002-A27BDEFEA19C}"/>
              </a:ext>
            </a:extLst>
          </p:cNvPr>
          <p:cNvSpPr>
            <a:spLocks noGrp="1"/>
          </p:cNvSpPr>
          <p:nvPr>
            <p:ph sz="quarter" idx="15"/>
          </p:nvPr>
        </p:nvSpPr>
        <p:spPr>
          <a:xfrm>
            <a:off x="381001" y="1783536"/>
            <a:ext cx="11428412"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002" y="1382712"/>
            <a:ext cx="11427050"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 name="Title 1">
            <a:extLst>
              <a:ext uri="{FF2B5EF4-FFF2-40B4-BE49-F238E27FC236}">
                <a16:creationId xmlns:a16="http://schemas.microsoft.com/office/drawing/2014/main" id="{96D69D99-A956-B31C-D047-EF2CDC22479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52467127"/>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89DB295E-C37C-4211-B0AE-52425FDE08A0}"/>
              </a:ext>
            </a:extLst>
          </p:cNvPr>
          <p:cNvSpPr>
            <a:spLocks noGrp="1"/>
          </p:cNvSpPr>
          <p:nvPr>
            <p:ph type="body" sz="quarter" idx="19" hasCustomPrompt="1"/>
          </p:nvPr>
        </p:nvSpPr>
        <p:spPr>
          <a:xfrm>
            <a:off x="381653" y="1384313"/>
            <a:ext cx="5497831"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Text Placeholder 14">
            <a:extLst>
              <a:ext uri="{FF2B5EF4-FFF2-40B4-BE49-F238E27FC236}">
                <a16:creationId xmlns:a16="http://schemas.microsoft.com/office/drawing/2014/main" id="{94777BAB-A976-435B-9BA1-5B6E981D3174}"/>
              </a:ext>
            </a:extLst>
          </p:cNvPr>
          <p:cNvSpPr>
            <a:spLocks noGrp="1"/>
          </p:cNvSpPr>
          <p:nvPr>
            <p:ph type="body" sz="quarter" idx="20" hasCustomPrompt="1"/>
          </p:nvPr>
        </p:nvSpPr>
        <p:spPr>
          <a:xfrm>
            <a:off x="6312553" y="1384313"/>
            <a:ext cx="5497831"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3">
            <a:extLst>
              <a:ext uri="{FF2B5EF4-FFF2-40B4-BE49-F238E27FC236}">
                <a16:creationId xmlns:a16="http://schemas.microsoft.com/office/drawing/2014/main" id="{A540E332-4472-82F9-F721-891AD70BCDD0}"/>
              </a:ext>
            </a:extLst>
          </p:cNvPr>
          <p:cNvSpPr>
            <a:spLocks noGrp="1"/>
          </p:cNvSpPr>
          <p:nvPr>
            <p:ph sz="quarter" idx="25"/>
          </p:nvPr>
        </p:nvSpPr>
        <p:spPr>
          <a:xfrm>
            <a:off x="6311901" y="1781174"/>
            <a:ext cx="5498484"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BA2C8692-0FF6-92F5-8649-CC388FECB81F}"/>
              </a:ext>
            </a:extLst>
          </p:cNvPr>
          <p:cNvSpPr>
            <a:spLocks noGrp="1"/>
          </p:cNvSpPr>
          <p:nvPr>
            <p:ph type="title"/>
          </p:nvPr>
        </p:nvSpPr>
        <p:spPr/>
        <p:txBody>
          <a:bodyPr/>
          <a:lstStyle/>
          <a:p>
            <a:r>
              <a:rPr lang="en-US"/>
              <a:t>Click to edit Master title style</a:t>
            </a:r>
          </a:p>
        </p:txBody>
      </p:sp>
      <p:sp>
        <p:nvSpPr>
          <p:cNvPr id="5" name="Content Placeholder 3">
            <a:extLst>
              <a:ext uri="{FF2B5EF4-FFF2-40B4-BE49-F238E27FC236}">
                <a16:creationId xmlns:a16="http://schemas.microsoft.com/office/drawing/2014/main" id="{CF07DD4E-1B03-A97C-4406-6E5106F5170E}"/>
              </a:ext>
            </a:extLst>
          </p:cNvPr>
          <p:cNvSpPr>
            <a:spLocks noGrp="1"/>
          </p:cNvSpPr>
          <p:nvPr>
            <p:ph sz="quarter" idx="24"/>
          </p:nvPr>
        </p:nvSpPr>
        <p:spPr>
          <a:xfrm>
            <a:off x="379413" y="1781174"/>
            <a:ext cx="5498484"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674589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1"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5">
            <a:extLst>
              <a:ext uri="{FF2B5EF4-FFF2-40B4-BE49-F238E27FC236}">
                <a16:creationId xmlns:a16="http://schemas.microsoft.com/office/drawing/2014/main" id="{66D0D713-96F9-98EB-DD97-68D6CB1CF764}"/>
              </a:ext>
            </a:extLst>
          </p:cNvPr>
          <p:cNvSpPr>
            <a:spLocks noGrp="1"/>
          </p:cNvSpPr>
          <p:nvPr>
            <p:ph sz="quarter" idx="25"/>
          </p:nvPr>
        </p:nvSpPr>
        <p:spPr>
          <a:xfrm>
            <a:off x="381001" y="1781174"/>
            <a:ext cx="3632832"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79550"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7" name="Content Placeholder 5">
            <a:extLst>
              <a:ext uri="{FF2B5EF4-FFF2-40B4-BE49-F238E27FC236}">
                <a16:creationId xmlns:a16="http://schemas.microsoft.com/office/drawing/2014/main" id="{F0E7FF70-E077-DB59-5339-F280530885F8}"/>
              </a:ext>
            </a:extLst>
          </p:cNvPr>
          <p:cNvSpPr>
            <a:spLocks noGrp="1"/>
          </p:cNvSpPr>
          <p:nvPr>
            <p:ph sz="quarter" idx="26"/>
          </p:nvPr>
        </p:nvSpPr>
        <p:spPr>
          <a:xfrm>
            <a:off x="4276272" y="1781174"/>
            <a:ext cx="3632832"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78099" y="1384313"/>
            <a:ext cx="36270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Content Placeholder 5">
            <a:extLst>
              <a:ext uri="{FF2B5EF4-FFF2-40B4-BE49-F238E27FC236}">
                <a16:creationId xmlns:a16="http://schemas.microsoft.com/office/drawing/2014/main" id="{D5E2B3B7-69B4-8FCF-8D7B-BC5DB2EE5335}"/>
              </a:ext>
            </a:extLst>
          </p:cNvPr>
          <p:cNvSpPr>
            <a:spLocks noGrp="1"/>
          </p:cNvSpPr>
          <p:nvPr>
            <p:ph sz="quarter" idx="27"/>
          </p:nvPr>
        </p:nvSpPr>
        <p:spPr>
          <a:xfrm>
            <a:off x="8171544" y="1781174"/>
            <a:ext cx="3632832"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4F31FE0F-EB71-0236-6CC4-1B995A6659A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539621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001"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Content Placeholder 3">
            <a:extLst>
              <a:ext uri="{FF2B5EF4-FFF2-40B4-BE49-F238E27FC236}">
                <a16:creationId xmlns:a16="http://schemas.microsoft.com/office/drawing/2014/main" id="{1D07986D-0926-700A-EB1F-ACE31E8C1B1B}"/>
              </a:ext>
            </a:extLst>
          </p:cNvPr>
          <p:cNvSpPr>
            <a:spLocks noGrp="1"/>
          </p:cNvSpPr>
          <p:nvPr>
            <p:ph sz="quarter" idx="27"/>
          </p:nvPr>
        </p:nvSpPr>
        <p:spPr>
          <a:xfrm>
            <a:off x="381001" y="1781174"/>
            <a:ext cx="2741320"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4">
            <a:extLst>
              <a:ext uri="{FF2B5EF4-FFF2-40B4-BE49-F238E27FC236}">
                <a16:creationId xmlns:a16="http://schemas.microsoft.com/office/drawing/2014/main" id="{5DED9890-AE6A-4175-A2D3-94CD8046DE11}"/>
              </a:ext>
            </a:extLst>
          </p:cNvPr>
          <p:cNvSpPr>
            <a:spLocks noGrp="1"/>
          </p:cNvSpPr>
          <p:nvPr>
            <p:ph type="body" sz="quarter" idx="21" hasCustomPrompt="1"/>
          </p:nvPr>
        </p:nvSpPr>
        <p:spPr>
          <a:xfrm>
            <a:off x="3278242"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5" name="Content Placeholder 3">
            <a:extLst>
              <a:ext uri="{FF2B5EF4-FFF2-40B4-BE49-F238E27FC236}">
                <a16:creationId xmlns:a16="http://schemas.microsoft.com/office/drawing/2014/main" id="{A0FFFA9E-1425-A696-23D8-F74007770C64}"/>
              </a:ext>
            </a:extLst>
          </p:cNvPr>
          <p:cNvSpPr>
            <a:spLocks noGrp="1"/>
          </p:cNvSpPr>
          <p:nvPr>
            <p:ph sz="quarter" idx="28"/>
          </p:nvPr>
        </p:nvSpPr>
        <p:spPr>
          <a:xfrm>
            <a:off x="3276601" y="1781174"/>
            <a:ext cx="2741320"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14">
            <a:extLst>
              <a:ext uri="{FF2B5EF4-FFF2-40B4-BE49-F238E27FC236}">
                <a16:creationId xmlns:a16="http://schemas.microsoft.com/office/drawing/2014/main" id="{85B79AD3-9CCE-4AA6-A9B4-5F9A43BC7813}"/>
              </a:ext>
            </a:extLst>
          </p:cNvPr>
          <p:cNvSpPr>
            <a:spLocks noGrp="1"/>
          </p:cNvSpPr>
          <p:nvPr>
            <p:ph type="body" sz="quarter" idx="23" hasCustomPrompt="1"/>
          </p:nvPr>
        </p:nvSpPr>
        <p:spPr>
          <a:xfrm>
            <a:off x="6175483"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3">
            <a:extLst>
              <a:ext uri="{FF2B5EF4-FFF2-40B4-BE49-F238E27FC236}">
                <a16:creationId xmlns:a16="http://schemas.microsoft.com/office/drawing/2014/main" id="{01E12B69-E0AB-F458-E1E6-643D174A623E}"/>
              </a:ext>
            </a:extLst>
          </p:cNvPr>
          <p:cNvSpPr>
            <a:spLocks noGrp="1"/>
          </p:cNvSpPr>
          <p:nvPr>
            <p:ph sz="quarter" idx="29"/>
          </p:nvPr>
        </p:nvSpPr>
        <p:spPr>
          <a:xfrm>
            <a:off x="6172201" y="1781174"/>
            <a:ext cx="2741320"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14">
            <a:extLst>
              <a:ext uri="{FF2B5EF4-FFF2-40B4-BE49-F238E27FC236}">
                <a16:creationId xmlns:a16="http://schemas.microsoft.com/office/drawing/2014/main" id="{2AD1F5CB-9325-407F-A82E-AD63D7DB55BC}"/>
              </a:ext>
            </a:extLst>
          </p:cNvPr>
          <p:cNvSpPr>
            <a:spLocks noGrp="1"/>
          </p:cNvSpPr>
          <p:nvPr>
            <p:ph type="body" sz="quarter" idx="25" hasCustomPrompt="1"/>
          </p:nvPr>
        </p:nvSpPr>
        <p:spPr>
          <a:xfrm>
            <a:off x="9072725" y="1384313"/>
            <a:ext cx="2736982"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7" name="Content Placeholder 3">
            <a:extLst>
              <a:ext uri="{FF2B5EF4-FFF2-40B4-BE49-F238E27FC236}">
                <a16:creationId xmlns:a16="http://schemas.microsoft.com/office/drawing/2014/main" id="{B97D9EBF-2C85-C739-5EA2-1C633E3F8D5D}"/>
              </a:ext>
            </a:extLst>
          </p:cNvPr>
          <p:cNvSpPr>
            <a:spLocks noGrp="1"/>
          </p:cNvSpPr>
          <p:nvPr>
            <p:ph sz="quarter" idx="30"/>
          </p:nvPr>
        </p:nvSpPr>
        <p:spPr>
          <a:xfrm>
            <a:off x="9067801" y="1781174"/>
            <a:ext cx="2741320"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8F5099D-4047-5648-5B79-08B696B481D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6791648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381001"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BB4E2362-E356-4A39-BFCD-3E1AEA06E41E}"/>
              </a:ext>
            </a:extLst>
          </p:cNvPr>
          <p:cNvSpPr>
            <a:spLocks noGrp="1"/>
          </p:cNvSpPr>
          <p:nvPr>
            <p:ph idx="20"/>
          </p:nvPr>
        </p:nvSpPr>
        <p:spPr>
          <a:xfrm>
            <a:off x="381001" y="1781174"/>
            <a:ext cx="2146572" cy="1803058"/>
          </a:xfrm>
        </p:spPr>
        <p:txBody>
          <a:bodyPr tIns="0">
            <a:spAutoFit/>
          </a:bodyPr>
          <a:lstStyle>
            <a:lvl1pPr>
              <a:defRPr sz="1800"/>
            </a:lvl1pPr>
            <a:lvl2pPr>
              <a:buClr>
                <a:schemeClr val="tx1"/>
              </a:buClr>
              <a:defRPr sz="1800" baseline="0"/>
            </a:lvl2pPr>
            <a:lvl3pPr>
              <a:buClr>
                <a:schemeClr val="tx1"/>
              </a:buClr>
              <a:defRPr sz="1800"/>
            </a:lvl3pPr>
            <a:lvl4pPr>
              <a:buClr>
                <a:schemeClr val="tx1"/>
              </a:buClr>
              <a:defRPr sz="1800"/>
            </a:lvl4pPr>
            <a:lvl5pPr>
              <a:buClr>
                <a:schemeClr val="tx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4">
            <a:extLst>
              <a:ext uri="{FF2B5EF4-FFF2-40B4-BE49-F238E27FC236}">
                <a16:creationId xmlns:a16="http://schemas.microsoft.com/office/drawing/2014/main" id="{2472D317-8C7C-4435-97B7-AD733CBE008E}"/>
              </a:ext>
            </a:extLst>
          </p:cNvPr>
          <p:cNvSpPr>
            <a:spLocks noGrp="1"/>
          </p:cNvSpPr>
          <p:nvPr>
            <p:ph type="body" sz="quarter" idx="21" hasCustomPrompt="1"/>
          </p:nvPr>
        </p:nvSpPr>
        <p:spPr>
          <a:xfrm>
            <a:off x="2701609"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Content Placeholder 2">
            <a:extLst>
              <a:ext uri="{FF2B5EF4-FFF2-40B4-BE49-F238E27FC236}">
                <a16:creationId xmlns:a16="http://schemas.microsoft.com/office/drawing/2014/main" id="{E4D2D360-EEE9-4391-80AA-F3022B2E44BA}"/>
              </a:ext>
            </a:extLst>
          </p:cNvPr>
          <p:cNvSpPr>
            <a:spLocks noGrp="1"/>
          </p:cNvSpPr>
          <p:nvPr>
            <p:ph idx="22"/>
          </p:nvPr>
        </p:nvSpPr>
        <p:spPr>
          <a:xfrm>
            <a:off x="2701461" y="1781174"/>
            <a:ext cx="2146572" cy="1803058"/>
          </a:xfrm>
        </p:spPr>
        <p:txBody>
          <a:bodyPr tIns="0">
            <a:spAutoFit/>
          </a:bodyPr>
          <a:lstStyle>
            <a:lvl1pPr>
              <a:defRPr sz="1800"/>
            </a:lvl1pPr>
            <a:lvl2pPr marL="174625" indent="-174625">
              <a:buClr>
                <a:schemeClr val="accent1"/>
              </a:buClr>
              <a:defRPr lang="en-US" sz="1800" kern="1200" baseline="0" dirty="0">
                <a:solidFill>
                  <a:schemeClr val="tx1"/>
                </a:solidFill>
                <a:latin typeface="Arial"/>
                <a:ea typeface="+mn-ea"/>
                <a:cs typeface="Arial"/>
              </a:defRPr>
            </a:lvl2pPr>
            <a:lvl3pPr marL="339725" indent="-165100">
              <a:buClr>
                <a:schemeClr val="accent1"/>
              </a:buClr>
              <a:defRPr lang="en-US" sz="1800" kern="1200" dirty="0">
                <a:solidFill>
                  <a:schemeClr val="tx1"/>
                </a:solidFill>
                <a:latin typeface="Arial"/>
                <a:ea typeface="+mn-ea"/>
                <a:cs typeface="Arial"/>
              </a:defRPr>
            </a:lvl3pPr>
            <a:lvl4pPr marL="512763" indent="-173038">
              <a:buClr>
                <a:schemeClr val="accent1"/>
              </a:buClr>
              <a:defRPr lang="en-US" sz="1800" kern="1200" dirty="0">
                <a:solidFill>
                  <a:schemeClr val="tx1"/>
                </a:solidFill>
                <a:latin typeface="Arial"/>
                <a:ea typeface="+mn-ea"/>
                <a:cs typeface="Arial"/>
              </a:defRPr>
            </a:lvl4pPr>
            <a:lvl5pPr marL="687388" indent="-174625">
              <a:buClr>
                <a:schemeClr val="accent1"/>
              </a:buClr>
              <a:defRPr lang="en-US" sz="18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1" name="Text Placeholder 14">
            <a:extLst>
              <a:ext uri="{FF2B5EF4-FFF2-40B4-BE49-F238E27FC236}">
                <a16:creationId xmlns:a16="http://schemas.microsoft.com/office/drawing/2014/main" id="{7C950CA8-931F-42EC-8D1C-684B10BA33DF}"/>
              </a:ext>
            </a:extLst>
          </p:cNvPr>
          <p:cNvSpPr>
            <a:spLocks noGrp="1"/>
          </p:cNvSpPr>
          <p:nvPr>
            <p:ph type="body" sz="quarter" idx="23" hasCustomPrompt="1"/>
          </p:nvPr>
        </p:nvSpPr>
        <p:spPr>
          <a:xfrm>
            <a:off x="5022217"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424531BF-7D09-4306-9D8E-78BAF0CD5048}"/>
              </a:ext>
            </a:extLst>
          </p:cNvPr>
          <p:cNvSpPr>
            <a:spLocks noGrp="1"/>
          </p:cNvSpPr>
          <p:nvPr>
            <p:ph idx="24"/>
          </p:nvPr>
        </p:nvSpPr>
        <p:spPr>
          <a:xfrm>
            <a:off x="5021921" y="1781174"/>
            <a:ext cx="2146572" cy="1803058"/>
          </a:xfrm>
        </p:spPr>
        <p:txBody>
          <a:bodyPr tIns="0">
            <a:spAutoFit/>
          </a:bodyPr>
          <a:lstStyle>
            <a:lvl1pPr>
              <a:defRPr sz="1800"/>
            </a:lvl1pPr>
            <a:lvl2pPr marL="174625" indent="-174625">
              <a:buClr>
                <a:schemeClr val="accent1"/>
              </a:buClr>
              <a:defRPr lang="en-US" sz="1800" kern="1200" baseline="0" dirty="0">
                <a:solidFill>
                  <a:schemeClr val="tx1"/>
                </a:solidFill>
                <a:latin typeface="Arial"/>
                <a:ea typeface="+mn-ea"/>
                <a:cs typeface="Arial"/>
              </a:defRPr>
            </a:lvl2pPr>
            <a:lvl3pPr marL="339725" indent="-165100">
              <a:buClr>
                <a:schemeClr val="accent1"/>
              </a:buClr>
              <a:defRPr lang="en-US" sz="1800" kern="1200" dirty="0">
                <a:solidFill>
                  <a:schemeClr val="tx1"/>
                </a:solidFill>
                <a:latin typeface="Arial"/>
                <a:ea typeface="+mn-ea"/>
                <a:cs typeface="Arial"/>
              </a:defRPr>
            </a:lvl3pPr>
            <a:lvl4pPr marL="512763" indent="-173038">
              <a:buClr>
                <a:schemeClr val="accent1"/>
              </a:buClr>
              <a:defRPr lang="en-US" sz="1800" kern="1200" dirty="0">
                <a:solidFill>
                  <a:schemeClr val="tx1"/>
                </a:solidFill>
                <a:latin typeface="Arial"/>
                <a:ea typeface="+mn-ea"/>
                <a:cs typeface="Arial"/>
              </a:defRPr>
            </a:lvl4pPr>
            <a:lvl5pPr marL="687388" indent="-174625">
              <a:buClr>
                <a:schemeClr val="accent1"/>
              </a:buClr>
              <a:defRPr lang="en-US" sz="18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31" name="Text Placeholder 14">
            <a:extLst>
              <a:ext uri="{FF2B5EF4-FFF2-40B4-BE49-F238E27FC236}">
                <a16:creationId xmlns:a16="http://schemas.microsoft.com/office/drawing/2014/main" id="{CFB36ED7-BBFD-4DB9-9421-F9BE8CD07C55}"/>
              </a:ext>
            </a:extLst>
          </p:cNvPr>
          <p:cNvSpPr>
            <a:spLocks noGrp="1"/>
          </p:cNvSpPr>
          <p:nvPr>
            <p:ph type="body" sz="quarter" idx="25" hasCustomPrompt="1"/>
          </p:nvPr>
        </p:nvSpPr>
        <p:spPr>
          <a:xfrm>
            <a:off x="7342825"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2" name="Content Placeholder 2">
            <a:extLst>
              <a:ext uri="{FF2B5EF4-FFF2-40B4-BE49-F238E27FC236}">
                <a16:creationId xmlns:a16="http://schemas.microsoft.com/office/drawing/2014/main" id="{BBEA8CD3-8F3D-4C64-8375-1733B126A69B}"/>
              </a:ext>
            </a:extLst>
          </p:cNvPr>
          <p:cNvSpPr>
            <a:spLocks noGrp="1"/>
          </p:cNvSpPr>
          <p:nvPr>
            <p:ph idx="26"/>
          </p:nvPr>
        </p:nvSpPr>
        <p:spPr>
          <a:xfrm>
            <a:off x="7342381" y="1781174"/>
            <a:ext cx="2146572" cy="1803058"/>
          </a:xfrm>
        </p:spPr>
        <p:txBody>
          <a:bodyPr tIns="0">
            <a:spAutoFit/>
          </a:bodyPr>
          <a:lstStyle>
            <a:lvl1pPr>
              <a:defRPr sz="1800"/>
            </a:lvl1pPr>
            <a:lvl2pPr marL="174625" indent="-174625">
              <a:buClr>
                <a:schemeClr val="accent1"/>
              </a:buClr>
              <a:defRPr lang="en-US" sz="1800" kern="1200" baseline="0" dirty="0">
                <a:solidFill>
                  <a:schemeClr val="tx1"/>
                </a:solidFill>
                <a:latin typeface="Arial"/>
                <a:ea typeface="+mn-ea"/>
                <a:cs typeface="Arial"/>
              </a:defRPr>
            </a:lvl2pPr>
            <a:lvl3pPr marL="339725" indent="-165100">
              <a:buClr>
                <a:schemeClr val="accent1"/>
              </a:buClr>
              <a:defRPr lang="en-US" sz="1800" kern="1200" dirty="0">
                <a:solidFill>
                  <a:schemeClr val="tx1"/>
                </a:solidFill>
                <a:latin typeface="Arial"/>
                <a:ea typeface="+mn-ea"/>
                <a:cs typeface="Arial"/>
              </a:defRPr>
            </a:lvl3pPr>
            <a:lvl4pPr marL="512763" indent="-173038">
              <a:buClr>
                <a:schemeClr val="accent1"/>
              </a:buClr>
              <a:defRPr lang="en-US" sz="1800" kern="1200" dirty="0">
                <a:solidFill>
                  <a:schemeClr val="tx1"/>
                </a:solidFill>
                <a:latin typeface="Arial"/>
                <a:ea typeface="+mn-ea"/>
                <a:cs typeface="Arial"/>
              </a:defRPr>
            </a:lvl4pPr>
            <a:lvl5pPr marL="687388" indent="-174625">
              <a:buClr>
                <a:schemeClr val="accent1"/>
              </a:buClr>
              <a:defRPr lang="en-US" sz="18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33" name="Text Placeholder 14">
            <a:extLst>
              <a:ext uri="{FF2B5EF4-FFF2-40B4-BE49-F238E27FC236}">
                <a16:creationId xmlns:a16="http://schemas.microsoft.com/office/drawing/2014/main" id="{D6519DA7-2099-4BBE-BC01-9482B3B54131}"/>
              </a:ext>
            </a:extLst>
          </p:cNvPr>
          <p:cNvSpPr>
            <a:spLocks noGrp="1"/>
          </p:cNvSpPr>
          <p:nvPr>
            <p:ph type="body" sz="quarter" idx="27" hasCustomPrompt="1"/>
          </p:nvPr>
        </p:nvSpPr>
        <p:spPr>
          <a:xfrm>
            <a:off x="9663434" y="1412013"/>
            <a:ext cx="2143176" cy="249299"/>
          </a:xfr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4" name="Content Placeholder 2">
            <a:extLst>
              <a:ext uri="{FF2B5EF4-FFF2-40B4-BE49-F238E27FC236}">
                <a16:creationId xmlns:a16="http://schemas.microsoft.com/office/drawing/2014/main" id="{18DDB658-7F30-450F-B746-304E5B393DA7}"/>
              </a:ext>
            </a:extLst>
          </p:cNvPr>
          <p:cNvSpPr>
            <a:spLocks noGrp="1"/>
          </p:cNvSpPr>
          <p:nvPr>
            <p:ph idx="28"/>
          </p:nvPr>
        </p:nvSpPr>
        <p:spPr>
          <a:xfrm>
            <a:off x="9662841" y="1781174"/>
            <a:ext cx="2146572" cy="1803058"/>
          </a:xfrm>
        </p:spPr>
        <p:txBody>
          <a:bodyPr tIns="0">
            <a:spAutoFit/>
          </a:bodyPr>
          <a:lstStyle>
            <a:lvl1pPr>
              <a:defRPr sz="1800"/>
            </a:lvl1pPr>
            <a:lvl2pPr marL="174625" indent="-174625">
              <a:buClr>
                <a:schemeClr val="accent1"/>
              </a:buClr>
              <a:defRPr lang="en-US" sz="1800" kern="1200" baseline="0" dirty="0">
                <a:solidFill>
                  <a:schemeClr val="tx1"/>
                </a:solidFill>
                <a:latin typeface="Arial"/>
                <a:ea typeface="+mn-ea"/>
                <a:cs typeface="Arial"/>
              </a:defRPr>
            </a:lvl2pPr>
            <a:lvl3pPr marL="339725" indent="-165100">
              <a:buClr>
                <a:schemeClr val="accent1"/>
              </a:buClr>
              <a:defRPr lang="en-US" sz="1800" kern="1200" dirty="0">
                <a:solidFill>
                  <a:schemeClr val="tx1"/>
                </a:solidFill>
                <a:latin typeface="Arial"/>
                <a:ea typeface="+mn-ea"/>
                <a:cs typeface="Arial"/>
              </a:defRPr>
            </a:lvl3pPr>
            <a:lvl4pPr marL="512763" indent="-173038">
              <a:buClr>
                <a:schemeClr val="accent1"/>
              </a:buClr>
              <a:defRPr lang="en-US" sz="1800" kern="1200" dirty="0">
                <a:solidFill>
                  <a:schemeClr val="tx1"/>
                </a:solidFill>
                <a:latin typeface="Arial"/>
                <a:ea typeface="+mn-ea"/>
                <a:cs typeface="Arial"/>
              </a:defRPr>
            </a:lvl4pPr>
            <a:lvl5pPr marL="687388" indent="-174625">
              <a:buClr>
                <a:schemeClr val="accent1"/>
              </a:buClr>
              <a:defRPr lang="en-US" sz="1800" kern="1200" dirty="0">
                <a:solidFill>
                  <a:schemeClr val="tx1"/>
                </a:solidFill>
                <a:latin typeface="Arial"/>
                <a:ea typeface="+mn-ea"/>
                <a:cs typeface="Arial"/>
              </a:defRPr>
            </a:lvl5pPr>
          </a:lstStyle>
          <a:p>
            <a:pPr lvl="0"/>
            <a:r>
              <a:rPr lang="en-US"/>
              <a:t>Click to 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a:p>
            <a:pPr marL="687388" lvl="4" indent="-174625" algn="l" defTabSz="457200" rtl="0" eaLnBrk="1" latinLnBrk="0" hangingPunct="1">
              <a:spcBef>
                <a:spcPts val="100"/>
              </a:spcBef>
              <a:buClr>
                <a:schemeClr val="tx1"/>
              </a:buClr>
              <a:buFont typeface="Lucida Grande"/>
              <a:buChar char="-"/>
            </a:pPr>
            <a:r>
              <a:rPr lang="en-US"/>
              <a:t>Fifth level</a:t>
            </a:r>
          </a:p>
        </p:txBody>
      </p:sp>
      <p:sp>
        <p:nvSpPr>
          <p:cNvPr id="2" name="Title 1">
            <a:extLst>
              <a:ext uri="{FF2B5EF4-FFF2-40B4-BE49-F238E27FC236}">
                <a16:creationId xmlns:a16="http://schemas.microsoft.com/office/drawing/2014/main" id="{48DD2036-1EA4-7F7E-5CAF-43BEC209129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615837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6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381001"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2136F9D9-C115-4CFC-8288-DA3519CE2A0C}"/>
              </a:ext>
            </a:extLst>
          </p:cNvPr>
          <p:cNvSpPr>
            <a:spLocks noGrp="1"/>
          </p:cNvSpPr>
          <p:nvPr>
            <p:ph idx="20" hasCustomPrompt="1"/>
          </p:nvPr>
        </p:nvSpPr>
        <p:spPr>
          <a:xfrm>
            <a:off x="381001" y="1781173"/>
            <a:ext cx="3620405" cy="1359346"/>
          </a:xfrm>
        </p:spPr>
        <p:txBody>
          <a:bodyPr tIns="0">
            <a:spAutoFit/>
          </a:bodyPr>
          <a:lstStyle>
            <a:lvl2pPr>
              <a:buClr>
                <a:schemeClr val="tx1"/>
              </a:buClr>
              <a:defRPr baseline="0"/>
            </a:lvl2pPr>
            <a:lvl3pPr>
              <a:buClr>
                <a:schemeClr val="tx1"/>
              </a:buClr>
              <a:defRPr/>
            </a:lvl3pPr>
            <a:lvl4pPr>
              <a:buClr>
                <a:schemeClr val="tx1"/>
              </a:buClr>
              <a:defRPr/>
            </a:lvl4pPr>
            <a:lvl5pPr>
              <a:buClr>
                <a:schemeClr val="accent1"/>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288273"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45F79959-0949-4FB6-BF24-B3C0EBA34E8A}"/>
              </a:ext>
            </a:extLst>
          </p:cNvPr>
          <p:cNvSpPr>
            <a:spLocks noGrp="1"/>
          </p:cNvSpPr>
          <p:nvPr>
            <p:ph idx="22" hasCustomPrompt="1"/>
          </p:nvPr>
        </p:nvSpPr>
        <p:spPr>
          <a:xfrm>
            <a:off x="4285005" y="1781173"/>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195545" y="1384313"/>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6" name="Content Placeholder 2">
            <a:extLst>
              <a:ext uri="{FF2B5EF4-FFF2-40B4-BE49-F238E27FC236}">
                <a16:creationId xmlns:a16="http://schemas.microsoft.com/office/drawing/2014/main" id="{D08D5800-8154-4234-B28D-C636F2E768A3}"/>
              </a:ext>
            </a:extLst>
          </p:cNvPr>
          <p:cNvSpPr>
            <a:spLocks noGrp="1"/>
          </p:cNvSpPr>
          <p:nvPr>
            <p:ph idx="24" hasCustomPrompt="1"/>
          </p:nvPr>
        </p:nvSpPr>
        <p:spPr>
          <a:xfrm>
            <a:off x="8189009" y="1781173"/>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0" name="Text Placeholder 14">
            <a:extLst>
              <a:ext uri="{FF2B5EF4-FFF2-40B4-BE49-F238E27FC236}">
                <a16:creationId xmlns:a16="http://schemas.microsoft.com/office/drawing/2014/main" id="{3433CE7C-F359-47A8-841D-14982B8C8FE6}"/>
              </a:ext>
            </a:extLst>
          </p:cNvPr>
          <p:cNvSpPr>
            <a:spLocks noGrp="1"/>
          </p:cNvSpPr>
          <p:nvPr>
            <p:ph type="body" sz="quarter" idx="25" hasCustomPrompt="1"/>
          </p:nvPr>
        </p:nvSpPr>
        <p:spPr>
          <a:xfrm>
            <a:off x="381001"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Content Placeholder 2">
            <a:extLst>
              <a:ext uri="{FF2B5EF4-FFF2-40B4-BE49-F238E27FC236}">
                <a16:creationId xmlns:a16="http://schemas.microsoft.com/office/drawing/2014/main" id="{641F7901-0058-4543-B156-041351228BF3}"/>
              </a:ext>
            </a:extLst>
          </p:cNvPr>
          <p:cNvSpPr>
            <a:spLocks noGrp="1"/>
          </p:cNvSpPr>
          <p:nvPr>
            <p:ph idx="26" hasCustomPrompt="1"/>
          </p:nvPr>
        </p:nvSpPr>
        <p:spPr>
          <a:xfrm>
            <a:off x="381001"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2" name="Text Placeholder 14">
            <a:extLst>
              <a:ext uri="{FF2B5EF4-FFF2-40B4-BE49-F238E27FC236}">
                <a16:creationId xmlns:a16="http://schemas.microsoft.com/office/drawing/2014/main" id="{3B24EDE4-1DE9-4DA3-A5DE-8AA56EA30F8A}"/>
              </a:ext>
            </a:extLst>
          </p:cNvPr>
          <p:cNvSpPr>
            <a:spLocks noGrp="1"/>
          </p:cNvSpPr>
          <p:nvPr>
            <p:ph type="body" sz="quarter" idx="27" hasCustomPrompt="1"/>
          </p:nvPr>
        </p:nvSpPr>
        <p:spPr>
          <a:xfrm>
            <a:off x="4288273"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4" name="Content Placeholder 2">
            <a:extLst>
              <a:ext uri="{FF2B5EF4-FFF2-40B4-BE49-F238E27FC236}">
                <a16:creationId xmlns:a16="http://schemas.microsoft.com/office/drawing/2014/main" id="{C9E62CC6-7DD7-4F2C-92A7-592426B1F84C}"/>
              </a:ext>
            </a:extLst>
          </p:cNvPr>
          <p:cNvSpPr>
            <a:spLocks noGrp="1"/>
          </p:cNvSpPr>
          <p:nvPr>
            <p:ph idx="28" hasCustomPrompt="1"/>
          </p:nvPr>
        </p:nvSpPr>
        <p:spPr>
          <a:xfrm>
            <a:off x="4285005"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15" name="Text Placeholder 14">
            <a:extLst>
              <a:ext uri="{FF2B5EF4-FFF2-40B4-BE49-F238E27FC236}">
                <a16:creationId xmlns:a16="http://schemas.microsoft.com/office/drawing/2014/main" id="{753DB1F1-4AE8-4CB2-9862-800506C55B58}"/>
              </a:ext>
            </a:extLst>
          </p:cNvPr>
          <p:cNvSpPr>
            <a:spLocks noGrp="1"/>
          </p:cNvSpPr>
          <p:nvPr>
            <p:ph type="body" sz="quarter" idx="29" hasCustomPrompt="1"/>
          </p:nvPr>
        </p:nvSpPr>
        <p:spPr>
          <a:xfrm>
            <a:off x="8195545" y="4044051"/>
            <a:ext cx="3614674"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Content Placeholder 2">
            <a:extLst>
              <a:ext uri="{FF2B5EF4-FFF2-40B4-BE49-F238E27FC236}">
                <a16:creationId xmlns:a16="http://schemas.microsoft.com/office/drawing/2014/main" id="{62DFB085-0C55-4FCF-A2C8-2D229DB955D0}"/>
              </a:ext>
            </a:extLst>
          </p:cNvPr>
          <p:cNvSpPr>
            <a:spLocks noGrp="1"/>
          </p:cNvSpPr>
          <p:nvPr>
            <p:ph idx="30" hasCustomPrompt="1"/>
          </p:nvPr>
        </p:nvSpPr>
        <p:spPr>
          <a:xfrm>
            <a:off x="8189009" y="4440912"/>
            <a:ext cx="3620405" cy="1359346"/>
          </a:xfrm>
        </p:spPr>
        <p:txBody>
          <a:bodyPr tIns="0">
            <a:spAutoFit/>
          </a:bodyPr>
          <a:lstStyle>
            <a:lvl2pPr marL="174625" indent="-174625">
              <a:buClr>
                <a:schemeClr val="accent1"/>
              </a:buClr>
              <a:defRPr lang="en-US" sz="2000" kern="1200" baseline="0" dirty="0">
                <a:solidFill>
                  <a:schemeClr val="tx1"/>
                </a:solidFill>
                <a:latin typeface="Arial"/>
                <a:ea typeface="+mn-ea"/>
                <a:cs typeface="Arial"/>
              </a:defRPr>
            </a:lvl2pPr>
            <a:lvl3pPr marL="339725" indent="-165100">
              <a:buClr>
                <a:schemeClr val="accent1"/>
              </a:buClr>
              <a:defRPr lang="en-US" sz="2000" kern="1200" dirty="0">
                <a:solidFill>
                  <a:schemeClr val="tx1"/>
                </a:solidFill>
                <a:latin typeface="Arial"/>
                <a:ea typeface="+mn-ea"/>
                <a:cs typeface="Arial"/>
              </a:defRPr>
            </a:lvl3pPr>
            <a:lvl4pPr marL="512763" indent="-173038">
              <a:buClr>
                <a:schemeClr val="accent1"/>
              </a:buClr>
              <a:defRPr lang="en-US" sz="2000" kern="1200" dirty="0">
                <a:solidFill>
                  <a:schemeClr val="tx1"/>
                </a:solidFill>
                <a:latin typeface="Arial"/>
                <a:ea typeface="+mn-ea"/>
                <a:cs typeface="Arial"/>
              </a:defRPr>
            </a:lvl4pPr>
            <a:lvl5pPr>
              <a:buClr>
                <a:schemeClr val="accent1"/>
              </a:buClr>
              <a:defRPr/>
            </a:lvl5pPr>
          </a:lstStyle>
          <a:p>
            <a:pPr lvl="0"/>
            <a:r>
              <a:rPr lang="en-US"/>
              <a:t>Edit Master text styles</a:t>
            </a:r>
          </a:p>
          <a:p>
            <a:pPr marL="174625" lvl="1" indent="-174625" algn="l" defTabSz="457200" rtl="0" eaLnBrk="1" latinLnBrk="0" hangingPunct="1">
              <a:spcBef>
                <a:spcPts val="500"/>
              </a:spcBef>
              <a:buClr>
                <a:schemeClr val="tx1"/>
              </a:buClr>
              <a:buFont typeface="Arial"/>
              <a:buChar char="•"/>
            </a:pPr>
            <a:r>
              <a:rPr lang="en-US"/>
              <a:t>Second level</a:t>
            </a:r>
          </a:p>
          <a:p>
            <a:pPr marL="339725" lvl="2" indent="-165100" algn="l" defTabSz="457200" rtl="0" eaLnBrk="1" latinLnBrk="0" hangingPunct="1">
              <a:spcBef>
                <a:spcPts val="300"/>
              </a:spcBef>
              <a:buClr>
                <a:schemeClr val="tx1"/>
              </a:buClr>
              <a:buFont typeface="Lucida Grande"/>
              <a:buChar char="-"/>
            </a:pPr>
            <a:r>
              <a:rPr lang="en-US"/>
              <a:t>Third level</a:t>
            </a:r>
          </a:p>
          <a:p>
            <a:pPr marL="512763" lvl="3" indent="-173038" algn="l" defTabSz="457200" rtl="0" eaLnBrk="1" latinLnBrk="0" hangingPunct="1">
              <a:spcBef>
                <a:spcPts val="200"/>
              </a:spcBef>
              <a:buClr>
                <a:schemeClr val="tx1"/>
              </a:buClr>
              <a:buFont typeface="Arial"/>
              <a:buChar char="•"/>
            </a:pPr>
            <a:r>
              <a:rPr lang="en-US"/>
              <a:t>Fourth level</a:t>
            </a:r>
          </a:p>
        </p:txBody>
      </p:sp>
      <p:sp>
        <p:nvSpPr>
          <p:cNvPr id="2" name="Title 1">
            <a:extLst>
              <a:ext uri="{FF2B5EF4-FFF2-40B4-BE49-F238E27FC236}">
                <a16:creationId xmlns:a16="http://schemas.microsoft.com/office/drawing/2014/main" id="{00B6CE18-79C1-78DD-2499-EFCD1EDE1A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085778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 Image">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4413" y="0"/>
            <a:ext cx="6094412" cy="6858000"/>
          </a:xfrm>
          <a:noFill/>
        </p:spPr>
        <p:txBody>
          <a:bodyPr anchor="ctr"/>
          <a:lstStyle>
            <a:lvl1pPr algn="ctr">
              <a:defRPr baseline="0"/>
            </a:lvl1pPr>
          </a:lstStyle>
          <a:p>
            <a:r>
              <a:rPr lang="en-US"/>
              <a:t>Click icon or drag to insert image</a:t>
            </a:r>
          </a:p>
        </p:txBody>
      </p:sp>
      <p:sp>
        <p:nvSpPr>
          <p:cNvPr id="5" name="Content Placeholder 4">
            <a:extLst>
              <a:ext uri="{FF2B5EF4-FFF2-40B4-BE49-F238E27FC236}">
                <a16:creationId xmlns:a16="http://schemas.microsoft.com/office/drawing/2014/main" id="{CB6AC370-B467-0D84-6964-7D166E93FD4F}"/>
              </a:ext>
            </a:extLst>
          </p:cNvPr>
          <p:cNvSpPr>
            <a:spLocks noGrp="1"/>
          </p:cNvSpPr>
          <p:nvPr>
            <p:ph sz="quarter" idx="16"/>
          </p:nvPr>
        </p:nvSpPr>
        <p:spPr>
          <a:xfrm>
            <a:off x="381002" y="1781173"/>
            <a:ext cx="5341141"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381083" y="1384313"/>
            <a:ext cx="5340398" cy="276999"/>
          </a:xfr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Title 3">
            <a:extLst>
              <a:ext uri="{FF2B5EF4-FFF2-40B4-BE49-F238E27FC236}">
                <a16:creationId xmlns:a16="http://schemas.microsoft.com/office/drawing/2014/main" id="{9C814D4E-3169-FA46-BC04-2C127E65BE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43816635"/>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381001"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Text Placeholder 4">
            <a:extLst>
              <a:ext uri="{FF2B5EF4-FFF2-40B4-BE49-F238E27FC236}">
                <a16:creationId xmlns:a16="http://schemas.microsoft.com/office/drawing/2014/main" id="{B5A77170-A9FD-45D4-8584-19D45A2A8F9B}"/>
              </a:ext>
            </a:extLst>
          </p:cNvPr>
          <p:cNvSpPr>
            <a:spLocks noGrp="1"/>
          </p:cNvSpPr>
          <p:nvPr>
            <p:ph type="body" sz="quarter" idx="15"/>
          </p:nvPr>
        </p:nvSpPr>
        <p:spPr>
          <a:xfrm>
            <a:off x="381001"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7" name="Picture Placeholder 6">
            <a:extLst>
              <a:ext uri="{FF2B5EF4-FFF2-40B4-BE49-F238E27FC236}">
                <a16:creationId xmlns:a16="http://schemas.microsoft.com/office/drawing/2014/main" id="{D45E12E6-5FC6-4DAD-AFC7-D1C06F78D641}"/>
              </a:ext>
            </a:extLst>
          </p:cNvPr>
          <p:cNvSpPr>
            <a:spLocks noGrp="1" noChangeAspect="1"/>
          </p:cNvSpPr>
          <p:nvPr>
            <p:ph type="pic" sz="quarter" idx="16"/>
          </p:nvPr>
        </p:nvSpPr>
        <p:spPr>
          <a:xfrm>
            <a:off x="833665" y="1737114"/>
            <a:ext cx="1804987" cy="1804988"/>
          </a:xfrm>
          <a:prstGeom prst="ellipse">
            <a:avLst/>
          </a:prstGeom>
        </p:spPr>
        <p:txBody>
          <a:bodyPr anchor="ctr"/>
          <a:lstStyle>
            <a:lvl1pPr algn="ctr">
              <a:defRPr/>
            </a:lvl1pPr>
          </a:lstStyle>
          <a:p>
            <a:r>
              <a:rPr lang="en-US"/>
              <a:t>Click icon to add picture</a:t>
            </a:r>
          </a:p>
        </p:txBody>
      </p:sp>
      <p:sp>
        <p:nvSpPr>
          <p:cNvPr id="11" name="Text Placeholder 14">
            <a:extLst>
              <a:ext uri="{FF2B5EF4-FFF2-40B4-BE49-F238E27FC236}">
                <a16:creationId xmlns:a16="http://schemas.microsoft.com/office/drawing/2014/main" id="{5B70EEE1-61F9-44E3-AE83-70A2FCDE4726}"/>
              </a:ext>
            </a:extLst>
          </p:cNvPr>
          <p:cNvSpPr>
            <a:spLocks noGrp="1"/>
          </p:cNvSpPr>
          <p:nvPr>
            <p:ph type="body" sz="quarter" idx="17" hasCustomPrompt="1"/>
          </p:nvPr>
        </p:nvSpPr>
        <p:spPr>
          <a:xfrm>
            <a:off x="3286454"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2" name="Text Placeholder 4">
            <a:extLst>
              <a:ext uri="{FF2B5EF4-FFF2-40B4-BE49-F238E27FC236}">
                <a16:creationId xmlns:a16="http://schemas.microsoft.com/office/drawing/2014/main" id="{CBF3F0D4-7BA6-430E-8092-94251D51115F}"/>
              </a:ext>
            </a:extLst>
          </p:cNvPr>
          <p:cNvSpPr>
            <a:spLocks noGrp="1"/>
          </p:cNvSpPr>
          <p:nvPr>
            <p:ph type="body" sz="quarter" idx="18"/>
          </p:nvPr>
        </p:nvSpPr>
        <p:spPr>
          <a:xfrm>
            <a:off x="3286379"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3" name="Picture Placeholder 6">
            <a:extLst>
              <a:ext uri="{FF2B5EF4-FFF2-40B4-BE49-F238E27FC236}">
                <a16:creationId xmlns:a16="http://schemas.microsoft.com/office/drawing/2014/main" id="{1D2FC425-D823-47D8-9213-2BED7731FFA9}"/>
              </a:ext>
            </a:extLst>
          </p:cNvPr>
          <p:cNvSpPr>
            <a:spLocks noGrp="1" noChangeAspect="1"/>
          </p:cNvSpPr>
          <p:nvPr>
            <p:ph type="pic" sz="quarter" idx="19"/>
          </p:nvPr>
        </p:nvSpPr>
        <p:spPr>
          <a:xfrm>
            <a:off x="3739118" y="1737114"/>
            <a:ext cx="1804987" cy="1804988"/>
          </a:xfrm>
          <a:prstGeom prst="ellipse">
            <a:avLst/>
          </a:prstGeom>
        </p:spPr>
        <p:txBody>
          <a:bodyPr anchor="ctr"/>
          <a:lstStyle>
            <a:lvl1pPr algn="ctr">
              <a:defRPr/>
            </a:lvl1pPr>
          </a:lstStyle>
          <a:p>
            <a:r>
              <a:rPr lang="en-US"/>
              <a:t>Click icon to add picture</a:t>
            </a:r>
          </a:p>
        </p:txBody>
      </p:sp>
      <p:sp>
        <p:nvSpPr>
          <p:cNvPr id="14" name="Text Placeholder 14">
            <a:extLst>
              <a:ext uri="{FF2B5EF4-FFF2-40B4-BE49-F238E27FC236}">
                <a16:creationId xmlns:a16="http://schemas.microsoft.com/office/drawing/2014/main" id="{178182FC-A485-4780-8095-1090C2B8ED14}"/>
              </a:ext>
            </a:extLst>
          </p:cNvPr>
          <p:cNvSpPr>
            <a:spLocks noGrp="1"/>
          </p:cNvSpPr>
          <p:nvPr>
            <p:ph type="body" sz="quarter" idx="20" hasCustomPrompt="1"/>
          </p:nvPr>
        </p:nvSpPr>
        <p:spPr>
          <a:xfrm>
            <a:off x="6191907"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Text Placeholder 4">
            <a:extLst>
              <a:ext uri="{FF2B5EF4-FFF2-40B4-BE49-F238E27FC236}">
                <a16:creationId xmlns:a16="http://schemas.microsoft.com/office/drawing/2014/main" id="{B467F341-791E-49E5-84A8-2C48795FE71D}"/>
              </a:ext>
            </a:extLst>
          </p:cNvPr>
          <p:cNvSpPr>
            <a:spLocks noGrp="1"/>
          </p:cNvSpPr>
          <p:nvPr>
            <p:ph type="body" sz="quarter" idx="21"/>
          </p:nvPr>
        </p:nvSpPr>
        <p:spPr>
          <a:xfrm>
            <a:off x="6191757"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7" name="Picture Placeholder 6">
            <a:extLst>
              <a:ext uri="{FF2B5EF4-FFF2-40B4-BE49-F238E27FC236}">
                <a16:creationId xmlns:a16="http://schemas.microsoft.com/office/drawing/2014/main" id="{665B243A-457D-4431-A51D-DE024E17A13D}"/>
              </a:ext>
            </a:extLst>
          </p:cNvPr>
          <p:cNvSpPr>
            <a:spLocks noGrp="1" noChangeAspect="1"/>
          </p:cNvSpPr>
          <p:nvPr>
            <p:ph type="pic" sz="quarter" idx="22"/>
          </p:nvPr>
        </p:nvSpPr>
        <p:spPr>
          <a:xfrm>
            <a:off x="6644571" y="1737114"/>
            <a:ext cx="1804987" cy="1804988"/>
          </a:xfrm>
          <a:prstGeom prst="ellipse">
            <a:avLst/>
          </a:prstGeom>
        </p:spPr>
        <p:txBody>
          <a:bodyPr anchor="ctr"/>
          <a:lstStyle>
            <a:lvl1pPr algn="ctr">
              <a:defRPr/>
            </a:lvl1pPr>
          </a:lstStyle>
          <a:p>
            <a:r>
              <a:rPr lang="en-US"/>
              <a:t>Click icon to add picture</a:t>
            </a:r>
          </a:p>
        </p:txBody>
      </p:sp>
      <p:sp>
        <p:nvSpPr>
          <p:cNvPr id="19" name="Text Placeholder 14">
            <a:extLst>
              <a:ext uri="{FF2B5EF4-FFF2-40B4-BE49-F238E27FC236}">
                <a16:creationId xmlns:a16="http://schemas.microsoft.com/office/drawing/2014/main" id="{6666DD00-9E5D-4272-9205-D57612EE559E}"/>
              </a:ext>
            </a:extLst>
          </p:cNvPr>
          <p:cNvSpPr>
            <a:spLocks noGrp="1"/>
          </p:cNvSpPr>
          <p:nvPr>
            <p:ph type="body" sz="quarter" idx="23" hasCustomPrompt="1"/>
          </p:nvPr>
        </p:nvSpPr>
        <p:spPr>
          <a:xfrm>
            <a:off x="9097361" y="4024731"/>
            <a:ext cx="2710314" cy="276999"/>
          </a:xfr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Text Placeholder 4">
            <a:extLst>
              <a:ext uri="{FF2B5EF4-FFF2-40B4-BE49-F238E27FC236}">
                <a16:creationId xmlns:a16="http://schemas.microsoft.com/office/drawing/2014/main" id="{3A0CC58B-4150-475B-A65A-9286B8F46A89}"/>
              </a:ext>
            </a:extLst>
          </p:cNvPr>
          <p:cNvSpPr>
            <a:spLocks noGrp="1"/>
          </p:cNvSpPr>
          <p:nvPr>
            <p:ph type="body" sz="quarter" idx="24"/>
          </p:nvPr>
        </p:nvSpPr>
        <p:spPr>
          <a:xfrm>
            <a:off x="9097134" y="4421592"/>
            <a:ext cx="2710691" cy="556563"/>
          </a:xfr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21" name="Picture Placeholder 6">
            <a:extLst>
              <a:ext uri="{FF2B5EF4-FFF2-40B4-BE49-F238E27FC236}">
                <a16:creationId xmlns:a16="http://schemas.microsoft.com/office/drawing/2014/main" id="{535117A4-648E-4187-ABAF-F046B1725C1E}"/>
              </a:ext>
            </a:extLst>
          </p:cNvPr>
          <p:cNvSpPr>
            <a:spLocks noGrp="1" noChangeAspect="1"/>
          </p:cNvSpPr>
          <p:nvPr>
            <p:ph type="pic" sz="quarter" idx="25"/>
          </p:nvPr>
        </p:nvSpPr>
        <p:spPr>
          <a:xfrm>
            <a:off x="9550025" y="1737114"/>
            <a:ext cx="1804987" cy="1804988"/>
          </a:xfrm>
          <a:prstGeom prst="ellipse">
            <a:avLst/>
          </a:prstGeom>
        </p:spPr>
        <p:txBody>
          <a:bodyPr anchor="ctr"/>
          <a:lstStyle>
            <a:lvl1pPr algn="ctr">
              <a:defRPr/>
            </a:lvl1pPr>
          </a:lstStyle>
          <a:p>
            <a:r>
              <a:rPr lang="en-US"/>
              <a:t>Click icon to add picture</a:t>
            </a:r>
          </a:p>
        </p:txBody>
      </p:sp>
      <p:sp>
        <p:nvSpPr>
          <p:cNvPr id="3" name="Title 2">
            <a:extLst>
              <a:ext uri="{FF2B5EF4-FFF2-40B4-BE49-F238E27FC236}">
                <a16:creationId xmlns:a16="http://schemas.microsoft.com/office/drawing/2014/main" id="{222913E8-506A-FBC9-340B-F35A74F054D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19073334"/>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381001" y="1322388"/>
            <a:ext cx="11426823" cy="4887912"/>
          </a:xfrm>
        </p:spPr>
        <p:txBody>
          <a:bodyPr anchor="ctr"/>
          <a:lstStyle>
            <a:lvl1pPr algn="ctr">
              <a:defRPr/>
            </a:lvl1pPr>
          </a:lstStyle>
          <a:p>
            <a:r>
              <a:rPr lang="en-US"/>
              <a:t>Click icon to add table</a:t>
            </a:r>
          </a:p>
        </p:txBody>
      </p:sp>
      <p:sp>
        <p:nvSpPr>
          <p:cNvPr id="2" name="Title 1">
            <a:extLst>
              <a:ext uri="{FF2B5EF4-FFF2-40B4-BE49-F238E27FC236}">
                <a16:creationId xmlns:a16="http://schemas.microsoft.com/office/drawing/2014/main" id="{2E0484D1-98A9-907A-A3DE-83E76BFDD1F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8742421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ank you + Contacts">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381001"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21" name="Text Placeholder 20"/>
          <p:cNvSpPr>
            <a:spLocks noGrp="1"/>
          </p:cNvSpPr>
          <p:nvPr>
            <p:ph type="body" sz="quarter" idx="21" hasCustomPrompt="1"/>
          </p:nvPr>
        </p:nvSpPr>
        <p:spPr>
          <a:xfrm>
            <a:off x="381001"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0" name="Text Placeholder 29"/>
          <p:cNvSpPr>
            <a:spLocks noGrp="1"/>
          </p:cNvSpPr>
          <p:nvPr>
            <p:ph type="body" sz="quarter" idx="28" hasCustomPrompt="1"/>
          </p:nvPr>
        </p:nvSpPr>
        <p:spPr>
          <a:xfrm>
            <a:off x="381002" y="4077353"/>
            <a:ext cx="8788398" cy="743793"/>
          </a:xfrm>
        </p:spPr>
        <p:txBody>
          <a:bodyPr>
            <a:spAutoFit/>
          </a:bodyPr>
          <a:lstStyle>
            <a:lvl1pPr>
              <a:defRPr sz="900"/>
            </a:lvl1pPr>
            <a:lvl2pPr marL="114300" indent="-114300">
              <a:spcBef>
                <a:spcPts val="100"/>
              </a:spcBef>
              <a:buClr>
                <a:schemeClr val="accent1"/>
              </a:buClr>
              <a:tabLst/>
              <a:defRPr sz="900"/>
            </a:lvl2pPr>
            <a:lvl3pPr marL="230188" indent="-115888">
              <a:spcBef>
                <a:spcPts val="100"/>
              </a:spcBef>
              <a:buClr>
                <a:schemeClr val="accent1"/>
              </a:buClr>
              <a:tabLst/>
              <a:defRPr sz="900"/>
            </a:lvl3pPr>
            <a:lvl4pPr marL="346075" indent="-115888">
              <a:spcBef>
                <a:spcPts val="100"/>
              </a:spcBef>
              <a:buClr>
                <a:schemeClr val="accent1"/>
              </a:buClr>
              <a:tabLst/>
              <a:defRPr sz="900"/>
            </a:lvl4pPr>
            <a:lvl5pPr marL="460375" indent="-114300">
              <a:spcBef>
                <a:spcPts val="100"/>
              </a:spcBef>
              <a:buClr>
                <a:schemeClr val="accent1"/>
              </a:buClr>
              <a:tabLst/>
              <a:defRPr sz="900"/>
            </a:lvl5pPr>
          </a:lstStyle>
          <a:p>
            <a:pPr lvl="0"/>
            <a:r>
              <a:rPr lang="en-US"/>
              <a:t>Insert Legal Copy</a:t>
            </a:r>
          </a:p>
          <a:p>
            <a:pPr lvl="1"/>
            <a:r>
              <a:rPr lang="en-US"/>
              <a:t>Second level</a:t>
            </a:r>
          </a:p>
          <a:p>
            <a:pPr lvl="2"/>
            <a:r>
              <a:rPr lang="en-US"/>
              <a:t>Third level</a:t>
            </a:r>
          </a:p>
          <a:p>
            <a:pPr lvl="3"/>
            <a:r>
              <a:rPr lang="en-US"/>
              <a:t>Fourth level</a:t>
            </a:r>
          </a:p>
          <a:p>
            <a:pPr lvl="4"/>
            <a:r>
              <a:rPr lang="en-US"/>
              <a:t>Fifth level</a:t>
            </a:r>
          </a:p>
        </p:txBody>
      </p:sp>
      <p:sp>
        <p:nvSpPr>
          <p:cNvPr id="29" name="Text Placeholder 14">
            <a:extLst>
              <a:ext uri="{FF2B5EF4-FFF2-40B4-BE49-F238E27FC236}">
                <a16:creationId xmlns:a16="http://schemas.microsoft.com/office/drawing/2014/main" id="{AC53361B-5856-4302-8CF7-6BF7C17066C3}"/>
              </a:ext>
            </a:extLst>
          </p:cNvPr>
          <p:cNvSpPr>
            <a:spLocks noGrp="1"/>
          </p:cNvSpPr>
          <p:nvPr>
            <p:ph type="body" sz="quarter" idx="29" hasCustomPrompt="1"/>
          </p:nvPr>
        </p:nvSpPr>
        <p:spPr>
          <a:xfrm>
            <a:off x="2620983"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1" name="Text Placeholder 20">
            <a:extLst>
              <a:ext uri="{FF2B5EF4-FFF2-40B4-BE49-F238E27FC236}">
                <a16:creationId xmlns:a16="http://schemas.microsoft.com/office/drawing/2014/main" id="{95A3F7CB-6CED-43C7-A382-F2A8F2EBD76B}"/>
              </a:ext>
            </a:extLst>
          </p:cNvPr>
          <p:cNvSpPr>
            <a:spLocks noGrp="1"/>
          </p:cNvSpPr>
          <p:nvPr>
            <p:ph type="body" sz="quarter" idx="30" hasCustomPrompt="1"/>
          </p:nvPr>
        </p:nvSpPr>
        <p:spPr>
          <a:xfrm>
            <a:off x="2621064"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2" name="Text Placeholder 14">
            <a:extLst>
              <a:ext uri="{FF2B5EF4-FFF2-40B4-BE49-F238E27FC236}">
                <a16:creationId xmlns:a16="http://schemas.microsoft.com/office/drawing/2014/main" id="{A59C17CE-8E20-47E7-9745-BD8DF5D69E9F}"/>
              </a:ext>
            </a:extLst>
          </p:cNvPr>
          <p:cNvSpPr>
            <a:spLocks noGrp="1"/>
          </p:cNvSpPr>
          <p:nvPr>
            <p:ph type="body" sz="quarter" idx="31" hasCustomPrompt="1"/>
          </p:nvPr>
        </p:nvSpPr>
        <p:spPr>
          <a:xfrm>
            <a:off x="4860965"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3" name="Text Placeholder 20">
            <a:extLst>
              <a:ext uri="{FF2B5EF4-FFF2-40B4-BE49-F238E27FC236}">
                <a16:creationId xmlns:a16="http://schemas.microsoft.com/office/drawing/2014/main" id="{0231F24C-AA35-4993-B9E0-BBEE487530C5}"/>
              </a:ext>
            </a:extLst>
          </p:cNvPr>
          <p:cNvSpPr>
            <a:spLocks noGrp="1"/>
          </p:cNvSpPr>
          <p:nvPr>
            <p:ph type="body" sz="quarter" idx="32" hasCustomPrompt="1"/>
          </p:nvPr>
        </p:nvSpPr>
        <p:spPr>
          <a:xfrm>
            <a:off x="4861127"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4" name="Text Placeholder 14">
            <a:extLst>
              <a:ext uri="{FF2B5EF4-FFF2-40B4-BE49-F238E27FC236}">
                <a16:creationId xmlns:a16="http://schemas.microsoft.com/office/drawing/2014/main" id="{4A5AC34E-3B4C-469E-B9C4-C085D8EC0272}"/>
              </a:ext>
            </a:extLst>
          </p:cNvPr>
          <p:cNvSpPr>
            <a:spLocks noGrp="1"/>
          </p:cNvSpPr>
          <p:nvPr>
            <p:ph type="body" sz="quarter" idx="33" hasCustomPrompt="1"/>
          </p:nvPr>
        </p:nvSpPr>
        <p:spPr>
          <a:xfrm>
            <a:off x="7100946" y="2766129"/>
            <a:ext cx="2068454" cy="180049"/>
          </a:xfr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5" name="Text Placeholder 20">
            <a:extLst>
              <a:ext uri="{FF2B5EF4-FFF2-40B4-BE49-F238E27FC236}">
                <a16:creationId xmlns:a16="http://schemas.microsoft.com/office/drawing/2014/main" id="{A0A6254F-A341-4409-90BD-661FAACB8D44}"/>
              </a:ext>
            </a:extLst>
          </p:cNvPr>
          <p:cNvSpPr>
            <a:spLocks noGrp="1"/>
          </p:cNvSpPr>
          <p:nvPr>
            <p:ph type="body" sz="quarter" idx="34" hasCustomPrompt="1"/>
          </p:nvPr>
        </p:nvSpPr>
        <p:spPr>
          <a:xfrm>
            <a:off x="7101189" y="3024574"/>
            <a:ext cx="2068211" cy="593689"/>
          </a:xfr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3DCA7A9E-0A15-1C0A-489F-4EB94361691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308013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estimonial">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6BFDB5A-EF29-4DE8-B046-D2ED5D80D7D4}"/>
              </a:ext>
            </a:extLst>
          </p:cNvPr>
          <p:cNvSpPr>
            <a:spLocks noGrp="1"/>
          </p:cNvSpPr>
          <p:nvPr>
            <p:ph type="body" sz="quarter" idx="14" hasCustomPrompt="1"/>
          </p:nvPr>
        </p:nvSpPr>
        <p:spPr>
          <a:xfrm>
            <a:off x="1466850" y="1574800"/>
            <a:ext cx="10342563" cy="3932238"/>
          </a:xfrm>
          <a:prstGeom prst="rect">
            <a:avLst/>
          </a:prstGeom>
        </p:spPr>
        <p:txBody>
          <a:bodyPr anchor="ctr" anchorCtr="0"/>
          <a:lstStyle>
            <a:lvl1pPr>
              <a:defRPr sz="3200"/>
            </a:lvl1pPr>
            <a:lvl2pPr marL="0" indent="0" algn="r">
              <a:spcBef>
                <a:spcPts val="1200"/>
              </a:spcBef>
              <a:buNone/>
              <a:defRPr sz="1800"/>
            </a:lvl2pPr>
            <a:lvl3pPr marL="174625" indent="0" algn="r">
              <a:buNone/>
              <a:defRPr sz="1600"/>
            </a:lvl3pPr>
          </a:lstStyle>
          <a:p>
            <a:pPr lvl="0"/>
            <a:r>
              <a:rPr lang="en-US"/>
              <a:t>“Quote text goes here”</a:t>
            </a:r>
          </a:p>
          <a:p>
            <a:pPr lvl="1"/>
            <a:r>
              <a:rPr lang="en-US"/>
              <a:t>Author Name goes here</a:t>
            </a:r>
          </a:p>
          <a:p>
            <a:pPr lvl="2"/>
            <a:r>
              <a:rPr lang="en-US"/>
              <a:t>Author Title goes here</a:t>
            </a:r>
          </a:p>
        </p:txBody>
      </p:sp>
    </p:spTree>
    <p:extLst>
      <p:ext uri="{BB962C8B-B14F-4D97-AF65-F5344CB8AC3E}">
        <p14:creationId xmlns:p14="http://schemas.microsoft.com/office/powerpoint/2010/main" val="4221635886"/>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 Quote Testimonial">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6BFDB5A-EF29-4DE8-B046-D2ED5D80D7D4}"/>
              </a:ext>
            </a:extLst>
          </p:cNvPr>
          <p:cNvSpPr>
            <a:spLocks noGrp="1"/>
          </p:cNvSpPr>
          <p:nvPr>
            <p:ph type="body" sz="quarter" idx="14" hasCustomPrompt="1"/>
          </p:nvPr>
        </p:nvSpPr>
        <p:spPr>
          <a:xfrm>
            <a:off x="1162050" y="1574800"/>
            <a:ext cx="4879746" cy="3932238"/>
          </a:xfrm>
          <a:prstGeom prst="rect">
            <a:avLst/>
          </a:prstGeom>
        </p:spPr>
        <p:txBody>
          <a:bodyPr anchor="ctr" anchorCtr="0"/>
          <a:lstStyle>
            <a:lvl1pPr>
              <a:defRPr sz="3200"/>
            </a:lvl1pPr>
            <a:lvl2pPr marL="0" indent="0" algn="r">
              <a:spcBef>
                <a:spcPts val="1200"/>
              </a:spcBef>
              <a:buNone/>
              <a:defRPr sz="1800"/>
            </a:lvl2pPr>
            <a:lvl3pPr marL="174625" indent="0" algn="r">
              <a:buNone/>
              <a:defRPr sz="1600"/>
            </a:lvl3pPr>
          </a:lstStyle>
          <a:p>
            <a:pPr lvl="0"/>
            <a:r>
              <a:rPr lang="en-US"/>
              <a:t>“Quote text goes here”</a:t>
            </a:r>
          </a:p>
          <a:p>
            <a:pPr lvl="1"/>
            <a:r>
              <a:rPr lang="en-US"/>
              <a:t>Author Name goes here</a:t>
            </a:r>
          </a:p>
          <a:p>
            <a:pPr lvl="2"/>
            <a:r>
              <a:rPr lang="en-US"/>
              <a:t>Author Title goes here</a:t>
            </a:r>
          </a:p>
        </p:txBody>
      </p:sp>
      <p:sp>
        <p:nvSpPr>
          <p:cNvPr id="4" name="Text Placeholder 5">
            <a:extLst>
              <a:ext uri="{FF2B5EF4-FFF2-40B4-BE49-F238E27FC236}">
                <a16:creationId xmlns:a16="http://schemas.microsoft.com/office/drawing/2014/main" id="{B02B4AF2-3D2F-4674-99A2-58ABCF020A77}"/>
              </a:ext>
            </a:extLst>
          </p:cNvPr>
          <p:cNvSpPr>
            <a:spLocks noGrp="1"/>
          </p:cNvSpPr>
          <p:nvPr>
            <p:ph type="body" sz="quarter" idx="15" hasCustomPrompt="1"/>
          </p:nvPr>
        </p:nvSpPr>
        <p:spPr>
          <a:xfrm>
            <a:off x="6929668" y="1574800"/>
            <a:ext cx="4879746" cy="3932238"/>
          </a:xfrm>
          <a:prstGeom prst="rect">
            <a:avLst/>
          </a:prstGeom>
        </p:spPr>
        <p:txBody>
          <a:bodyPr anchor="ctr" anchorCtr="0"/>
          <a:lstStyle>
            <a:lvl1pPr>
              <a:defRPr sz="3200"/>
            </a:lvl1pPr>
            <a:lvl2pPr marL="0" indent="0" algn="r">
              <a:spcBef>
                <a:spcPts val="1200"/>
              </a:spcBef>
              <a:buNone/>
              <a:defRPr sz="1800"/>
            </a:lvl2pPr>
            <a:lvl3pPr marL="174625" indent="0" algn="r">
              <a:buNone/>
              <a:defRPr sz="1600"/>
            </a:lvl3pPr>
          </a:lstStyle>
          <a:p>
            <a:pPr lvl="0"/>
            <a:r>
              <a:rPr lang="en-US"/>
              <a:t>“Quote text goes here”</a:t>
            </a:r>
          </a:p>
          <a:p>
            <a:pPr lvl="1"/>
            <a:r>
              <a:rPr lang="en-US"/>
              <a:t>Author Name goes here</a:t>
            </a:r>
          </a:p>
          <a:p>
            <a:pPr lvl="2"/>
            <a:r>
              <a:rPr lang="en-US"/>
              <a:t>Author Title goes here</a:t>
            </a:r>
          </a:p>
        </p:txBody>
      </p:sp>
      <p:cxnSp>
        <p:nvCxnSpPr>
          <p:cNvPr id="3" name="Straight Connector 2">
            <a:extLst>
              <a:ext uri="{FF2B5EF4-FFF2-40B4-BE49-F238E27FC236}">
                <a16:creationId xmlns:a16="http://schemas.microsoft.com/office/drawing/2014/main" id="{D6D1AC86-28F2-46B3-8E9D-1D3BF1F6A8AC}"/>
              </a:ext>
            </a:extLst>
          </p:cNvPr>
          <p:cNvCxnSpPr/>
          <p:nvPr/>
        </p:nvCxnSpPr>
        <p:spPr>
          <a:xfrm>
            <a:off x="6485732" y="1574800"/>
            <a:ext cx="0" cy="3932238"/>
          </a:xfrm>
          <a:prstGeom prst="line">
            <a:avLst/>
          </a:prstGeom>
          <a:ln w="9525"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 name="Straight Connector 1">
            <a:extLst>
              <a:ext uri="{FF2B5EF4-FFF2-40B4-BE49-F238E27FC236}">
                <a16:creationId xmlns:a16="http://schemas.microsoft.com/office/drawing/2014/main" id="{D93D9394-323B-540A-1150-D70A77299CE7}"/>
              </a:ext>
            </a:extLst>
          </p:cNvPr>
          <p:cNvCxnSpPr/>
          <p:nvPr userDrawn="1"/>
        </p:nvCxnSpPr>
        <p:spPr>
          <a:xfrm>
            <a:off x="6485732" y="1574800"/>
            <a:ext cx="0" cy="3932238"/>
          </a:xfrm>
          <a:prstGeom prst="line">
            <a:avLst/>
          </a:prstGeom>
          <a:ln w="9525" cap="flat" cmpd="sng" algn="ctr">
            <a:solidFill>
              <a:schemeClr val="bg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7499056"/>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 Statement">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7DB4F7A-04F5-492B-9F9C-9DCDBC31468B}"/>
              </a:ext>
            </a:extLst>
          </p:cNvPr>
          <p:cNvSpPr>
            <a:spLocks noGrp="1"/>
          </p:cNvSpPr>
          <p:nvPr>
            <p:ph type="body" sz="quarter" idx="12"/>
          </p:nvPr>
        </p:nvSpPr>
        <p:spPr>
          <a:xfrm>
            <a:off x="1162050" y="2441753"/>
            <a:ext cx="3433467" cy="2201057"/>
          </a:xfrm>
          <a:prstGeom prst="rect">
            <a:avLst/>
          </a:prstGeom>
          <a:solidFill>
            <a:schemeClr val="accent2"/>
          </a:solidFill>
          <a:ln>
            <a:noFill/>
          </a:ln>
          <a:effectLst/>
        </p:spPr>
        <p:txBody>
          <a:bodyPr lIns="182880" tIns="36576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0904ADFB-3D8E-464B-AEAF-259637858CA6}"/>
              </a:ext>
            </a:extLst>
          </p:cNvPr>
          <p:cNvSpPr>
            <a:spLocks noGrp="1"/>
          </p:cNvSpPr>
          <p:nvPr>
            <p:ph type="body" sz="quarter" idx="14"/>
          </p:nvPr>
        </p:nvSpPr>
        <p:spPr>
          <a:xfrm>
            <a:off x="4769936" y="2441753"/>
            <a:ext cx="3431590" cy="2201057"/>
          </a:xfrm>
          <a:prstGeom prst="rect">
            <a:avLst/>
          </a:prstGeom>
          <a:solidFill>
            <a:schemeClr val="accent3"/>
          </a:solidFill>
          <a:ln>
            <a:noFill/>
          </a:ln>
          <a:effectLst/>
        </p:spPr>
        <p:txBody>
          <a:bodyPr lIns="182880" tIns="36576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5" name="Text Placeholder 7">
            <a:extLst>
              <a:ext uri="{FF2B5EF4-FFF2-40B4-BE49-F238E27FC236}">
                <a16:creationId xmlns:a16="http://schemas.microsoft.com/office/drawing/2014/main" id="{3E25379D-0A79-4138-A194-901F857CFE35}"/>
              </a:ext>
            </a:extLst>
          </p:cNvPr>
          <p:cNvSpPr>
            <a:spLocks noGrp="1"/>
          </p:cNvSpPr>
          <p:nvPr>
            <p:ph type="body" sz="quarter" idx="16"/>
          </p:nvPr>
        </p:nvSpPr>
        <p:spPr>
          <a:xfrm>
            <a:off x="8375945" y="2441753"/>
            <a:ext cx="3433469" cy="2201057"/>
          </a:xfrm>
          <a:prstGeom prst="rect">
            <a:avLst/>
          </a:prstGeom>
          <a:solidFill>
            <a:schemeClr val="accent4"/>
          </a:solidFill>
          <a:ln>
            <a:noFill/>
          </a:ln>
          <a:effectLst/>
        </p:spPr>
        <p:txBody>
          <a:bodyPr lIns="182880" tIns="365760" rIns="182880" bIns="182880" anchor="ctr"/>
          <a:lstStyle>
            <a:lvl1pPr marL="0" indent="0" algn="ctr">
              <a:lnSpc>
                <a:spcPct val="100000"/>
              </a:lnSpc>
              <a:spcBef>
                <a:spcPts val="0"/>
              </a:spcBef>
              <a:spcAft>
                <a:spcPts val="0"/>
              </a:spcAft>
              <a:buNone/>
              <a:defRPr sz="2800" b="1">
                <a:solidFill>
                  <a:schemeClr val="bg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9322BD71-44FC-40C6-8A39-0EAD343C504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6672489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4 Statement">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47DB4F7A-04F5-492B-9F9C-9DCDBC31468B}"/>
              </a:ext>
            </a:extLst>
          </p:cNvPr>
          <p:cNvSpPr>
            <a:spLocks noGrp="1"/>
          </p:cNvSpPr>
          <p:nvPr>
            <p:ph type="body" sz="quarter" idx="12"/>
          </p:nvPr>
        </p:nvSpPr>
        <p:spPr>
          <a:xfrm>
            <a:off x="1162049" y="2425127"/>
            <a:ext cx="2561042"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0904ADFB-3D8E-464B-AEAF-259637858CA6}"/>
              </a:ext>
            </a:extLst>
          </p:cNvPr>
          <p:cNvSpPr>
            <a:spLocks noGrp="1"/>
          </p:cNvSpPr>
          <p:nvPr>
            <p:ph type="body" sz="quarter" idx="14"/>
          </p:nvPr>
        </p:nvSpPr>
        <p:spPr>
          <a:xfrm>
            <a:off x="3857956" y="2425126"/>
            <a:ext cx="2559642" cy="2322913"/>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5" name="Text Placeholder 7">
            <a:extLst>
              <a:ext uri="{FF2B5EF4-FFF2-40B4-BE49-F238E27FC236}">
                <a16:creationId xmlns:a16="http://schemas.microsoft.com/office/drawing/2014/main" id="{3E25379D-0A79-4138-A194-901F857CFE35}"/>
              </a:ext>
            </a:extLst>
          </p:cNvPr>
          <p:cNvSpPr>
            <a:spLocks noGrp="1"/>
          </p:cNvSpPr>
          <p:nvPr>
            <p:ph type="body" sz="quarter" idx="16"/>
          </p:nvPr>
        </p:nvSpPr>
        <p:spPr>
          <a:xfrm>
            <a:off x="6552463" y="2425127"/>
            <a:ext cx="2561043"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7" name="Text Placeholder 7">
            <a:extLst>
              <a:ext uri="{FF2B5EF4-FFF2-40B4-BE49-F238E27FC236}">
                <a16:creationId xmlns:a16="http://schemas.microsoft.com/office/drawing/2014/main" id="{289AA023-A46F-450A-80A8-C6F3EBE56BA3}"/>
              </a:ext>
            </a:extLst>
          </p:cNvPr>
          <p:cNvSpPr>
            <a:spLocks noGrp="1"/>
          </p:cNvSpPr>
          <p:nvPr>
            <p:ph type="body" sz="quarter" idx="17"/>
          </p:nvPr>
        </p:nvSpPr>
        <p:spPr>
          <a:xfrm>
            <a:off x="9248371" y="2425127"/>
            <a:ext cx="2561043" cy="2322912"/>
          </a:xfrm>
          <a:prstGeom prst="rect">
            <a:avLst/>
          </a:prstGeom>
          <a:solidFill>
            <a:schemeClr val="bg2"/>
          </a:solidFill>
          <a:ln>
            <a:noFill/>
          </a:ln>
          <a:effectLst/>
        </p:spPr>
        <p:txBody>
          <a:bodyPr lIns="182880" tIns="182880" rIns="182880" bIns="182880" anchor="ctr"/>
          <a:lstStyle>
            <a:lvl1pPr marL="0" indent="0" algn="ctr">
              <a:lnSpc>
                <a:spcPct val="100000"/>
              </a:lnSpc>
              <a:spcBef>
                <a:spcPts val="0"/>
              </a:spcBef>
              <a:spcAft>
                <a:spcPts val="0"/>
              </a:spcAft>
              <a:buNone/>
              <a:defRPr sz="2400" b="1">
                <a:solidFill>
                  <a:schemeClr val="tx2"/>
                </a:solidFill>
                <a:latin typeface="+mj-lt"/>
              </a:defRPr>
            </a:lvl1pPr>
          </a:lstStyle>
          <a:p>
            <a:pPr lvl="0"/>
            <a:r>
              <a:rPr lang="en-US"/>
              <a:t>Click to edit Master text styles</a:t>
            </a:r>
          </a:p>
        </p:txBody>
      </p:sp>
      <p:sp>
        <p:nvSpPr>
          <p:cNvPr id="6" name="Title 5">
            <a:extLst>
              <a:ext uri="{FF2B5EF4-FFF2-40B4-BE49-F238E27FC236}">
                <a16:creationId xmlns:a16="http://schemas.microsoft.com/office/drawing/2014/main" id="{34A5E15F-5AE7-45D2-BF02-08BACD370E9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698342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6 Photos">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1162049" y="1168400"/>
            <a:ext cx="3362938" cy="2365224"/>
          </a:xfrm>
          <a:prstGeom prst="rect">
            <a:avLst/>
          </a:prstGeom>
        </p:spPr>
        <p:txBody>
          <a:bodyPr anchor="ctr"/>
          <a:lstStyle>
            <a:lvl1pPr algn="ctr">
              <a:defRPr/>
            </a:lvl1pPr>
          </a:lstStyle>
          <a:p>
            <a:r>
              <a:rPr lang="en-US"/>
              <a:t>Click icon to add picture</a:t>
            </a:r>
          </a:p>
        </p:txBody>
      </p:sp>
      <p:sp>
        <p:nvSpPr>
          <p:cNvPr id="19" name="Picture Placeholder 5">
            <a:extLst>
              <a:ext uri="{FF2B5EF4-FFF2-40B4-BE49-F238E27FC236}">
                <a16:creationId xmlns:a16="http://schemas.microsoft.com/office/drawing/2014/main" id="{539C5952-9101-40EA-8EFD-F1D60A1A9A08}"/>
              </a:ext>
            </a:extLst>
          </p:cNvPr>
          <p:cNvSpPr>
            <a:spLocks noGrp="1"/>
          </p:cNvSpPr>
          <p:nvPr>
            <p:ph type="pic" sz="quarter" idx="29"/>
          </p:nvPr>
        </p:nvSpPr>
        <p:spPr>
          <a:xfrm>
            <a:off x="4802675" y="1168400"/>
            <a:ext cx="3362938" cy="2365224"/>
          </a:xfrm>
          <a:prstGeom prst="rect">
            <a:avLst/>
          </a:prstGeom>
        </p:spPr>
        <p:txBody>
          <a:bodyPr anchor="ctr"/>
          <a:lstStyle>
            <a:lvl1pPr algn="ctr">
              <a:defRPr/>
            </a:lvl1pPr>
          </a:lstStyle>
          <a:p>
            <a:r>
              <a:rPr lang="en-US"/>
              <a:t>Click icon to add picture</a:t>
            </a:r>
          </a:p>
        </p:txBody>
      </p:sp>
      <p:sp>
        <p:nvSpPr>
          <p:cNvPr id="20" name="Picture Placeholder 5">
            <a:extLst>
              <a:ext uri="{FF2B5EF4-FFF2-40B4-BE49-F238E27FC236}">
                <a16:creationId xmlns:a16="http://schemas.microsoft.com/office/drawing/2014/main" id="{6493EF8F-CCE9-4B2B-A7E6-77DBCC02838A}"/>
              </a:ext>
            </a:extLst>
          </p:cNvPr>
          <p:cNvSpPr>
            <a:spLocks noGrp="1"/>
          </p:cNvSpPr>
          <p:nvPr>
            <p:ph type="pic" sz="quarter" idx="30"/>
          </p:nvPr>
        </p:nvSpPr>
        <p:spPr>
          <a:xfrm>
            <a:off x="8443300" y="1168400"/>
            <a:ext cx="3362938" cy="2365224"/>
          </a:xfrm>
          <a:prstGeom prst="rect">
            <a:avLst/>
          </a:prstGeom>
        </p:spPr>
        <p:txBody>
          <a:bodyPr anchor="ctr"/>
          <a:lstStyle>
            <a:lvl1pPr algn="ctr">
              <a:defRPr/>
            </a:lvl1pPr>
          </a:lstStyle>
          <a:p>
            <a:r>
              <a:rPr lang="en-US"/>
              <a:t>Click icon to add picture</a:t>
            </a:r>
          </a:p>
        </p:txBody>
      </p:sp>
      <p:sp>
        <p:nvSpPr>
          <p:cNvPr id="27" name="Picture Placeholder 5">
            <a:extLst>
              <a:ext uri="{FF2B5EF4-FFF2-40B4-BE49-F238E27FC236}">
                <a16:creationId xmlns:a16="http://schemas.microsoft.com/office/drawing/2014/main" id="{4D42B27E-18C9-491F-981A-22AFA3A63254}"/>
              </a:ext>
            </a:extLst>
          </p:cNvPr>
          <p:cNvSpPr>
            <a:spLocks noGrp="1"/>
          </p:cNvSpPr>
          <p:nvPr>
            <p:ph type="pic" sz="quarter" idx="31"/>
          </p:nvPr>
        </p:nvSpPr>
        <p:spPr>
          <a:xfrm>
            <a:off x="1162049" y="3806977"/>
            <a:ext cx="3362938" cy="2365224"/>
          </a:xfrm>
          <a:prstGeom prst="rect">
            <a:avLst/>
          </a:prstGeom>
        </p:spPr>
        <p:txBody>
          <a:bodyPr anchor="ctr"/>
          <a:lstStyle>
            <a:lvl1pPr algn="ctr">
              <a:defRPr/>
            </a:lvl1pPr>
          </a:lstStyle>
          <a:p>
            <a:r>
              <a:rPr lang="en-US"/>
              <a:t>Click icon to add picture</a:t>
            </a:r>
          </a:p>
        </p:txBody>
      </p:sp>
      <p:sp>
        <p:nvSpPr>
          <p:cNvPr id="28" name="Picture Placeholder 5">
            <a:extLst>
              <a:ext uri="{FF2B5EF4-FFF2-40B4-BE49-F238E27FC236}">
                <a16:creationId xmlns:a16="http://schemas.microsoft.com/office/drawing/2014/main" id="{1BCAF74B-6018-4C57-A90E-AB54A58B1470}"/>
              </a:ext>
            </a:extLst>
          </p:cNvPr>
          <p:cNvSpPr>
            <a:spLocks noGrp="1"/>
          </p:cNvSpPr>
          <p:nvPr>
            <p:ph type="pic" sz="quarter" idx="32"/>
          </p:nvPr>
        </p:nvSpPr>
        <p:spPr>
          <a:xfrm>
            <a:off x="4802675" y="3806977"/>
            <a:ext cx="3330200" cy="2365224"/>
          </a:xfrm>
          <a:prstGeom prst="rect">
            <a:avLst/>
          </a:prstGeom>
        </p:spPr>
        <p:txBody>
          <a:bodyPr anchor="ctr"/>
          <a:lstStyle>
            <a:lvl1pPr algn="ctr">
              <a:defRPr/>
            </a:lvl1pPr>
          </a:lstStyle>
          <a:p>
            <a:r>
              <a:rPr lang="en-US"/>
              <a:t>Click icon to add picture</a:t>
            </a:r>
          </a:p>
        </p:txBody>
      </p:sp>
      <p:sp>
        <p:nvSpPr>
          <p:cNvPr id="29" name="Picture Placeholder 5">
            <a:extLst>
              <a:ext uri="{FF2B5EF4-FFF2-40B4-BE49-F238E27FC236}">
                <a16:creationId xmlns:a16="http://schemas.microsoft.com/office/drawing/2014/main" id="{61217ED4-3DF8-4495-9467-ABDA716D4CF1}"/>
              </a:ext>
            </a:extLst>
          </p:cNvPr>
          <p:cNvSpPr>
            <a:spLocks noGrp="1"/>
          </p:cNvSpPr>
          <p:nvPr>
            <p:ph type="pic" sz="quarter" idx="33"/>
          </p:nvPr>
        </p:nvSpPr>
        <p:spPr>
          <a:xfrm>
            <a:off x="8443300" y="3806977"/>
            <a:ext cx="3362938" cy="2365224"/>
          </a:xfrm>
          <a:prstGeom prst="rect">
            <a:avLst/>
          </a:prstGeom>
        </p:spPr>
        <p:txBody>
          <a:bodyPr anchor="ctr"/>
          <a:lstStyle>
            <a:lvl1pPr algn="ctr">
              <a:defRPr/>
            </a:lvl1pPr>
          </a:lstStyle>
          <a:p>
            <a:r>
              <a:rPr lang="en-US"/>
              <a:t>Click icon to add picture</a:t>
            </a:r>
          </a:p>
        </p:txBody>
      </p:sp>
      <p:sp>
        <p:nvSpPr>
          <p:cNvPr id="3" name="Title 2">
            <a:extLst>
              <a:ext uri="{FF2B5EF4-FFF2-40B4-BE49-F238E27FC236}">
                <a16:creationId xmlns:a16="http://schemas.microsoft.com/office/drawing/2014/main" id="{1D9FDE82-A664-4EEA-A577-C155A9E8384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06457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1162050" y="1319213"/>
            <a:ext cx="10645774" cy="4852988"/>
          </a:xfrm>
          <a:prstGeom prst="rect">
            <a:avLst/>
          </a:prstGeom>
        </p:spPr>
        <p:txBody>
          <a:bodyPr anchor="ctr"/>
          <a:lstStyle>
            <a:lvl1pPr algn="ctr">
              <a:defRPr/>
            </a:lvl1pPr>
          </a:lstStyle>
          <a:p>
            <a:r>
              <a:rPr lang="en-US"/>
              <a:t>Click icon to add table</a:t>
            </a:r>
          </a:p>
        </p:txBody>
      </p:sp>
      <p:sp>
        <p:nvSpPr>
          <p:cNvPr id="7" name="Title 6">
            <a:extLst>
              <a:ext uri="{FF2B5EF4-FFF2-40B4-BE49-F238E27FC236}">
                <a16:creationId xmlns:a16="http://schemas.microsoft.com/office/drawing/2014/main" id="{D06F8458-66E1-4B4A-BC40-DD2CDA42EB1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7091608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US Map">
    <p:bg>
      <p:bgPr>
        <a:solidFill>
          <a:schemeClr val="bg1"/>
        </a:solidFill>
        <a:effectLst/>
      </p:bgPr>
    </p:bg>
    <p:spTree>
      <p:nvGrpSpPr>
        <p:cNvPr id="1" name=""/>
        <p:cNvGrpSpPr/>
        <p:nvPr/>
      </p:nvGrpSpPr>
      <p:grpSpPr>
        <a:xfrm>
          <a:off x="0" y="0"/>
          <a:ext cx="0" cy="0"/>
          <a:chOff x="0" y="0"/>
          <a:chExt cx="0" cy="0"/>
        </a:xfrm>
      </p:grpSpPr>
      <p:grpSp>
        <p:nvGrpSpPr>
          <p:cNvPr id="5" name="Group 56">
            <a:extLst>
              <a:ext uri="{FF2B5EF4-FFF2-40B4-BE49-F238E27FC236}">
                <a16:creationId xmlns:a16="http://schemas.microsoft.com/office/drawing/2014/main" id="{1EC614DD-715F-4FED-8870-8126A5E30C3E}"/>
              </a:ext>
            </a:extLst>
          </p:cNvPr>
          <p:cNvGrpSpPr>
            <a:grpSpLocks/>
          </p:cNvGrpSpPr>
          <p:nvPr/>
        </p:nvGrpSpPr>
        <p:grpSpPr bwMode="auto">
          <a:xfrm>
            <a:off x="2379715" y="1231900"/>
            <a:ext cx="7785153" cy="5092700"/>
            <a:chOff x="1757363" y="1860550"/>
            <a:chExt cx="6414459" cy="3873500"/>
          </a:xfrm>
          <a:solidFill>
            <a:schemeClr val="bg2"/>
          </a:solidFill>
        </p:grpSpPr>
        <p:sp>
          <p:nvSpPr>
            <p:cNvPr id="6" name="Freeform 4">
              <a:extLst>
                <a:ext uri="{FF2B5EF4-FFF2-40B4-BE49-F238E27FC236}">
                  <a16:creationId xmlns:a16="http://schemas.microsoft.com/office/drawing/2014/main" id="{4D3AFE62-E176-4623-A52A-BE82F84C5C9E}"/>
                </a:ext>
              </a:extLst>
            </p:cNvPr>
            <p:cNvSpPr>
              <a:spLocks/>
            </p:cNvSpPr>
            <p:nvPr/>
          </p:nvSpPr>
          <p:spPr bwMode="auto">
            <a:xfrm>
              <a:off x="7697186" y="1860550"/>
              <a:ext cx="474636" cy="717550"/>
            </a:xfrm>
            <a:custGeom>
              <a:avLst/>
              <a:gdLst>
                <a:gd name="T0" fmla="*/ 74 w 230"/>
                <a:gd name="T1" fmla="*/ 12 h 377"/>
                <a:gd name="T2" fmla="*/ 28 w 230"/>
                <a:gd name="T3" fmla="*/ 81 h 377"/>
                <a:gd name="T4" fmla="*/ 49 w 230"/>
                <a:gd name="T5" fmla="*/ 107 h 377"/>
                <a:gd name="T6" fmla="*/ 28 w 230"/>
                <a:gd name="T7" fmla="*/ 139 h 377"/>
                <a:gd name="T8" fmla="*/ 41 w 230"/>
                <a:gd name="T9" fmla="*/ 149 h 377"/>
                <a:gd name="T10" fmla="*/ 31 w 230"/>
                <a:gd name="T11" fmla="*/ 171 h 377"/>
                <a:gd name="T12" fmla="*/ 31 w 230"/>
                <a:gd name="T13" fmla="*/ 206 h 377"/>
                <a:gd name="T14" fmla="*/ 0 w 230"/>
                <a:gd name="T15" fmla="*/ 219 h 377"/>
                <a:gd name="T16" fmla="*/ 13 w 230"/>
                <a:gd name="T17" fmla="*/ 229 h 377"/>
                <a:gd name="T18" fmla="*/ 79 w 230"/>
                <a:gd name="T19" fmla="*/ 361 h 377"/>
                <a:gd name="T20" fmla="*/ 131 w 230"/>
                <a:gd name="T21" fmla="*/ 377 h 377"/>
                <a:gd name="T22" fmla="*/ 128 w 230"/>
                <a:gd name="T23" fmla="*/ 350 h 377"/>
                <a:gd name="T24" fmla="*/ 154 w 230"/>
                <a:gd name="T25" fmla="*/ 329 h 377"/>
                <a:gd name="T26" fmla="*/ 144 w 230"/>
                <a:gd name="T27" fmla="*/ 307 h 377"/>
                <a:gd name="T28" fmla="*/ 210 w 230"/>
                <a:gd name="T29" fmla="*/ 280 h 377"/>
                <a:gd name="T30" fmla="*/ 212 w 230"/>
                <a:gd name="T31" fmla="*/ 243 h 377"/>
                <a:gd name="T32" fmla="*/ 250 w 230"/>
                <a:gd name="T33" fmla="*/ 241 h 377"/>
                <a:gd name="T34" fmla="*/ 280 w 230"/>
                <a:gd name="T35" fmla="*/ 213 h 377"/>
                <a:gd name="T36" fmla="*/ 316 w 230"/>
                <a:gd name="T37" fmla="*/ 194 h 377"/>
                <a:gd name="T38" fmla="*/ 316 w 230"/>
                <a:gd name="T39" fmla="*/ 171 h 377"/>
                <a:gd name="T40" fmla="*/ 266 w 230"/>
                <a:gd name="T41" fmla="*/ 163 h 377"/>
                <a:gd name="T42" fmla="*/ 257 w 230"/>
                <a:gd name="T43" fmla="*/ 138 h 377"/>
                <a:gd name="T44" fmla="*/ 207 w 230"/>
                <a:gd name="T45" fmla="*/ 134 h 377"/>
                <a:gd name="T46" fmla="*/ 168 w 230"/>
                <a:gd name="T47" fmla="*/ 22 h 377"/>
                <a:gd name="T48" fmla="*/ 148 w 230"/>
                <a:gd name="T49" fmla="*/ 0 h 377"/>
                <a:gd name="T50" fmla="*/ 99 w 230"/>
                <a:gd name="T51" fmla="*/ 9 h 377"/>
                <a:gd name="T52" fmla="*/ 90 w 230"/>
                <a:gd name="T53" fmla="*/ 20 h 377"/>
                <a:gd name="T54" fmla="*/ 74 w 230"/>
                <a:gd name="T55" fmla="*/ 12 h 3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30"/>
                <a:gd name="T85" fmla="*/ 0 h 377"/>
                <a:gd name="T86" fmla="*/ 230 w 230"/>
                <a:gd name="T87" fmla="*/ 377 h 37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30" h="377">
                  <a:moveTo>
                    <a:pt x="54" y="12"/>
                  </a:moveTo>
                  <a:lnTo>
                    <a:pt x="20" y="81"/>
                  </a:lnTo>
                  <a:lnTo>
                    <a:pt x="36" y="107"/>
                  </a:lnTo>
                  <a:lnTo>
                    <a:pt x="20" y="139"/>
                  </a:lnTo>
                  <a:lnTo>
                    <a:pt x="30" y="149"/>
                  </a:lnTo>
                  <a:lnTo>
                    <a:pt x="23" y="171"/>
                  </a:lnTo>
                  <a:lnTo>
                    <a:pt x="23" y="206"/>
                  </a:lnTo>
                  <a:lnTo>
                    <a:pt x="0" y="219"/>
                  </a:lnTo>
                  <a:lnTo>
                    <a:pt x="9" y="229"/>
                  </a:lnTo>
                  <a:lnTo>
                    <a:pt x="57" y="361"/>
                  </a:lnTo>
                  <a:lnTo>
                    <a:pt x="95" y="377"/>
                  </a:lnTo>
                  <a:lnTo>
                    <a:pt x="93" y="350"/>
                  </a:lnTo>
                  <a:lnTo>
                    <a:pt x="112" y="329"/>
                  </a:lnTo>
                  <a:lnTo>
                    <a:pt x="105" y="307"/>
                  </a:lnTo>
                  <a:lnTo>
                    <a:pt x="152" y="280"/>
                  </a:lnTo>
                  <a:lnTo>
                    <a:pt x="154" y="243"/>
                  </a:lnTo>
                  <a:lnTo>
                    <a:pt x="182" y="241"/>
                  </a:lnTo>
                  <a:lnTo>
                    <a:pt x="204" y="213"/>
                  </a:lnTo>
                  <a:lnTo>
                    <a:pt x="230" y="194"/>
                  </a:lnTo>
                  <a:lnTo>
                    <a:pt x="230" y="171"/>
                  </a:lnTo>
                  <a:lnTo>
                    <a:pt x="194" y="163"/>
                  </a:lnTo>
                  <a:lnTo>
                    <a:pt x="187" y="138"/>
                  </a:lnTo>
                  <a:lnTo>
                    <a:pt x="151" y="134"/>
                  </a:lnTo>
                  <a:lnTo>
                    <a:pt x="122" y="22"/>
                  </a:lnTo>
                  <a:lnTo>
                    <a:pt x="108" y="0"/>
                  </a:lnTo>
                  <a:lnTo>
                    <a:pt x="72" y="9"/>
                  </a:lnTo>
                  <a:lnTo>
                    <a:pt x="66" y="20"/>
                  </a:lnTo>
                  <a:lnTo>
                    <a:pt x="54" y="12"/>
                  </a:lnTo>
                  <a:close/>
                </a:path>
              </a:pathLst>
            </a:custGeom>
            <a:grpFill/>
            <a:ln w="6350">
              <a:solidFill>
                <a:schemeClr val="bg1"/>
              </a:solidFill>
              <a:round/>
              <a:headEnd/>
              <a:tailEnd/>
            </a:ln>
          </p:spPr>
          <p:txBody>
            <a:bodyPr/>
            <a:lstStyle/>
            <a:p>
              <a:pPr>
                <a:defRPr/>
              </a:pPr>
              <a:endParaRPr lang="en-GB"/>
            </a:p>
          </p:txBody>
        </p:sp>
        <p:sp>
          <p:nvSpPr>
            <p:cNvPr id="7" name="Freeform 6">
              <a:extLst>
                <a:ext uri="{FF2B5EF4-FFF2-40B4-BE49-F238E27FC236}">
                  <a16:creationId xmlns:a16="http://schemas.microsoft.com/office/drawing/2014/main" id="{56D09F3E-B20F-432D-B2BA-3EB96BD63BEF}"/>
                </a:ext>
              </a:extLst>
            </p:cNvPr>
            <p:cNvSpPr>
              <a:spLocks/>
            </p:cNvSpPr>
            <p:nvPr/>
          </p:nvSpPr>
          <p:spPr bwMode="auto">
            <a:xfrm>
              <a:off x="5268691" y="4062413"/>
              <a:ext cx="607053" cy="561975"/>
            </a:xfrm>
            <a:custGeom>
              <a:avLst/>
              <a:gdLst>
                <a:gd name="T0" fmla="*/ 0 w 294"/>
                <a:gd name="T1" fmla="*/ 27 h 295"/>
                <a:gd name="T2" fmla="*/ 162 w 294"/>
                <a:gd name="T3" fmla="*/ 12 h 295"/>
                <a:gd name="T4" fmla="*/ 359 w 294"/>
                <a:gd name="T5" fmla="*/ 0 h 295"/>
                <a:gd name="T6" fmla="*/ 348 w 294"/>
                <a:gd name="T7" fmla="*/ 39 h 295"/>
                <a:gd name="T8" fmla="*/ 392 w 294"/>
                <a:gd name="T9" fmla="*/ 30 h 295"/>
                <a:gd name="T10" fmla="*/ 407 w 294"/>
                <a:gd name="T11" fmla="*/ 56 h 295"/>
                <a:gd name="T12" fmla="*/ 362 w 294"/>
                <a:gd name="T13" fmla="*/ 80 h 295"/>
                <a:gd name="T14" fmla="*/ 373 w 294"/>
                <a:gd name="T15" fmla="*/ 121 h 295"/>
                <a:gd name="T16" fmla="*/ 327 w 294"/>
                <a:gd name="T17" fmla="*/ 189 h 295"/>
                <a:gd name="T18" fmla="*/ 291 w 294"/>
                <a:gd name="T19" fmla="*/ 231 h 295"/>
                <a:gd name="T20" fmla="*/ 310 w 294"/>
                <a:gd name="T21" fmla="*/ 285 h 295"/>
                <a:gd name="T22" fmla="*/ 60 w 294"/>
                <a:gd name="T23" fmla="*/ 295 h 295"/>
                <a:gd name="T24" fmla="*/ 59 w 294"/>
                <a:gd name="T25" fmla="*/ 262 h 295"/>
                <a:gd name="T26" fmla="*/ 10 w 294"/>
                <a:gd name="T27" fmla="*/ 255 h 295"/>
                <a:gd name="T28" fmla="*/ 10 w 294"/>
                <a:gd name="T29" fmla="*/ 80 h 295"/>
                <a:gd name="T30" fmla="*/ 0 w 294"/>
                <a:gd name="T31" fmla="*/ 27 h 29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94"/>
                <a:gd name="T49" fmla="*/ 0 h 295"/>
                <a:gd name="T50" fmla="*/ 294 w 294"/>
                <a:gd name="T51" fmla="*/ 295 h 29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94" h="295">
                  <a:moveTo>
                    <a:pt x="0" y="27"/>
                  </a:moveTo>
                  <a:lnTo>
                    <a:pt x="116" y="12"/>
                  </a:lnTo>
                  <a:lnTo>
                    <a:pt x="259" y="0"/>
                  </a:lnTo>
                  <a:lnTo>
                    <a:pt x="252" y="39"/>
                  </a:lnTo>
                  <a:lnTo>
                    <a:pt x="283" y="30"/>
                  </a:lnTo>
                  <a:lnTo>
                    <a:pt x="294" y="56"/>
                  </a:lnTo>
                  <a:lnTo>
                    <a:pt x="262" y="80"/>
                  </a:lnTo>
                  <a:lnTo>
                    <a:pt x="269" y="121"/>
                  </a:lnTo>
                  <a:lnTo>
                    <a:pt x="235" y="189"/>
                  </a:lnTo>
                  <a:lnTo>
                    <a:pt x="210" y="231"/>
                  </a:lnTo>
                  <a:lnTo>
                    <a:pt x="224" y="285"/>
                  </a:lnTo>
                  <a:lnTo>
                    <a:pt x="43" y="295"/>
                  </a:lnTo>
                  <a:lnTo>
                    <a:pt x="42" y="262"/>
                  </a:lnTo>
                  <a:lnTo>
                    <a:pt x="6" y="255"/>
                  </a:lnTo>
                  <a:lnTo>
                    <a:pt x="6" y="80"/>
                  </a:lnTo>
                  <a:lnTo>
                    <a:pt x="0" y="27"/>
                  </a:lnTo>
                  <a:close/>
                </a:path>
              </a:pathLst>
            </a:custGeom>
            <a:grpFill/>
            <a:ln w="6350">
              <a:solidFill>
                <a:schemeClr val="bg1"/>
              </a:solidFill>
              <a:round/>
              <a:headEnd/>
              <a:tailEnd/>
            </a:ln>
          </p:spPr>
          <p:txBody>
            <a:bodyPr/>
            <a:lstStyle/>
            <a:p>
              <a:pPr>
                <a:defRPr/>
              </a:pPr>
              <a:endParaRPr lang="en-GB"/>
            </a:p>
          </p:txBody>
        </p:sp>
        <p:sp>
          <p:nvSpPr>
            <p:cNvPr id="8" name="Freeform 7">
              <a:extLst>
                <a:ext uri="{FF2B5EF4-FFF2-40B4-BE49-F238E27FC236}">
                  <a16:creationId xmlns:a16="http://schemas.microsoft.com/office/drawing/2014/main" id="{2F7B9766-CACB-4A5A-88EB-7FDF048205A3}"/>
                </a:ext>
              </a:extLst>
            </p:cNvPr>
            <p:cNvSpPr>
              <a:spLocks/>
            </p:cNvSpPr>
            <p:nvPr/>
          </p:nvSpPr>
          <p:spPr bwMode="auto">
            <a:xfrm>
              <a:off x="5354963" y="4603750"/>
              <a:ext cx="741189" cy="588963"/>
            </a:xfrm>
            <a:custGeom>
              <a:avLst/>
              <a:gdLst>
                <a:gd name="T0" fmla="*/ 0 w 359"/>
                <a:gd name="T1" fmla="*/ 7 h 309"/>
                <a:gd name="T2" fmla="*/ 247 w 359"/>
                <a:gd name="T3" fmla="*/ 0 h 309"/>
                <a:gd name="T4" fmla="*/ 291 w 359"/>
                <a:gd name="T5" fmla="*/ 64 h 309"/>
                <a:gd name="T6" fmla="*/ 254 w 359"/>
                <a:gd name="T7" fmla="*/ 139 h 309"/>
                <a:gd name="T8" fmla="*/ 242 w 359"/>
                <a:gd name="T9" fmla="*/ 173 h 309"/>
                <a:gd name="T10" fmla="*/ 407 w 359"/>
                <a:gd name="T11" fmla="*/ 159 h 309"/>
                <a:gd name="T12" fmla="*/ 417 w 359"/>
                <a:gd name="T13" fmla="*/ 208 h 309"/>
                <a:gd name="T14" fmla="*/ 367 w 359"/>
                <a:gd name="T15" fmla="*/ 204 h 309"/>
                <a:gd name="T16" fmla="*/ 346 w 359"/>
                <a:gd name="T17" fmla="*/ 225 h 309"/>
                <a:gd name="T18" fmla="*/ 369 w 359"/>
                <a:gd name="T19" fmla="*/ 239 h 309"/>
                <a:gd name="T20" fmla="*/ 416 w 359"/>
                <a:gd name="T21" fmla="*/ 222 h 309"/>
                <a:gd name="T22" fmla="*/ 417 w 359"/>
                <a:gd name="T23" fmla="*/ 246 h 309"/>
                <a:gd name="T24" fmla="*/ 444 w 359"/>
                <a:gd name="T25" fmla="*/ 226 h 309"/>
                <a:gd name="T26" fmla="*/ 463 w 359"/>
                <a:gd name="T27" fmla="*/ 226 h 309"/>
                <a:gd name="T28" fmla="*/ 441 w 359"/>
                <a:gd name="T29" fmla="*/ 267 h 309"/>
                <a:gd name="T30" fmla="*/ 482 w 359"/>
                <a:gd name="T31" fmla="*/ 274 h 309"/>
                <a:gd name="T32" fmla="*/ 495 w 359"/>
                <a:gd name="T33" fmla="*/ 297 h 309"/>
                <a:gd name="T34" fmla="*/ 476 w 359"/>
                <a:gd name="T35" fmla="*/ 304 h 309"/>
                <a:gd name="T36" fmla="*/ 451 w 359"/>
                <a:gd name="T37" fmla="*/ 289 h 309"/>
                <a:gd name="T38" fmla="*/ 402 w 359"/>
                <a:gd name="T39" fmla="*/ 279 h 309"/>
                <a:gd name="T40" fmla="*/ 412 w 359"/>
                <a:gd name="T41" fmla="*/ 306 h 309"/>
                <a:gd name="T42" fmla="*/ 390 w 359"/>
                <a:gd name="T43" fmla="*/ 309 h 309"/>
                <a:gd name="T44" fmla="*/ 368 w 359"/>
                <a:gd name="T45" fmla="*/ 285 h 309"/>
                <a:gd name="T46" fmla="*/ 356 w 359"/>
                <a:gd name="T47" fmla="*/ 300 h 309"/>
                <a:gd name="T48" fmla="*/ 284 w 359"/>
                <a:gd name="T49" fmla="*/ 300 h 309"/>
                <a:gd name="T50" fmla="*/ 284 w 359"/>
                <a:gd name="T51" fmla="*/ 285 h 309"/>
                <a:gd name="T52" fmla="*/ 258 w 359"/>
                <a:gd name="T53" fmla="*/ 267 h 309"/>
                <a:gd name="T54" fmla="*/ 202 w 359"/>
                <a:gd name="T55" fmla="*/ 265 h 309"/>
                <a:gd name="T56" fmla="*/ 248 w 359"/>
                <a:gd name="T57" fmla="*/ 285 h 309"/>
                <a:gd name="T58" fmla="*/ 184 w 359"/>
                <a:gd name="T59" fmla="*/ 295 h 309"/>
                <a:gd name="T60" fmla="*/ 86 w 359"/>
                <a:gd name="T61" fmla="*/ 281 h 309"/>
                <a:gd name="T62" fmla="*/ 48 w 359"/>
                <a:gd name="T63" fmla="*/ 285 h 309"/>
                <a:gd name="T64" fmla="*/ 62 w 359"/>
                <a:gd name="T65" fmla="*/ 181 h 309"/>
                <a:gd name="T66" fmla="*/ 1 w 359"/>
                <a:gd name="T67" fmla="*/ 99 h 309"/>
                <a:gd name="T68" fmla="*/ 0 w 359"/>
                <a:gd name="T69" fmla="*/ 7 h 30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9"/>
                <a:gd name="T106" fmla="*/ 0 h 309"/>
                <a:gd name="T107" fmla="*/ 359 w 359"/>
                <a:gd name="T108" fmla="*/ 309 h 30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9" h="309">
                  <a:moveTo>
                    <a:pt x="0" y="7"/>
                  </a:moveTo>
                  <a:lnTo>
                    <a:pt x="179" y="0"/>
                  </a:lnTo>
                  <a:lnTo>
                    <a:pt x="211" y="64"/>
                  </a:lnTo>
                  <a:lnTo>
                    <a:pt x="184" y="139"/>
                  </a:lnTo>
                  <a:lnTo>
                    <a:pt x="175" y="173"/>
                  </a:lnTo>
                  <a:lnTo>
                    <a:pt x="295" y="159"/>
                  </a:lnTo>
                  <a:lnTo>
                    <a:pt x="303" y="208"/>
                  </a:lnTo>
                  <a:lnTo>
                    <a:pt x="267" y="204"/>
                  </a:lnTo>
                  <a:lnTo>
                    <a:pt x="250" y="225"/>
                  </a:lnTo>
                  <a:lnTo>
                    <a:pt x="269" y="239"/>
                  </a:lnTo>
                  <a:lnTo>
                    <a:pt x="302" y="222"/>
                  </a:lnTo>
                  <a:lnTo>
                    <a:pt x="303" y="246"/>
                  </a:lnTo>
                  <a:lnTo>
                    <a:pt x="322" y="226"/>
                  </a:lnTo>
                  <a:lnTo>
                    <a:pt x="336" y="226"/>
                  </a:lnTo>
                  <a:lnTo>
                    <a:pt x="320" y="267"/>
                  </a:lnTo>
                  <a:lnTo>
                    <a:pt x="350" y="274"/>
                  </a:lnTo>
                  <a:lnTo>
                    <a:pt x="359" y="297"/>
                  </a:lnTo>
                  <a:lnTo>
                    <a:pt x="345" y="304"/>
                  </a:lnTo>
                  <a:lnTo>
                    <a:pt x="327" y="289"/>
                  </a:lnTo>
                  <a:lnTo>
                    <a:pt x="292" y="279"/>
                  </a:lnTo>
                  <a:lnTo>
                    <a:pt x="299" y="306"/>
                  </a:lnTo>
                  <a:lnTo>
                    <a:pt x="282" y="309"/>
                  </a:lnTo>
                  <a:lnTo>
                    <a:pt x="268" y="285"/>
                  </a:lnTo>
                  <a:lnTo>
                    <a:pt x="259" y="300"/>
                  </a:lnTo>
                  <a:lnTo>
                    <a:pt x="206" y="300"/>
                  </a:lnTo>
                  <a:lnTo>
                    <a:pt x="206" y="285"/>
                  </a:lnTo>
                  <a:lnTo>
                    <a:pt x="187" y="267"/>
                  </a:lnTo>
                  <a:lnTo>
                    <a:pt x="147" y="265"/>
                  </a:lnTo>
                  <a:lnTo>
                    <a:pt x="180" y="285"/>
                  </a:lnTo>
                  <a:lnTo>
                    <a:pt x="134" y="295"/>
                  </a:lnTo>
                  <a:lnTo>
                    <a:pt x="62" y="281"/>
                  </a:lnTo>
                  <a:lnTo>
                    <a:pt x="35" y="285"/>
                  </a:lnTo>
                  <a:lnTo>
                    <a:pt x="45" y="181"/>
                  </a:lnTo>
                  <a:lnTo>
                    <a:pt x="1" y="99"/>
                  </a:lnTo>
                  <a:lnTo>
                    <a:pt x="0" y="7"/>
                  </a:lnTo>
                  <a:close/>
                </a:path>
              </a:pathLst>
            </a:custGeom>
            <a:grpFill/>
            <a:ln w="6350">
              <a:solidFill>
                <a:schemeClr val="bg1"/>
              </a:solidFill>
              <a:round/>
              <a:headEnd/>
              <a:tailEnd/>
            </a:ln>
          </p:spPr>
          <p:txBody>
            <a:bodyPr/>
            <a:lstStyle/>
            <a:p>
              <a:pPr>
                <a:defRPr/>
              </a:pPr>
              <a:endParaRPr lang="en-GB"/>
            </a:p>
          </p:txBody>
        </p:sp>
        <p:sp>
          <p:nvSpPr>
            <p:cNvPr id="9" name="Freeform 8">
              <a:extLst>
                <a:ext uri="{FF2B5EF4-FFF2-40B4-BE49-F238E27FC236}">
                  <a16:creationId xmlns:a16="http://schemas.microsoft.com/office/drawing/2014/main" id="{AC3BEAE1-90DA-4F18-921F-21C047EBCCF9}"/>
                </a:ext>
              </a:extLst>
            </p:cNvPr>
            <p:cNvSpPr>
              <a:spLocks/>
            </p:cNvSpPr>
            <p:nvPr/>
          </p:nvSpPr>
          <p:spPr bwMode="auto">
            <a:xfrm>
              <a:off x="4850151" y="2117725"/>
              <a:ext cx="825453" cy="923925"/>
            </a:xfrm>
            <a:custGeom>
              <a:avLst/>
              <a:gdLst>
                <a:gd name="T0" fmla="*/ 0 w 400"/>
                <a:gd name="T1" fmla="*/ 38 h 485"/>
                <a:gd name="T2" fmla="*/ 144 w 400"/>
                <a:gd name="T3" fmla="*/ 38 h 485"/>
                <a:gd name="T4" fmla="*/ 143 w 400"/>
                <a:gd name="T5" fmla="*/ 0 h 485"/>
                <a:gd name="T6" fmla="*/ 172 w 400"/>
                <a:gd name="T7" fmla="*/ 11 h 485"/>
                <a:gd name="T8" fmla="*/ 181 w 400"/>
                <a:gd name="T9" fmla="*/ 40 h 485"/>
                <a:gd name="T10" fmla="*/ 248 w 400"/>
                <a:gd name="T11" fmla="*/ 72 h 485"/>
                <a:gd name="T12" fmla="*/ 268 w 400"/>
                <a:gd name="T13" fmla="*/ 58 h 485"/>
                <a:gd name="T14" fmla="*/ 311 w 400"/>
                <a:gd name="T15" fmla="*/ 58 h 485"/>
                <a:gd name="T16" fmla="*/ 342 w 400"/>
                <a:gd name="T17" fmla="*/ 86 h 485"/>
                <a:gd name="T18" fmla="*/ 364 w 400"/>
                <a:gd name="T19" fmla="*/ 76 h 485"/>
                <a:gd name="T20" fmla="*/ 422 w 400"/>
                <a:gd name="T21" fmla="*/ 87 h 485"/>
                <a:gd name="T22" fmla="*/ 444 w 400"/>
                <a:gd name="T23" fmla="*/ 66 h 485"/>
                <a:gd name="T24" fmla="*/ 482 w 400"/>
                <a:gd name="T25" fmla="*/ 83 h 485"/>
                <a:gd name="T26" fmla="*/ 550 w 400"/>
                <a:gd name="T27" fmla="*/ 80 h 485"/>
                <a:gd name="T28" fmla="*/ 439 w 400"/>
                <a:gd name="T29" fmla="*/ 140 h 485"/>
                <a:gd name="T30" fmla="*/ 385 w 400"/>
                <a:gd name="T31" fmla="*/ 193 h 485"/>
                <a:gd name="T32" fmla="*/ 396 w 400"/>
                <a:gd name="T33" fmla="*/ 269 h 485"/>
                <a:gd name="T34" fmla="*/ 358 w 400"/>
                <a:gd name="T35" fmla="*/ 301 h 485"/>
                <a:gd name="T36" fmla="*/ 372 w 400"/>
                <a:gd name="T37" fmla="*/ 324 h 485"/>
                <a:gd name="T38" fmla="*/ 372 w 400"/>
                <a:gd name="T39" fmla="*/ 380 h 485"/>
                <a:gd name="T40" fmla="*/ 411 w 400"/>
                <a:gd name="T41" fmla="*/ 380 h 485"/>
                <a:gd name="T42" fmla="*/ 467 w 400"/>
                <a:gd name="T43" fmla="*/ 421 h 485"/>
                <a:gd name="T44" fmla="*/ 488 w 400"/>
                <a:gd name="T45" fmla="*/ 471 h 485"/>
                <a:gd name="T46" fmla="*/ 101 w 400"/>
                <a:gd name="T47" fmla="*/ 485 h 485"/>
                <a:gd name="T48" fmla="*/ 102 w 400"/>
                <a:gd name="T49" fmla="*/ 351 h 485"/>
                <a:gd name="T50" fmla="*/ 67 w 400"/>
                <a:gd name="T51" fmla="*/ 321 h 485"/>
                <a:gd name="T52" fmla="*/ 80 w 400"/>
                <a:gd name="T53" fmla="*/ 286 h 485"/>
                <a:gd name="T54" fmla="*/ 90 w 400"/>
                <a:gd name="T55" fmla="*/ 266 h 485"/>
                <a:gd name="T56" fmla="*/ 67 w 400"/>
                <a:gd name="T57" fmla="*/ 173 h 485"/>
                <a:gd name="T58" fmla="*/ 34 w 400"/>
                <a:gd name="T59" fmla="*/ 112 h 485"/>
                <a:gd name="T60" fmla="*/ 0 w 400"/>
                <a:gd name="T61" fmla="*/ 38 h 48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00"/>
                <a:gd name="T94" fmla="*/ 0 h 485"/>
                <a:gd name="T95" fmla="*/ 400 w 400"/>
                <a:gd name="T96" fmla="*/ 485 h 48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00" h="485">
                  <a:moveTo>
                    <a:pt x="0" y="38"/>
                  </a:moveTo>
                  <a:lnTo>
                    <a:pt x="105" y="38"/>
                  </a:lnTo>
                  <a:lnTo>
                    <a:pt x="104" y="0"/>
                  </a:lnTo>
                  <a:lnTo>
                    <a:pt x="126" y="11"/>
                  </a:lnTo>
                  <a:lnTo>
                    <a:pt x="131" y="40"/>
                  </a:lnTo>
                  <a:lnTo>
                    <a:pt x="181" y="72"/>
                  </a:lnTo>
                  <a:lnTo>
                    <a:pt x="196" y="58"/>
                  </a:lnTo>
                  <a:lnTo>
                    <a:pt x="226" y="58"/>
                  </a:lnTo>
                  <a:lnTo>
                    <a:pt x="249" y="86"/>
                  </a:lnTo>
                  <a:lnTo>
                    <a:pt x="264" y="76"/>
                  </a:lnTo>
                  <a:lnTo>
                    <a:pt x="308" y="87"/>
                  </a:lnTo>
                  <a:lnTo>
                    <a:pt x="323" y="66"/>
                  </a:lnTo>
                  <a:lnTo>
                    <a:pt x="351" y="83"/>
                  </a:lnTo>
                  <a:lnTo>
                    <a:pt x="400" y="80"/>
                  </a:lnTo>
                  <a:lnTo>
                    <a:pt x="320" y="140"/>
                  </a:lnTo>
                  <a:lnTo>
                    <a:pt x="281" y="193"/>
                  </a:lnTo>
                  <a:lnTo>
                    <a:pt x="288" y="269"/>
                  </a:lnTo>
                  <a:lnTo>
                    <a:pt x="261" y="301"/>
                  </a:lnTo>
                  <a:lnTo>
                    <a:pt x="272" y="324"/>
                  </a:lnTo>
                  <a:lnTo>
                    <a:pt x="272" y="380"/>
                  </a:lnTo>
                  <a:lnTo>
                    <a:pt x="299" y="380"/>
                  </a:lnTo>
                  <a:lnTo>
                    <a:pt x="340" y="421"/>
                  </a:lnTo>
                  <a:lnTo>
                    <a:pt x="356" y="471"/>
                  </a:lnTo>
                  <a:lnTo>
                    <a:pt x="73" y="485"/>
                  </a:lnTo>
                  <a:lnTo>
                    <a:pt x="74" y="351"/>
                  </a:lnTo>
                  <a:lnTo>
                    <a:pt x="49" y="321"/>
                  </a:lnTo>
                  <a:lnTo>
                    <a:pt x="58" y="286"/>
                  </a:lnTo>
                  <a:lnTo>
                    <a:pt x="66" y="266"/>
                  </a:lnTo>
                  <a:lnTo>
                    <a:pt x="49" y="173"/>
                  </a:lnTo>
                  <a:lnTo>
                    <a:pt x="25" y="112"/>
                  </a:lnTo>
                  <a:lnTo>
                    <a:pt x="0" y="38"/>
                  </a:lnTo>
                  <a:close/>
                </a:path>
              </a:pathLst>
            </a:custGeom>
            <a:grpFill/>
            <a:ln w="6350">
              <a:solidFill>
                <a:schemeClr val="bg1"/>
              </a:solidFill>
              <a:round/>
              <a:headEnd/>
              <a:tailEnd/>
            </a:ln>
          </p:spPr>
          <p:txBody>
            <a:bodyPr/>
            <a:lstStyle/>
            <a:p>
              <a:pPr>
                <a:defRPr/>
              </a:pPr>
              <a:endParaRPr lang="en-GB"/>
            </a:p>
          </p:txBody>
        </p:sp>
        <p:sp>
          <p:nvSpPr>
            <p:cNvPr id="10" name="Freeform 9">
              <a:extLst>
                <a:ext uri="{FF2B5EF4-FFF2-40B4-BE49-F238E27FC236}">
                  <a16:creationId xmlns:a16="http://schemas.microsoft.com/office/drawing/2014/main" id="{9EB14C47-F99E-47A3-96B4-6BCCB6C596C4}"/>
                </a:ext>
              </a:extLst>
            </p:cNvPr>
            <p:cNvSpPr>
              <a:spLocks/>
            </p:cNvSpPr>
            <p:nvPr/>
          </p:nvSpPr>
          <p:spPr bwMode="auto">
            <a:xfrm>
              <a:off x="5380937" y="2435225"/>
              <a:ext cx="627688" cy="728663"/>
            </a:xfrm>
            <a:custGeom>
              <a:avLst/>
              <a:gdLst>
                <a:gd name="T0" fmla="*/ 30 w 304"/>
                <a:gd name="T1" fmla="*/ 26 h 382"/>
                <a:gd name="T2" fmla="*/ 62 w 304"/>
                <a:gd name="T3" fmla="*/ 23 h 382"/>
                <a:gd name="T4" fmla="*/ 89 w 304"/>
                <a:gd name="T5" fmla="*/ 23 h 382"/>
                <a:gd name="T6" fmla="*/ 108 w 304"/>
                <a:gd name="T7" fmla="*/ 0 h 382"/>
                <a:gd name="T8" fmla="*/ 120 w 304"/>
                <a:gd name="T9" fmla="*/ 28 h 382"/>
                <a:gd name="T10" fmla="*/ 167 w 304"/>
                <a:gd name="T11" fmla="*/ 28 h 382"/>
                <a:gd name="T12" fmla="*/ 189 w 304"/>
                <a:gd name="T13" fmla="*/ 54 h 382"/>
                <a:gd name="T14" fmla="*/ 237 w 304"/>
                <a:gd name="T15" fmla="*/ 47 h 382"/>
                <a:gd name="T16" fmla="*/ 268 w 304"/>
                <a:gd name="T17" fmla="*/ 64 h 382"/>
                <a:gd name="T18" fmla="*/ 327 w 304"/>
                <a:gd name="T19" fmla="*/ 75 h 382"/>
                <a:gd name="T20" fmla="*/ 338 w 304"/>
                <a:gd name="T21" fmla="*/ 95 h 382"/>
                <a:gd name="T22" fmla="*/ 368 w 304"/>
                <a:gd name="T23" fmla="*/ 97 h 382"/>
                <a:gd name="T24" fmla="*/ 357 w 304"/>
                <a:gd name="T25" fmla="*/ 117 h 382"/>
                <a:gd name="T26" fmla="*/ 369 w 304"/>
                <a:gd name="T27" fmla="*/ 139 h 382"/>
                <a:gd name="T28" fmla="*/ 351 w 304"/>
                <a:gd name="T29" fmla="*/ 167 h 382"/>
                <a:gd name="T30" fmla="*/ 365 w 304"/>
                <a:gd name="T31" fmla="*/ 173 h 382"/>
                <a:gd name="T32" fmla="*/ 397 w 304"/>
                <a:gd name="T33" fmla="*/ 142 h 382"/>
                <a:gd name="T34" fmla="*/ 396 w 304"/>
                <a:gd name="T35" fmla="*/ 132 h 382"/>
                <a:gd name="T36" fmla="*/ 407 w 304"/>
                <a:gd name="T37" fmla="*/ 127 h 382"/>
                <a:gd name="T38" fmla="*/ 417 w 304"/>
                <a:gd name="T39" fmla="*/ 142 h 382"/>
                <a:gd name="T40" fmla="*/ 390 w 304"/>
                <a:gd name="T41" fmla="*/ 164 h 382"/>
                <a:gd name="T42" fmla="*/ 382 w 304"/>
                <a:gd name="T43" fmla="*/ 212 h 382"/>
                <a:gd name="T44" fmla="*/ 382 w 304"/>
                <a:gd name="T45" fmla="*/ 293 h 382"/>
                <a:gd name="T46" fmla="*/ 397 w 304"/>
                <a:gd name="T47" fmla="*/ 307 h 382"/>
                <a:gd name="T48" fmla="*/ 389 w 304"/>
                <a:gd name="T49" fmla="*/ 358 h 382"/>
                <a:gd name="T50" fmla="*/ 194 w 304"/>
                <a:gd name="T51" fmla="*/ 382 h 382"/>
                <a:gd name="T52" fmla="*/ 143 w 304"/>
                <a:gd name="T53" fmla="*/ 359 h 382"/>
                <a:gd name="T54" fmla="*/ 153 w 304"/>
                <a:gd name="T55" fmla="*/ 328 h 382"/>
                <a:gd name="T56" fmla="*/ 129 w 304"/>
                <a:gd name="T57" fmla="*/ 295 h 382"/>
                <a:gd name="T58" fmla="*/ 108 w 304"/>
                <a:gd name="T59" fmla="*/ 254 h 382"/>
                <a:gd name="T60" fmla="*/ 52 w 304"/>
                <a:gd name="T61" fmla="*/ 213 h 382"/>
                <a:gd name="T62" fmla="*/ 17 w 304"/>
                <a:gd name="T63" fmla="*/ 213 h 382"/>
                <a:gd name="T64" fmla="*/ 17 w 304"/>
                <a:gd name="T65" fmla="*/ 157 h 382"/>
                <a:gd name="T66" fmla="*/ 0 w 304"/>
                <a:gd name="T67" fmla="*/ 135 h 382"/>
                <a:gd name="T68" fmla="*/ 38 w 304"/>
                <a:gd name="T69" fmla="*/ 102 h 382"/>
                <a:gd name="T70" fmla="*/ 30 w 304"/>
                <a:gd name="T71" fmla="*/ 26 h 38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04"/>
                <a:gd name="T109" fmla="*/ 0 h 382"/>
                <a:gd name="T110" fmla="*/ 304 w 304"/>
                <a:gd name="T111" fmla="*/ 382 h 38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04" h="382">
                  <a:moveTo>
                    <a:pt x="22" y="26"/>
                  </a:moveTo>
                  <a:lnTo>
                    <a:pt x="45" y="23"/>
                  </a:lnTo>
                  <a:lnTo>
                    <a:pt x="65" y="23"/>
                  </a:lnTo>
                  <a:lnTo>
                    <a:pt x="79" y="0"/>
                  </a:lnTo>
                  <a:lnTo>
                    <a:pt x="88" y="28"/>
                  </a:lnTo>
                  <a:lnTo>
                    <a:pt x="121" y="28"/>
                  </a:lnTo>
                  <a:lnTo>
                    <a:pt x="139" y="54"/>
                  </a:lnTo>
                  <a:lnTo>
                    <a:pt x="173" y="47"/>
                  </a:lnTo>
                  <a:lnTo>
                    <a:pt x="196" y="64"/>
                  </a:lnTo>
                  <a:lnTo>
                    <a:pt x="238" y="75"/>
                  </a:lnTo>
                  <a:lnTo>
                    <a:pt x="246" y="95"/>
                  </a:lnTo>
                  <a:lnTo>
                    <a:pt x="268" y="97"/>
                  </a:lnTo>
                  <a:lnTo>
                    <a:pt x="261" y="117"/>
                  </a:lnTo>
                  <a:lnTo>
                    <a:pt x="269" y="139"/>
                  </a:lnTo>
                  <a:lnTo>
                    <a:pt x="255" y="167"/>
                  </a:lnTo>
                  <a:lnTo>
                    <a:pt x="265" y="173"/>
                  </a:lnTo>
                  <a:lnTo>
                    <a:pt x="289" y="142"/>
                  </a:lnTo>
                  <a:lnTo>
                    <a:pt x="288" y="132"/>
                  </a:lnTo>
                  <a:lnTo>
                    <a:pt x="297" y="127"/>
                  </a:lnTo>
                  <a:lnTo>
                    <a:pt x="304" y="142"/>
                  </a:lnTo>
                  <a:lnTo>
                    <a:pt x="285" y="164"/>
                  </a:lnTo>
                  <a:lnTo>
                    <a:pt x="278" y="212"/>
                  </a:lnTo>
                  <a:lnTo>
                    <a:pt x="278" y="293"/>
                  </a:lnTo>
                  <a:lnTo>
                    <a:pt x="289" y="307"/>
                  </a:lnTo>
                  <a:lnTo>
                    <a:pt x="284" y="358"/>
                  </a:lnTo>
                  <a:lnTo>
                    <a:pt x="140" y="382"/>
                  </a:lnTo>
                  <a:lnTo>
                    <a:pt x="104" y="359"/>
                  </a:lnTo>
                  <a:lnTo>
                    <a:pt x="111" y="328"/>
                  </a:lnTo>
                  <a:lnTo>
                    <a:pt x="94" y="295"/>
                  </a:lnTo>
                  <a:lnTo>
                    <a:pt x="79" y="254"/>
                  </a:lnTo>
                  <a:lnTo>
                    <a:pt x="38" y="213"/>
                  </a:lnTo>
                  <a:lnTo>
                    <a:pt x="13" y="213"/>
                  </a:lnTo>
                  <a:lnTo>
                    <a:pt x="13" y="157"/>
                  </a:lnTo>
                  <a:lnTo>
                    <a:pt x="0" y="135"/>
                  </a:lnTo>
                  <a:lnTo>
                    <a:pt x="28" y="102"/>
                  </a:lnTo>
                  <a:lnTo>
                    <a:pt x="22" y="26"/>
                  </a:lnTo>
                  <a:close/>
                </a:path>
              </a:pathLst>
            </a:custGeom>
            <a:grpFill/>
            <a:ln w="6350">
              <a:solidFill>
                <a:schemeClr val="bg1"/>
              </a:solidFill>
              <a:round/>
              <a:headEnd/>
              <a:tailEnd/>
            </a:ln>
          </p:spPr>
          <p:txBody>
            <a:bodyPr/>
            <a:lstStyle/>
            <a:p>
              <a:pPr>
                <a:defRPr/>
              </a:pPr>
              <a:endParaRPr lang="en-GB"/>
            </a:p>
          </p:txBody>
        </p:sp>
        <p:sp>
          <p:nvSpPr>
            <p:cNvPr id="11" name="Freeform 10">
              <a:extLst>
                <a:ext uri="{FF2B5EF4-FFF2-40B4-BE49-F238E27FC236}">
                  <a16:creationId xmlns:a16="http://schemas.microsoft.com/office/drawing/2014/main" id="{FEBA65BB-55DD-4ED4-8C9F-2A0782DC976B}"/>
                </a:ext>
              </a:extLst>
            </p:cNvPr>
            <p:cNvSpPr>
              <a:spLocks/>
            </p:cNvSpPr>
            <p:nvPr/>
          </p:nvSpPr>
          <p:spPr bwMode="auto">
            <a:xfrm>
              <a:off x="5627771" y="2331821"/>
              <a:ext cx="677559" cy="288925"/>
            </a:xfrm>
            <a:custGeom>
              <a:avLst/>
              <a:gdLst>
                <a:gd name="T0" fmla="*/ 0 w 327"/>
                <a:gd name="T1" fmla="*/ 84 h 152"/>
                <a:gd name="T2" fmla="*/ 101 w 327"/>
                <a:gd name="T3" fmla="*/ 0 h 152"/>
                <a:gd name="T4" fmla="*/ 84 w 327"/>
                <a:gd name="T5" fmla="*/ 34 h 152"/>
                <a:gd name="T6" fmla="*/ 98 w 327"/>
                <a:gd name="T7" fmla="*/ 45 h 152"/>
                <a:gd name="T8" fmla="*/ 129 w 327"/>
                <a:gd name="T9" fmla="*/ 31 h 152"/>
                <a:gd name="T10" fmla="*/ 198 w 327"/>
                <a:gd name="T11" fmla="*/ 52 h 152"/>
                <a:gd name="T12" fmla="*/ 229 w 327"/>
                <a:gd name="T13" fmla="*/ 34 h 152"/>
                <a:gd name="T14" fmla="*/ 325 w 327"/>
                <a:gd name="T15" fmla="*/ 25 h 152"/>
                <a:gd name="T16" fmla="*/ 342 w 327"/>
                <a:gd name="T17" fmla="*/ 46 h 152"/>
                <a:gd name="T18" fmla="*/ 377 w 327"/>
                <a:gd name="T19" fmla="*/ 41 h 152"/>
                <a:gd name="T20" fmla="*/ 451 w 327"/>
                <a:gd name="T21" fmla="*/ 64 h 152"/>
                <a:gd name="T22" fmla="*/ 454 w 327"/>
                <a:gd name="T23" fmla="*/ 80 h 152"/>
                <a:gd name="T24" fmla="*/ 376 w 327"/>
                <a:gd name="T25" fmla="*/ 94 h 152"/>
                <a:gd name="T26" fmla="*/ 355 w 327"/>
                <a:gd name="T27" fmla="*/ 84 h 152"/>
                <a:gd name="T28" fmla="*/ 315 w 327"/>
                <a:gd name="T29" fmla="*/ 87 h 152"/>
                <a:gd name="T30" fmla="*/ 270 w 327"/>
                <a:gd name="T31" fmla="*/ 108 h 152"/>
                <a:gd name="T32" fmla="*/ 248 w 327"/>
                <a:gd name="T33" fmla="*/ 109 h 152"/>
                <a:gd name="T34" fmla="*/ 230 w 327"/>
                <a:gd name="T35" fmla="*/ 94 h 152"/>
                <a:gd name="T36" fmla="*/ 206 w 327"/>
                <a:gd name="T37" fmla="*/ 151 h 152"/>
                <a:gd name="T38" fmla="*/ 177 w 327"/>
                <a:gd name="T39" fmla="*/ 152 h 152"/>
                <a:gd name="T40" fmla="*/ 164 w 327"/>
                <a:gd name="T41" fmla="*/ 129 h 152"/>
                <a:gd name="T42" fmla="*/ 102 w 327"/>
                <a:gd name="T43" fmla="*/ 119 h 152"/>
                <a:gd name="T44" fmla="*/ 75 w 327"/>
                <a:gd name="T45" fmla="*/ 102 h 152"/>
                <a:gd name="T46" fmla="*/ 26 w 327"/>
                <a:gd name="T47" fmla="*/ 108 h 152"/>
                <a:gd name="T48" fmla="*/ 0 w 327"/>
                <a:gd name="T49" fmla="*/ 84 h 1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27"/>
                <a:gd name="T76" fmla="*/ 0 h 152"/>
                <a:gd name="T77" fmla="*/ 327 w 327"/>
                <a:gd name="T78" fmla="*/ 152 h 1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27" h="152">
                  <a:moveTo>
                    <a:pt x="0" y="84"/>
                  </a:moveTo>
                  <a:lnTo>
                    <a:pt x="73" y="0"/>
                  </a:lnTo>
                  <a:lnTo>
                    <a:pt x="60" y="34"/>
                  </a:lnTo>
                  <a:lnTo>
                    <a:pt x="70" y="45"/>
                  </a:lnTo>
                  <a:lnTo>
                    <a:pt x="93" y="31"/>
                  </a:lnTo>
                  <a:lnTo>
                    <a:pt x="143" y="52"/>
                  </a:lnTo>
                  <a:lnTo>
                    <a:pt x="165" y="34"/>
                  </a:lnTo>
                  <a:lnTo>
                    <a:pt x="233" y="25"/>
                  </a:lnTo>
                  <a:lnTo>
                    <a:pt x="246" y="46"/>
                  </a:lnTo>
                  <a:lnTo>
                    <a:pt x="272" y="41"/>
                  </a:lnTo>
                  <a:lnTo>
                    <a:pt x="324" y="64"/>
                  </a:lnTo>
                  <a:lnTo>
                    <a:pt x="327" y="80"/>
                  </a:lnTo>
                  <a:lnTo>
                    <a:pt x="271" y="94"/>
                  </a:lnTo>
                  <a:lnTo>
                    <a:pt x="255" y="84"/>
                  </a:lnTo>
                  <a:lnTo>
                    <a:pt x="227" y="87"/>
                  </a:lnTo>
                  <a:lnTo>
                    <a:pt x="194" y="108"/>
                  </a:lnTo>
                  <a:lnTo>
                    <a:pt x="178" y="109"/>
                  </a:lnTo>
                  <a:lnTo>
                    <a:pt x="166" y="94"/>
                  </a:lnTo>
                  <a:lnTo>
                    <a:pt x="148" y="151"/>
                  </a:lnTo>
                  <a:lnTo>
                    <a:pt x="127" y="152"/>
                  </a:lnTo>
                  <a:lnTo>
                    <a:pt x="118" y="129"/>
                  </a:lnTo>
                  <a:lnTo>
                    <a:pt x="74" y="119"/>
                  </a:lnTo>
                  <a:lnTo>
                    <a:pt x="54" y="102"/>
                  </a:lnTo>
                  <a:lnTo>
                    <a:pt x="18" y="108"/>
                  </a:lnTo>
                  <a:lnTo>
                    <a:pt x="0" y="84"/>
                  </a:lnTo>
                  <a:close/>
                </a:path>
              </a:pathLst>
            </a:custGeom>
            <a:grpFill/>
            <a:ln w="6350">
              <a:solidFill>
                <a:schemeClr val="bg1"/>
              </a:solidFill>
              <a:round/>
              <a:headEnd/>
              <a:tailEnd/>
            </a:ln>
          </p:spPr>
          <p:txBody>
            <a:bodyPr/>
            <a:lstStyle/>
            <a:p>
              <a:pPr>
                <a:defRPr/>
              </a:pPr>
              <a:endParaRPr lang="en-GB"/>
            </a:p>
          </p:txBody>
        </p:sp>
        <p:sp>
          <p:nvSpPr>
            <p:cNvPr id="12" name="Freeform 11">
              <a:extLst>
                <a:ext uri="{FF2B5EF4-FFF2-40B4-BE49-F238E27FC236}">
                  <a16:creationId xmlns:a16="http://schemas.microsoft.com/office/drawing/2014/main" id="{EEC6AF57-10DE-45E2-93F6-96E58BEBC118}"/>
                </a:ext>
              </a:extLst>
            </p:cNvPr>
            <p:cNvSpPr>
              <a:spLocks/>
            </p:cNvSpPr>
            <p:nvPr/>
          </p:nvSpPr>
          <p:spPr bwMode="auto">
            <a:xfrm>
              <a:off x="6096152" y="2536825"/>
              <a:ext cx="481514" cy="649288"/>
            </a:xfrm>
            <a:custGeom>
              <a:avLst/>
              <a:gdLst>
                <a:gd name="T0" fmla="*/ 81 w 234"/>
                <a:gd name="T1" fmla="*/ 14 h 341"/>
                <a:gd name="T2" fmla="*/ 91 w 234"/>
                <a:gd name="T3" fmla="*/ 35 h 341"/>
                <a:gd name="T4" fmla="*/ 69 w 234"/>
                <a:gd name="T5" fmla="*/ 48 h 341"/>
                <a:gd name="T6" fmla="*/ 68 w 234"/>
                <a:gd name="T7" fmla="*/ 102 h 341"/>
                <a:gd name="T8" fmla="*/ 56 w 234"/>
                <a:gd name="T9" fmla="*/ 67 h 341"/>
                <a:gd name="T10" fmla="*/ 11 w 234"/>
                <a:gd name="T11" fmla="*/ 101 h 341"/>
                <a:gd name="T12" fmla="*/ 0 w 234"/>
                <a:gd name="T13" fmla="*/ 199 h 341"/>
                <a:gd name="T14" fmla="*/ 29 w 234"/>
                <a:gd name="T15" fmla="*/ 247 h 341"/>
                <a:gd name="T16" fmla="*/ 32 w 234"/>
                <a:gd name="T17" fmla="*/ 272 h 341"/>
                <a:gd name="T18" fmla="*/ 34 w 234"/>
                <a:gd name="T19" fmla="*/ 292 h 341"/>
                <a:gd name="T20" fmla="*/ 32 w 234"/>
                <a:gd name="T21" fmla="*/ 309 h 341"/>
                <a:gd name="T22" fmla="*/ 27 w 234"/>
                <a:gd name="T23" fmla="*/ 341 h 341"/>
                <a:gd name="T24" fmla="*/ 152 w 234"/>
                <a:gd name="T25" fmla="*/ 335 h 341"/>
                <a:gd name="T26" fmla="*/ 318 w 234"/>
                <a:gd name="T27" fmla="*/ 323 h 341"/>
                <a:gd name="T28" fmla="*/ 289 w 234"/>
                <a:gd name="T29" fmla="*/ 316 h 341"/>
                <a:gd name="T30" fmla="*/ 271 w 234"/>
                <a:gd name="T31" fmla="*/ 299 h 341"/>
                <a:gd name="T32" fmla="*/ 297 w 234"/>
                <a:gd name="T33" fmla="*/ 283 h 341"/>
                <a:gd name="T34" fmla="*/ 297 w 234"/>
                <a:gd name="T35" fmla="*/ 265 h 341"/>
                <a:gd name="T36" fmla="*/ 284 w 234"/>
                <a:gd name="T37" fmla="*/ 248 h 341"/>
                <a:gd name="T38" fmla="*/ 297 w 234"/>
                <a:gd name="T39" fmla="*/ 236 h 341"/>
                <a:gd name="T40" fmla="*/ 320 w 234"/>
                <a:gd name="T41" fmla="*/ 238 h 341"/>
                <a:gd name="T42" fmla="*/ 315 w 234"/>
                <a:gd name="T43" fmla="*/ 191 h 341"/>
                <a:gd name="T44" fmla="*/ 308 w 234"/>
                <a:gd name="T45" fmla="*/ 162 h 341"/>
                <a:gd name="T46" fmla="*/ 296 w 234"/>
                <a:gd name="T47" fmla="*/ 145 h 341"/>
                <a:gd name="T48" fmla="*/ 282 w 234"/>
                <a:gd name="T49" fmla="*/ 134 h 341"/>
                <a:gd name="T50" fmla="*/ 262 w 234"/>
                <a:gd name="T51" fmla="*/ 131 h 341"/>
                <a:gd name="T52" fmla="*/ 242 w 234"/>
                <a:gd name="T53" fmla="*/ 131 h 341"/>
                <a:gd name="T54" fmla="*/ 219 w 234"/>
                <a:gd name="T55" fmla="*/ 153 h 341"/>
                <a:gd name="T56" fmla="*/ 207 w 234"/>
                <a:gd name="T57" fmla="*/ 160 h 341"/>
                <a:gd name="T58" fmla="*/ 199 w 234"/>
                <a:gd name="T59" fmla="*/ 162 h 341"/>
                <a:gd name="T60" fmla="*/ 187 w 234"/>
                <a:gd name="T61" fmla="*/ 159 h 341"/>
                <a:gd name="T62" fmla="*/ 185 w 234"/>
                <a:gd name="T63" fmla="*/ 148 h 341"/>
                <a:gd name="T64" fmla="*/ 187 w 234"/>
                <a:gd name="T65" fmla="*/ 141 h 341"/>
                <a:gd name="T66" fmla="*/ 198 w 234"/>
                <a:gd name="T67" fmla="*/ 134 h 341"/>
                <a:gd name="T68" fmla="*/ 205 w 234"/>
                <a:gd name="T69" fmla="*/ 131 h 341"/>
                <a:gd name="T70" fmla="*/ 215 w 234"/>
                <a:gd name="T71" fmla="*/ 129 h 341"/>
                <a:gd name="T72" fmla="*/ 215 w 234"/>
                <a:gd name="T73" fmla="*/ 117 h 341"/>
                <a:gd name="T74" fmla="*/ 239 w 234"/>
                <a:gd name="T75" fmla="*/ 102 h 341"/>
                <a:gd name="T76" fmla="*/ 215 w 234"/>
                <a:gd name="T77" fmla="*/ 58 h 341"/>
                <a:gd name="T78" fmla="*/ 215 w 234"/>
                <a:gd name="T79" fmla="*/ 37 h 341"/>
                <a:gd name="T80" fmla="*/ 174 w 234"/>
                <a:gd name="T81" fmla="*/ 28 h 341"/>
                <a:gd name="T82" fmla="*/ 116 w 234"/>
                <a:gd name="T83" fmla="*/ 0 h 341"/>
                <a:gd name="T84" fmla="*/ 81 w 234"/>
                <a:gd name="T85" fmla="*/ 14 h 34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34"/>
                <a:gd name="T130" fmla="*/ 0 h 341"/>
                <a:gd name="T131" fmla="*/ 234 w 234"/>
                <a:gd name="T132" fmla="*/ 341 h 34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34" h="341">
                  <a:moveTo>
                    <a:pt x="59" y="14"/>
                  </a:moveTo>
                  <a:lnTo>
                    <a:pt x="67" y="35"/>
                  </a:lnTo>
                  <a:lnTo>
                    <a:pt x="51" y="48"/>
                  </a:lnTo>
                  <a:lnTo>
                    <a:pt x="50" y="102"/>
                  </a:lnTo>
                  <a:lnTo>
                    <a:pt x="41" y="67"/>
                  </a:lnTo>
                  <a:lnTo>
                    <a:pt x="7" y="101"/>
                  </a:lnTo>
                  <a:lnTo>
                    <a:pt x="0" y="199"/>
                  </a:lnTo>
                  <a:lnTo>
                    <a:pt x="21" y="247"/>
                  </a:lnTo>
                  <a:lnTo>
                    <a:pt x="24" y="272"/>
                  </a:lnTo>
                  <a:lnTo>
                    <a:pt x="25" y="292"/>
                  </a:lnTo>
                  <a:lnTo>
                    <a:pt x="24" y="309"/>
                  </a:lnTo>
                  <a:lnTo>
                    <a:pt x="19" y="341"/>
                  </a:lnTo>
                  <a:lnTo>
                    <a:pt x="111" y="335"/>
                  </a:lnTo>
                  <a:lnTo>
                    <a:pt x="233" y="323"/>
                  </a:lnTo>
                  <a:lnTo>
                    <a:pt x="211" y="316"/>
                  </a:lnTo>
                  <a:lnTo>
                    <a:pt x="199" y="299"/>
                  </a:lnTo>
                  <a:lnTo>
                    <a:pt x="217" y="283"/>
                  </a:lnTo>
                  <a:lnTo>
                    <a:pt x="217" y="265"/>
                  </a:lnTo>
                  <a:lnTo>
                    <a:pt x="208" y="248"/>
                  </a:lnTo>
                  <a:lnTo>
                    <a:pt x="217" y="236"/>
                  </a:lnTo>
                  <a:lnTo>
                    <a:pt x="234" y="238"/>
                  </a:lnTo>
                  <a:lnTo>
                    <a:pt x="230" y="191"/>
                  </a:lnTo>
                  <a:lnTo>
                    <a:pt x="226" y="162"/>
                  </a:lnTo>
                  <a:lnTo>
                    <a:pt x="216" y="145"/>
                  </a:lnTo>
                  <a:lnTo>
                    <a:pt x="206" y="134"/>
                  </a:lnTo>
                  <a:lnTo>
                    <a:pt x="191" y="131"/>
                  </a:lnTo>
                  <a:lnTo>
                    <a:pt x="177" y="131"/>
                  </a:lnTo>
                  <a:lnTo>
                    <a:pt x="161" y="153"/>
                  </a:lnTo>
                  <a:lnTo>
                    <a:pt x="152" y="160"/>
                  </a:lnTo>
                  <a:lnTo>
                    <a:pt x="145" y="162"/>
                  </a:lnTo>
                  <a:lnTo>
                    <a:pt x="137" y="159"/>
                  </a:lnTo>
                  <a:lnTo>
                    <a:pt x="135" y="148"/>
                  </a:lnTo>
                  <a:lnTo>
                    <a:pt x="137" y="141"/>
                  </a:lnTo>
                  <a:lnTo>
                    <a:pt x="144" y="134"/>
                  </a:lnTo>
                  <a:lnTo>
                    <a:pt x="151" y="131"/>
                  </a:lnTo>
                  <a:lnTo>
                    <a:pt x="157" y="129"/>
                  </a:lnTo>
                  <a:lnTo>
                    <a:pt x="157" y="117"/>
                  </a:lnTo>
                  <a:lnTo>
                    <a:pt x="175" y="102"/>
                  </a:lnTo>
                  <a:lnTo>
                    <a:pt x="157" y="58"/>
                  </a:lnTo>
                  <a:lnTo>
                    <a:pt x="157" y="37"/>
                  </a:lnTo>
                  <a:lnTo>
                    <a:pt x="128" y="28"/>
                  </a:lnTo>
                  <a:lnTo>
                    <a:pt x="85" y="0"/>
                  </a:lnTo>
                  <a:lnTo>
                    <a:pt x="59" y="14"/>
                  </a:lnTo>
                  <a:close/>
                </a:path>
              </a:pathLst>
            </a:custGeom>
            <a:grpFill/>
            <a:ln w="6350">
              <a:solidFill>
                <a:schemeClr val="bg1"/>
              </a:solidFill>
              <a:round/>
              <a:headEnd/>
              <a:tailEnd/>
            </a:ln>
          </p:spPr>
          <p:txBody>
            <a:bodyPr/>
            <a:lstStyle/>
            <a:p>
              <a:pPr>
                <a:defRPr/>
              </a:pPr>
              <a:endParaRPr lang="en-GB"/>
            </a:p>
          </p:txBody>
        </p:sp>
        <p:sp>
          <p:nvSpPr>
            <p:cNvPr id="13" name="Freeform 12">
              <a:extLst>
                <a:ext uri="{FF2B5EF4-FFF2-40B4-BE49-F238E27FC236}">
                  <a16:creationId xmlns:a16="http://schemas.microsoft.com/office/drawing/2014/main" id="{6D1C84AE-24BC-40D8-943C-247D8B7BC727}"/>
                </a:ext>
              </a:extLst>
            </p:cNvPr>
            <p:cNvSpPr>
              <a:spLocks/>
            </p:cNvSpPr>
            <p:nvPr/>
          </p:nvSpPr>
          <p:spPr bwMode="auto">
            <a:xfrm>
              <a:off x="6710082" y="4090988"/>
              <a:ext cx="619090" cy="485775"/>
            </a:xfrm>
            <a:custGeom>
              <a:avLst/>
              <a:gdLst>
                <a:gd name="T0" fmla="*/ 15 w 300"/>
                <a:gd name="T1" fmla="*/ 46 h 255"/>
                <a:gd name="T2" fmla="*/ 48 w 300"/>
                <a:gd name="T3" fmla="*/ 21 h 255"/>
                <a:gd name="T4" fmla="*/ 171 w 300"/>
                <a:gd name="T5" fmla="*/ 0 h 255"/>
                <a:gd name="T6" fmla="*/ 210 w 300"/>
                <a:gd name="T7" fmla="*/ 14 h 255"/>
                <a:gd name="T8" fmla="*/ 288 w 300"/>
                <a:gd name="T9" fmla="*/ 4 h 255"/>
                <a:gd name="T10" fmla="*/ 353 w 300"/>
                <a:gd name="T11" fmla="*/ 40 h 255"/>
                <a:gd name="T12" fmla="*/ 413 w 300"/>
                <a:gd name="T13" fmla="*/ 68 h 255"/>
                <a:gd name="T14" fmla="*/ 380 w 300"/>
                <a:gd name="T15" fmla="*/ 145 h 255"/>
                <a:gd name="T16" fmla="*/ 331 w 300"/>
                <a:gd name="T17" fmla="*/ 183 h 255"/>
                <a:gd name="T18" fmla="*/ 276 w 300"/>
                <a:gd name="T19" fmla="*/ 195 h 255"/>
                <a:gd name="T20" fmla="*/ 286 w 300"/>
                <a:gd name="T21" fmla="*/ 226 h 255"/>
                <a:gd name="T22" fmla="*/ 253 w 300"/>
                <a:gd name="T23" fmla="*/ 255 h 255"/>
                <a:gd name="T24" fmla="*/ 192 w 300"/>
                <a:gd name="T25" fmla="*/ 183 h 255"/>
                <a:gd name="T26" fmla="*/ 28 w 300"/>
                <a:gd name="T27" fmla="*/ 68 h 255"/>
                <a:gd name="T28" fmla="*/ 0 w 300"/>
                <a:gd name="T29" fmla="*/ 68 h 255"/>
                <a:gd name="T30" fmla="*/ 15 w 300"/>
                <a:gd name="T31" fmla="*/ 46 h 25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00"/>
                <a:gd name="T49" fmla="*/ 0 h 255"/>
                <a:gd name="T50" fmla="*/ 300 w 300"/>
                <a:gd name="T51" fmla="*/ 255 h 25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00" h="255">
                  <a:moveTo>
                    <a:pt x="11" y="46"/>
                  </a:moveTo>
                  <a:lnTo>
                    <a:pt x="35" y="21"/>
                  </a:lnTo>
                  <a:lnTo>
                    <a:pt x="125" y="0"/>
                  </a:lnTo>
                  <a:lnTo>
                    <a:pt x="152" y="14"/>
                  </a:lnTo>
                  <a:lnTo>
                    <a:pt x="210" y="4"/>
                  </a:lnTo>
                  <a:lnTo>
                    <a:pt x="257" y="40"/>
                  </a:lnTo>
                  <a:lnTo>
                    <a:pt x="300" y="68"/>
                  </a:lnTo>
                  <a:lnTo>
                    <a:pt x="276" y="145"/>
                  </a:lnTo>
                  <a:lnTo>
                    <a:pt x="240" y="183"/>
                  </a:lnTo>
                  <a:lnTo>
                    <a:pt x="200" y="195"/>
                  </a:lnTo>
                  <a:lnTo>
                    <a:pt x="208" y="226"/>
                  </a:lnTo>
                  <a:lnTo>
                    <a:pt x="184" y="255"/>
                  </a:lnTo>
                  <a:lnTo>
                    <a:pt x="138" y="183"/>
                  </a:lnTo>
                  <a:lnTo>
                    <a:pt x="20" y="68"/>
                  </a:lnTo>
                  <a:lnTo>
                    <a:pt x="0" y="68"/>
                  </a:lnTo>
                  <a:lnTo>
                    <a:pt x="11" y="46"/>
                  </a:lnTo>
                  <a:close/>
                </a:path>
              </a:pathLst>
            </a:custGeom>
            <a:grpFill/>
            <a:ln w="6350">
              <a:solidFill>
                <a:schemeClr val="bg1"/>
              </a:solidFill>
              <a:round/>
              <a:headEnd/>
              <a:tailEnd/>
            </a:ln>
          </p:spPr>
          <p:txBody>
            <a:bodyPr/>
            <a:lstStyle/>
            <a:p>
              <a:pPr>
                <a:defRPr/>
              </a:pPr>
              <a:endParaRPr lang="en-GB"/>
            </a:p>
          </p:txBody>
        </p:sp>
        <p:sp>
          <p:nvSpPr>
            <p:cNvPr id="16" name="Freeform 13">
              <a:extLst>
                <a:ext uri="{FF2B5EF4-FFF2-40B4-BE49-F238E27FC236}">
                  <a16:creationId xmlns:a16="http://schemas.microsoft.com/office/drawing/2014/main" id="{96F28FED-D84E-4D4D-AB3C-7056FFD95662}"/>
                </a:ext>
              </a:extLst>
            </p:cNvPr>
            <p:cNvSpPr>
              <a:spLocks/>
            </p:cNvSpPr>
            <p:nvPr/>
          </p:nvSpPr>
          <p:spPr bwMode="auto">
            <a:xfrm>
              <a:off x="6630976" y="3375025"/>
              <a:ext cx="932074" cy="576263"/>
            </a:xfrm>
            <a:custGeom>
              <a:avLst/>
              <a:gdLst>
                <a:gd name="T0" fmla="*/ 102 w 452"/>
                <a:gd name="T1" fmla="*/ 211 h 302"/>
                <a:gd name="T2" fmla="*/ 83 w 452"/>
                <a:gd name="T3" fmla="*/ 242 h 302"/>
                <a:gd name="T4" fmla="*/ 57 w 452"/>
                <a:gd name="T5" fmla="*/ 250 h 302"/>
                <a:gd name="T6" fmla="*/ 56 w 452"/>
                <a:gd name="T7" fmla="*/ 270 h 302"/>
                <a:gd name="T8" fmla="*/ 2 w 452"/>
                <a:gd name="T9" fmla="*/ 286 h 302"/>
                <a:gd name="T10" fmla="*/ 0 w 452"/>
                <a:gd name="T11" fmla="*/ 302 h 302"/>
                <a:gd name="T12" fmla="*/ 146 w 452"/>
                <a:gd name="T13" fmla="*/ 282 h 302"/>
                <a:gd name="T14" fmla="*/ 414 w 452"/>
                <a:gd name="T15" fmla="*/ 238 h 302"/>
                <a:gd name="T16" fmla="*/ 619 w 452"/>
                <a:gd name="T17" fmla="*/ 200 h 302"/>
                <a:gd name="T18" fmla="*/ 619 w 452"/>
                <a:gd name="T19" fmla="*/ 169 h 302"/>
                <a:gd name="T20" fmla="*/ 597 w 452"/>
                <a:gd name="T21" fmla="*/ 160 h 302"/>
                <a:gd name="T22" fmla="*/ 578 w 452"/>
                <a:gd name="T23" fmla="*/ 175 h 302"/>
                <a:gd name="T24" fmla="*/ 568 w 452"/>
                <a:gd name="T25" fmla="*/ 134 h 302"/>
                <a:gd name="T26" fmla="*/ 578 w 452"/>
                <a:gd name="T27" fmla="*/ 97 h 302"/>
                <a:gd name="T28" fmla="*/ 501 w 452"/>
                <a:gd name="T29" fmla="*/ 70 h 302"/>
                <a:gd name="T30" fmla="*/ 449 w 452"/>
                <a:gd name="T31" fmla="*/ 77 h 302"/>
                <a:gd name="T32" fmla="*/ 448 w 452"/>
                <a:gd name="T33" fmla="*/ 21 h 302"/>
                <a:gd name="T34" fmla="*/ 396 w 452"/>
                <a:gd name="T35" fmla="*/ 0 h 302"/>
                <a:gd name="T36" fmla="*/ 354 w 452"/>
                <a:gd name="T37" fmla="*/ 13 h 302"/>
                <a:gd name="T38" fmla="*/ 326 w 452"/>
                <a:gd name="T39" fmla="*/ 66 h 302"/>
                <a:gd name="T40" fmla="*/ 278 w 452"/>
                <a:gd name="T41" fmla="*/ 87 h 302"/>
                <a:gd name="T42" fmla="*/ 259 w 452"/>
                <a:gd name="T43" fmla="*/ 170 h 302"/>
                <a:gd name="T44" fmla="*/ 182 w 452"/>
                <a:gd name="T45" fmla="*/ 211 h 302"/>
                <a:gd name="T46" fmla="*/ 118 w 452"/>
                <a:gd name="T47" fmla="*/ 228 h 302"/>
                <a:gd name="T48" fmla="*/ 102 w 452"/>
                <a:gd name="T49" fmla="*/ 211 h 30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52"/>
                <a:gd name="T76" fmla="*/ 0 h 302"/>
                <a:gd name="T77" fmla="*/ 452 w 452"/>
                <a:gd name="T78" fmla="*/ 302 h 30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52" h="302">
                  <a:moveTo>
                    <a:pt x="74" y="211"/>
                  </a:moveTo>
                  <a:lnTo>
                    <a:pt x="61" y="242"/>
                  </a:lnTo>
                  <a:lnTo>
                    <a:pt x="42" y="250"/>
                  </a:lnTo>
                  <a:lnTo>
                    <a:pt x="41" y="270"/>
                  </a:lnTo>
                  <a:lnTo>
                    <a:pt x="2" y="286"/>
                  </a:lnTo>
                  <a:lnTo>
                    <a:pt x="0" y="302"/>
                  </a:lnTo>
                  <a:lnTo>
                    <a:pt x="107" y="282"/>
                  </a:lnTo>
                  <a:lnTo>
                    <a:pt x="302" y="238"/>
                  </a:lnTo>
                  <a:lnTo>
                    <a:pt x="452" y="200"/>
                  </a:lnTo>
                  <a:lnTo>
                    <a:pt x="452" y="169"/>
                  </a:lnTo>
                  <a:lnTo>
                    <a:pt x="435" y="160"/>
                  </a:lnTo>
                  <a:lnTo>
                    <a:pt x="422" y="175"/>
                  </a:lnTo>
                  <a:lnTo>
                    <a:pt x="414" y="134"/>
                  </a:lnTo>
                  <a:lnTo>
                    <a:pt x="422" y="97"/>
                  </a:lnTo>
                  <a:lnTo>
                    <a:pt x="366" y="70"/>
                  </a:lnTo>
                  <a:lnTo>
                    <a:pt x="328" y="77"/>
                  </a:lnTo>
                  <a:lnTo>
                    <a:pt x="327" y="21"/>
                  </a:lnTo>
                  <a:lnTo>
                    <a:pt x="288" y="0"/>
                  </a:lnTo>
                  <a:lnTo>
                    <a:pt x="258" y="13"/>
                  </a:lnTo>
                  <a:lnTo>
                    <a:pt x="238" y="66"/>
                  </a:lnTo>
                  <a:lnTo>
                    <a:pt x="203" y="87"/>
                  </a:lnTo>
                  <a:lnTo>
                    <a:pt x="189" y="170"/>
                  </a:lnTo>
                  <a:lnTo>
                    <a:pt x="132" y="211"/>
                  </a:lnTo>
                  <a:lnTo>
                    <a:pt x="86" y="228"/>
                  </a:lnTo>
                  <a:lnTo>
                    <a:pt x="74" y="211"/>
                  </a:lnTo>
                  <a:close/>
                </a:path>
              </a:pathLst>
            </a:custGeom>
            <a:grpFill/>
            <a:ln w="6350">
              <a:solidFill>
                <a:schemeClr val="bg1"/>
              </a:solidFill>
              <a:round/>
              <a:headEnd/>
              <a:tailEnd/>
            </a:ln>
          </p:spPr>
          <p:txBody>
            <a:bodyPr/>
            <a:lstStyle/>
            <a:p>
              <a:pPr>
                <a:defRPr/>
              </a:pPr>
              <a:endParaRPr lang="en-GB"/>
            </a:p>
          </p:txBody>
        </p:sp>
        <p:sp>
          <p:nvSpPr>
            <p:cNvPr id="17" name="Freeform 14">
              <a:extLst>
                <a:ext uri="{FF2B5EF4-FFF2-40B4-BE49-F238E27FC236}">
                  <a16:creationId xmlns:a16="http://schemas.microsoft.com/office/drawing/2014/main" id="{B8C44A6C-1F62-4550-9028-E5B9F11F074D}"/>
                </a:ext>
              </a:extLst>
            </p:cNvPr>
            <p:cNvSpPr>
              <a:spLocks/>
            </p:cNvSpPr>
            <p:nvPr/>
          </p:nvSpPr>
          <p:spPr bwMode="auto">
            <a:xfrm>
              <a:off x="6813264" y="2908300"/>
              <a:ext cx="715393" cy="466725"/>
            </a:xfrm>
            <a:custGeom>
              <a:avLst/>
              <a:gdLst>
                <a:gd name="T0" fmla="*/ 44 w 347"/>
                <a:gd name="T1" fmla="*/ 36 h 245"/>
                <a:gd name="T2" fmla="*/ 0 w 347"/>
                <a:gd name="T3" fmla="*/ 68 h 245"/>
                <a:gd name="T4" fmla="*/ 26 w 347"/>
                <a:gd name="T5" fmla="*/ 187 h 245"/>
                <a:gd name="T6" fmla="*/ 44 w 347"/>
                <a:gd name="T7" fmla="*/ 245 h 245"/>
                <a:gd name="T8" fmla="*/ 126 w 347"/>
                <a:gd name="T9" fmla="*/ 240 h 245"/>
                <a:gd name="T10" fmla="*/ 427 w 347"/>
                <a:gd name="T11" fmla="*/ 195 h 245"/>
                <a:gd name="T12" fmla="*/ 448 w 347"/>
                <a:gd name="T13" fmla="*/ 188 h 245"/>
                <a:gd name="T14" fmla="*/ 478 w 347"/>
                <a:gd name="T15" fmla="*/ 133 h 245"/>
                <a:gd name="T16" fmla="*/ 432 w 347"/>
                <a:gd name="T17" fmla="*/ 103 h 245"/>
                <a:gd name="T18" fmla="*/ 458 w 347"/>
                <a:gd name="T19" fmla="*/ 32 h 245"/>
                <a:gd name="T20" fmla="*/ 424 w 347"/>
                <a:gd name="T21" fmla="*/ 25 h 245"/>
                <a:gd name="T22" fmla="*/ 424 w 347"/>
                <a:gd name="T23" fmla="*/ 7 h 245"/>
                <a:gd name="T24" fmla="*/ 409 w 347"/>
                <a:gd name="T25" fmla="*/ 0 h 245"/>
                <a:gd name="T26" fmla="*/ 59 w 347"/>
                <a:gd name="T27" fmla="*/ 51 h 245"/>
                <a:gd name="T28" fmla="*/ 44 w 347"/>
                <a:gd name="T29" fmla="*/ 36 h 24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7"/>
                <a:gd name="T46" fmla="*/ 0 h 245"/>
                <a:gd name="T47" fmla="*/ 347 w 347"/>
                <a:gd name="T48" fmla="*/ 245 h 24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7" h="245">
                  <a:moveTo>
                    <a:pt x="32" y="36"/>
                  </a:moveTo>
                  <a:lnTo>
                    <a:pt x="0" y="68"/>
                  </a:lnTo>
                  <a:lnTo>
                    <a:pt x="18" y="187"/>
                  </a:lnTo>
                  <a:lnTo>
                    <a:pt x="32" y="245"/>
                  </a:lnTo>
                  <a:lnTo>
                    <a:pt x="91" y="240"/>
                  </a:lnTo>
                  <a:lnTo>
                    <a:pt x="310" y="195"/>
                  </a:lnTo>
                  <a:lnTo>
                    <a:pt x="325" y="188"/>
                  </a:lnTo>
                  <a:lnTo>
                    <a:pt x="347" y="133"/>
                  </a:lnTo>
                  <a:lnTo>
                    <a:pt x="314" y="103"/>
                  </a:lnTo>
                  <a:lnTo>
                    <a:pt x="332" y="32"/>
                  </a:lnTo>
                  <a:lnTo>
                    <a:pt x="307" y="25"/>
                  </a:lnTo>
                  <a:lnTo>
                    <a:pt x="307" y="7"/>
                  </a:lnTo>
                  <a:lnTo>
                    <a:pt x="296" y="0"/>
                  </a:lnTo>
                  <a:lnTo>
                    <a:pt x="42" y="51"/>
                  </a:lnTo>
                  <a:lnTo>
                    <a:pt x="32" y="36"/>
                  </a:lnTo>
                  <a:close/>
                </a:path>
              </a:pathLst>
            </a:custGeom>
            <a:grpFill/>
            <a:ln w="6350">
              <a:solidFill>
                <a:schemeClr val="bg1"/>
              </a:solidFill>
              <a:round/>
              <a:headEnd/>
              <a:tailEnd/>
            </a:ln>
          </p:spPr>
          <p:txBody>
            <a:bodyPr/>
            <a:lstStyle/>
            <a:p>
              <a:pPr>
                <a:defRPr/>
              </a:pPr>
              <a:endParaRPr lang="en-GB"/>
            </a:p>
          </p:txBody>
        </p:sp>
        <p:sp>
          <p:nvSpPr>
            <p:cNvPr id="18" name="Freeform 15">
              <a:extLst>
                <a:ext uri="{FF2B5EF4-FFF2-40B4-BE49-F238E27FC236}">
                  <a16:creationId xmlns:a16="http://schemas.microsoft.com/office/drawing/2014/main" id="{E3FC2059-5256-44A0-880D-9ADE32851176}"/>
                </a:ext>
              </a:extLst>
            </p:cNvPr>
            <p:cNvSpPr>
              <a:spLocks/>
            </p:cNvSpPr>
            <p:nvPr/>
          </p:nvSpPr>
          <p:spPr bwMode="auto">
            <a:xfrm>
              <a:off x="6990393" y="3279775"/>
              <a:ext cx="608772" cy="249238"/>
            </a:xfrm>
            <a:custGeom>
              <a:avLst/>
              <a:gdLst>
                <a:gd name="T0" fmla="*/ 0 w 295"/>
                <a:gd name="T1" fmla="*/ 45 h 131"/>
                <a:gd name="T2" fmla="*/ 305 w 295"/>
                <a:gd name="T3" fmla="*/ 0 h 131"/>
                <a:gd name="T4" fmla="*/ 356 w 295"/>
                <a:gd name="T5" fmla="*/ 90 h 131"/>
                <a:gd name="T6" fmla="*/ 407 w 295"/>
                <a:gd name="T7" fmla="*/ 80 h 131"/>
                <a:gd name="T8" fmla="*/ 408 w 295"/>
                <a:gd name="T9" fmla="*/ 125 h 131"/>
                <a:gd name="T10" fmla="*/ 364 w 295"/>
                <a:gd name="T11" fmla="*/ 131 h 131"/>
                <a:gd name="T12" fmla="*/ 329 w 295"/>
                <a:gd name="T13" fmla="*/ 102 h 131"/>
                <a:gd name="T14" fmla="*/ 305 w 295"/>
                <a:gd name="T15" fmla="*/ 66 h 131"/>
                <a:gd name="T16" fmla="*/ 299 w 295"/>
                <a:gd name="T17" fmla="*/ 17 h 131"/>
                <a:gd name="T18" fmla="*/ 281 w 295"/>
                <a:gd name="T19" fmla="*/ 42 h 131"/>
                <a:gd name="T20" fmla="*/ 304 w 295"/>
                <a:gd name="T21" fmla="*/ 116 h 131"/>
                <a:gd name="T22" fmla="*/ 213 w 295"/>
                <a:gd name="T23" fmla="*/ 126 h 131"/>
                <a:gd name="T24" fmla="*/ 210 w 295"/>
                <a:gd name="T25" fmla="*/ 72 h 131"/>
                <a:gd name="T26" fmla="*/ 154 w 295"/>
                <a:gd name="T27" fmla="*/ 49 h 131"/>
                <a:gd name="T28" fmla="*/ 110 w 295"/>
                <a:gd name="T29" fmla="*/ 43 h 131"/>
                <a:gd name="T30" fmla="*/ 12 w 295"/>
                <a:gd name="T31" fmla="*/ 80 h 131"/>
                <a:gd name="T32" fmla="*/ 0 w 295"/>
                <a:gd name="T33" fmla="*/ 45 h 13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5"/>
                <a:gd name="T52" fmla="*/ 0 h 131"/>
                <a:gd name="T53" fmla="*/ 295 w 295"/>
                <a:gd name="T54" fmla="*/ 131 h 13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5" h="131">
                  <a:moveTo>
                    <a:pt x="0" y="45"/>
                  </a:moveTo>
                  <a:lnTo>
                    <a:pt x="220" y="0"/>
                  </a:lnTo>
                  <a:lnTo>
                    <a:pt x="256" y="90"/>
                  </a:lnTo>
                  <a:lnTo>
                    <a:pt x="294" y="80"/>
                  </a:lnTo>
                  <a:lnTo>
                    <a:pt x="295" y="125"/>
                  </a:lnTo>
                  <a:lnTo>
                    <a:pt x="264" y="131"/>
                  </a:lnTo>
                  <a:lnTo>
                    <a:pt x="237" y="102"/>
                  </a:lnTo>
                  <a:lnTo>
                    <a:pt x="220" y="66"/>
                  </a:lnTo>
                  <a:lnTo>
                    <a:pt x="216" y="17"/>
                  </a:lnTo>
                  <a:lnTo>
                    <a:pt x="203" y="42"/>
                  </a:lnTo>
                  <a:lnTo>
                    <a:pt x="219" y="116"/>
                  </a:lnTo>
                  <a:lnTo>
                    <a:pt x="154" y="126"/>
                  </a:lnTo>
                  <a:lnTo>
                    <a:pt x="152" y="72"/>
                  </a:lnTo>
                  <a:lnTo>
                    <a:pt x="112" y="49"/>
                  </a:lnTo>
                  <a:lnTo>
                    <a:pt x="79" y="43"/>
                  </a:lnTo>
                  <a:lnTo>
                    <a:pt x="8" y="80"/>
                  </a:lnTo>
                  <a:lnTo>
                    <a:pt x="0" y="45"/>
                  </a:lnTo>
                  <a:close/>
                </a:path>
              </a:pathLst>
            </a:custGeom>
            <a:grpFill/>
            <a:ln w="6350">
              <a:solidFill>
                <a:schemeClr val="bg1"/>
              </a:solidFill>
              <a:round/>
              <a:headEnd/>
              <a:tailEnd/>
            </a:ln>
          </p:spPr>
          <p:txBody>
            <a:bodyPr/>
            <a:lstStyle/>
            <a:p>
              <a:pPr>
                <a:defRPr/>
              </a:pPr>
              <a:endParaRPr lang="en-GB"/>
            </a:p>
          </p:txBody>
        </p:sp>
        <p:sp>
          <p:nvSpPr>
            <p:cNvPr id="19" name="Freeform 16">
              <a:extLst>
                <a:ext uri="{FF2B5EF4-FFF2-40B4-BE49-F238E27FC236}">
                  <a16:creationId xmlns:a16="http://schemas.microsoft.com/office/drawing/2014/main" id="{D9AC98BC-DB17-448E-824D-D0C685C50F03}"/>
                </a:ext>
              </a:extLst>
            </p:cNvPr>
            <p:cNvSpPr>
              <a:spLocks/>
            </p:cNvSpPr>
            <p:nvPr/>
          </p:nvSpPr>
          <p:spPr bwMode="auto">
            <a:xfrm>
              <a:off x="2912997" y="2052638"/>
              <a:ext cx="1251937" cy="776287"/>
            </a:xfrm>
            <a:custGeom>
              <a:avLst/>
              <a:gdLst>
                <a:gd name="T0" fmla="*/ 14 w 607"/>
                <a:gd name="T1" fmla="*/ 0 h 407"/>
                <a:gd name="T2" fmla="*/ 179 w 607"/>
                <a:gd name="T3" fmla="*/ 17 h 407"/>
                <a:gd name="T4" fmla="*/ 278 w 607"/>
                <a:gd name="T5" fmla="*/ 27 h 407"/>
                <a:gd name="T6" fmla="*/ 407 w 607"/>
                <a:gd name="T7" fmla="*/ 38 h 407"/>
                <a:gd name="T8" fmla="*/ 527 w 607"/>
                <a:gd name="T9" fmla="*/ 47 h 407"/>
                <a:gd name="T10" fmla="*/ 736 w 607"/>
                <a:gd name="T11" fmla="*/ 59 h 407"/>
                <a:gd name="T12" fmla="*/ 833 w 607"/>
                <a:gd name="T13" fmla="*/ 65 h 407"/>
                <a:gd name="T14" fmla="*/ 830 w 607"/>
                <a:gd name="T15" fmla="*/ 396 h 407"/>
                <a:gd name="T16" fmla="*/ 319 w 607"/>
                <a:gd name="T17" fmla="*/ 362 h 407"/>
                <a:gd name="T18" fmla="*/ 311 w 607"/>
                <a:gd name="T19" fmla="*/ 407 h 407"/>
                <a:gd name="T20" fmla="*/ 289 w 607"/>
                <a:gd name="T21" fmla="*/ 386 h 407"/>
                <a:gd name="T22" fmla="*/ 245 w 607"/>
                <a:gd name="T23" fmla="*/ 389 h 407"/>
                <a:gd name="T24" fmla="*/ 175 w 607"/>
                <a:gd name="T25" fmla="*/ 398 h 407"/>
                <a:gd name="T26" fmla="*/ 166 w 607"/>
                <a:gd name="T27" fmla="*/ 340 h 407"/>
                <a:gd name="T28" fmla="*/ 86 w 607"/>
                <a:gd name="T29" fmla="*/ 294 h 407"/>
                <a:gd name="T30" fmla="*/ 96 w 607"/>
                <a:gd name="T31" fmla="*/ 251 h 407"/>
                <a:gd name="T32" fmla="*/ 104 w 607"/>
                <a:gd name="T33" fmla="*/ 215 h 407"/>
                <a:gd name="T34" fmla="*/ 0 w 607"/>
                <a:gd name="T35" fmla="*/ 101 h 407"/>
                <a:gd name="T36" fmla="*/ 14 w 607"/>
                <a:gd name="T37" fmla="*/ 0 h 4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07"/>
                <a:gd name="T58" fmla="*/ 0 h 407"/>
                <a:gd name="T59" fmla="*/ 607 w 607"/>
                <a:gd name="T60" fmla="*/ 407 h 40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07" h="407">
                  <a:moveTo>
                    <a:pt x="10" y="0"/>
                  </a:moveTo>
                  <a:lnTo>
                    <a:pt x="129" y="17"/>
                  </a:lnTo>
                  <a:lnTo>
                    <a:pt x="202" y="27"/>
                  </a:lnTo>
                  <a:lnTo>
                    <a:pt x="297" y="38"/>
                  </a:lnTo>
                  <a:lnTo>
                    <a:pt x="384" y="47"/>
                  </a:lnTo>
                  <a:lnTo>
                    <a:pt x="536" y="59"/>
                  </a:lnTo>
                  <a:lnTo>
                    <a:pt x="607" y="65"/>
                  </a:lnTo>
                  <a:lnTo>
                    <a:pt x="605" y="396"/>
                  </a:lnTo>
                  <a:lnTo>
                    <a:pt x="233" y="362"/>
                  </a:lnTo>
                  <a:lnTo>
                    <a:pt x="226" y="407"/>
                  </a:lnTo>
                  <a:lnTo>
                    <a:pt x="211" y="386"/>
                  </a:lnTo>
                  <a:lnTo>
                    <a:pt x="178" y="389"/>
                  </a:lnTo>
                  <a:lnTo>
                    <a:pt x="128" y="398"/>
                  </a:lnTo>
                  <a:lnTo>
                    <a:pt x="120" y="340"/>
                  </a:lnTo>
                  <a:lnTo>
                    <a:pt x="62" y="294"/>
                  </a:lnTo>
                  <a:lnTo>
                    <a:pt x="70" y="251"/>
                  </a:lnTo>
                  <a:lnTo>
                    <a:pt x="76" y="215"/>
                  </a:lnTo>
                  <a:lnTo>
                    <a:pt x="0" y="101"/>
                  </a:lnTo>
                  <a:lnTo>
                    <a:pt x="10" y="0"/>
                  </a:lnTo>
                  <a:close/>
                </a:path>
              </a:pathLst>
            </a:custGeom>
            <a:grpFill/>
            <a:ln w="6350">
              <a:solidFill>
                <a:schemeClr val="bg1"/>
              </a:solidFill>
              <a:round/>
              <a:headEnd/>
              <a:tailEnd/>
            </a:ln>
          </p:spPr>
          <p:txBody>
            <a:bodyPr/>
            <a:lstStyle/>
            <a:p>
              <a:pPr>
                <a:defRPr/>
              </a:pPr>
              <a:endParaRPr lang="en-GB"/>
            </a:p>
          </p:txBody>
        </p:sp>
        <p:sp>
          <p:nvSpPr>
            <p:cNvPr id="20" name="Freeform 17">
              <a:extLst>
                <a:ext uri="{FF2B5EF4-FFF2-40B4-BE49-F238E27FC236}">
                  <a16:creationId xmlns:a16="http://schemas.microsoft.com/office/drawing/2014/main" id="{C26F7E2F-8201-485E-AF54-CA8250984850}"/>
                </a:ext>
              </a:extLst>
            </p:cNvPr>
            <p:cNvSpPr>
              <a:spLocks/>
            </p:cNvSpPr>
            <p:nvPr/>
          </p:nvSpPr>
          <p:spPr bwMode="auto">
            <a:xfrm>
              <a:off x="5102169" y="3459163"/>
              <a:ext cx="832332" cy="679450"/>
            </a:xfrm>
            <a:custGeom>
              <a:avLst/>
              <a:gdLst>
                <a:gd name="T0" fmla="*/ 0 w 403"/>
                <a:gd name="T1" fmla="*/ 12 h 357"/>
                <a:gd name="T2" fmla="*/ 241 w 403"/>
                <a:gd name="T3" fmla="*/ 0 h 357"/>
                <a:gd name="T4" fmla="*/ 294 w 403"/>
                <a:gd name="T5" fmla="*/ 0 h 357"/>
                <a:gd name="T6" fmla="*/ 331 w 403"/>
                <a:gd name="T7" fmla="*/ 11 h 357"/>
                <a:gd name="T8" fmla="*/ 312 w 403"/>
                <a:gd name="T9" fmla="*/ 42 h 357"/>
                <a:gd name="T10" fmla="*/ 382 w 403"/>
                <a:gd name="T11" fmla="*/ 92 h 357"/>
                <a:gd name="T12" fmla="*/ 404 w 403"/>
                <a:gd name="T13" fmla="*/ 135 h 357"/>
                <a:gd name="T14" fmla="*/ 446 w 403"/>
                <a:gd name="T15" fmla="*/ 124 h 357"/>
                <a:gd name="T16" fmla="*/ 445 w 403"/>
                <a:gd name="T17" fmla="*/ 184 h 357"/>
                <a:gd name="T18" fmla="*/ 486 w 403"/>
                <a:gd name="T19" fmla="*/ 202 h 357"/>
                <a:gd name="T20" fmla="*/ 505 w 403"/>
                <a:gd name="T21" fmla="*/ 254 h 357"/>
                <a:gd name="T22" fmla="*/ 537 w 403"/>
                <a:gd name="T23" fmla="*/ 259 h 357"/>
                <a:gd name="T24" fmla="*/ 553 w 403"/>
                <a:gd name="T25" fmla="*/ 281 h 357"/>
                <a:gd name="T26" fmla="*/ 515 w 403"/>
                <a:gd name="T27" fmla="*/ 312 h 357"/>
                <a:gd name="T28" fmla="*/ 503 w 403"/>
                <a:gd name="T29" fmla="*/ 347 h 357"/>
                <a:gd name="T30" fmla="*/ 449 w 403"/>
                <a:gd name="T31" fmla="*/ 357 h 357"/>
                <a:gd name="T32" fmla="*/ 463 w 403"/>
                <a:gd name="T33" fmla="*/ 318 h 357"/>
                <a:gd name="T34" fmla="*/ 256 w 403"/>
                <a:gd name="T35" fmla="*/ 332 h 357"/>
                <a:gd name="T36" fmla="*/ 108 w 403"/>
                <a:gd name="T37" fmla="*/ 346 h 357"/>
                <a:gd name="T38" fmla="*/ 98 w 403"/>
                <a:gd name="T39" fmla="*/ 309 h 357"/>
                <a:gd name="T40" fmla="*/ 89 w 403"/>
                <a:gd name="T41" fmla="*/ 194 h 357"/>
                <a:gd name="T42" fmla="*/ 88 w 403"/>
                <a:gd name="T43" fmla="*/ 132 h 357"/>
                <a:gd name="T44" fmla="*/ 38 w 403"/>
                <a:gd name="T45" fmla="*/ 104 h 357"/>
                <a:gd name="T46" fmla="*/ 56 w 403"/>
                <a:gd name="T47" fmla="*/ 78 h 357"/>
                <a:gd name="T48" fmla="*/ 31 w 403"/>
                <a:gd name="T49" fmla="*/ 64 h 357"/>
                <a:gd name="T50" fmla="*/ 0 w 403"/>
                <a:gd name="T51" fmla="*/ 12 h 35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03"/>
                <a:gd name="T79" fmla="*/ 0 h 357"/>
                <a:gd name="T80" fmla="*/ 403 w 403"/>
                <a:gd name="T81" fmla="*/ 357 h 35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03" h="357">
                  <a:moveTo>
                    <a:pt x="0" y="12"/>
                  </a:moveTo>
                  <a:lnTo>
                    <a:pt x="176" y="0"/>
                  </a:lnTo>
                  <a:lnTo>
                    <a:pt x="214" y="0"/>
                  </a:lnTo>
                  <a:lnTo>
                    <a:pt x="242" y="11"/>
                  </a:lnTo>
                  <a:lnTo>
                    <a:pt x="227" y="42"/>
                  </a:lnTo>
                  <a:lnTo>
                    <a:pt x="278" y="92"/>
                  </a:lnTo>
                  <a:lnTo>
                    <a:pt x="295" y="135"/>
                  </a:lnTo>
                  <a:lnTo>
                    <a:pt x="325" y="124"/>
                  </a:lnTo>
                  <a:lnTo>
                    <a:pt x="324" y="184"/>
                  </a:lnTo>
                  <a:lnTo>
                    <a:pt x="355" y="202"/>
                  </a:lnTo>
                  <a:lnTo>
                    <a:pt x="369" y="254"/>
                  </a:lnTo>
                  <a:lnTo>
                    <a:pt x="391" y="259"/>
                  </a:lnTo>
                  <a:lnTo>
                    <a:pt x="403" y="281"/>
                  </a:lnTo>
                  <a:lnTo>
                    <a:pt x="376" y="312"/>
                  </a:lnTo>
                  <a:lnTo>
                    <a:pt x="367" y="347"/>
                  </a:lnTo>
                  <a:lnTo>
                    <a:pt x="328" y="357"/>
                  </a:lnTo>
                  <a:lnTo>
                    <a:pt x="338" y="318"/>
                  </a:lnTo>
                  <a:lnTo>
                    <a:pt x="187" y="332"/>
                  </a:lnTo>
                  <a:lnTo>
                    <a:pt x="79" y="346"/>
                  </a:lnTo>
                  <a:lnTo>
                    <a:pt x="72" y="309"/>
                  </a:lnTo>
                  <a:lnTo>
                    <a:pt x="65" y="194"/>
                  </a:lnTo>
                  <a:lnTo>
                    <a:pt x="64" y="132"/>
                  </a:lnTo>
                  <a:lnTo>
                    <a:pt x="28" y="104"/>
                  </a:lnTo>
                  <a:lnTo>
                    <a:pt x="41" y="78"/>
                  </a:lnTo>
                  <a:lnTo>
                    <a:pt x="23" y="64"/>
                  </a:lnTo>
                  <a:lnTo>
                    <a:pt x="0" y="12"/>
                  </a:lnTo>
                  <a:close/>
                </a:path>
              </a:pathLst>
            </a:custGeom>
            <a:grpFill/>
            <a:ln w="6350">
              <a:solidFill>
                <a:schemeClr val="bg1"/>
              </a:solidFill>
              <a:round/>
              <a:headEnd/>
              <a:tailEnd/>
            </a:ln>
          </p:spPr>
          <p:txBody>
            <a:bodyPr/>
            <a:lstStyle/>
            <a:p>
              <a:pPr>
                <a:defRPr/>
              </a:pPr>
              <a:endParaRPr lang="en-GB"/>
            </a:p>
          </p:txBody>
        </p:sp>
        <p:sp>
          <p:nvSpPr>
            <p:cNvPr id="21" name="Freeform 18">
              <a:extLst>
                <a:ext uri="{FF2B5EF4-FFF2-40B4-BE49-F238E27FC236}">
                  <a16:creationId xmlns:a16="http://schemas.microsoft.com/office/drawing/2014/main" id="{2592AE8A-2EAB-47A4-831E-C5585002B6B3}"/>
                </a:ext>
              </a:extLst>
            </p:cNvPr>
            <p:cNvSpPr>
              <a:spLocks/>
            </p:cNvSpPr>
            <p:nvPr/>
          </p:nvSpPr>
          <p:spPr bwMode="auto">
            <a:xfrm>
              <a:off x="6013606" y="3173413"/>
              <a:ext cx="405848" cy="663575"/>
            </a:xfrm>
            <a:custGeom>
              <a:avLst/>
              <a:gdLst>
                <a:gd name="T0" fmla="*/ 0 w 197"/>
                <a:gd name="T1" fmla="*/ 25 h 348"/>
                <a:gd name="T2" fmla="*/ 31 w 197"/>
                <a:gd name="T3" fmla="*/ 38 h 348"/>
                <a:gd name="T4" fmla="*/ 62 w 197"/>
                <a:gd name="T5" fmla="*/ 35 h 348"/>
                <a:gd name="T6" fmla="*/ 72 w 197"/>
                <a:gd name="T7" fmla="*/ 28 h 348"/>
                <a:gd name="T8" fmla="*/ 80 w 197"/>
                <a:gd name="T9" fmla="*/ 7 h 348"/>
                <a:gd name="T10" fmla="*/ 208 w 197"/>
                <a:gd name="T11" fmla="*/ 0 h 348"/>
                <a:gd name="T12" fmla="*/ 269 w 197"/>
                <a:gd name="T13" fmla="*/ 246 h 348"/>
                <a:gd name="T14" fmla="*/ 265 w 197"/>
                <a:gd name="T15" fmla="*/ 243 h 348"/>
                <a:gd name="T16" fmla="*/ 219 w 197"/>
                <a:gd name="T17" fmla="*/ 257 h 348"/>
                <a:gd name="T18" fmla="*/ 188 w 197"/>
                <a:gd name="T19" fmla="*/ 323 h 348"/>
                <a:gd name="T20" fmla="*/ 142 w 197"/>
                <a:gd name="T21" fmla="*/ 314 h 348"/>
                <a:gd name="T22" fmla="*/ 89 w 197"/>
                <a:gd name="T23" fmla="*/ 339 h 348"/>
                <a:gd name="T24" fmla="*/ 17 w 197"/>
                <a:gd name="T25" fmla="*/ 348 h 348"/>
                <a:gd name="T26" fmla="*/ 49 w 197"/>
                <a:gd name="T27" fmla="*/ 283 h 348"/>
                <a:gd name="T28" fmla="*/ 35 w 197"/>
                <a:gd name="T29" fmla="*/ 247 h 348"/>
                <a:gd name="T30" fmla="*/ 0 w 197"/>
                <a:gd name="T31" fmla="*/ 25 h 3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7"/>
                <a:gd name="T49" fmla="*/ 0 h 348"/>
                <a:gd name="T50" fmla="*/ 197 w 197"/>
                <a:gd name="T51" fmla="*/ 348 h 3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7" h="348">
                  <a:moveTo>
                    <a:pt x="0" y="25"/>
                  </a:moveTo>
                  <a:lnTo>
                    <a:pt x="23" y="38"/>
                  </a:lnTo>
                  <a:lnTo>
                    <a:pt x="45" y="35"/>
                  </a:lnTo>
                  <a:lnTo>
                    <a:pt x="53" y="28"/>
                  </a:lnTo>
                  <a:lnTo>
                    <a:pt x="58" y="7"/>
                  </a:lnTo>
                  <a:lnTo>
                    <a:pt x="153" y="0"/>
                  </a:lnTo>
                  <a:lnTo>
                    <a:pt x="197" y="246"/>
                  </a:lnTo>
                  <a:lnTo>
                    <a:pt x="194" y="243"/>
                  </a:lnTo>
                  <a:lnTo>
                    <a:pt x="161" y="257"/>
                  </a:lnTo>
                  <a:lnTo>
                    <a:pt x="138" y="323"/>
                  </a:lnTo>
                  <a:lnTo>
                    <a:pt x="104" y="314"/>
                  </a:lnTo>
                  <a:lnTo>
                    <a:pt x="65" y="339"/>
                  </a:lnTo>
                  <a:lnTo>
                    <a:pt x="13" y="348"/>
                  </a:lnTo>
                  <a:lnTo>
                    <a:pt x="36" y="283"/>
                  </a:lnTo>
                  <a:lnTo>
                    <a:pt x="26" y="247"/>
                  </a:lnTo>
                  <a:lnTo>
                    <a:pt x="0" y="25"/>
                  </a:lnTo>
                  <a:close/>
                </a:path>
              </a:pathLst>
            </a:custGeom>
            <a:grpFill/>
            <a:ln w="6350">
              <a:solidFill>
                <a:schemeClr val="bg1"/>
              </a:solidFill>
              <a:round/>
              <a:headEnd/>
              <a:tailEnd/>
            </a:ln>
          </p:spPr>
          <p:txBody>
            <a:bodyPr/>
            <a:lstStyle/>
            <a:p>
              <a:pPr>
                <a:defRPr/>
              </a:pPr>
              <a:endParaRPr lang="en-GB"/>
            </a:p>
          </p:txBody>
        </p:sp>
        <p:sp>
          <p:nvSpPr>
            <p:cNvPr id="22" name="Freeform 19">
              <a:extLst>
                <a:ext uri="{FF2B5EF4-FFF2-40B4-BE49-F238E27FC236}">
                  <a16:creationId xmlns:a16="http://schemas.microsoft.com/office/drawing/2014/main" id="{31FE521B-E629-4AFE-A9F1-4F78699CB366}"/>
                </a:ext>
              </a:extLst>
            </p:cNvPr>
            <p:cNvSpPr>
              <a:spLocks/>
            </p:cNvSpPr>
            <p:nvPr/>
          </p:nvSpPr>
          <p:spPr bwMode="auto">
            <a:xfrm>
              <a:off x="6328310" y="3038475"/>
              <a:ext cx="522787" cy="598488"/>
            </a:xfrm>
            <a:custGeom>
              <a:avLst/>
              <a:gdLst>
                <a:gd name="T0" fmla="*/ 0 w 253"/>
                <a:gd name="T1" fmla="*/ 71 h 314"/>
                <a:gd name="T2" fmla="*/ 156 w 253"/>
                <a:gd name="T3" fmla="*/ 59 h 314"/>
                <a:gd name="T4" fmla="*/ 188 w 253"/>
                <a:gd name="T5" fmla="*/ 64 h 314"/>
                <a:gd name="T6" fmla="*/ 264 w 253"/>
                <a:gd name="T7" fmla="*/ 37 h 314"/>
                <a:gd name="T8" fmla="*/ 280 w 253"/>
                <a:gd name="T9" fmla="*/ 12 h 314"/>
                <a:gd name="T10" fmla="*/ 325 w 253"/>
                <a:gd name="T11" fmla="*/ 0 h 314"/>
                <a:gd name="T12" fmla="*/ 349 w 253"/>
                <a:gd name="T13" fmla="*/ 119 h 314"/>
                <a:gd name="T14" fmla="*/ 330 w 253"/>
                <a:gd name="T15" fmla="*/ 132 h 314"/>
                <a:gd name="T16" fmla="*/ 335 w 253"/>
                <a:gd name="T17" fmla="*/ 214 h 314"/>
                <a:gd name="T18" fmla="*/ 300 w 253"/>
                <a:gd name="T19" fmla="*/ 221 h 314"/>
                <a:gd name="T20" fmla="*/ 280 w 253"/>
                <a:gd name="T21" fmla="*/ 267 h 314"/>
                <a:gd name="T22" fmla="*/ 253 w 253"/>
                <a:gd name="T23" fmla="*/ 261 h 314"/>
                <a:gd name="T24" fmla="*/ 245 w 253"/>
                <a:gd name="T25" fmla="*/ 314 h 314"/>
                <a:gd name="T26" fmla="*/ 204 w 253"/>
                <a:gd name="T27" fmla="*/ 292 h 314"/>
                <a:gd name="T28" fmla="*/ 128 w 253"/>
                <a:gd name="T29" fmla="*/ 306 h 314"/>
                <a:gd name="T30" fmla="*/ 95 w 253"/>
                <a:gd name="T31" fmla="*/ 286 h 314"/>
                <a:gd name="T32" fmla="*/ 52 w 253"/>
                <a:gd name="T33" fmla="*/ 285 h 314"/>
                <a:gd name="T34" fmla="*/ 29 w 253"/>
                <a:gd name="T35" fmla="*/ 197 h 314"/>
                <a:gd name="T36" fmla="*/ 0 w 253"/>
                <a:gd name="T37" fmla="*/ 71 h 3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3"/>
                <a:gd name="T58" fmla="*/ 0 h 314"/>
                <a:gd name="T59" fmla="*/ 253 w 253"/>
                <a:gd name="T60" fmla="*/ 314 h 31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3" h="314">
                  <a:moveTo>
                    <a:pt x="0" y="71"/>
                  </a:moveTo>
                  <a:lnTo>
                    <a:pt x="114" y="59"/>
                  </a:lnTo>
                  <a:lnTo>
                    <a:pt x="138" y="64"/>
                  </a:lnTo>
                  <a:lnTo>
                    <a:pt x="192" y="37"/>
                  </a:lnTo>
                  <a:lnTo>
                    <a:pt x="204" y="12"/>
                  </a:lnTo>
                  <a:lnTo>
                    <a:pt x="236" y="0"/>
                  </a:lnTo>
                  <a:lnTo>
                    <a:pt x="253" y="119"/>
                  </a:lnTo>
                  <a:lnTo>
                    <a:pt x="240" y="132"/>
                  </a:lnTo>
                  <a:lnTo>
                    <a:pt x="243" y="214"/>
                  </a:lnTo>
                  <a:lnTo>
                    <a:pt x="218" y="221"/>
                  </a:lnTo>
                  <a:lnTo>
                    <a:pt x="204" y="267"/>
                  </a:lnTo>
                  <a:lnTo>
                    <a:pt x="184" y="261"/>
                  </a:lnTo>
                  <a:lnTo>
                    <a:pt x="178" y="314"/>
                  </a:lnTo>
                  <a:lnTo>
                    <a:pt x="149" y="292"/>
                  </a:lnTo>
                  <a:lnTo>
                    <a:pt x="93" y="306"/>
                  </a:lnTo>
                  <a:lnTo>
                    <a:pt x="69" y="286"/>
                  </a:lnTo>
                  <a:lnTo>
                    <a:pt x="38" y="285"/>
                  </a:lnTo>
                  <a:lnTo>
                    <a:pt x="21" y="197"/>
                  </a:lnTo>
                  <a:lnTo>
                    <a:pt x="0" y="71"/>
                  </a:lnTo>
                  <a:close/>
                </a:path>
              </a:pathLst>
            </a:custGeom>
            <a:grpFill/>
            <a:ln w="6350">
              <a:solidFill>
                <a:schemeClr val="bg1"/>
              </a:solidFill>
              <a:round/>
              <a:headEnd/>
              <a:tailEnd/>
            </a:ln>
          </p:spPr>
          <p:txBody>
            <a:bodyPr/>
            <a:lstStyle/>
            <a:p>
              <a:pPr>
                <a:defRPr/>
              </a:pPr>
              <a:endParaRPr lang="en-GB"/>
            </a:p>
          </p:txBody>
        </p:sp>
        <p:sp>
          <p:nvSpPr>
            <p:cNvPr id="23" name="Freeform 20">
              <a:extLst>
                <a:ext uri="{FF2B5EF4-FFF2-40B4-BE49-F238E27FC236}">
                  <a16:creationId xmlns:a16="http://schemas.microsoft.com/office/drawing/2014/main" id="{F8E20DED-C11D-4041-A3D4-11C887021566}"/>
                </a:ext>
              </a:extLst>
            </p:cNvPr>
            <p:cNvSpPr>
              <a:spLocks/>
            </p:cNvSpPr>
            <p:nvPr/>
          </p:nvSpPr>
          <p:spPr bwMode="auto">
            <a:xfrm>
              <a:off x="5865713" y="3579813"/>
              <a:ext cx="918317" cy="506412"/>
            </a:xfrm>
            <a:custGeom>
              <a:avLst/>
              <a:gdLst>
                <a:gd name="T0" fmla="*/ 0 w 445"/>
                <a:gd name="T1" fmla="*/ 266 h 266"/>
                <a:gd name="T2" fmla="*/ 149 w 445"/>
                <a:gd name="T3" fmla="*/ 249 h 266"/>
                <a:gd name="T4" fmla="*/ 149 w 445"/>
                <a:gd name="T5" fmla="*/ 237 h 266"/>
                <a:gd name="T6" fmla="*/ 509 w 445"/>
                <a:gd name="T7" fmla="*/ 199 h 266"/>
                <a:gd name="T8" fmla="*/ 516 w 445"/>
                <a:gd name="T9" fmla="*/ 179 h 266"/>
                <a:gd name="T10" fmla="*/ 566 w 445"/>
                <a:gd name="T11" fmla="*/ 163 h 266"/>
                <a:gd name="T12" fmla="*/ 575 w 445"/>
                <a:gd name="T13" fmla="*/ 142 h 266"/>
                <a:gd name="T14" fmla="*/ 596 w 445"/>
                <a:gd name="T15" fmla="*/ 135 h 266"/>
                <a:gd name="T16" fmla="*/ 612 w 445"/>
                <a:gd name="T17" fmla="*/ 103 h 266"/>
                <a:gd name="T18" fmla="*/ 563 w 445"/>
                <a:gd name="T19" fmla="*/ 72 h 266"/>
                <a:gd name="T20" fmla="*/ 555 w 445"/>
                <a:gd name="T21" fmla="*/ 29 h 266"/>
                <a:gd name="T22" fmla="*/ 516 w 445"/>
                <a:gd name="T23" fmla="*/ 8 h 266"/>
                <a:gd name="T24" fmla="*/ 434 w 445"/>
                <a:gd name="T25" fmla="*/ 20 h 266"/>
                <a:gd name="T26" fmla="*/ 398 w 445"/>
                <a:gd name="T27" fmla="*/ 1 h 266"/>
                <a:gd name="T28" fmla="*/ 363 w 445"/>
                <a:gd name="T29" fmla="*/ 0 h 266"/>
                <a:gd name="T30" fmla="*/ 368 w 445"/>
                <a:gd name="T31" fmla="*/ 29 h 266"/>
                <a:gd name="T32" fmla="*/ 320 w 445"/>
                <a:gd name="T33" fmla="*/ 44 h 266"/>
                <a:gd name="T34" fmla="*/ 286 w 445"/>
                <a:gd name="T35" fmla="*/ 110 h 266"/>
                <a:gd name="T36" fmla="*/ 242 w 445"/>
                <a:gd name="T37" fmla="*/ 100 h 266"/>
                <a:gd name="T38" fmla="*/ 186 w 445"/>
                <a:gd name="T39" fmla="*/ 124 h 266"/>
                <a:gd name="T40" fmla="*/ 117 w 445"/>
                <a:gd name="T41" fmla="*/ 134 h 266"/>
                <a:gd name="T42" fmla="*/ 117 w 445"/>
                <a:gd name="T43" fmla="*/ 171 h 266"/>
                <a:gd name="T44" fmla="*/ 82 w 445"/>
                <a:gd name="T45" fmla="*/ 170 h 266"/>
                <a:gd name="T46" fmla="*/ 83 w 445"/>
                <a:gd name="T47" fmla="*/ 203 h 266"/>
                <a:gd name="T48" fmla="*/ 48 w 445"/>
                <a:gd name="T49" fmla="*/ 190 h 266"/>
                <a:gd name="T50" fmla="*/ 28 w 445"/>
                <a:gd name="T51" fmla="*/ 196 h 266"/>
                <a:gd name="T52" fmla="*/ 45 w 445"/>
                <a:gd name="T53" fmla="*/ 218 h 266"/>
                <a:gd name="T54" fmla="*/ 5 w 445"/>
                <a:gd name="T55" fmla="*/ 248 h 266"/>
                <a:gd name="T56" fmla="*/ 0 w 445"/>
                <a:gd name="T57" fmla="*/ 266 h 26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45"/>
                <a:gd name="T88" fmla="*/ 0 h 266"/>
                <a:gd name="T89" fmla="*/ 445 w 445"/>
                <a:gd name="T90" fmla="*/ 266 h 26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45" h="266">
                  <a:moveTo>
                    <a:pt x="0" y="266"/>
                  </a:moveTo>
                  <a:lnTo>
                    <a:pt x="108" y="249"/>
                  </a:lnTo>
                  <a:lnTo>
                    <a:pt x="108" y="237"/>
                  </a:lnTo>
                  <a:lnTo>
                    <a:pt x="370" y="199"/>
                  </a:lnTo>
                  <a:lnTo>
                    <a:pt x="374" y="179"/>
                  </a:lnTo>
                  <a:lnTo>
                    <a:pt x="412" y="163"/>
                  </a:lnTo>
                  <a:lnTo>
                    <a:pt x="417" y="142"/>
                  </a:lnTo>
                  <a:lnTo>
                    <a:pt x="433" y="135"/>
                  </a:lnTo>
                  <a:lnTo>
                    <a:pt x="445" y="103"/>
                  </a:lnTo>
                  <a:lnTo>
                    <a:pt x="409" y="72"/>
                  </a:lnTo>
                  <a:lnTo>
                    <a:pt x="403" y="29"/>
                  </a:lnTo>
                  <a:lnTo>
                    <a:pt x="374" y="8"/>
                  </a:lnTo>
                  <a:lnTo>
                    <a:pt x="316" y="20"/>
                  </a:lnTo>
                  <a:lnTo>
                    <a:pt x="289" y="1"/>
                  </a:lnTo>
                  <a:lnTo>
                    <a:pt x="263" y="0"/>
                  </a:lnTo>
                  <a:lnTo>
                    <a:pt x="268" y="29"/>
                  </a:lnTo>
                  <a:lnTo>
                    <a:pt x="232" y="44"/>
                  </a:lnTo>
                  <a:lnTo>
                    <a:pt x="208" y="110"/>
                  </a:lnTo>
                  <a:lnTo>
                    <a:pt x="175" y="100"/>
                  </a:lnTo>
                  <a:lnTo>
                    <a:pt x="136" y="124"/>
                  </a:lnTo>
                  <a:lnTo>
                    <a:pt x="85" y="134"/>
                  </a:lnTo>
                  <a:lnTo>
                    <a:pt x="85" y="171"/>
                  </a:lnTo>
                  <a:lnTo>
                    <a:pt x="60" y="170"/>
                  </a:lnTo>
                  <a:lnTo>
                    <a:pt x="61" y="203"/>
                  </a:lnTo>
                  <a:lnTo>
                    <a:pt x="35" y="190"/>
                  </a:lnTo>
                  <a:lnTo>
                    <a:pt x="20" y="196"/>
                  </a:lnTo>
                  <a:lnTo>
                    <a:pt x="33" y="218"/>
                  </a:lnTo>
                  <a:lnTo>
                    <a:pt x="5" y="248"/>
                  </a:lnTo>
                  <a:lnTo>
                    <a:pt x="0" y="266"/>
                  </a:lnTo>
                  <a:close/>
                </a:path>
              </a:pathLst>
            </a:custGeom>
            <a:grpFill/>
            <a:ln w="6350">
              <a:solidFill>
                <a:schemeClr val="bg1"/>
              </a:solidFill>
              <a:round/>
              <a:headEnd/>
              <a:tailEnd/>
            </a:ln>
          </p:spPr>
          <p:txBody>
            <a:bodyPr/>
            <a:lstStyle/>
            <a:p>
              <a:pPr>
                <a:defRPr/>
              </a:pPr>
              <a:endParaRPr lang="en-GB"/>
            </a:p>
          </p:txBody>
        </p:sp>
        <p:sp>
          <p:nvSpPr>
            <p:cNvPr id="24" name="Freeform 21">
              <a:extLst>
                <a:ext uri="{FF2B5EF4-FFF2-40B4-BE49-F238E27FC236}">
                  <a16:creationId xmlns:a16="http://schemas.microsoft.com/office/drawing/2014/main" id="{B1D0E33C-E08E-430D-923C-D48AEBEC6FCC}"/>
                </a:ext>
              </a:extLst>
            </p:cNvPr>
            <p:cNvSpPr>
              <a:spLocks/>
            </p:cNvSpPr>
            <p:nvPr/>
          </p:nvSpPr>
          <p:spPr bwMode="auto">
            <a:xfrm>
              <a:off x="5802084" y="3905250"/>
              <a:ext cx="1059332" cy="384175"/>
            </a:xfrm>
            <a:custGeom>
              <a:avLst/>
              <a:gdLst>
                <a:gd name="T0" fmla="*/ 43 w 513"/>
                <a:gd name="T1" fmla="*/ 92 h 202"/>
                <a:gd name="T2" fmla="*/ 43 w 513"/>
                <a:gd name="T3" fmla="*/ 96 h 202"/>
                <a:gd name="T4" fmla="*/ 30 w 513"/>
                <a:gd name="T5" fmla="*/ 115 h 202"/>
                <a:gd name="T6" fmla="*/ 44 w 513"/>
                <a:gd name="T7" fmla="*/ 140 h 202"/>
                <a:gd name="T8" fmla="*/ 0 w 513"/>
                <a:gd name="T9" fmla="*/ 163 h 202"/>
                <a:gd name="T10" fmla="*/ 11 w 513"/>
                <a:gd name="T11" fmla="*/ 202 h 202"/>
                <a:gd name="T12" fmla="*/ 196 w 513"/>
                <a:gd name="T13" fmla="*/ 190 h 202"/>
                <a:gd name="T14" fmla="*/ 415 w 513"/>
                <a:gd name="T15" fmla="*/ 170 h 202"/>
                <a:gd name="T16" fmla="*/ 527 w 513"/>
                <a:gd name="T17" fmla="*/ 154 h 202"/>
                <a:gd name="T18" fmla="*/ 548 w 513"/>
                <a:gd name="T19" fmla="*/ 103 h 202"/>
                <a:gd name="T20" fmla="*/ 589 w 513"/>
                <a:gd name="T21" fmla="*/ 100 h 202"/>
                <a:gd name="T22" fmla="*/ 709 w 513"/>
                <a:gd name="T23" fmla="*/ 0 h 202"/>
                <a:gd name="T24" fmla="*/ 552 w 513"/>
                <a:gd name="T25" fmla="*/ 25 h 202"/>
                <a:gd name="T26" fmla="*/ 185 w 513"/>
                <a:gd name="T27" fmla="*/ 66 h 202"/>
                <a:gd name="T28" fmla="*/ 188 w 513"/>
                <a:gd name="T29" fmla="*/ 78 h 202"/>
                <a:gd name="T30" fmla="*/ 43 w 513"/>
                <a:gd name="T31" fmla="*/ 92 h 2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13"/>
                <a:gd name="T49" fmla="*/ 0 h 202"/>
                <a:gd name="T50" fmla="*/ 513 w 513"/>
                <a:gd name="T51" fmla="*/ 202 h 20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13" h="202">
                  <a:moveTo>
                    <a:pt x="31" y="92"/>
                  </a:moveTo>
                  <a:lnTo>
                    <a:pt x="31" y="96"/>
                  </a:lnTo>
                  <a:lnTo>
                    <a:pt x="22" y="115"/>
                  </a:lnTo>
                  <a:lnTo>
                    <a:pt x="32" y="140"/>
                  </a:lnTo>
                  <a:lnTo>
                    <a:pt x="0" y="163"/>
                  </a:lnTo>
                  <a:lnTo>
                    <a:pt x="7" y="202"/>
                  </a:lnTo>
                  <a:lnTo>
                    <a:pt x="142" y="190"/>
                  </a:lnTo>
                  <a:lnTo>
                    <a:pt x="301" y="170"/>
                  </a:lnTo>
                  <a:lnTo>
                    <a:pt x="381" y="154"/>
                  </a:lnTo>
                  <a:lnTo>
                    <a:pt x="398" y="103"/>
                  </a:lnTo>
                  <a:lnTo>
                    <a:pt x="426" y="100"/>
                  </a:lnTo>
                  <a:lnTo>
                    <a:pt x="513" y="0"/>
                  </a:lnTo>
                  <a:lnTo>
                    <a:pt x="400" y="25"/>
                  </a:lnTo>
                  <a:lnTo>
                    <a:pt x="135" y="66"/>
                  </a:lnTo>
                  <a:lnTo>
                    <a:pt x="137" y="78"/>
                  </a:lnTo>
                  <a:lnTo>
                    <a:pt x="31" y="92"/>
                  </a:lnTo>
                  <a:close/>
                </a:path>
              </a:pathLst>
            </a:custGeom>
            <a:grpFill/>
            <a:ln w="6350">
              <a:solidFill>
                <a:schemeClr val="bg1"/>
              </a:solidFill>
              <a:round/>
              <a:headEnd/>
              <a:tailEnd/>
            </a:ln>
          </p:spPr>
          <p:txBody>
            <a:bodyPr/>
            <a:lstStyle/>
            <a:p>
              <a:pPr>
                <a:defRPr/>
              </a:pPr>
              <a:endParaRPr lang="en-GB"/>
            </a:p>
          </p:txBody>
        </p:sp>
        <p:sp>
          <p:nvSpPr>
            <p:cNvPr id="25" name="Freeform 22">
              <a:extLst>
                <a:ext uri="{FF2B5EF4-FFF2-40B4-BE49-F238E27FC236}">
                  <a16:creationId xmlns:a16="http://schemas.microsoft.com/office/drawing/2014/main" id="{0598434B-8DC1-4049-8FAA-E6DCA9C23549}"/>
                </a:ext>
              </a:extLst>
            </p:cNvPr>
            <p:cNvSpPr>
              <a:spLocks/>
            </p:cNvSpPr>
            <p:nvPr/>
          </p:nvSpPr>
          <p:spPr bwMode="auto">
            <a:xfrm>
              <a:off x="6269840" y="4787900"/>
              <a:ext cx="1159074" cy="777875"/>
            </a:xfrm>
            <a:custGeom>
              <a:avLst/>
              <a:gdLst>
                <a:gd name="T0" fmla="*/ 0 w 561"/>
                <a:gd name="T1" fmla="*/ 39 h 409"/>
                <a:gd name="T2" fmla="*/ 212 w 561"/>
                <a:gd name="T3" fmla="*/ 23 h 409"/>
                <a:gd name="T4" fmla="*/ 234 w 561"/>
                <a:gd name="T5" fmla="*/ 50 h 409"/>
                <a:gd name="T6" fmla="*/ 463 w 561"/>
                <a:gd name="T7" fmla="*/ 23 h 409"/>
                <a:gd name="T8" fmla="*/ 502 w 561"/>
                <a:gd name="T9" fmla="*/ 45 h 409"/>
                <a:gd name="T10" fmla="*/ 502 w 561"/>
                <a:gd name="T11" fmla="*/ 3 h 409"/>
                <a:gd name="T12" fmla="*/ 500 w 561"/>
                <a:gd name="T13" fmla="*/ 0 h 409"/>
                <a:gd name="T14" fmla="*/ 545 w 561"/>
                <a:gd name="T15" fmla="*/ 2 h 409"/>
                <a:gd name="T16" fmla="*/ 593 w 561"/>
                <a:gd name="T17" fmla="*/ 65 h 409"/>
                <a:gd name="T18" fmla="*/ 670 w 561"/>
                <a:gd name="T19" fmla="*/ 151 h 409"/>
                <a:gd name="T20" fmla="*/ 709 w 561"/>
                <a:gd name="T21" fmla="*/ 225 h 409"/>
                <a:gd name="T22" fmla="*/ 763 w 561"/>
                <a:gd name="T23" fmla="*/ 277 h 409"/>
                <a:gd name="T24" fmla="*/ 774 w 561"/>
                <a:gd name="T25" fmla="*/ 352 h 409"/>
                <a:gd name="T26" fmla="*/ 756 w 561"/>
                <a:gd name="T27" fmla="*/ 397 h 409"/>
                <a:gd name="T28" fmla="*/ 674 w 561"/>
                <a:gd name="T29" fmla="*/ 409 h 409"/>
                <a:gd name="T30" fmla="*/ 660 w 561"/>
                <a:gd name="T31" fmla="*/ 390 h 409"/>
                <a:gd name="T32" fmla="*/ 604 w 561"/>
                <a:gd name="T33" fmla="*/ 363 h 409"/>
                <a:gd name="T34" fmla="*/ 586 w 561"/>
                <a:gd name="T35" fmla="*/ 335 h 409"/>
                <a:gd name="T36" fmla="*/ 571 w 561"/>
                <a:gd name="T37" fmla="*/ 324 h 409"/>
                <a:gd name="T38" fmla="*/ 561 w 561"/>
                <a:gd name="T39" fmla="*/ 298 h 409"/>
                <a:gd name="T40" fmla="*/ 547 w 561"/>
                <a:gd name="T41" fmla="*/ 305 h 409"/>
                <a:gd name="T42" fmla="*/ 502 w 561"/>
                <a:gd name="T43" fmla="*/ 271 h 409"/>
                <a:gd name="T44" fmla="*/ 514 w 561"/>
                <a:gd name="T45" fmla="*/ 239 h 409"/>
                <a:gd name="T46" fmla="*/ 502 w 561"/>
                <a:gd name="T47" fmla="*/ 222 h 409"/>
                <a:gd name="T48" fmla="*/ 489 w 561"/>
                <a:gd name="T49" fmla="*/ 228 h 409"/>
                <a:gd name="T50" fmla="*/ 490 w 561"/>
                <a:gd name="T51" fmla="*/ 246 h 409"/>
                <a:gd name="T52" fmla="*/ 475 w 561"/>
                <a:gd name="T53" fmla="*/ 222 h 409"/>
                <a:gd name="T54" fmla="*/ 476 w 561"/>
                <a:gd name="T55" fmla="*/ 164 h 409"/>
                <a:gd name="T56" fmla="*/ 448 w 561"/>
                <a:gd name="T57" fmla="*/ 130 h 409"/>
                <a:gd name="T58" fmla="*/ 376 w 561"/>
                <a:gd name="T59" fmla="*/ 102 h 409"/>
                <a:gd name="T60" fmla="*/ 339 w 561"/>
                <a:gd name="T61" fmla="*/ 70 h 409"/>
                <a:gd name="T62" fmla="*/ 298 w 561"/>
                <a:gd name="T63" fmla="*/ 67 h 409"/>
                <a:gd name="T64" fmla="*/ 282 w 561"/>
                <a:gd name="T65" fmla="*/ 87 h 409"/>
                <a:gd name="T66" fmla="*/ 222 w 561"/>
                <a:gd name="T67" fmla="*/ 101 h 409"/>
                <a:gd name="T68" fmla="*/ 185 w 561"/>
                <a:gd name="T69" fmla="*/ 87 h 409"/>
                <a:gd name="T70" fmla="*/ 168 w 561"/>
                <a:gd name="T71" fmla="*/ 65 h 409"/>
                <a:gd name="T72" fmla="*/ 55 w 561"/>
                <a:gd name="T73" fmla="*/ 84 h 409"/>
                <a:gd name="T74" fmla="*/ 31 w 561"/>
                <a:gd name="T75" fmla="*/ 69 h 409"/>
                <a:gd name="T76" fmla="*/ 4 w 561"/>
                <a:gd name="T77" fmla="*/ 85 h 409"/>
                <a:gd name="T78" fmla="*/ 0 w 561"/>
                <a:gd name="T79" fmla="*/ 39 h 40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61"/>
                <a:gd name="T121" fmla="*/ 0 h 409"/>
                <a:gd name="T122" fmla="*/ 561 w 561"/>
                <a:gd name="T123" fmla="*/ 409 h 40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61" h="409">
                  <a:moveTo>
                    <a:pt x="0" y="39"/>
                  </a:moveTo>
                  <a:lnTo>
                    <a:pt x="154" y="23"/>
                  </a:lnTo>
                  <a:lnTo>
                    <a:pt x="170" y="50"/>
                  </a:lnTo>
                  <a:lnTo>
                    <a:pt x="336" y="23"/>
                  </a:lnTo>
                  <a:lnTo>
                    <a:pt x="364" y="45"/>
                  </a:lnTo>
                  <a:lnTo>
                    <a:pt x="364" y="3"/>
                  </a:lnTo>
                  <a:lnTo>
                    <a:pt x="362" y="0"/>
                  </a:lnTo>
                  <a:lnTo>
                    <a:pt x="395" y="2"/>
                  </a:lnTo>
                  <a:lnTo>
                    <a:pt x="430" y="65"/>
                  </a:lnTo>
                  <a:lnTo>
                    <a:pt x="485" y="151"/>
                  </a:lnTo>
                  <a:lnTo>
                    <a:pt x="513" y="225"/>
                  </a:lnTo>
                  <a:lnTo>
                    <a:pt x="554" y="277"/>
                  </a:lnTo>
                  <a:lnTo>
                    <a:pt x="561" y="352"/>
                  </a:lnTo>
                  <a:lnTo>
                    <a:pt x="548" y="397"/>
                  </a:lnTo>
                  <a:lnTo>
                    <a:pt x="489" y="409"/>
                  </a:lnTo>
                  <a:lnTo>
                    <a:pt x="479" y="390"/>
                  </a:lnTo>
                  <a:lnTo>
                    <a:pt x="437" y="363"/>
                  </a:lnTo>
                  <a:lnTo>
                    <a:pt x="424" y="335"/>
                  </a:lnTo>
                  <a:lnTo>
                    <a:pt x="413" y="324"/>
                  </a:lnTo>
                  <a:lnTo>
                    <a:pt x="407" y="298"/>
                  </a:lnTo>
                  <a:lnTo>
                    <a:pt x="397" y="305"/>
                  </a:lnTo>
                  <a:lnTo>
                    <a:pt x="364" y="271"/>
                  </a:lnTo>
                  <a:lnTo>
                    <a:pt x="372" y="239"/>
                  </a:lnTo>
                  <a:lnTo>
                    <a:pt x="364" y="222"/>
                  </a:lnTo>
                  <a:lnTo>
                    <a:pt x="354" y="228"/>
                  </a:lnTo>
                  <a:lnTo>
                    <a:pt x="355" y="246"/>
                  </a:lnTo>
                  <a:lnTo>
                    <a:pt x="344" y="222"/>
                  </a:lnTo>
                  <a:lnTo>
                    <a:pt x="345" y="164"/>
                  </a:lnTo>
                  <a:lnTo>
                    <a:pt x="325" y="130"/>
                  </a:lnTo>
                  <a:lnTo>
                    <a:pt x="272" y="102"/>
                  </a:lnTo>
                  <a:lnTo>
                    <a:pt x="246" y="70"/>
                  </a:lnTo>
                  <a:lnTo>
                    <a:pt x="216" y="67"/>
                  </a:lnTo>
                  <a:lnTo>
                    <a:pt x="204" y="87"/>
                  </a:lnTo>
                  <a:lnTo>
                    <a:pt x="161" y="101"/>
                  </a:lnTo>
                  <a:lnTo>
                    <a:pt x="135" y="87"/>
                  </a:lnTo>
                  <a:lnTo>
                    <a:pt x="122" y="65"/>
                  </a:lnTo>
                  <a:lnTo>
                    <a:pt x="40" y="84"/>
                  </a:lnTo>
                  <a:lnTo>
                    <a:pt x="23" y="69"/>
                  </a:lnTo>
                  <a:lnTo>
                    <a:pt x="4" y="85"/>
                  </a:lnTo>
                  <a:lnTo>
                    <a:pt x="0" y="39"/>
                  </a:lnTo>
                  <a:close/>
                </a:path>
              </a:pathLst>
            </a:custGeom>
            <a:grpFill/>
            <a:ln w="6350">
              <a:solidFill>
                <a:schemeClr val="bg1"/>
              </a:solidFill>
              <a:round/>
              <a:headEnd/>
              <a:tailEnd/>
            </a:ln>
          </p:spPr>
          <p:txBody>
            <a:bodyPr/>
            <a:lstStyle/>
            <a:p>
              <a:pPr>
                <a:defRPr/>
              </a:pPr>
              <a:endParaRPr lang="en-GB"/>
            </a:p>
          </p:txBody>
        </p:sp>
        <p:sp>
          <p:nvSpPr>
            <p:cNvPr id="26" name="Freeform 23">
              <a:extLst>
                <a:ext uri="{FF2B5EF4-FFF2-40B4-BE49-F238E27FC236}">
                  <a16:creationId xmlns:a16="http://schemas.microsoft.com/office/drawing/2014/main" id="{72F953FE-3F68-4F3A-B005-4D0BBC04CB84}"/>
                </a:ext>
              </a:extLst>
            </p:cNvPr>
            <p:cNvSpPr>
              <a:spLocks/>
            </p:cNvSpPr>
            <p:nvPr/>
          </p:nvSpPr>
          <p:spPr bwMode="auto">
            <a:xfrm>
              <a:off x="6696324" y="3260725"/>
              <a:ext cx="529666" cy="549275"/>
            </a:xfrm>
            <a:custGeom>
              <a:avLst/>
              <a:gdLst>
                <a:gd name="T0" fmla="*/ 36 w 256"/>
                <a:gd name="T1" fmla="*/ 150 h 288"/>
                <a:gd name="T2" fmla="*/ 10 w 256"/>
                <a:gd name="T3" fmla="*/ 144 h 288"/>
                <a:gd name="T4" fmla="*/ 0 w 256"/>
                <a:gd name="T5" fmla="*/ 190 h 288"/>
                <a:gd name="T6" fmla="*/ 10 w 256"/>
                <a:gd name="T7" fmla="*/ 239 h 288"/>
                <a:gd name="T8" fmla="*/ 60 w 256"/>
                <a:gd name="T9" fmla="*/ 271 h 288"/>
                <a:gd name="T10" fmla="*/ 72 w 256"/>
                <a:gd name="T11" fmla="*/ 288 h 288"/>
                <a:gd name="T12" fmla="*/ 138 w 256"/>
                <a:gd name="T13" fmla="*/ 271 h 288"/>
                <a:gd name="T14" fmla="*/ 215 w 256"/>
                <a:gd name="T15" fmla="*/ 233 h 288"/>
                <a:gd name="T16" fmla="*/ 238 w 256"/>
                <a:gd name="T17" fmla="*/ 148 h 288"/>
                <a:gd name="T18" fmla="*/ 288 w 256"/>
                <a:gd name="T19" fmla="*/ 126 h 288"/>
                <a:gd name="T20" fmla="*/ 316 w 256"/>
                <a:gd name="T21" fmla="*/ 74 h 288"/>
                <a:gd name="T22" fmla="*/ 356 w 256"/>
                <a:gd name="T23" fmla="*/ 60 h 288"/>
                <a:gd name="T24" fmla="*/ 303 w 256"/>
                <a:gd name="T25" fmla="*/ 53 h 288"/>
                <a:gd name="T26" fmla="*/ 214 w 256"/>
                <a:gd name="T27" fmla="*/ 90 h 288"/>
                <a:gd name="T28" fmla="*/ 200 w 256"/>
                <a:gd name="T29" fmla="*/ 54 h 288"/>
                <a:gd name="T30" fmla="*/ 123 w 256"/>
                <a:gd name="T31" fmla="*/ 57 h 288"/>
                <a:gd name="T32" fmla="*/ 104 w 256"/>
                <a:gd name="T33" fmla="*/ 0 h 288"/>
                <a:gd name="T34" fmla="*/ 85 w 256"/>
                <a:gd name="T35" fmla="*/ 15 h 288"/>
                <a:gd name="T36" fmla="*/ 91 w 256"/>
                <a:gd name="T37" fmla="*/ 97 h 288"/>
                <a:gd name="T38" fmla="*/ 55 w 256"/>
                <a:gd name="T39" fmla="*/ 104 h 288"/>
                <a:gd name="T40" fmla="*/ 36 w 256"/>
                <a:gd name="T41" fmla="*/ 150 h 2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6"/>
                <a:gd name="T64" fmla="*/ 0 h 288"/>
                <a:gd name="T65" fmla="*/ 256 w 256"/>
                <a:gd name="T66" fmla="*/ 288 h 2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6" h="288">
                  <a:moveTo>
                    <a:pt x="26" y="150"/>
                  </a:moveTo>
                  <a:lnTo>
                    <a:pt x="6" y="144"/>
                  </a:lnTo>
                  <a:lnTo>
                    <a:pt x="0" y="190"/>
                  </a:lnTo>
                  <a:lnTo>
                    <a:pt x="6" y="239"/>
                  </a:lnTo>
                  <a:lnTo>
                    <a:pt x="43" y="271"/>
                  </a:lnTo>
                  <a:lnTo>
                    <a:pt x="52" y="288"/>
                  </a:lnTo>
                  <a:lnTo>
                    <a:pt x="99" y="271"/>
                  </a:lnTo>
                  <a:lnTo>
                    <a:pt x="155" y="233"/>
                  </a:lnTo>
                  <a:lnTo>
                    <a:pt x="171" y="148"/>
                  </a:lnTo>
                  <a:lnTo>
                    <a:pt x="207" y="126"/>
                  </a:lnTo>
                  <a:lnTo>
                    <a:pt x="227" y="74"/>
                  </a:lnTo>
                  <a:lnTo>
                    <a:pt x="256" y="60"/>
                  </a:lnTo>
                  <a:lnTo>
                    <a:pt x="218" y="53"/>
                  </a:lnTo>
                  <a:lnTo>
                    <a:pt x="154" y="90"/>
                  </a:lnTo>
                  <a:lnTo>
                    <a:pt x="144" y="54"/>
                  </a:lnTo>
                  <a:lnTo>
                    <a:pt x="88" y="57"/>
                  </a:lnTo>
                  <a:lnTo>
                    <a:pt x="75" y="0"/>
                  </a:lnTo>
                  <a:lnTo>
                    <a:pt x="61" y="15"/>
                  </a:lnTo>
                  <a:lnTo>
                    <a:pt x="65" y="97"/>
                  </a:lnTo>
                  <a:lnTo>
                    <a:pt x="40" y="104"/>
                  </a:lnTo>
                  <a:lnTo>
                    <a:pt x="26" y="150"/>
                  </a:lnTo>
                  <a:close/>
                </a:path>
              </a:pathLst>
            </a:custGeom>
            <a:grpFill/>
            <a:ln w="6350">
              <a:solidFill>
                <a:schemeClr val="bg1"/>
              </a:solidFill>
              <a:round/>
              <a:headEnd/>
              <a:tailEnd/>
            </a:ln>
          </p:spPr>
          <p:txBody>
            <a:bodyPr/>
            <a:lstStyle/>
            <a:p>
              <a:pPr>
                <a:defRPr/>
              </a:pPr>
              <a:endParaRPr lang="en-GB"/>
            </a:p>
          </p:txBody>
        </p:sp>
        <p:sp>
          <p:nvSpPr>
            <p:cNvPr id="27" name="Freeform 24">
              <a:extLst>
                <a:ext uri="{FF2B5EF4-FFF2-40B4-BE49-F238E27FC236}">
                  <a16:creationId xmlns:a16="http://schemas.microsoft.com/office/drawing/2014/main" id="{6EF5E097-F6CA-4844-BDD5-32B172EB9610}"/>
                </a:ext>
              </a:extLst>
            </p:cNvPr>
            <p:cNvSpPr>
              <a:spLocks/>
            </p:cNvSpPr>
            <p:nvPr/>
          </p:nvSpPr>
          <p:spPr bwMode="auto">
            <a:xfrm>
              <a:off x="7492543" y="2346325"/>
              <a:ext cx="208082" cy="384175"/>
            </a:xfrm>
            <a:custGeom>
              <a:avLst/>
              <a:gdLst>
                <a:gd name="T0" fmla="*/ 0 w 101"/>
                <a:gd name="T1" fmla="*/ 21 h 202"/>
                <a:gd name="T2" fmla="*/ 100 w 101"/>
                <a:gd name="T3" fmla="*/ 0 h 202"/>
                <a:gd name="T4" fmla="*/ 137 w 101"/>
                <a:gd name="T5" fmla="*/ 55 h 202"/>
                <a:gd name="T6" fmla="*/ 118 w 101"/>
                <a:gd name="T7" fmla="*/ 70 h 202"/>
                <a:gd name="T8" fmla="*/ 126 w 101"/>
                <a:gd name="T9" fmla="*/ 192 h 202"/>
                <a:gd name="T10" fmla="*/ 68 w 101"/>
                <a:gd name="T11" fmla="*/ 202 h 202"/>
                <a:gd name="T12" fmla="*/ 39 w 101"/>
                <a:gd name="T13" fmla="*/ 152 h 202"/>
                <a:gd name="T14" fmla="*/ 38 w 101"/>
                <a:gd name="T15" fmla="*/ 92 h 202"/>
                <a:gd name="T16" fmla="*/ 13 w 101"/>
                <a:gd name="T17" fmla="*/ 74 h 202"/>
                <a:gd name="T18" fmla="*/ 0 w 101"/>
                <a:gd name="T19" fmla="*/ 21 h 20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1"/>
                <a:gd name="T31" fmla="*/ 0 h 202"/>
                <a:gd name="T32" fmla="*/ 101 w 101"/>
                <a:gd name="T33" fmla="*/ 202 h 20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1" h="202">
                  <a:moveTo>
                    <a:pt x="0" y="21"/>
                  </a:moveTo>
                  <a:lnTo>
                    <a:pt x="74" y="0"/>
                  </a:lnTo>
                  <a:lnTo>
                    <a:pt x="101" y="55"/>
                  </a:lnTo>
                  <a:lnTo>
                    <a:pt x="87" y="70"/>
                  </a:lnTo>
                  <a:lnTo>
                    <a:pt x="93" y="192"/>
                  </a:lnTo>
                  <a:lnTo>
                    <a:pt x="50" y="202"/>
                  </a:lnTo>
                  <a:lnTo>
                    <a:pt x="29" y="152"/>
                  </a:lnTo>
                  <a:lnTo>
                    <a:pt x="28" y="92"/>
                  </a:lnTo>
                  <a:lnTo>
                    <a:pt x="9" y="74"/>
                  </a:lnTo>
                  <a:lnTo>
                    <a:pt x="0" y="21"/>
                  </a:lnTo>
                  <a:close/>
                </a:path>
              </a:pathLst>
            </a:custGeom>
            <a:grpFill/>
            <a:ln w="6350">
              <a:solidFill>
                <a:schemeClr val="bg1"/>
              </a:solidFill>
              <a:round/>
              <a:headEnd/>
              <a:tailEnd/>
            </a:ln>
          </p:spPr>
          <p:txBody>
            <a:bodyPr/>
            <a:lstStyle/>
            <a:p>
              <a:pPr>
                <a:defRPr/>
              </a:pPr>
              <a:endParaRPr lang="en-GB"/>
            </a:p>
          </p:txBody>
        </p:sp>
        <p:sp>
          <p:nvSpPr>
            <p:cNvPr id="28" name="Freeform 25">
              <a:extLst>
                <a:ext uri="{FF2B5EF4-FFF2-40B4-BE49-F238E27FC236}">
                  <a16:creationId xmlns:a16="http://schemas.microsoft.com/office/drawing/2014/main" id="{D2A0A74E-91D7-4D20-86F1-DD0D42739559}"/>
                </a:ext>
              </a:extLst>
            </p:cNvPr>
            <p:cNvSpPr>
              <a:spLocks/>
            </p:cNvSpPr>
            <p:nvPr/>
          </p:nvSpPr>
          <p:spPr bwMode="auto">
            <a:xfrm>
              <a:off x="7592286" y="2647950"/>
              <a:ext cx="445400" cy="201613"/>
            </a:xfrm>
            <a:custGeom>
              <a:avLst/>
              <a:gdLst>
                <a:gd name="T0" fmla="*/ 0 w 216"/>
                <a:gd name="T1" fmla="*/ 42 h 106"/>
                <a:gd name="T2" fmla="*/ 152 w 216"/>
                <a:gd name="T3" fmla="*/ 13 h 106"/>
                <a:gd name="T4" fmla="*/ 169 w 216"/>
                <a:gd name="T5" fmla="*/ 14 h 106"/>
                <a:gd name="T6" fmla="*/ 187 w 216"/>
                <a:gd name="T7" fmla="*/ 0 h 106"/>
                <a:gd name="T8" fmla="*/ 203 w 216"/>
                <a:gd name="T9" fmla="*/ 7 h 106"/>
                <a:gd name="T10" fmla="*/ 184 w 216"/>
                <a:gd name="T11" fmla="*/ 37 h 106"/>
                <a:gd name="T12" fmla="*/ 216 w 216"/>
                <a:gd name="T13" fmla="*/ 35 h 106"/>
                <a:gd name="T14" fmla="*/ 234 w 216"/>
                <a:gd name="T15" fmla="*/ 59 h 106"/>
                <a:gd name="T16" fmla="*/ 257 w 216"/>
                <a:gd name="T17" fmla="*/ 61 h 106"/>
                <a:gd name="T18" fmla="*/ 271 w 216"/>
                <a:gd name="T19" fmla="*/ 57 h 106"/>
                <a:gd name="T20" fmla="*/ 271 w 216"/>
                <a:gd name="T21" fmla="*/ 44 h 106"/>
                <a:gd name="T22" fmla="*/ 245 w 216"/>
                <a:gd name="T23" fmla="*/ 28 h 106"/>
                <a:gd name="T24" fmla="*/ 264 w 216"/>
                <a:gd name="T25" fmla="*/ 27 h 106"/>
                <a:gd name="T26" fmla="*/ 297 w 216"/>
                <a:gd name="T27" fmla="*/ 62 h 106"/>
                <a:gd name="T28" fmla="*/ 265 w 216"/>
                <a:gd name="T29" fmla="*/ 83 h 106"/>
                <a:gd name="T30" fmla="*/ 230 w 216"/>
                <a:gd name="T31" fmla="*/ 73 h 106"/>
                <a:gd name="T32" fmla="*/ 209 w 216"/>
                <a:gd name="T33" fmla="*/ 98 h 106"/>
                <a:gd name="T34" fmla="*/ 164 w 216"/>
                <a:gd name="T35" fmla="*/ 73 h 106"/>
                <a:gd name="T36" fmla="*/ 13 w 216"/>
                <a:gd name="T37" fmla="*/ 106 h 106"/>
                <a:gd name="T38" fmla="*/ 0 w 216"/>
                <a:gd name="T39" fmla="*/ 42 h 10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6"/>
                <a:gd name="T61" fmla="*/ 0 h 106"/>
                <a:gd name="T62" fmla="*/ 216 w 216"/>
                <a:gd name="T63" fmla="*/ 106 h 10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6" h="106">
                  <a:moveTo>
                    <a:pt x="0" y="42"/>
                  </a:moveTo>
                  <a:lnTo>
                    <a:pt x="110" y="13"/>
                  </a:lnTo>
                  <a:lnTo>
                    <a:pt x="123" y="14"/>
                  </a:lnTo>
                  <a:lnTo>
                    <a:pt x="137" y="0"/>
                  </a:lnTo>
                  <a:lnTo>
                    <a:pt x="148" y="7"/>
                  </a:lnTo>
                  <a:lnTo>
                    <a:pt x="134" y="37"/>
                  </a:lnTo>
                  <a:lnTo>
                    <a:pt x="157" y="35"/>
                  </a:lnTo>
                  <a:lnTo>
                    <a:pt x="170" y="59"/>
                  </a:lnTo>
                  <a:lnTo>
                    <a:pt x="186" y="61"/>
                  </a:lnTo>
                  <a:lnTo>
                    <a:pt x="197" y="57"/>
                  </a:lnTo>
                  <a:lnTo>
                    <a:pt x="197" y="44"/>
                  </a:lnTo>
                  <a:lnTo>
                    <a:pt x="178" y="28"/>
                  </a:lnTo>
                  <a:lnTo>
                    <a:pt x="192" y="27"/>
                  </a:lnTo>
                  <a:lnTo>
                    <a:pt x="216" y="62"/>
                  </a:lnTo>
                  <a:lnTo>
                    <a:pt x="193" y="83"/>
                  </a:lnTo>
                  <a:lnTo>
                    <a:pt x="167" y="73"/>
                  </a:lnTo>
                  <a:lnTo>
                    <a:pt x="151" y="98"/>
                  </a:lnTo>
                  <a:lnTo>
                    <a:pt x="118" y="73"/>
                  </a:lnTo>
                  <a:lnTo>
                    <a:pt x="9" y="106"/>
                  </a:lnTo>
                  <a:lnTo>
                    <a:pt x="0" y="42"/>
                  </a:lnTo>
                  <a:close/>
                </a:path>
              </a:pathLst>
            </a:custGeom>
            <a:grpFill/>
            <a:ln w="6350">
              <a:solidFill>
                <a:schemeClr val="bg1"/>
              </a:solidFill>
              <a:round/>
              <a:headEnd/>
              <a:tailEnd/>
            </a:ln>
          </p:spPr>
          <p:txBody>
            <a:bodyPr/>
            <a:lstStyle/>
            <a:p>
              <a:pPr>
                <a:defRPr/>
              </a:pPr>
              <a:endParaRPr lang="en-GB"/>
            </a:p>
          </p:txBody>
        </p:sp>
        <p:sp>
          <p:nvSpPr>
            <p:cNvPr id="29" name="Freeform 26">
              <a:extLst>
                <a:ext uri="{FF2B5EF4-FFF2-40B4-BE49-F238E27FC236}">
                  <a16:creationId xmlns:a16="http://schemas.microsoft.com/office/drawing/2014/main" id="{9E18E62C-FFEE-40EB-ACBE-CD85B312D722}"/>
                </a:ext>
              </a:extLst>
            </p:cNvPr>
            <p:cNvSpPr>
              <a:spLocks/>
            </p:cNvSpPr>
            <p:nvPr/>
          </p:nvSpPr>
          <p:spPr bwMode="auto">
            <a:xfrm>
              <a:off x="7643876" y="2271713"/>
              <a:ext cx="245916" cy="434975"/>
            </a:xfrm>
            <a:custGeom>
              <a:avLst/>
              <a:gdLst>
                <a:gd name="T0" fmla="*/ 34 w 119"/>
                <a:gd name="T1" fmla="*/ 0 h 228"/>
                <a:gd name="T2" fmla="*/ 0 w 119"/>
                <a:gd name="T3" fmla="*/ 40 h 228"/>
                <a:gd name="T4" fmla="*/ 37 w 119"/>
                <a:gd name="T5" fmla="*/ 93 h 228"/>
                <a:gd name="T6" fmla="*/ 15 w 119"/>
                <a:gd name="T7" fmla="*/ 107 h 228"/>
                <a:gd name="T8" fmla="*/ 24 w 119"/>
                <a:gd name="T9" fmla="*/ 228 h 228"/>
                <a:gd name="T10" fmla="*/ 116 w 119"/>
                <a:gd name="T11" fmla="*/ 211 h 228"/>
                <a:gd name="T12" fmla="*/ 141 w 119"/>
                <a:gd name="T13" fmla="*/ 211 h 228"/>
                <a:gd name="T14" fmla="*/ 154 w 119"/>
                <a:gd name="T15" fmla="*/ 198 h 228"/>
                <a:gd name="T16" fmla="*/ 154 w 119"/>
                <a:gd name="T17" fmla="*/ 176 h 228"/>
                <a:gd name="T18" fmla="*/ 165 w 119"/>
                <a:gd name="T19" fmla="*/ 161 h 228"/>
                <a:gd name="T20" fmla="*/ 113 w 119"/>
                <a:gd name="T21" fmla="*/ 144 h 228"/>
                <a:gd name="T22" fmla="*/ 47 w 119"/>
                <a:gd name="T23" fmla="*/ 11 h 228"/>
                <a:gd name="T24" fmla="*/ 34 w 119"/>
                <a:gd name="T25" fmla="*/ 0 h 2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9"/>
                <a:gd name="T40" fmla="*/ 0 h 228"/>
                <a:gd name="T41" fmla="*/ 119 w 119"/>
                <a:gd name="T42" fmla="*/ 228 h 2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9" h="228">
                  <a:moveTo>
                    <a:pt x="25" y="0"/>
                  </a:moveTo>
                  <a:lnTo>
                    <a:pt x="0" y="40"/>
                  </a:lnTo>
                  <a:lnTo>
                    <a:pt x="27" y="93"/>
                  </a:lnTo>
                  <a:lnTo>
                    <a:pt x="11" y="107"/>
                  </a:lnTo>
                  <a:lnTo>
                    <a:pt x="17" y="228"/>
                  </a:lnTo>
                  <a:lnTo>
                    <a:pt x="84" y="211"/>
                  </a:lnTo>
                  <a:lnTo>
                    <a:pt x="102" y="211"/>
                  </a:lnTo>
                  <a:lnTo>
                    <a:pt x="112" y="198"/>
                  </a:lnTo>
                  <a:lnTo>
                    <a:pt x="112" y="176"/>
                  </a:lnTo>
                  <a:lnTo>
                    <a:pt x="119" y="161"/>
                  </a:lnTo>
                  <a:lnTo>
                    <a:pt x="82" y="144"/>
                  </a:lnTo>
                  <a:lnTo>
                    <a:pt x="34" y="11"/>
                  </a:lnTo>
                  <a:lnTo>
                    <a:pt x="25" y="0"/>
                  </a:lnTo>
                  <a:close/>
                </a:path>
              </a:pathLst>
            </a:custGeom>
            <a:grpFill/>
            <a:ln w="6350">
              <a:solidFill>
                <a:schemeClr val="bg1"/>
              </a:solidFill>
              <a:round/>
              <a:headEnd/>
              <a:tailEnd/>
            </a:ln>
          </p:spPr>
          <p:txBody>
            <a:bodyPr/>
            <a:lstStyle/>
            <a:p>
              <a:pPr>
                <a:defRPr/>
              </a:pPr>
              <a:endParaRPr lang="en-GB"/>
            </a:p>
          </p:txBody>
        </p:sp>
        <p:grpSp>
          <p:nvGrpSpPr>
            <p:cNvPr id="30" name="Group 29">
              <a:extLst>
                <a:ext uri="{FF2B5EF4-FFF2-40B4-BE49-F238E27FC236}">
                  <a16:creationId xmlns:a16="http://schemas.microsoft.com/office/drawing/2014/main" id="{1366E7EF-7CDE-4DE0-9260-74B249B9B079}"/>
                </a:ext>
              </a:extLst>
            </p:cNvPr>
            <p:cNvGrpSpPr>
              <a:grpSpLocks/>
            </p:cNvGrpSpPr>
            <p:nvPr/>
          </p:nvGrpSpPr>
          <p:grpSpPr bwMode="auto">
            <a:xfrm>
              <a:off x="2199628" y="2176832"/>
              <a:ext cx="5701793" cy="2675059"/>
              <a:chOff x="1657" y="1277"/>
              <a:chExt cx="2764" cy="1404"/>
            </a:xfrm>
            <a:grpFill/>
          </p:grpSpPr>
          <p:sp>
            <p:nvSpPr>
              <p:cNvPr id="44" name="Freeform 28">
                <a:extLst>
                  <a:ext uri="{FF2B5EF4-FFF2-40B4-BE49-F238E27FC236}">
                    <a16:creationId xmlns:a16="http://schemas.microsoft.com/office/drawing/2014/main" id="{9D75BDA7-5A83-4C19-93E2-4E7BD2AF1023}"/>
                  </a:ext>
                </a:extLst>
              </p:cNvPr>
              <p:cNvSpPr>
                <a:spLocks/>
              </p:cNvSpPr>
              <p:nvPr/>
            </p:nvSpPr>
            <p:spPr bwMode="auto">
              <a:xfrm>
                <a:off x="1657" y="1722"/>
                <a:ext cx="388" cy="629"/>
              </a:xfrm>
              <a:custGeom>
                <a:avLst/>
                <a:gdLst>
                  <a:gd name="T0" fmla="*/ 50 w 388"/>
                  <a:gd name="T1" fmla="*/ 0 h 629"/>
                  <a:gd name="T2" fmla="*/ 0 w 388"/>
                  <a:gd name="T3" fmla="*/ 250 h 629"/>
                  <a:gd name="T4" fmla="*/ 264 w 388"/>
                  <a:gd name="T5" fmla="*/ 629 h 629"/>
                  <a:gd name="T6" fmla="*/ 281 w 388"/>
                  <a:gd name="T7" fmla="*/ 613 h 629"/>
                  <a:gd name="T8" fmla="*/ 279 w 388"/>
                  <a:gd name="T9" fmla="*/ 538 h 629"/>
                  <a:gd name="T10" fmla="*/ 312 w 388"/>
                  <a:gd name="T11" fmla="*/ 544 h 629"/>
                  <a:gd name="T12" fmla="*/ 346 w 388"/>
                  <a:gd name="T13" fmla="*/ 313 h 629"/>
                  <a:gd name="T14" fmla="*/ 369 w 388"/>
                  <a:gd name="T15" fmla="*/ 157 h 629"/>
                  <a:gd name="T16" fmla="*/ 376 w 388"/>
                  <a:gd name="T17" fmla="*/ 110 h 629"/>
                  <a:gd name="T18" fmla="*/ 388 w 388"/>
                  <a:gd name="T19" fmla="*/ 67 h 629"/>
                  <a:gd name="T20" fmla="*/ 214 w 388"/>
                  <a:gd name="T21" fmla="*/ 38 h 629"/>
                  <a:gd name="T22" fmla="*/ 50 w 388"/>
                  <a:gd name="T23" fmla="*/ 0 h 6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8"/>
                  <a:gd name="T37" fmla="*/ 0 h 629"/>
                  <a:gd name="T38" fmla="*/ 388 w 388"/>
                  <a:gd name="T39" fmla="*/ 629 h 6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8" h="629">
                    <a:moveTo>
                      <a:pt x="50" y="0"/>
                    </a:moveTo>
                    <a:lnTo>
                      <a:pt x="0" y="250"/>
                    </a:lnTo>
                    <a:lnTo>
                      <a:pt x="264" y="629"/>
                    </a:lnTo>
                    <a:lnTo>
                      <a:pt x="281" y="613"/>
                    </a:lnTo>
                    <a:lnTo>
                      <a:pt x="279" y="538"/>
                    </a:lnTo>
                    <a:lnTo>
                      <a:pt x="312" y="544"/>
                    </a:lnTo>
                    <a:lnTo>
                      <a:pt x="346" y="313"/>
                    </a:lnTo>
                    <a:lnTo>
                      <a:pt x="369" y="157"/>
                    </a:lnTo>
                    <a:lnTo>
                      <a:pt x="376" y="110"/>
                    </a:lnTo>
                    <a:lnTo>
                      <a:pt x="388" y="67"/>
                    </a:lnTo>
                    <a:lnTo>
                      <a:pt x="214" y="38"/>
                    </a:lnTo>
                    <a:lnTo>
                      <a:pt x="50" y="0"/>
                    </a:lnTo>
                    <a:close/>
                  </a:path>
                </a:pathLst>
              </a:custGeom>
              <a:grpFill/>
              <a:ln w="6350">
                <a:solidFill>
                  <a:schemeClr val="bg1"/>
                </a:solidFill>
                <a:round/>
                <a:headEnd/>
                <a:tailEnd/>
              </a:ln>
            </p:spPr>
            <p:txBody>
              <a:bodyPr/>
              <a:lstStyle/>
              <a:p>
                <a:pPr>
                  <a:defRPr/>
                </a:pPr>
                <a:endParaRPr lang="en-GB"/>
              </a:p>
            </p:txBody>
          </p:sp>
          <p:sp>
            <p:nvSpPr>
              <p:cNvPr id="45" name="Freeform 29">
                <a:extLst>
                  <a:ext uri="{FF2B5EF4-FFF2-40B4-BE49-F238E27FC236}">
                    <a16:creationId xmlns:a16="http://schemas.microsoft.com/office/drawing/2014/main" id="{053F844D-2F18-408E-8245-95FB5369ABB5}"/>
                  </a:ext>
                </a:extLst>
              </p:cNvPr>
              <p:cNvSpPr>
                <a:spLocks/>
              </p:cNvSpPr>
              <p:nvPr/>
            </p:nvSpPr>
            <p:spPr bwMode="auto">
              <a:xfrm>
                <a:off x="1978" y="1791"/>
                <a:ext cx="324" cy="449"/>
              </a:xfrm>
              <a:custGeom>
                <a:avLst/>
                <a:gdLst>
                  <a:gd name="T0" fmla="*/ 60 w 324"/>
                  <a:gd name="T1" fmla="*/ 0 h 449"/>
                  <a:gd name="T2" fmla="*/ 219 w 324"/>
                  <a:gd name="T3" fmla="*/ 23 h 449"/>
                  <a:gd name="T4" fmla="*/ 208 w 324"/>
                  <a:gd name="T5" fmla="*/ 109 h 449"/>
                  <a:gd name="T6" fmla="*/ 324 w 324"/>
                  <a:gd name="T7" fmla="*/ 121 h 449"/>
                  <a:gd name="T8" fmla="*/ 292 w 324"/>
                  <a:gd name="T9" fmla="*/ 449 h 449"/>
                  <a:gd name="T10" fmla="*/ 0 w 324"/>
                  <a:gd name="T11" fmla="*/ 415 h 449"/>
                  <a:gd name="T12" fmla="*/ 30 w 324"/>
                  <a:gd name="T13" fmla="*/ 205 h 449"/>
                  <a:gd name="T14" fmla="*/ 60 w 324"/>
                  <a:gd name="T15" fmla="*/ 0 h 449"/>
                  <a:gd name="T16" fmla="*/ 0 60000 65536"/>
                  <a:gd name="T17" fmla="*/ 0 60000 65536"/>
                  <a:gd name="T18" fmla="*/ 0 60000 65536"/>
                  <a:gd name="T19" fmla="*/ 0 60000 65536"/>
                  <a:gd name="T20" fmla="*/ 0 60000 65536"/>
                  <a:gd name="T21" fmla="*/ 0 60000 65536"/>
                  <a:gd name="T22" fmla="*/ 0 60000 65536"/>
                  <a:gd name="T23" fmla="*/ 0 60000 65536"/>
                  <a:gd name="T24" fmla="*/ 0 w 324"/>
                  <a:gd name="T25" fmla="*/ 0 h 449"/>
                  <a:gd name="T26" fmla="*/ 324 w 324"/>
                  <a:gd name="T27" fmla="*/ 449 h 44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4" h="449">
                    <a:moveTo>
                      <a:pt x="60" y="0"/>
                    </a:moveTo>
                    <a:lnTo>
                      <a:pt x="219" y="23"/>
                    </a:lnTo>
                    <a:lnTo>
                      <a:pt x="208" y="109"/>
                    </a:lnTo>
                    <a:lnTo>
                      <a:pt x="324" y="121"/>
                    </a:lnTo>
                    <a:lnTo>
                      <a:pt x="292" y="449"/>
                    </a:lnTo>
                    <a:lnTo>
                      <a:pt x="0" y="415"/>
                    </a:lnTo>
                    <a:lnTo>
                      <a:pt x="30" y="205"/>
                    </a:lnTo>
                    <a:lnTo>
                      <a:pt x="60" y="0"/>
                    </a:lnTo>
                    <a:close/>
                  </a:path>
                </a:pathLst>
              </a:custGeom>
              <a:grpFill/>
              <a:ln w="6350">
                <a:solidFill>
                  <a:schemeClr val="bg1"/>
                </a:solidFill>
                <a:round/>
                <a:headEnd/>
                <a:tailEnd/>
              </a:ln>
            </p:spPr>
            <p:txBody>
              <a:bodyPr/>
              <a:lstStyle/>
              <a:p>
                <a:pPr>
                  <a:defRPr/>
                </a:pPr>
                <a:endParaRPr lang="en-GB"/>
              </a:p>
            </p:txBody>
          </p:sp>
          <p:sp>
            <p:nvSpPr>
              <p:cNvPr id="46" name="Freeform 30">
                <a:extLst>
                  <a:ext uri="{FF2B5EF4-FFF2-40B4-BE49-F238E27FC236}">
                    <a16:creationId xmlns:a16="http://schemas.microsoft.com/office/drawing/2014/main" id="{52FC6EAD-0A95-4201-B288-8BB043319274}"/>
                  </a:ext>
                </a:extLst>
              </p:cNvPr>
              <p:cNvSpPr>
                <a:spLocks/>
              </p:cNvSpPr>
              <p:nvPr/>
            </p:nvSpPr>
            <p:spPr bwMode="auto">
              <a:xfrm>
                <a:off x="2183" y="1571"/>
                <a:ext cx="415" cy="365"/>
              </a:xfrm>
              <a:custGeom>
                <a:avLst/>
                <a:gdLst>
                  <a:gd name="T0" fmla="*/ 40 w 415"/>
                  <a:gd name="T1" fmla="*/ 0 h 365"/>
                  <a:gd name="T2" fmla="*/ 25 w 415"/>
                  <a:gd name="T3" fmla="*/ 136 h 365"/>
                  <a:gd name="T4" fmla="*/ 0 w 415"/>
                  <a:gd name="T5" fmla="*/ 331 h 365"/>
                  <a:gd name="T6" fmla="*/ 120 w 415"/>
                  <a:gd name="T7" fmla="*/ 342 h 365"/>
                  <a:gd name="T8" fmla="*/ 401 w 415"/>
                  <a:gd name="T9" fmla="*/ 365 h 365"/>
                  <a:gd name="T10" fmla="*/ 415 w 415"/>
                  <a:gd name="T11" fmla="*/ 37 h 365"/>
                  <a:gd name="T12" fmla="*/ 40 w 415"/>
                  <a:gd name="T13" fmla="*/ 0 h 365"/>
                  <a:gd name="T14" fmla="*/ 0 60000 65536"/>
                  <a:gd name="T15" fmla="*/ 0 60000 65536"/>
                  <a:gd name="T16" fmla="*/ 0 60000 65536"/>
                  <a:gd name="T17" fmla="*/ 0 60000 65536"/>
                  <a:gd name="T18" fmla="*/ 0 60000 65536"/>
                  <a:gd name="T19" fmla="*/ 0 60000 65536"/>
                  <a:gd name="T20" fmla="*/ 0 60000 65536"/>
                  <a:gd name="T21" fmla="*/ 0 w 415"/>
                  <a:gd name="T22" fmla="*/ 0 h 365"/>
                  <a:gd name="T23" fmla="*/ 415 w 415"/>
                  <a:gd name="T24" fmla="*/ 365 h 3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5" h="365">
                    <a:moveTo>
                      <a:pt x="40" y="0"/>
                    </a:moveTo>
                    <a:lnTo>
                      <a:pt x="25" y="136"/>
                    </a:lnTo>
                    <a:lnTo>
                      <a:pt x="0" y="331"/>
                    </a:lnTo>
                    <a:lnTo>
                      <a:pt x="120" y="342"/>
                    </a:lnTo>
                    <a:lnTo>
                      <a:pt x="401" y="365"/>
                    </a:lnTo>
                    <a:lnTo>
                      <a:pt x="415" y="37"/>
                    </a:lnTo>
                    <a:lnTo>
                      <a:pt x="40" y="0"/>
                    </a:lnTo>
                    <a:close/>
                  </a:path>
                </a:pathLst>
              </a:custGeom>
              <a:grpFill/>
              <a:ln w="6350">
                <a:solidFill>
                  <a:schemeClr val="bg1"/>
                </a:solidFill>
                <a:round/>
                <a:headEnd/>
                <a:tailEnd/>
              </a:ln>
            </p:spPr>
            <p:txBody>
              <a:bodyPr/>
              <a:lstStyle/>
              <a:p>
                <a:pPr>
                  <a:defRPr/>
                </a:pPr>
                <a:endParaRPr lang="en-GB"/>
              </a:p>
            </p:txBody>
          </p:sp>
          <p:sp>
            <p:nvSpPr>
              <p:cNvPr id="47" name="Freeform 31">
                <a:extLst>
                  <a:ext uri="{FF2B5EF4-FFF2-40B4-BE49-F238E27FC236}">
                    <a16:creationId xmlns:a16="http://schemas.microsoft.com/office/drawing/2014/main" id="{2C11F221-F283-4865-9170-ACEA1505BCEA}"/>
                  </a:ext>
                </a:extLst>
              </p:cNvPr>
              <p:cNvSpPr>
                <a:spLocks/>
              </p:cNvSpPr>
              <p:nvPr/>
            </p:nvSpPr>
            <p:spPr bwMode="auto">
              <a:xfrm>
                <a:off x="2267" y="1912"/>
                <a:ext cx="433" cy="347"/>
              </a:xfrm>
              <a:custGeom>
                <a:avLst/>
                <a:gdLst>
                  <a:gd name="T0" fmla="*/ 36 w 433"/>
                  <a:gd name="T1" fmla="*/ 0 h 347"/>
                  <a:gd name="T2" fmla="*/ 14 w 433"/>
                  <a:gd name="T3" fmla="*/ 208 h 347"/>
                  <a:gd name="T4" fmla="*/ 0 w 433"/>
                  <a:gd name="T5" fmla="*/ 328 h 347"/>
                  <a:gd name="T6" fmla="*/ 216 w 433"/>
                  <a:gd name="T7" fmla="*/ 339 h 347"/>
                  <a:gd name="T8" fmla="*/ 423 w 433"/>
                  <a:gd name="T9" fmla="*/ 347 h 347"/>
                  <a:gd name="T10" fmla="*/ 430 w 433"/>
                  <a:gd name="T11" fmla="*/ 184 h 347"/>
                  <a:gd name="T12" fmla="*/ 433 w 433"/>
                  <a:gd name="T13" fmla="*/ 26 h 347"/>
                  <a:gd name="T14" fmla="*/ 315 w 433"/>
                  <a:gd name="T15" fmla="*/ 23 h 347"/>
                  <a:gd name="T16" fmla="*/ 36 w 433"/>
                  <a:gd name="T17" fmla="*/ 0 h 3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3"/>
                  <a:gd name="T28" fmla="*/ 0 h 347"/>
                  <a:gd name="T29" fmla="*/ 433 w 433"/>
                  <a:gd name="T30" fmla="*/ 347 h 3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3" h="347">
                    <a:moveTo>
                      <a:pt x="36" y="0"/>
                    </a:moveTo>
                    <a:lnTo>
                      <a:pt x="14" y="208"/>
                    </a:lnTo>
                    <a:lnTo>
                      <a:pt x="0" y="328"/>
                    </a:lnTo>
                    <a:lnTo>
                      <a:pt x="216" y="339"/>
                    </a:lnTo>
                    <a:lnTo>
                      <a:pt x="423" y="347"/>
                    </a:lnTo>
                    <a:lnTo>
                      <a:pt x="430" y="184"/>
                    </a:lnTo>
                    <a:lnTo>
                      <a:pt x="433" y="26"/>
                    </a:lnTo>
                    <a:lnTo>
                      <a:pt x="315" y="23"/>
                    </a:lnTo>
                    <a:lnTo>
                      <a:pt x="36" y="0"/>
                    </a:lnTo>
                    <a:close/>
                  </a:path>
                </a:pathLst>
              </a:custGeom>
              <a:grpFill/>
              <a:ln w="6350">
                <a:solidFill>
                  <a:schemeClr val="bg1"/>
                </a:solidFill>
                <a:round/>
                <a:headEnd/>
                <a:tailEnd/>
              </a:ln>
            </p:spPr>
            <p:txBody>
              <a:bodyPr/>
              <a:lstStyle/>
              <a:p>
                <a:pPr>
                  <a:defRPr/>
                </a:pPr>
                <a:endParaRPr lang="en-GB"/>
              </a:p>
            </p:txBody>
          </p:sp>
          <p:sp>
            <p:nvSpPr>
              <p:cNvPr id="48" name="Freeform 32">
                <a:extLst>
                  <a:ext uri="{FF2B5EF4-FFF2-40B4-BE49-F238E27FC236}">
                    <a16:creationId xmlns:a16="http://schemas.microsoft.com/office/drawing/2014/main" id="{42B27A1A-562B-46BC-8772-A95246863C5E}"/>
                  </a:ext>
                </a:extLst>
              </p:cNvPr>
              <p:cNvSpPr>
                <a:spLocks/>
              </p:cNvSpPr>
              <p:nvPr/>
            </p:nvSpPr>
            <p:spPr bwMode="auto">
              <a:xfrm>
                <a:off x="1877" y="2203"/>
                <a:ext cx="393" cy="469"/>
              </a:xfrm>
              <a:custGeom>
                <a:avLst/>
                <a:gdLst>
                  <a:gd name="T0" fmla="*/ 100 w 393"/>
                  <a:gd name="T1" fmla="*/ 0 h 469"/>
                  <a:gd name="T2" fmla="*/ 92 w 393"/>
                  <a:gd name="T3" fmla="*/ 61 h 469"/>
                  <a:gd name="T4" fmla="*/ 58 w 393"/>
                  <a:gd name="T5" fmla="*/ 54 h 469"/>
                  <a:gd name="T6" fmla="*/ 61 w 393"/>
                  <a:gd name="T7" fmla="*/ 133 h 469"/>
                  <a:gd name="T8" fmla="*/ 44 w 393"/>
                  <a:gd name="T9" fmla="*/ 148 h 469"/>
                  <a:gd name="T10" fmla="*/ 68 w 393"/>
                  <a:gd name="T11" fmla="*/ 197 h 469"/>
                  <a:gd name="T12" fmla="*/ 44 w 393"/>
                  <a:gd name="T13" fmla="*/ 218 h 469"/>
                  <a:gd name="T14" fmla="*/ 31 w 393"/>
                  <a:gd name="T15" fmla="*/ 253 h 469"/>
                  <a:gd name="T16" fmla="*/ 12 w 393"/>
                  <a:gd name="T17" fmla="*/ 287 h 469"/>
                  <a:gd name="T18" fmla="*/ 26 w 393"/>
                  <a:gd name="T19" fmla="*/ 307 h 469"/>
                  <a:gd name="T20" fmla="*/ 3 w 393"/>
                  <a:gd name="T21" fmla="*/ 315 h 469"/>
                  <a:gd name="T22" fmla="*/ 0 w 393"/>
                  <a:gd name="T23" fmla="*/ 347 h 469"/>
                  <a:gd name="T24" fmla="*/ 221 w 393"/>
                  <a:gd name="T25" fmla="*/ 467 h 469"/>
                  <a:gd name="T26" fmla="*/ 346 w 393"/>
                  <a:gd name="T27" fmla="*/ 469 h 469"/>
                  <a:gd name="T28" fmla="*/ 393 w 393"/>
                  <a:gd name="T29" fmla="*/ 37 h 469"/>
                  <a:gd name="T30" fmla="*/ 100 w 393"/>
                  <a:gd name="T31" fmla="*/ 0 h 46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3"/>
                  <a:gd name="T49" fmla="*/ 0 h 469"/>
                  <a:gd name="T50" fmla="*/ 393 w 393"/>
                  <a:gd name="T51" fmla="*/ 469 h 46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3" h="469">
                    <a:moveTo>
                      <a:pt x="100" y="0"/>
                    </a:moveTo>
                    <a:lnTo>
                      <a:pt x="92" y="61"/>
                    </a:lnTo>
                    <a:lnTo>
                      <a:pt x="58" y="54"/>
                    </a:lnTo>
                    <a:lnTo>
                      <a:pt x="61" y="133"/>
                    </a:lnTo>
                    <a:lnTo>
                      <a:pt x="44" y="148"/>
                    </a:lnTo>
                    <a:lnTo>
                      <a:pt x="68" y="197"/>
                    </a:lnTo>
                    <a:lnTo>
                      <a:pt x="44" y="218"/>
                    </a:lnTo>
                    <a:lnTo>
                      <a:pt x="31" y="253"/>
                    </a:lnTo>
                    <a:lnTo>
                      <a:pt x="12" y="287"/>
                    </a:lnTo>
                    <a:lnTo>
                      <a:pt x="26" y="307"/>
                    </a:lnTo>
                    <a:lnTo>
                      <a:pt x="3" y="315"/>
                    </a:lnTo>
                    <a:lnTo>
                      <a:pt x="0" y="347"/>
                    </a:lnTo>
                    <a:lnTo>
                      <a:pt x="221" y="467"/>
                    </a:lnTo>
                    <a:lnTo>
                      <a:pt x="346" y="469"/>
                    </a:lnTo>
                    <a:lnTo>
                      <a:pt x="393" y="37"/>
                    </a:lnTo>
                    <a:lnTo>
                      <a:pt x="100" y="0"/>
                    </a:lnTo>
                    <a:close/>
                  </a:path>
                </a:pathLst>
              </a:custGeom>
              <a:grpFill/>
              <a:ln w="6350">
                <a:solidFill>
                  <a:schemeClr val="bg1"/>
                </a:solidFill>
                <a:round/>
                <a:headEnd/>
                <a:tailEnd/>
              </a:ln>
            </p:spPr>
            <p:txBody>
              <a:bodyPr/>
              <a:lstStyle/>
              <a:p>
                <a:pPr>
                  <a:defRPr/>
                </a:pPr>
                <a:endParaRPr lang="en-GB"/>
              </a:p>
            </p:txBody>
          </p:sp>
          <p:sp>
            <p:nvSpPr>
              <p:cNvPr id="49" name="Freeform 33">
                <a:extLst>
                  <a:ext uri="{FF2B5EF4-FFF2-40B4-BE49-F238E27FC236}">
                    <a16:creationId xmlns:a16="http://schemas.microsoft.com/office/drawing/2014/main" id="{EDDA9195-68DF-4649-8B41-661F3C03A672}"/>
                  </a:ext>
                </a:extLst>
              </p:cNvPr>
              <p:cNvSpPr>
                <a:spLocks/>
              </p:cNvSpPr>
              <p:nvPr/>
            </p:nvSpPr>
            <p:spPr bwMode="auto">
              <a:xfrm>
                <a:off x="2220" y="2236"/>
                <a:ext cx="417" cy="445"/>
              </a:xfrm>
              <a:custGeom>
                <a:avLst/>
                <a:gdLst>
                  <a:gd name="T0" fmla="*/ 50 w 417"/>
                  <a:gd name="T1" fmla="*/ 0 h 445"/>
                  <a:gd name="T2" fmla="*/ 417 w 417"/>
                  <a:gd name="T3" fmla="*/ 18 h 445"/>
                  <a:gd name="T4" fmla="*/ 399 w 417"/>
                  <a:gd name="T5" fmla="*/ 411 h 445"/>
                  <a:gd name="T6" fmla="*/ 280 w 417"/>
                  <a:gd name="T7" fmla="*/ 403 h 445"/>
                  <a:gd name="T8" fmla="*/ 168 w 417"/>
                  <a:gd name="T9" fmla="*/ 400 h 445"/>
                  <a:gd name="T10" fmla="*/ 168 w 417"/>
                  <a:gd name="T11" fmla="*/ 415 h 445"/>
                  <a:gd name="T12" fmla="*/ 75 w 417"/>
                  <a:gd name="T13" fmla="*/ 415 h 445"/>
                  <a:gd name="T14" fmla="*/ 70 w 417"/>
                  <a:gd name="T15" fmla="*/ 445 h 445"/>
                  <a:gd name="T16" fmla="*/ 0 w 417"/>
                  <a:gd name="T17" fmla="*/ 435 h 445"/>
                  <a:gd name="T18" fmla="*/ 39 w 417"/>
                  <a:gd name="T19" fmla="*/ 102 h 445"/>
                  <a:gd name="T20" fmla="*/ 50 w 417"/>
                  <a:gd name="T21" fmla="*/ 0 h 44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7"/>
                  <a:gd name="T34" fmla="*/ 0 h 445"/>
                  <a:gd name="T35" fmla="*/ 417 w 417"/>
                  <a:gd name="T36" fmla="*/ 445 h 44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7" h="445">
                    <a:moveTo>
                      <a:pt x="50" y="0"/>
                    </a:moveTo>
                    <a:lnTo>
                      <a:pt x="417" y="18"/>
                    </a:lnTo>
                    <a:lnTo>
                      <a:pt x="399" y="411"/>
                    </a:lnTo>
                    <a:lnTo>
                      <a:pt x="280" y="403"/>
                    </a:lnTo>
                    <a:lnTo>
                      <a:pt x="168" y="400"/>
                    </a:lnTo>
                    <a:lnTo>
                      <a:pt x="168" y="415"/>
                    </a:lnTo>
                    <a:lnTo>
                      <a:pt x="75" y="415"/>
                    </a:lnTo>
                    <a:lnTo>
                      <a:pt x="70" y="445"/>
                    </a:lnTo>
                    <a:lnTo>
                      <a:pt x="0" y="435"/>
                    </a:lnTo>
                    <a:lnTo>
                      <a:pt x="39" y="102"/>
                    </a:lnTo>
                    <a:lnTo>
                      <a:pt x="50" y="0"/>
                    </a:lnTo>
                    <a:close/>
                  </a:path>
                </a:pathLst>
              </a:custGeom>
              <a:grpFill/>
              <a:ln w="6350">
                <a:solidFill>
                  <a:schemeClr val="bg1"/>
                </a:solidFill>
                <a:round/>
                <a:headEnd/>
                <a:tailEnd/>
              </a:ln>
            </p:spPr>
            <p:txBody>
              <a:bodyPr/>
              <a:lstStyle/>
              <a:p>
                <a:pPr>
                  <a:defRPr/>
                </a:pPr>
                <a:endParaRPr lang="en-GB"/>
              </a:p>
            </p:txBody>
          </p:sp>
          <p:sp>
            <p:nvSpPr>
              <p:cNvPr id="50" name="Freeform 34">
                <a:extLst>
                  <a:ext uri="{FF2B5EF4-FFF2-40B4-BE49-F238E27FC236}">
                    <a16:creationId xmlns:a16="http://schemas.microsoft.com/office/drawing/2014/main" id="{EE701A10-269A-4EE5-B5FB-51BCE44CF520}"/>
                  </a:ext>
                </a:extLst>
              </p:cNvPr>
              <p:cNvSpPr>
                <a:spLocks/>
              </p:cNvSpPr>
              <p:nvPr/>
            </p:nvSpPr>
            <p:spPr bwMode="auto">
              <a:xfrm>
                <a:off x="2599" y="1277"/>
                <a:ext cx="407" cy="256"/>
              </a:xfrm>
              <a:custGeom>
                <a:avLst/>
                <a:gdLst>
                  <a:gd name="T0" fmla="*/ 1 w 407"/>
                  <a:gd name="T1" fmla="*/ 0 h 256"/>
                  <a:gd name="T2" fmla="*/ 342 w 407"/>
                  <a:gd name="T3" fmla="*/ 8 h 256"/>
                  <a:gd name="T4" fmla="*/ 367 w 407"/>
                  <a:gd name="T5" fmla="*/ 83 h 256"/>
                  <a:gd name="T6" fmla="*/ 391 w 407"/>
                  <a:gd name="T7" fmla="*/ 141 h 256"/>
                  <a:gd name="T8" fmla="*/ 407 w 407"/>
                  <a:gd name="T9" fmla="*/ 235 h 256"/>
                  <a:gd name="T10" fmla="*/ 397 w 407"/>
                  <a:gd name="T11" fmla="*/ 256 h 256"/>
                  <a:gd name="T12" fmla="*/ 272 w 407"/>
                  <a:gd name="T13" fmla="*/ 253 h 256"/>
                  <a:gd name="T14" fmla="*/ 0 w 407"/>
                  <a:gd name="T15" fmla="*/ 248 h 256"/>
                  <a:gd name="T16" fmla="*/ 1 w 407"/>
                  <a:gd name="T17" fmla="*/ 0 h 2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7"/>
                  <a:gd name="T28" fmla="*/ 0 h 256"/>
                  <a:gd name="T29" fmla="*/ 407 w 407"/>
                  <a:gd name="T30" fmla="*/ 256 h 2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7" h="256">
                    <a:moveTo>
                      <a:pt x="1" y="0"/>
                    </a:moveTo>
                    <a:lnTo>
                      <a:pt x="342" y="8"/>
                    </a:lnTo>
                    <a:lnTo>
                      <a:pt x="367" y="83"/>
                    </a:lnTo>
                    <a:lnTo>
                      <a:pt x="391" y="141"/>
                    </a:lnTo>
                    <a:lnTo>
                      <a:pt x="407" y="235"/>
                    </a:lnTo>
                    <a:lnTo>
                      <a:pt x="397" y="256"/>
                    </a:lnTo>
                    <a:lnTo>
                      <a:pt x="272" y="253"/>
                    </a:lnTo>
                    <a:lnTo>
                      <a:pt x="0" y="248"/>
                    </a:lnTo>
                    <a:lnTo>
                      <a:pt x="1" y="0"/>
                    </a:lnTo>
                    <a:close/>
                  </a:path>
                </a:pathLst>
              </a:custGeom>
              <a:grpFill/>
              <a:ln w="6350">
                <a:solidFill>
                  <a:schemeClr val="bg1"/>
                </a:solidFill>
                <a:round/>
                <a:headEnd/>
                <a:tailEnd/>
              </a:ln>
            </p:spPr>
            <p:txBody>
              <a:bodyPr/>
              <a:lstStyle/>
              <a:p>
                <a:pPr>
                  <a:defRPr/>
                </a:pPr>
                <a:endParaRPr lang="en-GB"/>
              </a:p>
            </p:txBody>
          </p:sp>
          <p:sp>
            <p:nvSpPr>
              <p:cNvPr id="51" name="Freeform 35">
                <a:extLst>
                  <a:ext uri="{FF2B5EF4-FFF2-40B4-BE49-F238E27FC236}">
                    <a16:creationId xmlns:a16="http://schemas.microsoft.com/office/drawing/2014/main" id="{9D4FDF83-505A-49E9-A3FD-5A71ED857110}"/>
                  </a:ext>
                </a:extLst>
              </p:cNvPr>
              <p:cNvSpPr>
                <a:spLocks/>
              </p:cNvSpPr>
              <p:nvPr/>
            </p:nvSpPr>
            <p:spPr bwMode="auto">
              <a:xfrm>
                <a:off x="2588" y="1524"/>
                <a:ext cx="428" cy="300"/>
              </a:xfrm>
              <a:custGeom>
                <a:avLst/>
                <a:gdLst>
                  <a:gd name="T0" fmla="*/ 8 w 428"/>
                  <a:gd name="T1" fmla="*/ 0 h 300"/>
                  <a:gd name="T2" fmla="*/ 7 w 428"/>
                  <a:gd name="T3" fmla="*/ 116 h 300"/>
                  <a:gd name="T4" fmla="*/ 0 w 428"/>
                  <a:gd name="T5" fmla="*/ 252 h 300"/>
                  <a:gd name="T6" fmla="*/ 311 w 428"/>
                  <a:gd name="T7" fmla="*/ 257 h 300"/>
                  <a:gd name="T8" fmla="*/ 344 w 428"/>
                  <a:gd name="T9" fmla="*/ 276 h 300"/>
                  <a:gd name="T10" fmla="*/ 367 w 428"/>
                  <a:gd name="T11" fmla="*/ 250 h 300"/>
                  <a:gd name="T12" fmla="*/ 428 w 428"/>
                  <a:gd name="T13" fmla="*/ 300 h 300"/>
                  <a:gd name="T14" fmla="*/ 419 w 428"/>
                  <a:gd name="T15" fmla="*/ 248 h 300"/>
                  <a:gd name="T16" fmla="*/ 425 w 428"/>
                  <a:gd name="T17" fmla="*/ 208 h 300"/>
                  <a:gd name="T18" fmla="*/ 428 w 428"/>
                  <a:gd name="T19" fmla="*/ 71 h 300"/>
                  <a:gd name="T20" fmla="*/ 401 w 428"/>
                  <a:gd name="T21" fmla="*/ 42 h 300"/>
                  <a:gd name="T22" fmla="*/ 412 w 428"/>
                  <a:gd name="T23" fmla="*/ 4 h 300"/>
                  <a:gd name="T24" fmla="*/ 208 w 428"/>
                  <a:gd name="T25" fmla="*/ 3 h 300"/>
                  <a:gd name="T26" fmla="*/ 8 w 428"/>
                  <a:gd name="T27" fmla="*/ 0 h 3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8"/>
                  <a:gd name="T43" fmla="*/ 0 h 300"/>
                  <a:gd name="T44" fmla="*/ 428 w 428"/>
                  <a:gd name="T45" fmla="*/ 300 h 3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8" h="300">
                    <a:moveTo>
                      <a:pt x="8" y="0"/>
                    </a:moveTo>
                    <a:lnTo>
                      <a:pt x="7" y="116"/>
                    </a:lnTo>
                    <a:lnTo>
                      <a:pt x="0" y="252"/>
                    </a:lnTo>
                    <a:lnTo>
                      <a:pt x="311" y="257"/>
                    </a:lnTo>
                    <a:lnTo>
                      <a:pt x="344" y="276"/>
                    </a:lnTo>
                    <a:lnTo>
                      <a:pt x="367" y="250"/>
                    </a:lnTo>
                    <a:lnTo>
                      <a:pt x="428" y="300"/>
                    </a:lnTo>
                    <a:lnTo>
                      <a:pt x="419" y="248"/>
                    </a:lnTo>
                    <a:lnTo>
                      <a:pt x="425" y="208"/>
                    </a:lnTo>
                    <a:lnTo>
                      <a:pt x="428" y="71"/>
                    </a:lnTo>
                    <a:lnTo>
                      <a:pt x="401" y="42"/>
                    </a:lnTo>
                    <a:lnTo>
                      <a:pt x="412" y="4"/>
                    </a:lnTo>
                    <a:lnTo>
                      <a:pt x="208" y="3"/>
                    </a:lnTo>
                    <a:lnTo>
                      <a:pt x="8" y="0"/>
                    </a:lnTo>
                    <a:close/>
                  </a:path>
                </a:pathLst>
              </a:custGeom>
              <a:grpFill/>
              <a:ln w="6350">
                <a:solidFill>
                  <a:schemeClr val="bg1"/>
                </a:solidFill>
                <a:round/>
                <a:headEnd/>
                <a:tailEnd/>
              </a:ln>
            </p:spPr>
            <p:txBody>
              <a:bodyPr/>
              <a:lstStyle/>
              <a:p>
                <a:pPr>
                  <a:defRPr/>
                </a:pPr>
                <a:endParaRPr lang="en-GB"/>
              </a:p>
            </p:txBody>
          </p:sp>
          <p:sp>
            <p:nvSpPr>
              <p:cNvPr id="52" name="Freeform 36">
                <a:extLst>
                  <a:ext uri="{FF2B5EF4-FFF2-40B4-BE49-F238E27FC236}">
                    <a16:creationId xmlns:a16="http://schemas.microsoft.com/office/drawing/2014/main" id="{2070092D-D5C0-4F31-8F0E-F3FE8B45E1B2}"/>
                  </a:ext>
                </a:extLst>
              </p:cNvPr>
              <p:cNvSpPr>
                <a:spLocks/>
              </p:cNvSpPr>
              <p:nvPr/>
            </p:nvSpPr>
            <p:spPr bwMode="auto">
              <a:xfrm>
                <a:off x="2582" y="1773"/>
                <a:ext cx="510" cy="247"/>
              </a:xfrm>
              <a:custGeom>
                <a:avLst/>
                <a:gdLst>
                  <a:gd name="T0" fmla="*/ 5 w 510"/>
                  <a:gd name="T1" fmla="*/ 0 h 247"/>
                  <a:gd name="T2" fmla="*/ 0 w 510"/>
                  <a:gd name="T3" fmla="*/ 163 h 247"/>
                  <a:gd name="T4" fmla="*/ 115 w 510"/>
                  <a:gd name="T5" fmla="*/ 167 h 247"/>
                  <a:gd name="T6" fmla="*/ 114 w 510"/>
                  <a:gd name="T7" fmla="*/ 247 h 247"/>
                  <a:gd name="T8" fmla="*/ 269 w 510"/>
                  <a:gd name="T9" fmla="*/ 245 h 247"/>
                  <a:gd name="T10" fmla="*/ 408 w 510"/>
                  <a:gd name="T11" fmla="*/ 242 h 247"/>
                  <a:gd name="T12" fmla="*/ 510 w 510"/>
                  <a:gd name="T13" fmla="*/ 245 h 247"/>
                  <a:gd name="T14" fmla="*/ 478 w 510"/>
                  <a:gd name="T15" fmla="*/ 175 h 247"/>
                  <a:gd name="T16" fmla="*/ 456 w 510"/>
                  <a:gd name="T17" fmla="*/ 110 h 247"/>
                  <a:gd name="T18" fmla="*/ 432 w 510"/>
                  <a:gd name="T19" fmla="*/ 43 h 247"/>
                  <a:gd name="T20" fmla="*/ 374 w 510"/>
                  <a:gd name="T21" fmla="*/ 1 h 247"/>
                  <a:gd name="T22" fmla="*/ 348 w 510"/>
                  <a:gd name="T23" fmla="*/ 26 h 247"/>
                  <a:gd name="T24" fmla="*/ 316 w 510"/>
                  <a:gd name="T25" fmla="*/ 8 h 247"/>
                  <a:gd name="T26" fmla="*/ 177 w 510"/>
                  <a:gd name="T27" fmla="*/ 3 h 247"/>
                  <a:gd name="T28" fmla="*/ 5 w 510"/>
                  <a:gd name="T29" fmla="*/ 0 h 2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0"/>
                  <a:gd name="T46" fmla="*/ 0 h 247"/>
                  <a:gd name="T47" fmla="*/ 510 w 510"/>
                  <a:gd name="T48" fmla="*/ 247 h 2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0" h="247">
                    <a:moveTo>
                      <a:pt x="5" y="0"/>
                    </a:moveTo>
                    <a:lnTo>
                      <a:pt x="0" y="163"/>
                    </a:lnTo>
                    <a:lnTo>
                      <a:pt x="115" y="167"/>
                    </a:lnTo>
                    <a:lnTo>
                      <a:pt x="114" y="247"/>
                    </a:lnTo>
                    <a:lnTo>
                      <a:pt x="269" y="245"/>
                    </a:lnTo>
                    <a:lnTo>
                      <a:pt x="408" y="242"/>
                    </a:lnTo>
                    <a:lnTo>
                      <a:pt x="510" y="245"/>
                    </a:lnTo>
                    <a:lnTo>
                      <a:pt x="478" y="175"/>
                    </a:lnTo>
                    <a:lnTo>
                      <a:pt x="456" y="110"/>
                    </a:lnTo>
                    <a:lnTo>
                      <a:pt x="432" y="43"/>
                    </a:lnTo>
                    <a:lnTo>
                      <a:pt x="374" y="1"/>
                    </a:lnTo>
                    <a:lnTo>
                      <a:pt x="348" y="26"/>
                    </a:lnTo>
                    <a:lnTo>
                      <a:pt x="316" y="8"/>
                    </a:lnTo>
                    <a:lnTo>
                      <a:pt x="177" y="3"/>
                    </a:lnTo>
                    <a:lnTo>
                      <a:pt x="5" y="0"/>
                    </a:lnTo>
                    <a:close/>
                  </a:path>
                </a:pathLst>
              </a:custGeom>
              <a:grpFill/>
              <a:ln w="6350">
                <a:solidFill>
                  <a:schemeClr val="bg1"/>
                </a:solidFill>
                <a:round/>
                <a:headEnd/>
                <a:tailEnd/>
              </a:ln>
            </p:spPr>
            <p:txBody>
              <a:bodyPr/>
              <a:lstStyle/>
              <a:p>
                <a:pPr>
                  <a:defRPr/>
                </a:pPr>
                <a:endParaRPr lang="en-GB"/>
              </a:p>
            </p:txBody>
          </p:sp>
          <p:sp>
            <p:nvSpPr>
              <p:cNvPr id="53" name="Freeform 37">
                <a:extLst>
                  <a:ext uri="{FF2B5EF4-FFF2-40B4-BE49-F238E27FC236}">
                    <a16:creationId xmlns:a16="http://schemas.microsoft.com/office/drawing/2014/main" id="{E1EB0082-2BF0-4D9B-A0F0-8DB65D08CA45}"/>
                  </a:ext>
                </a:extLst>
              </p:cNvPr>
              <p:cNvSpPr>
                <a:spLocks/>
              </p:cNvSpPr>
              <p:nvPr/>
            </p:nvSpPr>
            <p:spPr bwMode="auto">
              <a:xfrm>
                <a:off x="2690" y="2014"/>
                <a:ext cx="449" cy="246"/>
              </a:xfrm>
              <a:custGeom>
                <a:avLst/>
                <a:gdLst>
                  <a:gd name="T0" fmla="*/ 5 w 449"/>
                  <a:gd name="T1" fmla="*/ 2 h 246"/>
                  <a:gd name="T2" fmla="*/ 3 w 449"/>
                  <a:gd name="T3" fmla="*/ 143 h 246"/>
                  <a:gd name="T4" fmla="*/ 0 w 449"/>
                  <a:gd name="T5" fmla="*/ 243 h 246"/>
                  <a:gd name="T6" fmla="*/ 449 w 449"/>
                  <a:gd name="T7" fmla="*/ 246 h 246"/>
                  <a:gd name="T8" fmla="*/ 440 w 449"/>
                  <a:gd name="T9" fmla="*/ 118 h 246"/>
                  <a:gd name="T10" fmla="*/ 440 w 449"/>
                  <a:gd name="T11" fmla="*/ 69 h 246"/>
                  <a:gd name="T12" fmla="*/ 404 w 449"/>
                  <a:gd name="T13" fmla="*/ 40 h 246"/>
                  <a:gd name="T14" fmla="*/ 415 w 449"/>
                  <a:gd name="T15" fmla="*/ 14 h 246"/>
                  <a:gd name="T16" fmla="*/ 399 w 449"/>
                  <a:gd name="T17" fmla="*/ 0 h 246"/>
                  <a:gd name="T18" fmla="*/ 196 w 449"/>
                  <a:gd name="T19" fmla="*/ 2 h 246"/>
                  <a:gd name="T20" fmla="*/ 5 w 449"/>
                  <a:gd name="T21" fmla="*/ 2 h 2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9"/>
                  <a:gd name="T34" fmla="*/ 0 h 246"/>
                  <a:gd name="T35" fmla="*/ 449 w 449"/>
                  <a:gd name="T36" fmla="*/ 246 h 2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9" h="246">
                    <a:moveTo>
                      <a:pt x="5" y="2"/>
                    </a:moveTo>
                    <a:lnTo>
                      <a:pt x="3" y="143"/>
                    </a:lnTo>
                    <a:lnTo>
                      <a:pt x="0" y="243"/>
                    </a:lnTo>
                    <a:lnTo>
                      <a:pt x="449" y="246"/>
                    </a:lnTo>
                    <a:lnTo>
                      <a:pt x="440" y="118"/>
                    </a:lnTo>
                    <a:lnTo>
                      <a:pt x="440" y="69"/>
                    </a:lnTo>
                    <a:lnTo>
                      <a:pt x="404" y="40"/>
                    </a:lnTo>
                    <a:lnTo>
                      <a:pt x="415" y="14"/>
                    </a:lnTo>
                    <a:lnTo>
                      <a:pt x="399" y="0"/>
                    </a:lnTo>
                    <a:lnTo>
                      <a:pt x="196" y="2"/>
                    </a:lnTo>
                    <a:lnTo>
                      <a:pt x="5" y="2"/>
                    </a:lnTo>
                    <a:close/>
                  </a:path>
                </a:pathLst>
              </a:custGeom>
              <a:grpFill/>
              <a:ln w="6350">
                <a:solidFill>
                  <a:schemeClr val="bg1"/>
                </a:solidFill>
                <a:round/>
                <a:headEnd/>
                <a:tailEnd/>
              </a:ln>
            </p:spPr>
            <p:txBody>
              <a:bodyPr/>
              <a:lstStyle/>
              <a:p>
                <a:pPr>
                  <a:defRPr/>
                </a:pPr>
                <a:endParaRPr lang="en-GB"/>
              </a:p>
            </p:txBody>
          </p:sp>
          <p:sp>
            <p:nvSpPr>
              <p:cNvPr id="54" name="Freeform 38">
                <a:extLst>
                  <a:ext uri="{FF2B5EF4-FFF2-40B4-BE49-F238E27FC236}">
                    <a16:creationId xmlns:a16="http://schemas.microsoft.com/office/drawing/2014/main" id="{26934ECF-B65A-4F99-98F9-9362158C2EDC}"/>
                  </a:ext>
                </a:extLst>
              </p:cNvPr>
              <p:cNvSpPr>
                <a:spLocks/>
              </p:cNvSpPr>
              <p:nvPr/>
            </p:nvSpPr>
            <p:spPr bwMode="auto">
              <a:xfrm>
                <a:off x="2630" y="2254"/>
                <a:ext cx="523" cy="270"/>
              </a:xfrm>
              <a:custGeom>
                <a:avLst/>
                <a:gdLst>
                  <a:gd name="T0" fmla="*/ 3 w 523"/>
                  <a:gd name="T1" fmla="*/ 0 h 270"/>
                  <a:gd name="T2" fmla="*/ 0 w 523"/>
                  <a:gd name="T3" fmla="*/ 48 h 270"/>
                  <a:gd name="T4" fmla="*/ 186 w 523"/>
                  <a:gd name="T5" fmla="*/ 55 h 270"/>
                  <a:gd name="T6" fmla="*/ 187 w 523"/>
                  <a:gd name="T7" fmla="*/ 209 h 270"/>
                  <a:gd name="T8" fmla="*/ 282 w 523"/>
                  <a:gd name="T9" fmla="*/ 251 h 270"/>
                  <a:gd name="T10" fmla="*/ 308 w 523"/>
                  <a:gd name="T11" fmla="*/ 236 h 270"/>
                  <a:gd name="T12" fmla="*/ 369 w 523"/>
                  <a:gd name="T13" fmla="*/ 270 h 270"/>
                  <a:gd name="T14" fmla="*/ 408 w 523"/>
                  <a:gd name="T15" fmla="*/ 269 h 270"/>
                  <a:gd name="T16" fmla="*/ 480 w 523"/>
                  <a:gd name="T17" fmla="*/ 236 h 270"/>
                  <a:gd name="T18" fmla="*/ 523 w 523"/>
                  <a:gd name="T19" fmla="*/ 268 h 270"/>
                  <a:gd name="T20" fmla="*/ 523 w 523"/>
                  <a:gd name="T21" fmla="*/ 101 h 270"/>
                  <a:gd name="T22" fmla="*/ 510 w 523"/>
                  <a:gd name="T23" fmla="*/ 3 h 270"/>
                  <a:gd name="T24" fmla="*/ 3 w 523"/>
                  <a:gd name="T25" fmla="*/ 0 h 2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3"/>
                  <a:gd name="T40" fmla="*/ 0 h 270"/>
                  <a:gd name="T41" fmla="*/ 523 w 523"/>
                  <a:gd name="T42" fmla="*/ 270 h 2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3" h="270">
                    <a:moveTo>
                      <a:pt x="3" y="0"/>
                    </a:moveTo>
                    <a:lnTo>
                      <a:pt x="0" y="48"/>
                    </a:lnTo>
                    <a:lnTo>
                      <a:pt x="186" y="55"/>
                    </a:lnTo>
                    <a:lnTo>
                      <a:pt x="187" y="209"/>
                    </a:lnTo>
                    <a:lnTo>
                      <a:pt x="282" y="251"/>
                    </a:lnTo>
                    <a:lnTo>
                      <a:pt x="308" y="236"/>
                    </a:lnTo>
                    <a:lnTo>
                      <a:pt x="369" y="270"/>
                    </a:lnTo>
                    <a:lnTo>
                      <a:pt x="408" y="269"/>
                    </a:lnTo>
                    <a:lnTo>
                      <a:pt x="480" y="236"/>
                    </a:lnTo>
                    <a:lnTo>
                      <a:pt x="523" y="268"/>
                    </a:lnTo>
                    <a:lnTo>
                      <a:pt x="523" y="101"/>
                    </a:lnTo>
                    <a:lnTo>
                      <a:pt x="510" y="3"/>
                    </a:lnTo>
                    <a:lnTo>
                      <a:pt x="3" y="0"/>
                    </a:lnTo>
                    <a:close/>
                  </a:path>
                </a:pathLst>
              </a:custGeom>
              <a:grpFill/>
              <a:ln w="6350">
                <a:solidFill>
                  <a:schemeClr val="bg1"/>
                </a:solidFill>
                <a:round/>
                <a:headEnd/>
                <a:tailEnd/>
              </a:ln>
            </p:spPr>
            <p:txBody>
              <a:bodyPr/>
              <a:lstStyle/>
              <a:p>
                <a:pPr>
                  <a:defRPr/>
                </a:pPr>
                <a:endParaRPr lang="en-GB"/>
              </a:p>
            </p:txBody>
          </p:sp>
          <p:sp>
            <p:nvSpPr>
              <p:cNvPr id="55" name="Freeform 39">
                <a:extLst>
                  <a:ext uri="{FF2B5EF4-FFF2-40B4-BE49-F238E27FC236}">
                    <a16:creationId xmlns:a16="http://schemas.microsoft.com/office/drawing/2014/main" id="{D737A285-5E46-4B78-B77A-B5A782B901F7}"/>
                  </a:ext>
                </a:extLst>
              </p:cNvPr>
              <p:cNvSpPr>
                <a:spLocks/>
              </p:cNvSpPr>
              <p:nvPr/>
            </p:nvSpPr>
            <p:spPr bwMode="auto">
              <a:xfrm>
                <a:off x="3006" y="1715"/>
                <a:ext cx="354" cy="247"/>
              </a:xfrm>
              <a:custGeom>
                <a:avLst/>
                <a:gdLst>
                  <a:gd name="T0" fmla="*/ 6 w 354"/>
                  <a:gd name="T1" fmla="*/ 13 h 247"/>
                  <a:gd name="T2" fmla="*/ 0 w 354"/>
                  <a:gd name="T3" fmla="*/ 57 h 247"/>
                  <a:gd name="T4" fmla="*/ 8 w 354"/>
                  <a:gd name="T5" fmla="*/ 103 h 247"/>
                  <a:gd name="T6" fmla="*/ 41 w 354"/>
                  <a:gd name="T7" fmla="*/ 197 h 247"/>
                  <a:gd name="T8" fmla="*/ 59 w 354"/>
                  <a:gd name="T9" fmla="*/ 247 h 247"/>
                  <a:gd name="T10" fmla="*/ 267 w 354"/>
                  <a:gd name="T11" fmla="*/ 235 h 247"/>
                  <a:gd name="T12" fmla="*/ 301 w 354"/>
                  <a:gd name="T13" fmla="*/ 247 h 247"/>
                  <a:gd name="T14" fmla="*/ 322 w 354"/>
                  <a:gd name="T15" fmla="*/ 199 h 247"/>
                  <a:gd name="T16" fmla="*/ 314 w 354"/>
                  <a:gd name="T17" fmla="*/ 165 h 247"/>
                  <a:gd name="T18" fmla="*/ 349 w 354"/>
                  <a:gd name="T19" fmla="*/ 158 h 247"/>
                  <a:gd name="T20" fmla="*/ 354 w 354"/>
                  <a:gd name="T21" fmla="*/ 104 h 247"/>
                  <a:gd name="T22" fmla="*/ 333 w 354"/>
                  <a:gd name="T23" fmla="*/ 80 h 247"/>
                  <a:gd name="T24" fmla="*/ 297 w 354"/>
                  <a:gd name="T25" fmla="*/ 57 h 247"/>
                  <a:gd name="T26" fmla="*/ 304 w 354"/>
                  <a:gd name="T27" fmla="*/ 24 h 247"/>
                  <a:gd name="T28" fmla="*/ 289 w 354"/>
                  <a:gd name="T29" fmla="*/ 0 h 247"/>
                  <a:gd name="T30" fmla="*/ 211 w 354"/>
                  <a:gd name="T31" fmla="*/ 4 h 247"/>
                  <a:gd name="T32" fmla="*/ 133 w 354"/>
                  <a:gd name="T33" fmla="*/ 7 h 247"/>
                  <a:gd name="T34" fmla="*/ 6 w 354"/>
                  <a:gd name="T35" fmla="*/ 13 h 2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54"/>
                  <a:gd name="T55" fmla="*/ 0 h 247"/>
                  <a:gd name="T56" fmla="*/ 354 w 354"/>
                  <a:gd name="T57" fmla="*/ 247 h 2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54" h="247">
                    <a:moveTo>
                      <a:pt x="6" y="13"/>
                    </a:moveTo>
                    <a:lnTo>
                      <a:pt x="0" y="57"/>
                    </a:lnTo>
                    <a:lnTo>
                      <a:pt x="8" y="103"/>
                    </a:lnTo>
                    <a:lnTo>
                      <a:pt x="41" y="197"/>
                    </a:lnTo>
                    <a:lnTo>
                      <a:pt x="59" y="247"/>
                    </a:lnTo>
                    <a:lnTo>
                      <a:pt x="267" y="235"/>
                    </a:lnTo>
                    <a:lnTo>
                      <a:pt x="301" y="247"/>
                    </a:lnTo>
                    <a:lnTo>
                      <a:pt x="322" y="199"/>
                    </a:lnTo>
                    <a:lnTo>
                      <a:pt x="314" y="165"/>
                    </a:lnTo>
                    <a:lnTo>
                      <a:pt x="349" y="158"/>
                    </a:lnTo>
                    <a:lnTo>
                      <a:pt x="354" y="104"/>
                    </a:lnTo>
                    <a:lnTo>
                      <a:pt x="333" y="80"/>
                    </a:lnTo>
                    <a:lnTo>
                      <a:pt x="297" y="57"/>
                    </a:lnTo>
                    <a:lnTo>
                      <a:pt x="304" y="24"/>
                    </a:lnTo>
                    <a:lnTo>
                      <a:pt x="289" y="0"/>
                    </a:lnTo>
                    <a:lnTo>
                      <a:pt x="211" y="4"/>
                    </a:lnTo>
                    <a:lnTo>
                      <a:pt x="133" y="7"/>
                    </a:lnTo>
                    <a:lnTo>
                      <a:pt x="6" y="13"/>
                    </a:lnTo>
                    <a:close/>
                  </a:path>
                </a:pathLst>
              </a:custGeom>
              <a:grpFill/>
              <a:ln w="6350">
                <a:solidFill>
                  <a:schemeClr val="bg1"/>
                </a:solidFill>
                <a:round/>
                <a:headEnd/>
                <a:tailEnd/>
              </a:ln>
            </p:spPr>
            <p:txBody>
              <a:bodyPr/>
              <a:lstStyle/>
              <a:p>
                <a:pPr>
                  <a:defRPr/>
                </a:pPr>
                <a:endParaRPr lang="en-GB"/>
              </a:p>
            </p:txBody>
          </p:sp>
          <p:sp>
            <p:nvSpPr>
              <p:cNvPr id="56" name="Freeform 40">
                <a:extLst>
                  <a:ext uri="{FF2B5EF4-FFF2-40B4-BE49-F238E27FC236}">
                    <a16:creationId xmlns:a16="http://schemas.microsoft.com/office/drawing/2014/main" id="{E1A3CFA2-E893-438C-8CE1-A3037AE6A030}"/>
                  </a:ext>
                </a:extLst>
              </p:cNvPr>
              <p:cNvSpPr>
                <a:spLocks/>
              </p:cNvSpPr>
              <p:nvPr/>
            </p:nvSpPr>
            <p:spPr bwMode="auto">
              <a:xfrm>
                <a:off x="3290" y="1768"/>
                <a:ext cx="253" cy="451"/>
              </a:xfrm>
              <a:custGeom>
                <a:avLst/>
                <a:gdLst>
                  <a:gd name="T0" fmla="*/ 47 w 253"/>
                  <a:gd name="T1" fmla="*/ 26 h 451"/>
                  <a:gd name="T2" fmla="*/ 192 w 253"/>
                  <a:gd name="T3" fmla="*/ 0 h 451"/>
                  <a:gd name="T4" fmla="*/ 215 w 253"/>
                  <a:gd name="T5" fmla="*/ 56 h 451"/>
                  <a:gd name="T6" fmla="*/ 245 w 253"/>
                  <a:gd name="T7" fmla="*/ 286 h 451"/>
                  <a:gd name="T8" fmla="*/ 253 w 253"/>
                  <a:gd name="T9" fmla="*/ 317 h 451"/>
                  <a:gd name="T10" fmla="*/ 230 w 253"/>
                  <a:gd name="T11" fmla="*/ 378 h 451"/>
                  <a:gd name="T12" fmla="*/ 230 w 253"/>
                  <a:gd name="T13" fmla="*/ 420 h 451"/>
                  <a:gd name="T14" fmla="*/ 204 w 253"/>
                  <a:gd name="T15" fmla="*/ 415 h 451"/>
                  <a:gd name="T16" fmla="*/ 205 w 253"/>
                  <a:gd name="T17" fmla="*/ 451 h 451"/>
                  <a:gd name="T18" fmla="*/ 178 w 253"/>
                  <a:gd name="T19" fmla="*/ 436 h 451"/>
                  <a:gd name="T20" fmla="*/ 164 w 253"/>
                  <a:gd name="T21" fmla="*/ 441 h 451"/>
                  <a:gd name="T22" fmla="*/ 143 w 253"/>
                  <a:gd name="T23" fmla="*/ 438 h 451"/>
                  <a:gd name="T24" fmla="*/ 128 w 253"/>
                  <a:gd name="T25" fmla="*/ 384 h 451"/>
                  <a:gd name="T26" fmla="*/ 98 w 253"/>
                  <a:gd name="T27" fmla="*/ 367 h 451"/>
                  <a:gd name="T28" fmla="*/ 98 w 253"/>
                  <a:gd name="T29" fmla="*/ 309 h 451"/>
                  <a:gd name="T30" fmla="*/ 69 w 253"/>
                  <a:gd name="T31" fmla="*/ 317 h 451"/>
                  <a:gd name="T32" fmla="*/ 52 w 253"/>
                  <a:gd name="T33" fmla="*/ 274 h 451"/>
                  <a:gd name="T34" fmla="*/ 0 w 253"/>
                  <a:gd name="T35" fmla="*/ 225 h 451"/>
                  <a:gd name="T36" fmla="*/ 38 w 253"/>
                  <a:gd name="T37" fmla="*/ 147 h 451"/>
                  <a:gd name="T38" fmla="*/ 27 w 253"/>
                  <a:gd name="T39" fmla="*/ 111 h 451"/>
                  <a:gd name="T40" fmla="*/ 65 w 253"/>
                  <a:gd name="T41" fmla="*/ 104 h 451"/>
                  <a:gd name="T42" fmla="*/ 69 w 253"/>
                  <a:gd name="T43" fmla="*/ 53 h 451"/>
                  <a:gd name="T44" fmla="*/ 47 w 253"/>
                  <a:gd name="T45" fmla="*/ 26 h 4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53"/>
                  <a:gd name="T70" fmla="*/ 0 h 451"/>
                  <a:gd name="T71" fmla="*/ 253 w 253"/>
                  <a:gd name="T72" fmla="*/ 451 h 4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53" h="451">
                    <a:moveTo>
                      <a:pt x="47" y="26"/>
                    </a:moveTo>
                    <a:lnTo>
                      <a:pt x="192" y="0"/>
                    </a:lnTo>
                    <a:lnTo>
                      <a:pt x="215" y="56"/>
                    </a:lnTo>
                    <a:lnTo>
                      <a:pt x="245" y="286"/>
                    </a:lnTo>
                    <a:lnTo>
                      <a:pt x="253" y="317"/>
                    </a:lnTo>
                    <a:lnTo>
                      <a:pt x="230" y="378"/>
                    </a:lnTo>
                    <a:lnTo>
                      <a:pt x="230" y="420"/>
                    </a:lnTo>
                    <a:lnTo>
                      <a:pt x="204" y="415"/>
                    </a:lnTo>
                    <a:lnTo>
                      <a:pt x="205" y="451"/>
                    </a:lnTo>
                    <a:lnTo>
                      <a:pt x="178" y="436"/>
                    </a:lnTo>
                    <a:lnTo>
                      <a:pt x="164" y="441"/>
                    </a:lnTo>
                    <a:lnTo>
                      <a:pt x="143" y="438"/>
                    </a:lnTo>
                    <a:lnTo>
                      <a:pt x="128" y="384"/>
                    </a:lnTo>
                    <a:lnTo>
                      <a:pt x="98" y="367"/>
                    </a:lnTo>
                    <a:lnTo>
                      <a:pt x="98" y="309"/>
                    </a:lnTo>
                    <a:lnTo>
                      <a:pt x="69" y="317"/>
                    </a:lnTo>
                    <a:lnTo>
                      <a:pt x="52" y="274"/>
                    </a:lnTo>
                    <a:lnTo>
                      <a:pt x="0" y="225"/>
                    </a:lnTo>
                    <a:lnTo>
                      <a:pt x="38" y="147"/>
                    </a:lnTo>
                    <a:lnTo>
                      <a:pt x="27" y="111"/>
                    </a:lnTo>
                    <a:lnTo>
                      <a:pt x="65" y="104"/>
                    </a:lnTo>
                    <a:lnTo>
                      <a:pt x="69" y="53"/>
                    </a:lnTo>
                    <a:lnTo>
                      <a:pt x="47" y="26"/>
                    </a:lnTo>
                    <a:close/>
                  </a:path>
                </a:pathLst>
              </a:custGeom>
              <a:grpFill/>
              <a:ln w="6350">
                <a:solidFill>
                  <a:schemeClr val="bg1"/>
                </a:solidFill>
                <a:round/>
                <a:headEnd/>
                <a:tailEnd/>
              </a:ln>
            </p:spPr>
            <p:txBody>
              <a:bodyPr/>
              <a:lstStyle/>
              <a:p>
                <a:pPr>
                  <a:defRPr/>
                </a:pPr>
                <a:endParaRPr lang="en-GB"/>
              </a:p>
            </p:txBody>
          </p:sp>
          <p:sp>
            <p:nvSpPr>
              <p:cNvPr id="57" name="Freeform 41">
                <a:extLst>
                  <a:ext uri="{FF2B5EF4-FFF2-40B4-BE49-F238E27FC236}">
                    <a16:creationId xmlns:a16="http://schemas.microsoft.com/office/drawing/2014/main" id="{E31AE2D7-C441-465F-A6E6-2B61AE6477BA}"/>
                  </a:ext>
                </a:extLst>
              </p:cNvPr>
              <p:cNvSpPr>
                <a:spLocks/>
              </p:cNvSpPr>
              <p:nvPr/>
            </p:nvSpPr>
            <p:spPr bwMode="auto">
              <a:xfrm>
                <a:off x="4206" y="1689"/>
                <a:ext cx="92" cy="196"/>
              </a:xfrm>
              <a:custGeom>
                <a:avLst/>
                <a:gdLst>
                  <a:gd name="T0" fmla="*/ 17 w 92"/>
                  <a:gd name="T1" fmla="*/ 2 h 196"/>
                  <a:gd name="T2" fmla="*/ 39 w 92"/>
                  <a:gd name="T3" fmla="*/ 0 h 196"/>
                  <a:gd name="T4" fmla="*/ 82 w 92"/>
                  <a:gd name="T5" fmla="*/ 30 h 196"/>
                  <a:gd name="T6" fmla="*/ 76 w 92"/>
                  <a:gd name="T7" fmla="*/ 53 h 196"/>
                  <a:gd name="T8" fmla="*/ 91 w 92"/>
                  <a:gd name="T9" fmla="*/ 69 h 196"/>
                  <a:gd name="T10" fmla="*/ 92 w 92"/>
                  <a:gd name="T11" fmla="*/ 160 h 196"/>
                  <a:gd name="T12" fmla="*/ 77 w 92"/>
                  <a:gd name="T13" fmla="*/ 196 h 196"/>
                  <a:gd name="T14" fmla="*/ 59 w 92"/>
                  <a:gd name="T15" fmla="*/ 183 h 196"/>
                  <a:gd name="T16" fmla="*/ 41 w 92"/>
                  <a:gd name="T17" fmla="*/ 182 h 196"/>
                  <a:gd name="T18" fmla="*/ 9 w 92"/>
                  <a:gd name="T19" fmla="*/ 163 h 196"/>
                  <a:gd name="T20" fmla="*/ 33 w 92"/>
                  <a:gd name="T21" fmla="*/ 105 h 196"/>
                  <a:gd name="T22" fmla="*/ 0 w 92"/>
                  <a:gd name="T23" fmla="*/ 75 h 196"/>
                  <a:gd name="T24" fmla="*/ 17 w 92"/>
                  <a:gd name="T25" fmla="*/ 2 h 1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196"/>
                  <a:gd name="T41" fmla="*/ 92 w 92"/>
                  <a:gd name="T42" fmla="*/ 196 h 1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196">
                    <a:moveTo>
                      <a:pt x="17" y="2"/>
                    </a:moveTo>
                    <a:lnTo>
                      <a:pt x="39" y="0"/>
                    </a:lnTo>
                    <a:lnTo>
                      <a:pt x="82" y="30"/>
                    </a:lnTo>
                    <a:lnTo>
                      <a:pt x="76" y="53"/>
                    </a:lnTo>
                    <a:lnTo>
                      <a:pt x="91" y="69"/>
                    </a:lnTo>
                    <a:lnTo>
                      <a:pt x="92" y="160"/>
                    </a:lnTo>
                    <a:lnTo>
                      <a:pt x="77" y="196"/>
                    </a:lnTo>
                    <a:lnTo>
                      <a:pt x="59" y="183"/>
                    </a:lnTo>
                    <a:lnTo>
                      <a:pt x="41" y="182"/>
                    </a:lnTo>
                    <a:lnTo>
                      <a:pt x="9" y="163"/>
                    </a:lnTo>
                    <a:lnTo>
                      <a:pt x="33" y="105"/>
                    </a:lnTo>
                    <a:lnTo>
                      <a:pt x="0" y="75"/>
                    </a:lnTo>
                    <a:lnTo>
                      <a:pt x="17" y="2"/>
                    </a:lnTo>
                    <a:close/>
                  </a:path>
                </a:pathLst>
              </a:custGeom>
              <a:grpFill/>
              <a:ln w="6350">
                <a:solidFill>
                  <a:schemeClr val="bg1"/>
                </a:solidFill>
                <a:round/>
                <a:headEnd/>
                <a:tailEnd/>
              </a:ln>
            </p:spPr>
            <p:txBody>
              <a:bodyPr/>
              <a:lstStyle/>
              <a:p>
                <a:pPr>
                  <a:defRPr/>
                </a:pPr>
                <a:endParaRPr lang="en-GB"/>
              </a:p>
            </p:txBody>
          </p:sp>
          <p:sp>
            <p:nvSpPr>
              <p:cNvPr id="58" name="Freeform 42">
                <a:extLst>
                  <a:ext uri="{FF2B5EF4-FFF2-40B4-BE49-F238E27FC236}">
                    <a16:creationId xmlns:a16="http://schemas.microsoft.com/office/drawing/2014/main" id="{00000453-7A9F-4A08-8FC2-45EE87F8674C}"/>
                  </a:ext>
                </a:extLst>
              </p:cNvPr>
              <p:cNvSpPr>
                <a:spLocks/>
              </p:cNvSpPr>
              <p:nvPr/>
            </p:nvSpPr>
            <p:spPr bwMode="auto">
              <a:xfrm>
                <a:off x="4277" y="1604"/>
                <a:ext cx="113" cy="93"/>
              </a:xfrm>
              <a:custGeom>
                <a:avLst/>
                <a:gdLst>
                  <a:gd name="T0" fmla="*/ 0 w 113"/>
                  <a:gd name="T1" fmla="*/ 23 h 93"/>
                  <a:gd name="T2" fmla="*/ 87 w 113"/>
                  <a:gd name="T3" fmla="*/ 0 h 93"/>
                  <a:gd name="T4" fmla="*/ 113 w 113"/>
                  <a:gd name="T5" fmla="*/ 42 h 93"/>
                  <a:gd name="T6" fmla="*/ 98 w 113"/>
                  <a:gd name="T7" fmla="*/ 61 h 93"/>
                  <a:gd name="T8" fmla="*/ 70 w 113"/>
                  <a:gd name="T9" fmla="*/ 54 h 93"/>
                  <a:gd name="T10" fmla="*/ 28 w 113"/>
                  <a:gd name="T11" fmla="*/ 93 h 93"/>
                  <a:gd name="T12" fmla="*/ 5 w 113"/>
                  <a:gd name="T13" fmla="*/ 73 h 93"/>
                  <a:gd name="T14" fmla="*/ 0 w 113"/>
                  <a:gd name="T15" fmla="*/ 23 h 93"/>
                  <a:gd name="T16" fmla="*/ 0 60000 65536"/>
                  <a:gd name="T17" fmla="*/ 0 60000 65536"/>
                  <a:gd name="T18" fmla="*/ 0 60000 65536"/>
                  <a:gd name="T19" fmla="*/ 0 60000 65536"/>
                  <a:gd name="T20" fmla="*/ 0 60000 65536"/>
                  <a:gd name="T21" fmla="*/ 0 60000 65536"/>
                  <a:gd name="T22" fmla="*/ 0 60000 65536"/>
                  <a:gd name="T23" fmla="*/ 0 60000 65536"/>
                  <a:gd name="T24" fmla="*/ 0 w 113"/>
                  <a:gd name="T25" fmla="*/ 0 h 93"/>
                  <a:gd name="T26" fmla="*/ 113 w 113"/>
                  <a:gd name="T27" fmla="*/ 93 h 9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3" h="93">
                    <a:moveTo>
                      <a:pt x="0" y="23"/>
                    </a:moveTo>
                    <a:lnTo>
                      <a:pt x="87" y="0"/>
                    </a:lnTo>
                    <a:lnTo>
                      <a:pt x="113" y="42"/>
                    </a:lnTo>
                    <a:lnTo>
                      <a:pt x="98" y="61"/>
                    </a:lnTo>
                    <a:lnTo>
                      <a:pt x="70" y="54"/>
                    </a:lnTo>
                    <a:lnTo>
                      <a:pt x="28" y="93"/>
                    </a:lnTo>
                    <a:lnTo>
                      <a:pt x="5" y="73"/>
                    </a:lnTo>
                    <a:lnTo>
                      <a:pt x="0" y="23"/>
                    </a:lnTo>
                    <a:close/>
                  </a:path>
                </a:pathLst>
              </a:custGeom>
              <a:grpFill/>
              <a:ln w="6350">
                <a:solidFill>
                  <a:schemeClr val="bg1"/>
                </a:solidFill>
                <a:round/>
                <a:headEnd/>
                <a:tailEnd/>
              </a:ln>
            </p:spPr>
            <p:txBody>
              <a:bodyPr/>
              <a:lstStyle/>
              <a:p>
                <a:pPr>
                  <a:defRPr/>
                </a:pPr>
                <a:endParaRPr lang="en-GB"/>
              </a:p>
            </p:txBody>
          </p:sp>
          <p:sp>
            <p:nvSpPr>
              <p:cNvPr id="59" name="Freeform 43">
                <a:extLst>
                  <a:ext uri="{FF2B5EF4-FFF2-40B4-BE49-F238E27FC236}">
                    <a16:creationId xmlns:a16="http://schemas.microsoft.com/office/drawing/2014/main" id="{7FF2E43F-92ED-4A99-BECB-35FA8F5659FD}"/>
                  </a:ext>
                </a:extLst>
              </p:cNvPr>
              <p:cNvSpPr>
                <a:spLocks/>
              </p:cNvSpPr>
              <p:nvPr/>
            </p:nvSpPr>
            <p:spPr bwMode="auto">
              <a:xfrm>
                <a:off x="4364" y="1595"/>
                <a:ext cx="57" cy="51"/>
              </a:xfrm>
              <a:custGeom>
                <a:avLst/>
                <a:gdLst>
                  <a:gd name="T0" fmla="*/ 0 w 57"/>
                  <a:gd name="T1" fmla="*/ 9 h 51"/>
                  <a:gd name="T2" fmla="*/ 24 w 57"/>
                  <a:gd name="T3" fmla="*/ 0 h 51"/>
                  <a:gd name="T4" fmla="*/ 57 w 57"/>
                  <a:gd name="T5" fmla="*/ 26 h 51"/>
                  <a:gd name="T6" fmla="*/ 50 w 57"/>
                  <a:gd name="T7" fmla="*/ 33 h 51"/>
                  <a:gd name="T8" fmla="*/ 34 w 57"/>
                  <a:gd name="T9" fmla="*/ 33 h 51"/>
                  <a:gd name="T10" fmla="*/ 26 w 57"/>
                  <a:gd name="T11" fmla="*/ 51 h 51"/>
                  <a:gd name="T12" fmla="*/ 0 w 57"/>
                  <a:gd name="T13" fmla="*/ 9 h 51"/>
                  <a:gd name="T14" fmla="*/ 0 60000 65536"/>
                  <a:gd name="T15" fmla="*/ 0 60000 65536"/>
                  <a:gd name="T16" fmla="*/ 0 60000 65536"/>
                  <a:gd name="T17" fmla="*/ 0 60000 65536"/>
                  <a:gd name="T18" fmla="*/ 0 60000 65536"/>
                  <a:gd name="T19" fmla="*/ 0 60000 65536"/>
                  <a:gd name="T20" fmla="*/ 0 60000 65536"/>
                  <a:gd name="T21" fmla="*/ 0 w 57"/>
                  <a:gd name="T22" fmla="*/ 0 h 51"/>
                  <a:gd name="T23" fmla="*/ 57 w 57"/>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 h="51">
                    <a:moveTo>
                      <a:pt x="0" y="9"/>
                    </a:moveTo>
                    <a:lnTo>
                      <a:pt x="24" y="0"/>
                    </a:lnTo>
                    <a:lnTo>
                      <a:pt x="57" y="26"/>
                    </a:lnTo>
                    <a:lnTo>
                      <a:pt x="50" y="33"/>
                    </a:lnTo>
                    <a:lnTo>
                      <a:pt x="34" y="33"/>
                    </a:lnTo>
                    <a:lnTo>
                      <a:pt x="26" y="51"/>
                    </a:lnTo>
                    <a:lnTo>
                      <a:pt x="0" y="9"/>
                    </a:lnTo>
                    <a:close/>
                  </a:path>
                </a:pathLst>
              </a:custGeom>
              <a:grpFill/>
              <a:ln w="6350">
                <a:solidFill>
                  <a:schemeClr val="bg1"/>
                </a:solidFill>
                <a:round/>
                <a:headEnd/>
                <a:tailEnd/>
              </a:ln>
            </p:spPr>
            <p:txBody>
              <a:bodyPr/>
              <a:lstStyle/>
              <a:p>
                <a:pPr>
                  <a:defRPr/>
                </a:pPr>
                <a:endParaRPr lang="en-GB"/>
              </a:p>
            </p:txBody>
          </p:sp>
        </p:grpSp>
        <p:sp>
          <p:nvSpPr>
            <p:cNvPr id="31" name="Freeform 44">
              <a:extLst>
                <a:ext uri="{FF2B5EF4-FFF2-40B4-BE49-F238E27FC236}">
                  <a16:creationId xmlns:a16="http://schemas.microsoft.com/office/drawing/2014/main" id="{442B8ABC-B6E9-495F-94BC-225F7C2E55BE}"/>
                </a:ext>
              </a:extLst>
            </p:cNvPr>
            <p:cNvSpPr>
              <a:spLocks/>
            </p:cNvSpPr>
            <p:nvPr/>
          </p:nvSpPr>
          <p:spPr bwMode="auto">
            <a:xfrm>
              <a:off x="2030795" y="1914525"/>
              <a:ext cx="801377" cy="584200"/>
            </a:xfrm>
            <a:custGeom>
              <a:avLst/>
              <a:gdLst>
                <a:gd name="T0" fmla="*/ 134 w 389"/>
                <a:gd name="T1" fmla="*/ 0 h 307"/>
                <a:gd name="T2" fmla="*/ 245 w 389"/>
                <a:gd name="T3" fmla="*/ 24 h 307"/>
                <a:gd name="T4" fmla="*/ 328 w 389"/>
                <a:gd name="T5" fmla="*/ 39 h 307"/>
                <a:gd name="T6" fmla="*/ 369 w 389"/>
                <a:gd name="T7" fmla="*/ 46 h 307"/>
                <a:gd name="T8" fmla="*/ 411 w 389"/>
                <a:gd name="T9" fmla="*/ 51 h 307"/>
                <a:gd name="T10" fmla="*/ 466 w 389"/>
                <a:gd name="T11" fmla="*/ 59 h 307"/>
                <a:gd name="T12" fmla="*/ 535 w 389"/>
                <a:gd name="T13" fmla="*/ 68 h 307"/>
                <a:gd name="T14" fmla="*/ 489 w 389"/>
                <a:gd name="T15" fmla="*/ 307 h 307"/>
                <a:gd name="T16" fmla="*/ 282 w 389"/>
                <a:gd name="T17" fmla="*/ 273 h 307"/>
                <a:gd name="T18" fmla="*/ 255 w 389"/>
                <a:gd name="T19" fmla="*/ 288 h 307"/>
                <a:gd name="T20" fmla="*/ 216 w 389"/>
                <a:gd name="T21" fmla="*/ 265 h 307"/>
                <a:gd name="T22" fmla="*/ 184 w 389"/>
                <a:gd name="T23" fmla="*/ 288 h 307"/>
                <a:gd name="T24" fmla="*/ 154 w 389"/>
                <a:gd name="T25" fmla="*/ 268 h 307"/>
                <a:gd name="T26" fmla="*/ 68 w 389"/>
                <a:gd name="T27" fmla="*/ 265 h 307"/>
                <a:gd name="T28" fmla="*/ 81 w 389"/>
                <a:gd name="T29" fmla="*/ 226 h 307"/>
                <a:gd name="T30" fmla="*/ 18 w 389"/>
                <a:gd name="T31" fmla="*/ 222 h 307"/>
                <a:gd name="T32" fmla="*/ 13 w 389"/>
                <a:gd name="T33" fmla="*/ 200 h 307"/>
                <a:gd name="T34" fmla="*/ 25 w 389"/>
                <a:gd name="T35" fmla="*/ 177 h 307"/>
                <a:gd name="T36" fmla="*/ 11 w 389"/>
                <a:gd name="T37" fmla="*/ 155 h 307"/>
                <a:gd name="T38" fmla="*/ 12 w 389"/>
                <a:gd name="T39" fmla="*/ 96 h 307"/>
                <a:gd name="T40" fmla="*/ 0 w 389"/>
                <a:gd name="T41" fmla="*/ 50 h 307"/>
                <a:gd name="T42" fmla="*/ 5 w 389"/>
                <a:gd name="T43" fmla="*/ 32 h 307"/>
                <a:gd name="T44" fmla="*/ 34 w 389"/>
                <a:gd name="T45" fmla="*/ 39 h 307"/>
                <a:gd name="T46" fmla="*/ 63 w 389"/>
                <a:gd name="T47" fmla="*/ 66 h 307"/>
                <a:gd name="T48" fmla="*/ 115 w 389"/>
                <a:gd name="T49" fmla="*/ 72 h 307"/>
                <a:gd name="T50" fmla="*/ 129 w 389"/>
                <a:gd name="T51" fmla="*/ 94 h 307"/>
                <a:gd name="T52" fmla="*/ 103 w 389"/>
                <a:gd name="T53" fmla="*/ 94 h 307"/>
                <a:gd name="T54" fmla="*/ 100 w 389"/>
                <a:gd name="T55" fmla="*/ 113 h 307"/>
                <a:gd name="T56" fmla="*/ 115 w 389"/>
                <a:gd name="T57" fmla="*/ 115 h 307"/>
                <a:gd name="T58" fmla="*/ 120 w 389"/>
                <a:gd name="T59" fmla="*/ 134 h 307"/>
                <a:gd name="T60" fmla="*/ 89 w 389"/>
                <a:gd name="T61" fmla="*/ 148 h 307"/>
                <a:gd name="T62" fmla="*/ 89 w 389"/>
                <a:gd name="T63" fmla="*/ 161 h 307"/>
                <a:gd name="T64" fmla="*/ 124 w 389"/>
                <a:gd name="T65" fmla="*/ 161 h 307"/>
                <a:gd name="T66" fmla="*/ 134 w 389"/>
                <a:gd name="T67" fmla="*/ 128 h 307"/>
                <a:gd name="T68" fmla="*/ 162 w 389"/>
                <a:gd name="T69" fmla="*/ 108 h 307"/>
                <a:gd name="T70" fmla="*/ 129 w 389"/>
                <a:gd name="T71" fmla="*/ 57 h 307"/>
                <a:gd name="T72" fmla="*/ 150 w 389"/>
                <a:gd name="T73" fmla="*/ 40 h 307"/>
                <a:gd name="T74" fmla="*/ 134 w 389"/>
                <a:gd name="T75" fmla="*/ 0 h 3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89"/>
                <a:gd name="T115" fmla="*/ 0 h 307"/>
                <a:gd name="T116" fmla="*/ 389 w 389"/>
                <a:gd name="T117" fmla="*/ 307 h 30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89" h="307">
                  <a:moveTo>
                    <a:pt x="98" y="0"/>
                  </a:moveTo>
                  <a:lnTo>
                    <a:pt x="178" y="24"/>
                  </a:lnTo>
                  <a:lnTo>
                    <a:pt x="239" y="39"/>
                  </a:lnTo>
                  <a:lnTo>
                    <a:pt x="269" y="46"/>
                  </a:lnTo>
                  <a:lnTo>
                    <a:pt x="299" y="51"/>
                  </a:lnTo>
                  <a:lnTo>
                    <a:pt x="340" y="59"/>
                  </a:lnTo>
                  <a:lnTo>
                    <a:pt x="389" y="68"/>
                  </a:lnTo>
                  <a:lnTo>
                    <a:pt x="357" y="307"/>
                  </a:lnTo>
                  <a:lnTo>
                    <a:pt x="206" y="273"/>
                  </a:lnTo>
                  <a:lnTo>
                    <a:pt x="186" y="288"/>
                  </a:lnTo>
                  <a:lnTo>
                    <a:pt x="158" y="265"/>
                  </a:lnTo>
                  <a:lnTo>
                    <a:pt x="134" y="288"/>
                  </a:lnTo>
                  <a:lnTo>
                    <a:pt x="112" y="268"/>
                  </a:lnTo>
                  <a:lnTo>
                    <a:pt x="50" y="265"/>
                  </a:lnTo>
                  <a:lnTo>
                    <a:pt x="59" y="226"/>
                  </a:lnTo>
                  <a:lnTo>
                    <a:pt x="14" y="222"/>
                  </a:lnTo>
                  <a:lnTo>
                    <a:pt x="9" y="200"/>
                  </a:lnTo>
                  <a:lnTo>
                    <a:pt x="18" y="177"/>
                  </a:lnTo>
                  <a:lnTo>
                    <a:pt x="7" y="155"/>
                  </a:lnTo>
                  <a:lnTo>
                    <a:pt x="8" y="96"/>
                  </a:lnTo>
                  <a:lnTo>
                    <a:pt x="0" y="50"/>
                  </a:lnTo>
                  <a:lnTo>
                    <a:pt x="5" y="32"/>
                  </a:lnTo>
                  <a:lnTo>
                    <a:pt x="25" y="39"/>
                  </a:lnTo>
                  <a:lnTo>
                    <a:pt x="46" y="66"/>
                  </a:lnTo>
                  <a:lnTo>
                    <a:pt x="84" y="72"/>
                  </a:lnTo>
                  <a:lnTo>
                    <a:pt x="94" y="94"/>
                  </a:lnTo>
                  <a:lnTo>
                    <a:pt x="75" y="94"/>
                  </a:lnTo>
                  <a:lnTo>
                    <a:pt x="73" y="113"/>
                  </a:lnTo>
                  <a:lnTo>
                    <a:pt x="84" y="115"/>
                  </a:lnTo>
                  <a:lnTo>
                    <a:pt x="88" y="134"/>
                  </a:lnTo>
                  <a:lnTo>
                    <a:pt x="65" y="148"/>
                  </a:lnTo>
                  <a:lnTo>
                    <a:pt x="65" y="161"/>
                  </a:lnTo>
                  <a:lnTo>
                    <a:pt x="91" y="161"/>
                  </a:lnTo>
                  <a:lnTo>
                    <a:pt x="98" y="128"/>
                  </a:lnTo>
                  <a:lnTo>
                    <a:pt x="118" y="108"/>
                  </a:lnTo>
                  <a:lnTo>
                    <a:pt x="94" y="57"/>
                  </a:lnTo>
                  <a:lnTo>
                    <a:pt x="109" y="40"/>
                  </a:lnTo>
                  <a:lnTo>
                    <a:pt x="98" y="0"/>
                  </a:lnTo>
                  <a:close/>
                </a:path>
              </a:pathLst>
            </a:custGeom>
            <a:grpFill/>
            <a:ln w="6350">
              <a:solidFill>
                <a:schemeClr val="bg1"/>
              </a:solidFill>
              <a:round/>
              <a:headEnd/>
              <a:tailEnd/>
            </a:ln>
          </p:spPr>
          <p:txBody>
            <a:bodyPr/>
            <a:lstStyle/>
            <a:p>
              <a:pPr>
                <a:defRPr/>
              </a:pPr>
              <a:endParaRPr lang="en-GB"/>
            </a:p>
          </p:txBody>
        </p:sp>
        <p:sp>
          <p:nvSpPr>
            <p:cNvPr id="32" name="Freeform 45">
              <a:extLst>
                <a:ext uri="{FF2B5EF4-FFF2-40B4-BE49-F238E27FC236}">
                  <a16:creationId xmlns:a16="http://schemas.microsoft.com/office/drawing/2014/main" id="{120EE865-432D-43B1-B243-8A95B5920700}"/>
                </a:ext>
              </a:extLst>
            </p:cNvPr>
            <p:cNvSpPr>
              <a:spLocks/>
            </p:cNvSpPr>
            <p:nvPr/>
          </p:nvSpPr>
          <p:spPr bwMode="auto">
            <a:xfrm>
              <a:off x="1839908" y="2336800"/>
              <a:ext cx="1002582" cy="760413"/>
            </a:xfrm>
            <a:custGeom>
              <a:avLst/>
              <a:gdLst>
                <a:gd name="T0" fmla="*/ 147 w 485"/>
                <a:gd name="T1" fmla="*/ 0 h 399"/>
                <a:gd name="T2" fmla="*/ 127 w 485"/>
                <a:gd name="T3" fmla="*/ 9 h 399"/>
                <a:gd name="T4" fmla="*/ 115 w 485"/>
                <a:gd name="T5" fmla="*/ 44 h 399"/>
                <a:gd name="T6" fmla="*/ 102 w 485"/>
                <a:gd name="T7" fmla="*/ 73 h 399"/>
                <a:gd name="T8" fmla="*/ 94 w 485"/>
                <a:gd name="T9" fmla="*/ 97 h 399"/>
                <a:gd name="T10" fmla="*/ 81 w 485"/>
                <a:gd name="T11" fmla="*/ 123 h 399"/>
                <a:gd name="T12" fmla="*/ 67 w 485"/>
                <a:gd name="T13" fmla="*/ 149 h 399"/>
                <a:gd name="T14" fmla="*/ 50 w 485"/>
                <a:gd name="T15" fmla="*/ 177 h 399"/>
                <a:gd name="T16" fmla="*/ 26 w 485"/>
                <a:gd name="T17" fmla="*/ 210 h 399"/>
                <a:gd name="T18" fmla="*/ 0 w 485"/>
                <a:gd name="T19" fmla="*/ 241 h 399"/>
                <a:gd name="T20" fmla="*/ 0 w 485"/>
                <a:gd name="T21" fmla="*/ 311 h 399"/>
                <a:gd name="T22" fmla="*/ 376 w 485"/>
                <a:gd name="T23" fmla="*/ 371 h 399"/>
                <a:gd name="T24" fmla="*/ 552 w 485"/>
                <a:gd name="T25" fmla="*/ 399 h 399"/>
                <a:gd name="T26" fmla="*/ 587 w 485"/>
                <a:gd name="T27" fmla="*/ 260 h 399"/>
                <a:gd name="T28" fmla="*/ 610 w 485"/>
                <a:gd name="T29" fmla="*/ 249 h 399"/>
                <a:gd name="T30" fmla="*/ 588 w 485"/>
                <a:gd name="T31" fmla="*/ 218 h 399"/>
                <a:gd name="T32" fmla="*/ 600 w 485"/>
                <a:gd name="T33" fmla="*/ 186 h 399"/>
                <a:gd name="T34" fmla="*/ 670 w 485"/>
                <a:gd name="T35" fmla="*/ 133 h 399"/>
                <a:gd name="T36" fmla="*/ 621 w 485"/>
                <a:gd name="T37" fmla="*/ 85 h 399"/>
                <a:gd name="T38" fmla="*/ 412 w 485"/>
                <a:gd name="T39" fmla="*/ 51 h 399"/>
                <a:gd name="T40" fmla="*/ 386 w 485"/>
                <a:gd name="T41" fmla="*/ 65 h 399"/>
                <a:gd name="T42" fmla="*/ 346 w 485"/>
                <a:gd name="T43" fmla="*/ 42 h 399"/>
                <a:gd name="T44" fmla="*/ 312 w 485"/>
                <a:gd name="T45" fmla="*/ 66 h 399"/>
                <a:gd name="T46" fmla="*/ 281 w 485"/>
                <a:gd name="T47" fmla="*/ 42 h 399"/>
                <a:gd name="T48" fmla="*/ 197 w 485"/>
                <a:gd name="T49" fmla="*/ 43 h 399"/>
                <a:gd name="T50" fmla="*/ 209 w 485"/>
                <a:gd name="T51" fmla="*/ 4 h 399"/>
                <a:gd name="T52" fmla="*/ 147 w 485"/>
                <a:gd name="T53" fmla="*/ 0 h 39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5"/>
                <a:gd name="T82" fmla="*/ 0 h 399"/>
                <a:gd name="T83" fmla="*/ 485 w 485"/>
                <a:gd name="T84" fmla="*/ 399 h 39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5" h="399">
                  <a:moveTo>
                    <a:pt x="106" y="0"/>
                  </a:moveTo>
                  <a:lnTo>
                    <a:pt x="92" y="9"/>
                  </a:lnTo>
                  <a:lnTo>
                    <a:pt x="83" y="44"/>
                  </a:lnTo>
                  <a:lnTo>
                    <a:pt x="74" y="73"/>
                  </a:lnTo>
                  <a:lnTo>
                    <a:pt x="68" y="97"/>
                  </a:lnTo>
                  <a:lnTo>
                    <a:pt x="59" y="123"/>
                  </a:lnTo>
                  <a:lnTo>
                    <a:pt x="49" y="149"/>
                  </a:lnTo>
                  <a:lnTo>
                    <a:pt x="36" y="177"/>
                  </a:lnTo>
                  <a:lnTo>
                    <a:pt x="18" y="210"/>
                  </a:lnTo>
                  <a:lnTo>
                    <a:pt x="0" y="241"/>
                  </a:lnTo>
                  <a:lnTo>
                    <a:pt x="0" y="311"/>
                  </a:lnTo>
                  <a:lnTo>
                    <a:pt x="272" y="371"/>
                  </a:lnTo>
                  <a:lnTo>
                    <a:pt x="398" y="399"/>
                  </a:lnTo>
                  <a:lnTo>
                    <a:pt x="424" y="260"/>
                  </a:lnTo>
                  <a:lnTo>
                    <a:pt x="441" y="249"/>
                  </a:lnTo>
                  <a:lnTo>
                    <a:pt x="425" y="218"/>
                  </a:lnTo>
                  <a:lnTo>
                    <a:pt x="433" y="186"/>
                  </a:lnTo>
                  <a:lnTo>
                    <a:pt x="485" y="133"/>
                  </a:lnTo>
                  <a:lnTo>
                    <a:pt x="449" y="85"/>
                  </a:lnTo>
                  <a:lnTo>
                    <a:pt x="298" y="51"/>
                  </a:lnTo>
                  <a:lnTo>
                    <a:pt x="278" y="65"/>
                  </a:lnTo>
                  <a:lnTo>
                    <a:pt x="250" y="42"/>
                  </a:lnTo>
                  <a:lnTo>
                    <a:pt x="226" y="66"/>
                  </a:lnTo>
                  <a:lnTo>
                    <a:pt x="203" y="42"/>
                  </a:lnTo>
                  <a:lnTo>
                    <a:pt x="143" y="43"/>
                  </a:lnTo>
                  <a:lnTo>
                    <a:pt x="151" y="4"/>
                  </a:lnTo>
                  <a:lnTo>
                    <a:pt x="106" y="0"/>
                  </a:lnTo>
                  <a:close/>
                </a:path>
              </a:pathLst>
            </a:custGeom>
            <a:grpFill/>
            <a:ln w="6350">
              <a:solidFill>
                <a:schemeClr val="bg1"/>
              </a:solidFill>
              <a:round/>
              <a:headEnd/>
              <a:tailEnd/>
            </a:ln>
          </p:spPr>
          <p:txBody>
            <a:bodyPr/>
            <a:lstStyle/>
            <a:p>
              <a:pPr>
                <a:defRPr/>
              </a:pPr>
              <a:endParaRPr lang="en-GB"/>
            </a:p>
          </p:txBody>
        </p:sp>
        <p:sp>
          <p:nvSpPr>
            <p:cNvPr id="33" name="Freeform 46">
              <a:extLst>
                <a:ext uri="{FF2B5EF4-FFF2-40B4-BE49-F238E27FC236}">
                  <a16:creationId xmlns:a16="http://schemas.microsoft.com/office/drawing/2014/main" id="{D8772527-92BC-4CEC-BE0D-CE17009D2CF1}"/>
                </a:ext>
              </a:extLst>
            </p:cNvPr>
            <p:cNvSpPr>
              <a:spLocks/>
            </p:cNvSpPr>
            <p:nvPr/>
          </p:nvSpPr>
          <p:spPr bwMode="auto">
            <a:xfrm>
              <a:off x="1757363" y="2925763"/>
              <a:ext cx="1057612" cy="1619250"/>
            </a:xfrm>
            <a:custGeom>
              <a:avLst/>
              <a:gdLst>
                <a:gd name="T0" fmla="*/ 55 w 512"/>
                <a:gd name="T1" fmla="*/ 0 h 850"/>
                <a:gd name="T2" fmla="*/ 379 w 512"/>
                <a:gd name="T3" fmla="*/ 50 h 850"/>
                <a:gd name="T4" fmla="*/ 308 w 512"/>
                <a:gd name="T5" fmla="*/ 300 h 850"/>
                <a:gd name="T6" fmla="*/ 673 w 512"/>
                <a:gd name="T7" fmla="*/ 681 h 850"/>
                <a:gd name="T8" fmla="*/ 708 w 512"/>
                <a:gd name="T9" fmla="*/ 730 h 850"/>
                <a:gd name="T10" fmla="*/ 672 w 512"/>
                <a:gd name="T11" fmla="*/ 753 h 850"/>
                <a:gd name="T12" fmla="*/ 651 w 512"/>
                <a:gd name="T13" fmla="*/ 795 h 850"/>
                <a:gd name="T14" fmla="*/ 628 w 512"/>
                <a:gd name="T15" fmla="*/ 820 h 850"/>
                <a:gd name="T16" fmla="*/ 653 w 512"/>
                <a:gd name="T17" fmla="*/ 842 h 850"/>
                <a:gd name="T18" fmla="*/ 612 w 512"/>
                <a:gd name="T19" fmla="*/ 850 h 850"/>
                <a:gd name="T20" fmla="*/ 398 w 512"/>
                <a:gd name="T21" fmla="*/ 844 h 850"/>
                <a:gd name="T22" fmla="*/ 384 w 512"/>
                <a:gd name="T23" fmla="*/ 794 h 850"/>
                <a:gd name="T24" fmla="*/ 348 w 512"/>
                <a:gd name="T25" fmla="*/ 758 h 850"/>
                <a:gd name="T26" fmla="*/ 320 w 512"/>
                <a:gd name="T27" fmla="*/ 745 h 850"/>
                <a:gd name="T28" fmla="*/ 313 w 512"/>
                <a:gd name="T29" fmla="*/ 719 h 850"/>
                <a:gd name="T30" fmla="*/ 291 w 512"/>
                <a:gd name="T31" fmla="*/ 705 h 850"/>
                <a:gd name="T32" fmla="*/ 268 w 512"/>
                <a:gd name="T33" fmla="*/ 687 h 850"/>
                <a:gd name="T34" fmla="*/ 260 w 512"/>
                <a:gd name="T35" fmla="*/ 667 h 850"/>
                <a:gd name="T36" fmla="*/ 240 w 512"/>
                <a:gd name="T37" fmla="*/ 654 h 850"/>
                <a:gd name="T38" fmla="*/ 207 w 512"/>
                <a:gd name="T39" fmla="*/ 661 h 850"/>
                <a:gd name="T40" fmla="*/ 168 w 512"/>
                <a:gd name="T41" fmla="*/ 651 h 850"/>
                <a:gd name="T42" fmla="*/ 168 w 512"/>
                <a:gd name="T43" fmla="*/ 640 h 850"/>
                <a:gd name="T44" fmla="*/ 167 w 512"/>
                <a:gd name="T45" fmla="*/ 617 h 850"/>
                <a:gd name="T46" fmla="*/ 152 w 512"/>
                <a:gd name="T47" fmla="*/ 591 h 850"/>
                <a:gd name="T48" fmla="*/ 151 w 512"/>
                <a:gd name="T49" fmla="*/ 570 h 850"/>
                <a:gd name="T50" fmla="*/ 134 w 512"/>
                <a:gd name="T51" fmla="*/ 551 h 850"/>
                <a:gd name="T52" fmla="*/ 138 w 512"/>
                <a:gd name="T53" fmla="*/ 533 h 850"/>
                <a:gd name="T54" fmla="*/ 92 w 512"/>
                <a:gd name="T55" fmla="*/ 490 h 850"/>
                <a:gd name="T56" fmla="*/ 92 w 512"/>
                <a:gd name="T57" fmla="*/ 465 h 850"/>
                <a:gd name="T58" fmla="*/ 115 w 512"/>
                <a:gd name="T59" fmla="*/ 456 h 850"/>
                <a:gd name="T60" fmla="*/ 115 w 512"/>
                <a:gd name="T61" fmla="*/ 440 h 850"/>
                <a:gd name="T62" fmla="*/ 92 w 512"/>
                <a:gd name="T63" fmla="*/ 436 h 850"/>
                <a:gd name="T64" fmla="*/ 80 w 512"/>
                <a:gd name="T65" fmla="*/ 412 h 850"/>
                <a:gd name="T66" fmla="*/ 69 w 512"/>
                <a:gd name="T67" fmla="*/ 371 h 850"/>
                <a:gd name="T68" fmla="*/ 103 w 512"/>
                <a:gd name="T69" fmla="*/ 393 h 850"/>
                <a:gd name="T70" fmla="*/ 89 w 512"/>
                <a:gd name="T71" fmla="*/ 364 h 850"/>
                <a:gd name="T72" fmla="*/ 115 w 512"/>
                <a:gd name="T73" fmla="*/ 364 h 850"/>
                <a:gd name="T74" fmla="*/ 115 w 512"/>
                <a:gd name="T75" fmla="*/ 343 h 850"/>
                <a:gd name="T76" fmla="*/ 89 w 512"/>
                <a:gd name="T77" fmla="*/ 329 h 850"/>
                <a:gd name="T78" fmla="*/ 78 w 512"/>
                <a:gd name="T79" fmla="*/ 349 h 850"/>
                <a:gd name="T80" fmla="*/ 55 w 512"/>
                <a:gd name="T81" fmla="*/ 342 h 850"/>
                <a:gd name="T82" fmla="*/ 11 w 512"/>
                <a:gd name="T83" fmla="*/ 246 h 850"/>
                <a:gd name="T84" fmla="*/ 22 w 512"/>
                <a:gd name="T85" fmla="*/ 178 h 850"/>
                <a:gd name="T86" fmla="*/ 0 w 512"/>
                <a:gd name="T87" fmla="*/ 139 h 850"/>
                <a:gd name="T88" fmla="*/ 12 w 512"/>
                <a:gd name="T89" fmla="*/ 110 h 850"/>
                <a:gd name="T90" fmla="*/ 33 w 512"/>
                <a:gd name="T91" fmla="*/ 104 h 850"/>
                <a:gd name="T92" fmla="*/ 55 w 512"/>
                <a:gd name="T93" fmla="*/ 57 h 850"/>
                <a:gd name="T94" fmla="*/ 55 w 512"/>
                <a:gd name="T95" fmla="*/ 0 h 85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512"/>
                <a:gd name="T145" fmla="*/ 0 h 850"/>
                <a:gd name="T146" fmla="*/ 512 w 512"/>
                <a:gd name="T147" fmla="*/ 850 h 85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512" h="850">
                  <a:moveTo>
                    <a:pt x="40" y="0"/>
                  </a:moveTo>
                  <a:lnTo>
                    <a:pt x="275" y="50"/>
                  </a:lnTo>
                  <a:lnTo>
                    <a:pt x="223" y="300"/>
                  </a:lnTo>
                  <a:lnTo>
                    <a:pt x="488" y="681"/>
                  </a:lnTo>
                  <a:lnTo>
                    <a:pt x="512" y="730"/>
                  </a:lnTo>
                  <a:lnTo>
                    <a:pt x="487" y="753"/>
                  </a:lnTo>
                  <a:lnTo>
                    <a:pt x="471" y="795"/>
                  </a:lnTo>
                  <a:lnTo>
                    <a:pt x="455" y="820"/>
                  </a:lnTo>
                  <a:lnTo>
                    <a:pt x="472" y="842"/>
                  </a:lnTo>
                  <a:lnTo>
                    <a:pt x="444" y="850"/>
                  </a:lnTo>
                  <a:lnTo>
                    <a:pt x="289" y="844"/>
                  </a:lnTo>
                  <a:lnTo>
                    <a:pt x="279" y="794"/>
                  </a:lnTo>
                  <a:lnTo>
                    <a:pt x="252" y="758"/>
                  </a:lnTo>
                  <a:lnTo>
                    <a:pt x="232" y="745"/>
                  </a:lnTo>
                  <a:lnTo>
                    <a:pt x="227" y="719"/>
                  </a:lnTo>
                  <a:lnTo>
                    <a:pt x="210" y="705"/>
                  </a:lnTo>
                  <a:lnTo>
                    <a:pt x="194" y="687"/>
                  </a:lnTo>
                  <a:lnTo>
                    <a:pt x="188" y="667"/>
                  </a:lnTo>
                  <a:lnTo>
                    <a:pt x="173" y="654"/>
                  </a:lnTo>
                  <a:lnTo>
                    <a:pt x="149" y="661"/>
                  </a:lnTo>
                  <a:lnTo>
                    <a:pt x="122" y="651"/>
                  </a:lnTo>
                  <a:lnTo>
                    <a:pt x="122" y="640"/>
                  </a:lnTo>
                  <a:lnTo>
                    <a:pt x="121" y="617"/>
                  </a:lnTo>
                  <a:lnTo>
                    <a:pt x="110" y="591"/>
                  </a:lnTo>
                  <a:lnTo>
                    <a:pt x="109" y="570"/>
                  </a:lnTo>
                  <a:lnTo>
                    <a:pt x="97" y="551"/>
                  </a:lnTo>
                  <a:lnTo>
                    <a:pt x="100" y="533"/>
                  </a:lnTo>
                  <a:lnTo>
                    <a:pt x="66" y="490"/>
                  </a:lnTo>
                  <a:lnTo>
                    <a:pt x="66" y="465"/>
                  </a:lnTo>
                  <a:lnTo>
                    <a:pt x="83" y="456"/>
                  </a:lnTo>
                  <a:lnTo>
                    <a:pt x="83" y="440"/>
                  </a:lnTo>
                  <a:lnTo>
                    <a:pt x="66" y="436"/>
                  </a:lnTo>
                  <a:lnTo>
                    <a:pt x="58" y="412"/>
                  </a:lnTo>
                  <a:lnTo>
                    <a:pt x="50" y="371"/>
                  </a:lnTo>
                  <a:lnTo>
                    <a:pt x="75" y="393"/>
                  </a:lnTo>
                  <a:lnTo>
                    <a:pt x="65" y="364"/>
                  </a:lnTo>
                  <a:lnTo>
                    <a:pt x="83" y="364"/>
                  </a:lnTo>
                  <a:lnTo>
                    <a:pt x="83" y="343"/>
                  </a:lnTo>
                  <a:lnTo>
                    <a:pt x="65" y="329"/>
                  </a:lnTo>
                  <a:lnTo>
                    <a:pt x="56" y="349"/>
                  </a:lnTo>
                  <a:lnTo>
                    <a:pt x="40" y="342"/>
                  </a:lnTo>
                  <a:lnTo>
                    <a:pt x="7" y="246"/>
                  </a:lnTo>
                  <a:lnTo>
                    <a:pt x="16" y="178"/>
                  </a:lnTo>
                  <a:lnTo>
                    <a:pt x="0" y="139"/>
                  </a:lnTo>
                  <a:lnTo>
                    <a:pt x="8" y="110"/>
                  </a:lnTo>
                  <a:lnTo>
                    <a:pt x="24" y="104"/>
                  </a:lnTo>
                  <a:lnTo>
                    <a:pt x="40" y="57"/>
                  </a:lnTo>
                  <a:lnTo>
                    <a:pt x="40" y="0"/>
                  </a:lnTo>
                  <a:close/>
                </a:path>
              </a:pathLst>
            </a:custGeom>
            <a:grpFill/>
            <a:ln w="6350">
              <a:solidFill>
                <a:schemeClr val="bg1"/>
              </a:solidFill>
              <a:round/>
              <a:headEnd/>
              <a:tailEnd/>
            </a:ln>
          </p:spPr>
          <p:txBody>
            <a:bodyPr/>
            <a:lstStyle/>
            <a:p>
              <a:pPr>
                <a:defRPr/>
              </a:pPr>
              <a:endParaRPr lang="en-GB"/>
            </a:p>
          </p:txBody>
        </p:sp>
        <p:sp>
          <p:nvSpPr>
            <p:cNvPr id="34" name="Freeform 47">
              <a:extLst>
                <a:ext uri="{FF2B5EF4-FFF2-40B4-BE49-F238E27FC236}">
                  <a16:creationId xmlns:a16="http://schemas.microsoft.com/office/drawing/2014/main" id="{C2BE81C8-9672-45DA-87F4-C088CACB5C85}"/>
                </a:ext>
              </a:extLst>
            </p:cNvPr>
            <p:cNvSpPr>
              <a:spLocks/>
            </p:cNvSpPr>
            <p:nvPr/>
          </p:nvSpPr>
          <p:spPr bwMode="auto">
            <a:xfrm>
              <a:off x="2658483" y="2041525"/>
              <a:ext cx="722272" cy="1158875"/>
            </a:xfrm>
            <a:custGeom>
              <a:avLst/>
              <a:gdLst>
                <a:gd name="T0" fmla="*/ 117 w 349"/>
                <a:gd name="T1" fmla="*/ 0 h 608"/>
                <a:gd name="T2" fmla="*/ 72 w 349"/>
                <a:gd name="T3" fmla="*/ 238 h 608"/>
                <a:gd name="T4" fmla="*/ 118 w 349"/>
                <a:gd name="T5" fmla="*/ 288 h 608"/>
                <a:gd name="T6" fmla="*/ 47 w 349"/>
                <a:gd name="T7" fmla="*/ 341 h 608"/>
                <a:gd name="T8" fmla="*/ 37 w 349"/>
                <a:gd name="T9" fmla="*/ 378 h 608"/>
                <a:gd name="T10" fmla="*/ 58 w 349"/>
                <a:gd name="T11" fmla="*/ 404 h 608"/>
                <a:gd name="T12" fmla="*/ 37 w 349"/>
                <a:gd name="T13" fmla="*/ 416 h 608"/>
                <a:gd name="T14" fmla="*/ 0 w 349"/>
                <a:gd name="T15" fmla="*/ 554 h 608"/>
                <a:gd name="T16" fmla="*/ 230 w 349"/>
                <a:gd name="T17" fmla="*/ 586 h 608"/>
                <a:gd name="T18" fmla="*/ 451 w 349"/>
                <a:gd name="T19" fmla="*/ 608 h 608"/>
                <a:gd name="T20" fmla="*/ 472 w 349"/>
                <a:gd name="T21" fmla="*/ 482 h 608"/>
                <a:gd name="T22" fmla="*/ 485 w 349"/>
                <a:gd name="T23" fmla="*/ 413 h 608"/>
                <a:gd name="T24" fmla="*/ 464 w 349"/>
                <a:gd name="T25" fmla="*/ 388 h 608"/>
                <a:gd name="T26" fmla="*/ 414 w 349"/>
                <a:gd name="T27" fmla="*/ 395 h 608"/>
                <a:gd name="T28" fmla="*/ 346 w 349"/>
                <a:gd name="T29" fmla="*/ 401 h 608"/>
                <a:gd name="T30" fmla="*/ 338 w 349"/>
                <a:gd name="T31" fmla="*/ 345 h 608"/>
                <a:gd name="T32" fmla="*/ 257 w 349"/>
                <a:gd name="T33" fmla="*/ 299 h 608"/>
                <a:gd name="T34" fmla="*/ 268 w 349"/>
                <a:gd name="T35" fmla="*/ 270 h 608"/>
                <a:gd name="T36" fmla="*/ 275 w 349"/>
                <a:gd name="T37" fmla="*/ 218 h 608"/>
                <a:gd name="T38" fmla="*/ 175 w 349"/>
                <a:gd name="T39" fmla="*/ 106 h 608"/>
                <a:gd name="T40" fmla="*/ 188 w 349"/>
                <a:gd name="T41" fmla="*/ 7 h 608"/>
                <a:gd name="T42" fmla="*/ 117 w 349"/>
                <a:gd name="T43" fmla="*/ 0 h 6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49"/>
                <a:gd name="T67" fmla="*/ 0 h 608"/>
                <a:gd name="T68" fmla="*/ 349 w 349"/>
                <a:gd name="T69" fmla="*/ 608 h 6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49" h="608">
                  <a:moveTo>
                    <a:pt x="84" y="0"/>
                  </a:moveTo>
                  <a:lnTo>
                    <a:pt x="52" y="238"/>
                  </a:lnTo>
                  <a:lnTo>
                    <a:pt x="85" y="288"/>
                  </a:lnTo>
                  <a:lnTo>
                    <a:pt x="34" y="341"/>
                  </a:lnTo>
                  <a:lnTo>
                    <a:pt x="27" y="378"/>
                  </a:lnTo>
                  <a:lnTo>
                    <a:pt x="41" y="404"/>
                  </a:lnTo>
                  <a:lnTo>
                    <a:pt x="27" y="416"/>
                  </a:lnTo>
                  <a:lnTo>
                    <a:pt x="0" y="554"/>
                  </a:lnTo>
                  <a:lnTo>
                    <a:pt x="166" y="586"/>
                  </a:lnTo>
                  <a:lnTo>
                    <a:pt x="324" y="608"/>
                  </a:lnTo>
                  <a:lnTo>
                    <a:pt x="340" y="482"/>
                  </a:lnTo>
                  <a:lnTo>
                    <a:pt x="349" y="413"/>
                  </a:lnTo>
                  <a:lnTo>
                    <a:pt x="333" y="388"/>
                  </a:lnTo>
                  <a:lnTo>
                    <a:pt x="297" y="395"/>
                  </a:lnTo>
                  <a:lnTo>
                    <a:pt x="250" y="401"/>
                  </a:lnTo>
                  <a:lnTo>
                    <a:pt x="242" y="345"/>
                  </a:lnTo>
                  <a:lnTo>
                    <a:pt x="185" y="299"/>
                  </a:lnTo>
                  <a:lnTo>
                    <a:pt x="192" y="270"/>
                  </a:lnTo>
                  <a:lnTo>
                    <a:pt x="198" y="218"/>
                  </a:lnTo>
                  <a:lnTo>
                    <a:pt x="125" y="106"/>
                  </a:lnTo>
                  <a:lnTo>
                    <a:pt x="134" y="7"/>
                  </a:lnTo>
                  <a:lnTo>
                    <a:pt x="84" y="0"/>
                  </a:lnTo>
                  <a:close/>
                </a:path>
              </a:pathLst>
            </a:custGeom>
            <a:grpFill/>
            <a:ln w="6350">
              <a:solidFill>
                <a:schemeClr val="bg1"/>
              </a:solidFill>
              <a:round/>
              <a:headEnd/>
              <a:tailEnd/>
            </a:ln>
          </p:spPr>
          <p:txBody>
            <a:bodyPr/>
            <a:lstStyle/>
            <a:p>
              <a:pPr>
                <a:defRPr/>
              </a:pPr>
              <a:endParaRPr lang="en-GB"/>
            </a:p>
          </p:txBody>
        </p:sp>
        <p:sp>
          <p:nvSpPr>
            <p:cNvPr id="35" name="Freeform 48">
              <a:extLst>
                <a:ext uri="{FF2B5EF4-FFF2-40B4-BE49-F238E27FC236}">
                  <a16:creationId xmlns:a16="http://schemas.microsoft.com/office/drawing/2014/main" id="{5DE191FF-194F-4363-BFE9-A1559DFA5420}"/>
                </a:ext>
              </a:extLst>
            </p:cNvPr>
            <p:cNvSpPr>
              <a:spLocks/>
            </p:cNvSpPr>
            <p:nvPr/>
          </p:nvSpPr>
          <p:spPr bwMode="auto">
            <a:xfrm>
              <a:off x="5698902" y="4259263"/>
              <a:ext cx="433363" cy="750887"/>
            </a:xfrm>
            <a:custGeom>
              <a:avLst/>
              <a:gdLst>
                <a:gd name="T0" fmla="*/ 81 w 210"/>
                <a:gd name="T1" fmla="*/ 13 h 394"/>
                <a:gd name="T2" fmla="*/ 37 w 210"/>
                <a:gd name="T3" fmla="*/ 80 h 394"/>
                <a:gd name="T4" fmla="*/ 0 w 210"/>
                <a:gd name="T5" fmla="*/ 124 h 394"/>
                <a:gd name="T6" fmla="*/ 13 w 210"/>
                <a:gd name="T7" fmla="*/ 175 h 394"/>
                <a:gd name="T8" fmla="*/ 57 w 210"/>
                <a:gd name="T9" fmla="*/ 246 h 394"/>
                <a:gd name="T10" fmla="*/ 23 w 210"/>
                <a:gd name="T11" fmla="*/ 318 h 394"/>
                <a:gd name="T12" fmla="*/ 6 w 210"/>
                <a:gd name="T13" fmla="*/ 355 h 394"/>
                <a:gd name="T14" fmla="*/ 174 w 210"/>
                <a:gd name="T15" fmla="*/ 340 h 394"/>
                <a:gd name="T16" fmla="*/ 184 w 210"/>
                <a:gd name="T17" fmla="*/ 388 h 394"/>
                <a:gd name="T18" fmla="*/ 217 w 210"/>
                <a:gd name="T19" fmla="*/ 394 h 394"/>
                <a:gd name="T20" fmla="*/ 225 w 210"/>
                <a:gd name="T21" fmla="*/ 369 h 394"/>
                <a:gd name="T22" fmla="*/ 286 w 210"/>
                <a:gd name="T23" fmla="*/ 362 h 394"/>
                <a:gd name="T24" fmla="*/ 272 w 210"/>
                <a:gd name="T25" fmla="*/ 282 h 394"/>
                <a:gd name="T26" fmla="*/ 270 w 210"/>
                <a:gd name="T27" fmla="*/ 0 h 394"/>
                <a:gd name="T28" fmla="*/ 81 w 210"/>
                <a:gd name="T29" fmla="*/ 13 h 39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10"/>
                <a:gd name="T46" fmla="*/ 0 h 394"/>
                <a:gd name="T47" fmla="*/ 210 w 210"/>
                <a:gd name="T48" fmla="*/ 394 h 39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10" h="394">
                  <a:moveTo>
                    <a:pt x="59" y="13"/>
                  </a:moveTo>
                  <a:lnTo>
                    <a:pt x="27" y="80"/>
                  </a:lnTo>
                  <a:lnTo>
                    <a:pt x="0" y="124"/>
                  </a:lnTo>
                  <a:lnTo>
                    <a:pt x="9" y="175"/>
                  </a:lnTo>
                  <a:lnTo>
                    <a:pt x="42" y="246"/>
                  </a:lnTo>
                  <a:lnTo>
                    <a:pt x="17" y="318"/>
                  </a:lnTo>
                  <a:lnTo>
                    <a:pt x="6" y="355"/>
                  </a:lnTo>
                  <a:lnTo>
                    <a:pt x="128" y="340"/>
                  </a:lnTo>
                  <a:lnTo>
                    <a:pt x="134" y="388"/>
                  </a:lnTo>
                  <a:lnTo>
                    <a:pt x="159" y="394"/>
                  </a:lnTo>
                  <a:lnTo>
                    <a:pt x="165" y="369"/>
                  </a:lnTo>
                  <a:lnTo>
                    <a:pt x="210" y="362"/>
                  </a:lnTo>
                  <a:lnTo>
                    <a:pt x="200" y="282"/>
                  </a:lnTo>
                  <a:lnTo>
                    <a:pt x="198" y="0"/>
                  </a:lnTo>
                  <a:lnTo>
                    <a:pt x="59" y="13"/>
                  </a:lnTo>
                  <a:close/>
                </a:path>
              </a:pathLst>
            </a:custGeom>
            <a:grpFill/>
            <a:ln w="6350">
              <a:solidFill>
                <a:schemeClr val="bg1"/>
              </a:solidFill>
              <a:round/>
              <a:headEnd/>
              <a:tailEnd/>
            </a:ln>
          </p:spPr>
          <p:txBody>
            <a:bodyPr/>
            <a:lstStyle/>
            <a:p>
              <a:pPr>
                <a:defRPr/>
              </a:pPr>
              <a:endParaRPr lang="en-GB"/>
            </a:p>
          </p:txBody>
        </p:sp>
        <p:sp>
          <p:nvSpPr>
            <p:cNvPr id="36" name="Freeform 49">
              <a:extLst>
                <a:ext uri="{FF2B5EF4-FFF2-40B4-BE49-F238E27FC236}">
                  <a16:creationId xmlns:a16="http://schemas.microsoft.com/office/drawing/2014/main" id="{80B6F277-45F4-4D57-847D-8756FE015EFD}"/>
                </a:ext>
              </a:extLst>
            </p:cNvPr>
            <p:cNvSpPr>
              <a:spLocks/>
            </p:cNvSpPr>
            <p:nvPr/>
          </p:nvSpPr>
          <p:spPr bwMode="auto">
            <a:xfrm>
              <a:off x="6104750" y="4222750"/>
              <a:ext cx="490113" cy="758825"/>
            </a:xfrm>
            <a:custGeom>
              <a:avLst/>
              <a:gdLst>
                <a:gd name="T0" fmla="*/ 0 w 237"/>
                <a:gd name="T1" fmla="*/ 20 h 398"/>
                <a:gd name="T2" fmla="*/ 213 w 237"/>
                <a:gd name="T3" fmla="*/ 0 h 398"/>
                <a:gd name="T4" fmla="*/ 281 w 237"/>
                <a:gd name="T5" fmla="*/ 184 h 398"/>
                <a:gd name="T6" fmla="*/ 329 w 237"/>
                <a:gd name="T7" fmla="*/ 213 h 398"/>
                <a:gd name="T8" fmla="*/ 291 w 237"/>
                <a:gd name="T9" fmla="*/ 267 h 398"/>
                <a:gd name="T10" fmla="*/ 326 w 237"/>
                <a:gd name="T11" fmla="*/ 319 h 398"/>
                <a:gd name="T12" fmla="*/ 110 w 237"/>
                <a:gd name="T13" fmla="*/ 338 h 398"/>
                <a:gd name="T14" fmla="*/ 117 w 237"/>
                <a:gd name="T15" fmla="*/ 383 h 398"/>
                <a:gd name="T16" fmla="*/ 86 w 237"/>
                <a:gd name="T17" fmla="*/ 398 h 398"/>
                <a:gd name="T18" fmla="*/ 61 w 237"/>
                <a:gd name="T19" fmla="*/ 341 h 398"/>
                <a:gd name="T20" fmla="*/ 46 w 237"/>
                <a:gd name="T21" fmla="*/ 387 h 398"/>
                <a:gd name="T22" fmla="*/ 17 w 237"/>
                <a:gd name="T23" fmla="*/ 383 h 398"/>
                <a:gd name="T24" fmla="*/ 11 w 237"/>
                <a:gd name="T25" fmla="*/ 337 h 398"/>
                <a:gd name="T26" fmla="*/ 1 w 237"/>
                <a:gd name="T27" fmla="*/ 297 h 398"/>
                <a:gd name="T28" fmla="*/ 0 w 237"/>
                <a:gd name="T29" fmla="*/ 20 h 3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37"/>
                <a:gd name="T46" fmla="*/ 0 h 398"/>
                <a:gd name="T47" fmla="*/ 237 w 237"/>
                <a:gd name="T48" fmla="*/ 398 h 3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37" h="398">
                  <a:moveTo>
                    <a:pt x="0" y="20"/>
                  </a:moveTo>
                  <a:lnTo>
                    <a:pt x="154" y="0"/>
                  </a:lnTo>
                  <a:lnTo>
                    <a:pt x="203" y="184"/>
                  </a:lnTo>
                  <a:lnTo>
                    <a:pt x="237" y="213"/>
                  </a:lnTo>
                  <a:lnTo>
                    <a:pt x="210" y="267"/>
                  </a:lnTo>
                  <a:lnTo>
                    <a:pt x="236" y="319"/>
                  </a:lnTo>
                  <a:lnTo>
                    <a:pt x="79" y="338"/>
                  </a:lnTo>
                  <a:lnTo>
                    <a:pt x="85" y="383"/>
                  </a:lnTo>
                  <a:lnTo>
                    <a:pt x="62" y="398"/>
                  </a:lnTo>
                  <a:lnTo>
                    <a:pt x="44" y="341"/>
                  </a:lnTo>
                  <a:lnTo>
                    <a:pt x="33" y="387"/>
                  </a:lnTo>
                  <a:lnTo>
                    <a:pt x="13" y="383"/>
                  </a:lnTo>
                  <a:lnTo>
                    <a:pt x="7" y="337"/>
                  </a:lnTo>
                  <a:lnTo>
                    <a:pt x="1" y="297"/>
                  </a:lnTo>
                  <a:lnTo>
                    <a:pt x="0" y="20"/>
                  </a:lnTo>
                  <a:close/>
                </a:path>
              </a:pathLst>
            </a:custGeom>
            <a:grpFill/>
            <a:ln w="6350">
              <a:solidFill>
                <a:schemeClr val="bg1"/>
              </a:solidFill>
              <a:round/>
              <a:headEnd/>
              <a:tailEnd/>
            </a:ln>
          </p:spPr>
          <p:txBody>
            <a:bodyPr/>
            <a:lstStyle/>
            <a:p>
              <a:pPr>
                <a:defRPr/>
              </a:pPr>
              <a:endParaRPr lang="en-GB"/>
            </a:p>
          </p:txBody>
        </p:sp>
        <p:sp>
          <p:nvSpPr>
            <p:cNvPr id="37" name="Freeform 50">
              <a:extLst>
                <a:ext uri="{FF2B5EF4-FFF2-40B4-BE49-F238E27FC236}">
                  <a16:creationId xmlns:a16="http://schemas.microsoft.com/office/drawing/2014/main" id="{73220F68-016F-49B5-B97D-4EB04D899674}"/>
                </a:ext>
              </a:extLst>
            </p:cNvPr>
            <p:cNvSpPr>
              <a:spLocks/>
            </p:cNvSpPr>
            <p:nvPr/>
          </p:nvSpPr>
          <p:spPr bwMode="auto">
            <a:xfrm>
              <a:off x="6422894" y="4184650"/>
              <a:ext cx="679279" cy="698500"/>
            </a:xfrm>
            <a:custGeom>
              <a:avLst/>
              <a:gdLst>
                <a:gd name="T0" fmla="*/ 0 w 328"/>
                <a:gd name="T1" fmla="*/ 23 h 366"/>
                <a:gd name="T2" fmla="*/ 4 w 328"/>
                <a:gd name="T3" fmla="*/ 23 h 366"/>
                <a:gd name="T4" fmla="*/ 111 w 328"/>
                <a:gd name="T5" fmla="*/ 7 h 366"/>
                <a:gd name="T6" fmla="*/ 206 w 328"/>
                <a:gd name="T7" fmla="*/ 0 h 366"/>
                <a:gd name="T8" fmla="*/ 192 w 328"/>
                <a:gd name="T9" fmla="*/ 19 h 366"/>
                <a:gd name="T10" fmla="*/ 221 w 328"/>
                <a:gd name="T11" fmla="*/ 19 h 366"/>
                <a:gd name="T12" fmla="*/ 384 w 328"/>
                <a:gd name="T13" fmla="*/ 132 h 366"/>
                <a:gd name="T14" fmla="*/ 446 w 328"/>
                <a:gd name="T15" fmla="*/ 205 h 366"/>
                <a:gd name="T16" fmla="*/ 455 w 328"/>
                <a:gd name="T17" fmla="*/ 254 h 366"/>
                <a:gd name="T18" fmla="*/ 434 w 328"/>
                <a:gd name="T19" fmla="*/ 266 h 366"/>
                <a:gd name="T20" fmla="*/ 446 w 328"/>
                <a:gd name="T21" fmla="*/ 316 h 366"/>
                <a:gd name="T22" fmla="*/ 402 w 328"/>
                <a:gd name="T23" fmla="*/ 318 h 366"/>
                <a:gd name="T24" fmla="*/ 402 w 328"/>
                <a:gd name="T25" fmla="*/ 360 h 366"/>
                <a:gd name="T26" fmla="*/ 364 w 328"/>
                <a:gd name="T27" fmla="*/ 339 h 366"/>
                <a:gd name="T28" fmla="*/ 130 w 328"/>
                <a:gd name="T29" fmla="*/ 366 h 366"/>
                <a:gd name="T30" fmla="*/ 78 w 328"/>
                <a:gd name="T31" fmla="*/ 287 h 366"/>
                <a:gd name="T32" fmla="*/ 115 w 328"/>
                <a:gd name="T33" fmla="*/ 233 h 366"/>
                <a:gd name="T34" fmla="*/ 65 w 328"/>
                <a:gd name="T35" fmla="*/ 206 h 366"/>
                <a:gd name="T36" fmla="*/ 0 w 328"/>
                <a:gd name="T37" fmla="*/ 23 h 3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28"/>
                <a:gd name="T58" fmla="*/ 0 h 366"/>
                <a:gd name="T59" fmla="*/ 328 w 328"/>
                <a:gd name="T60" fmla="*/ 366 h 3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28" h="366">
                  <a:moveTo>
                    <a:pt x="0" y="23"/>
                  </a:moveTo>
                  <a:lnTo>
                    <a:pt x="4" y="23"/>
                  </a:lnTo>
                  <a:lnTo>
                    <a:pt x="80" y="7"/>
                  </a:lnTo>
                  <a:lnTo>
                    <a:pt x="148" y="0"/>
                  </a:lnTo>
                  <a:lnTo>
                    <a:pt x="138" y="19"/>
                  </a:lnTo>
                  <a:lnTo>
                    <a:pt x="159" y="19"/>
                  </a:lnTo>
                  <a:lnTo>
                    <a:pt x="276" y="132"/>
                  </a:lnTo>
                  <a:lnTo>
                    <a:pt x="322" y="205"/>
                  </a:lnTo>
                  <a:lnTo>
                    <a:pt x="328" y="254"/>
                  </a:lnTo>
                  <a:lnTo>
                    <a:pt x="313" y="266"/>
                  </a:lnTo>
                  <a:lnTo>
                    <a:pt x="322" y="316"/>
                  </a:lnTo>
                  <a:lnTo>
                    <a:pt x="289" y="318"/>
                  </a:lnTo>
                  <a:lnTo>
                    <a:pt x="289" y="360"/>
                  </a:lnTo>
                  <a:lnTo>
                    <a:pt x="263" y="339"/>
                  </a:lnTo>
                  <a:lnTo>
                    <a:pt x="94" y="366"/>
                  </a:lnTo>
                  <a:lnTo>
                    <a:pt x="56" y="287"/>
                  </a:lnTo>
                  <a:lnTo>
                    <a:pt x="83" y="233"/>
                  </a:lnTo>
                  <a:lnTo>
                    <a:pt x="47" y="206"/>
                  </a:lnTo>
                  <a:lnTo>
                    <a:pt x="0" y="23"/>
                  </a:lnTo>
                  <a:close/>
                </a:path>
              </a:pathLst>
            </a:custGeom>
            <a:grpFill/>
            <a:ln w="6350">
              <a:solidFill>
                <a:schemeClr val="bg1"/>
              </a:solidFill>
              <a:round/>
              <a:headEnd/>
              <a:tailEnd/>
            </a:ln>
          </p:spPr>
          <p:txBody>
            <a:bodyPr/>
            <a:lstStyle/>
            <a:p>
              <a:pPr>
                <a:defRPr/>
              </a:pPr>
              <a:endParaRPr lang="en-GB"/>
            </a:p>
          </p:txBody>
        </p:sp>
        <p:sp>
          <p:nvSpPr>
            <p:cNvPr id="38" name="Freeform 51">
              <a:extLst>
                <a:ext uri="{FF2B5EF4-FFF2-40B4-BE49-F238E27FC236}">
                  <a16:creationId xmlns:a16="http://schemas.microsoft.com/office/drawing/2014/main" id="{2F6C4EA2-2E1D-4EB3-BC03-0B86EC5BCFA3}"/>
                </a:ext>
              </a:extLst>
            </p:cNvPr>
            <p:cNvSpPr>
              <a:spLocks/>
            </p:cNvSpPr>
            <p:nvPr/>
          </p:nvSpPr>
          <p:spPr bwMode="auto">
            <a:xfrm>
              <a:off x="6587984" y="3757613"/>
              <a:ext cx="1064490" cy="463550"/>
            </a:xfrm>
            <a:custGeom>
              <a:avLst/>
              <a:gdLst>
                <a:gd name="T0" fmla="*/ 25 w 516"/>
                <a:gd name="T1" fmla="*/ 180 h 243"/>
                <a:gd name="T2" fmla="*/ 0 w 516"/>
                <a:gd name="T3" fmla="*/ 231 h 243"/>
                <a:gd name="T4" fmla="*/ 93 w 516"/>
                <a:gd name="T5" fmla="*/ 224 h 243"/>
                <a:gd name="T6" fmla="*/ 128 w 516"/>
                <a:gd name="T7" fmla="*/ 201 h 243"/>
                <a:gd name="T8" fmla="*/ 253 w 516"/>
                <a:gd name="T9" fmla="*/ 175 h 243"/>
                <a:gd name="T10" fmla="*/ 287 w 516"/>
                <a:gd name="T11" fmla="*/ 189 h 243"/>
                <a:gd name="T12" fmla="*/ 369 w 516"/>
                <a:gd name="T13" fmla="*/ 180 h 243"/>
                <a:gd name="T14" fmla="*/ 369 w 516"/>
                <a:gd name="T15" fmla="*/ 183 h 243"/>
                <a:gd name="T16" fmla="*/ 494 w 516"/>
                <a:gd name="T17" fmla="*/ 243 h 243"/>
                <a:gd name="T18" fmla="*/ 565 w 516"/>
                <a:gd name="T19" fmla="*/ 226 h 243"/>
                <a:gd name="T20" fmla="*/ 608 w 516"/>
                <a:gd name="T21" fmla="*/ 159 h 243"/>
                <a:gd name="T22" fmla="*/ 677 w 516"/>
                <a:gd name="T23" fmla="*/ 140 h 243"/>
                <a:gd name="T24" fmla="*/ 711 w 516"/>
                <a:gd name="T25" fmla="*/ 90 h 243"/>
                <a:gd name="T26" fmla="*/ 708 w 516"/>
                <a:gd name="T27" fmla="*/ 30 h 243"/>
                <a:gd name="T28" fmla="*/ 701 w 516"/>
                <a:gd name="T29" fmla="*/ 80 h 243"/>
                <a:gd name="T30" fmla="*/ 661 w 516"/>
                <a:gd name="T31" fmla="*/ 122 h 243"/>
                <a:gd name="T32" fmla="*/ 646 w 516"/>
                <a:gd name="T33" fmla="*/ 119 h 243"/>
                <a:gd name="T34" fmla="*/ 594 w 516"/>
                <a:gd name="T35" fmla="*/ 130 h 243"/>
                <a:gd name="T36" fmla="*/ 594 w 516"/>
                <a:gd name="T37" fmla="*/ 116 h 243"/>
                <a:gd name="T38" fmla="*/ 646 w 516"/>
                <a:gd name="T39" fmla="*/ 102 h 243"/>
                <a:gd name="T40" fmla="*/ 597 w 516"/>
                <a:gd name="T41" fmla="*/ 97 h 243"/>
                <a:gd name="T42" fmla="*/ 652 w 516"/>
                <a:gd name="T43" fmla="*/ 85 h 243"/>
                <a:gd name="T44" fmla="*/ 674 w 516"/>
                <a:gd name="T45" fmla="*/ 92 h 243"/>
                <a:gd name="T46" fmla="*/ 685 w 516"/>
                <a:gd name="T47" fmla="*/ 45 h 243"/>
                <a:gd name="T48" fmla="*/ 672 w 516"/>
                <a:gd name="T49" fmla="*/ 34 h 243"/>
                <a:gd name="T50" fmla="*/ 607 w 516"/>
                <a:gd name="T51" fmla="*/ 53 h 243"/>
                <a:gd name="T52" fmla="*/ 608 w 516"/>
                <a:gd name="T53" fmla="*/ 25 h 243"/>
                <a:gd name="T54" fmla="*/ 635 w 516"/>
                <a:gd name="T55" fmla="*/ 32 h 243"/>
                <a:gd name="T56" fmla="*/ 672 w 516"/>
                <a:gd name="T57" fmla="*/ 10 h 243"/>
                <a:gd name="T58" fmla="*/ 651 w 516"/>
                <a:gd name="T59" fmla="*/ 0 h 243"/>
                <a:gd name="T60" fmla="*/ 438 w 516"/>
                <a:gd name="T61" fmla="*/ 37 h 243"/>
                <a:gd name="T62" fmla="*/ 179 w 516"/>
                <a:gd name="T63" fmla="*/ 79 h 243"/>
                <a:gd name="T64" fmla="*/ 60 w 516"/>
                <a:gd name="T65" fmla="*/ 179 h 243"/>
                <a:gd name="T66" fmla="*/ 25 w 516"/>
                <a:gd name="T67" fmla="*/ 180 h 2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6"/>
                <a:gd name="T103" fmla="*/ 0 h 243"/>
                <a:gd name="T104" fmla="*/ 516 w 516"/>
                <a:gd name="T105" fmla="*/ 243 h 24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6" h="243">
                  <a:moveTo>
                    <a:pt x="18" y="180"/>
                  </a:moveTo>
                  <a:lnTo>
                    <a:pt x="0" y="231"/>
                  </a:lnTo>
                  <a:lnTo>
                    <a:pt x="67" y="224"/>
                  </a:lnTo>
                  <a:lnTo>
                    <a:pt x="93" y="201"/>
                  </a:lnTo>
                  <a:lnTo>
                    <a:pt x="184" y="175"/>
                  </a:lnTo>
                  <a:lnTo>
                    <a:pt x="209" y="189"/>
                  </a:lnTo>
                  <a:lnTo>
                    <a:pt x="269" y="180"/>
                  </a:lnTo>
                  <a:lnTo>
                    <a:pt x="269" y="183"/>
                  </a:lnTo>
                  <a:lnTo>
                    <a:pt x="359" y="243"/>
                  </a:lnTo>
                  <a:lnTo>
                    <a:pt x="411" y="226"/>
                  </a:lnTo>
                  <a:lnTo>
                    <a:pt x="441" y="159"/>
                  </a:lnTo>
                  <a:lnTo>
                    <a:pt x="492" y="140"/>
                  </a:lnTo>
                  <a:lnTo>
                    <a:pt x="516" y="90"/>
                  </a:lnTo>
                  <a:lnTo>
                    <a:pt x="515" y="30"/>
                  </a:lnTo>
                  <a:lnTo>
                    <a:pt x="509" y="80"/>
                  </a:lnTo>
                  <a:lnTo>
                    <a:pt x="480" y="122"/>
                  </a:lnTo>
                  <a:lnTo>
                    <a:pt x="469" y="119"/>
                  </a:lnTo>
                  <a:lnTo>
                    <a:pt x="431" y="130"/>
                  </a:lnTo>
                  <a:lnTo>
                    <a:pt x="431" y="116"/>
                  </a:lnTo>
                  <a:lnTo>
                    <a:pt x="469" y="102"/>
                  </a:lnTo>
                  <a:lnTo>
                    <a:pt x="434" y="97"/>
                  </a:lnTo>
                  <a:lnTo>
                    <a:pt x="474" y="85"/>
                  </a:lnTo>
                  <a:lnTo>
                    <a:pt x="489" y="92"/>
                  </a:lnTo>
                  <a:lnTo>
                    <a:pt x="497" y="45"/>
                  </a:lnTo>
                  <a:lnTo>
                    <a:pt x="487" y="34"/>
                  </a:lnTo>
                  <a:lnTo>
                    <a:pt x="440" y="53"/>
                  </a:lnTo>
                  <a:lnTo>
                    <a:pt x="441" y="25"/>
                  </a:lnTo>
                  <a:lnTo>
                    <a:pt x="461" y="32"/>
                  </a:lnTo>
                  <a:lnTo>
                    <a:pt x="487" y="10"/>
                  </a:lnTo>
                  <a:lnTo>
                    <a:pt x="473" y="0"/>
                  </a:lnTo>
                  <a:lnTo>
                    <a:pt x="318" y="37"/>
                  </a:lnTo>
                  <a:lnTo>
                    <a:pt x="129" y="79"/>
                  </a:lnTo>
                  <a:lnTo>
                    <a:pt x="43" y="179"/>
                  </a:lnTo>
                  <a:lnTo>
                    <a:pt x="18" y="180"/>
                  </a:lnTo>
                  <a:close/>
                </a:path>
              </a:pathLst>
            </a:custGeom>
            <a:grpFill/>
            <a:ln w="6350">
              <a:solidFill>
                <a:schemeClr val="bg1"/>
              </a:solidFill>
              <a:round/>
              <a:headEnd/>
              <a:tailEnd/>
            </a:ln>
          </p:spPr>
          <p:txBody>
            <a:bodyPr/>
            <a:lstStyle/>
            <a:p>
              <a:pPr>
                <a:defRPr/>
              </a:pPr>
              <a:endParaRPr lang="en-GB"/>
            </a:p>
          </p:txBody>
        </p:sp>
        <p:sp>
          <p:nvSpPr>
            <p:cNvPr id="39" name="Freeform 52">
              <a:extLst>
                <a:ext uri="{FF2B5EF4-FFF2-40B4-BE49-F238E27FC236}">
                  <a16:creationId xmlns:a16="http://schemas.microsoft.com/office/drawing/2014/main" id="{2AFF1AE2-F51D-416E-8146-D5FB1E0206BD}"/>
                </a:ext>
              </a:extLst>
            </p:cNvPr>
            <p:cNvSpPr>
              <a:spLocks/>
            </p:cNvSpPr>
            <p:nvPr/>
          </p:nvSpPr>
          <p:spPr bwMode="auto">
            <a:xfrm>
              <a:off x="7449550" y="3270250"/>
              <a:ext cx="147894" cy="182563"/>
            </a:xfrm>
            <a:custGeom>
              <a:avLst/>
              <a:gdLst>
                <a:gd name="T0" fmla="*/ 0 w 72"/>
                <a:gd name="T1" fmla="*/ 5 h 96"/>
                <a:gd name="T2" fmla="*/ 20 w 72"/>
                <a:gd name="T3" fmla="*/ 0 h 96"/>
                <a:gd name="T4" fmla="*/ 66 w 72"/>
                <a:gd name="T5" fmla="*/ 21 h 96"/>
                <a:gd name="T6" fmla="*/ 66 w 72"/>
                <a:gd name="T7" fmla="*/ 42 h 96"/>
                <a:gd name="T8" fmla="*/ 97 w 72"/>
                <a:gd name="T9" fmla="*/ 57 h 96"/>
                <a:gd name="T10" fmla="*/ 99 w 72"/>
                <a:gd name="T11" fmla="*/ 85 h 96"/>
                <a:gd name="T12" fmla="*/ 48 w 72"/>
                <a:gd name="T13" fmla="*/ 96 h 96"/>
                <a:gd name="T14" fmla="*/ 0 w 72"/>
                <a:gd name="T15" fmla="*/ 5 h 96"/>
                <a:gd name="T16" fmla="*/ 0 60000 65536"/>
                <a:gd name="T17" fmla="*/ 0 60000 65536"/>
                <a:gd name="T18" fmla="*/ 0 60000 65536"/>
                <a:gd name="T19" fmla="*/ 0 60000 65536"/>
                <a:gd name="T20" fmla="*/ 0 60000 65536"/>
                <a:gd name="T21" fmla="*/ 0 60000 65536"/>
                <a:gd name="T22" fmla="*/ 0 60000 65536"/>
                <a:gd name="T23" fmla="*/ 0 60000 65536"/>
                <a:gd name="T24" fmla="*/ 0 w 72"/>
                <a:gd name="T25" fmla="*/ 0 h 96"/>
                <a:gd name="T26" fmla="*/ 72 w 72"/>
                <a:gd name="T27" fmla="*/ 96 h 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 h="96">
                  <a:moveTo>
                    <a:pt x="0" y="5"/>
                  </a:moveTo>
                  <a:lnTo>
                    <a:pt x="15" y="0"/>
                  </a:lnTo>
                  <a:lnTo>
                    <a:pt x="48" y="21"/>
                  </a:lnTo>
                  <a:lnTo>
                    <a:pt x="48" y="42"/>
                  </a:lnTo>
                  <a:lnTo>
                    <a:pt x="71" y="57"/>
                  </a:lnTo>
                  <a:lnTo>
                    <a:pt x="72" y="85"/>
                  </a:lnTo>
                  <a:lnTo>
                    <a:pt x="35" y="96"/>
                  </a:lnTo>
                  <a:lnTo>
                    <a:pt x="0" y="5"/>
                  </a:lnTo>
                  <a:close/>
                </a:path>
              </a:pathLst>
            </a:custGeom>
            <a:grpFill/>
            <a:ln w="6350">
              <a:solidFill>
                <a:schemeClr val="bg1"/>
              </a:solidFill>
              <a:round/>
              <a:headEnd/>
              <a:tailEnd/>
            </a:ln>
          </p:spPr>
          <p:txBody>
            <a:bodyPr/>
            <a:lstStyle/>
            <a:p>
              <a:pPr>
                <a:defRPr/>
              </a:pPr>
              <a:endParaRPr lang="en-GB"/>
            </a:p>
          </p:txBody>
        </p:sp>
        <p:sp>
          <p:nvSpPr>
            <p:cNvPr id="40" name="Freeform 53">
              <a:extLst>
                <a:ext uri="{FF2B5EF4-FFF2-40B4-BE49-F238E27FC236}">
                  <a16:creationId xmlns:a16="http://schemas.microsoft.com/office/drawing/2014/main" id="{F49C6F81-C55F-48BE-BDF3-DB293B7006F6}"/>
                </a:ext>
              </a:extLst>
            </p:cNvPr>
            <p:cNvSpPr>
              <a:spLocks/>
            </p:cNvSpPr>
            <p:nvPr/>
          </p:nvSpPr>
          <p:spPr bwMode="auto">
            <a:xfrm>
              <a:off x="6873453" y="2382838"/>
              <a:ext cx="792778" cy="639762"/>
            </a:xfrm>
            <a:custGeom>
              <a:avLst/>
              <a:gdLst>
                <a:gd name="T0" fmla="*/ 40 w 384"/>
                <a:gd name="T1" fmla="*/ 226 h 336"/>
                <a:gd name="T2" fmla="*/ 92 w 384"/>
                <a:gd name="T3" fmla="*/ 206 h 336"/>
                <a:gd name="T4" fmla="*/ 158 w 384"/>
                <a:gd name="T5" fmla="*/ 201 h 336"/>
                <a:gd name="T6" fmla="*/ 177 w 384"/>
                <a:gd name="T7" fmla="*/ 183 h 336"/>
                <a:gd name="T8" fmla="*/ 198 w 384"/>
                <a:gd name="T9" fmla="*/ 181 h 336"/>
                <a:gd name="T10" fmla="*/ 212 w 384"/>
                <a:gd name="T11" fmla="*/ 162 h 336"/>
                <a:gd name="T12" fmla="*/ 235 w 384"/>
                <a:gd name="T13" fmla="*/ 155 h 336"/>
                <a:gd name="T14" fmla="*/ 225 w 384"/>
                <a:gd name="T15" fmla="*/ 120 h 336"/>
                <a:gd name="T16" fmla="*/ 211 w 384"/>
                <a:gd name="T17" fmla="*/ 111 h 336"/>
                <a:gd name="T18" fmla="*/ 240 w 384"/>
                <a:gd name="T19" fmla="*/ 82 h 336"/>
                <a:gd name="T20" fmla="*/ 258 w 384"/>
                <a:gd name="T21" fmla="*/ 82 h 336"/>
                <a:gd name="T22" fmla="*/ 320 w 384"/>
                <a:gd name="T23" fmla="*/ 22 h 336"/>
                <a:gd name="T24" fmla="*/ 414 w 384"/>
                <a:gd name="T25" fmla="*/ 0 h 336"/>
                <a:gd name="T26" fmla="*/ 425 w 384"/>
                <a:gd name="T27" fmla="*/ 56 h 336"/>
                <a:gd name="T28" fmla="*/ 430 w 384"/>
                <a:gd name="T29" fmla="*/ 54 h 336"/>
                <a:gd name="T30" fmla="*/ 452 w 384"/>
                <a:gd name="T31" fmla="*/ 74 h 336"/>
                <a:gd name="T32" fmla="*/ 453 w 384"/>
                <a:gd name="T33" fmla="*/ 132 h 336"/>
                <a:gd name="T34" fmla="*/ 482 w 384"/>
                <a:gd name="T35" fmla="*/ 179 h 336"/>
                <a:gd name="T36" fmla="*/ 493 w 384"/>
                <a:gd name="T37" fmla="*/ 240 h 336"/>
                <a:gd name="T38" fmla="*/ 495 w 384"/>
                <a:gd name="T39" fmla="*/ 293 h 336"/>
                <a:gd name="T40" fmla="*/ 530 w 384"/>
                <a:gd name="T41" fmla="*/ 310 h 336"/>
                <a:gd name="T42" fmla="*/ 505 w 384"/>
                <a:gd name="T43" fmla="*/ 336 h 336"/>
                <a:gd name="T44" fmla="*/ 444 w 384"/>
                <a:gd name="T45" fmla="*/ 306 h 336"/>
                <a:gd name="T46" fmla="*/ 412 w 384"/>
                <a:gd name="T47" fmla="*/ 308 h 336"/>
                <a:gd name="T48" fmla="*/ 380 w 384"/>
                <a:gd name="T49" fmla="*/ 301 h 336"/>
                <a:gd name="T50" fmla="*/ 381 w 384"/>
                <a:gd name="T51" fmla="*/ 283 h 336"/>
                <a:gd name="T52" fmla="*/ 362 w 384"/>
                <a:gd name="T53" fmla="*/ 277 h 336"/>
                <a:gd name="T54" fmla="*/ 15 w 384"/>
                <a:gd name="T55" fmla="*/ 329 h 336"/>
                <a:gd name="T56" fmla="*/ 0 w 384"/>
                <a:gd name="T57" fmla="*/ 314 h 336"/>
                <a:gd name="T58" fmla="*/ 52 w 384"/>
                <a:gd name="T59" fmla="*/ 254 h 336"/>
                <a:gd name="T60" fmla="*/ 40 w 384"/>
                <a:gd name="T61" fmla="*/ 226 h 3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84"/>
                <a:gd name="T94" fmla="*/ 0 h 336"/>
                <a:gd name="T95" fmla="*/ 384 w 384"/>
                <a:gd name="T96" fmla="*/ 336 h 3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84" h="336">
                  <a:moveTo>
                    <a:pt x="29" y="226"/>
                  </a:moveTo>
                  <a:lnTo>
                    <a:pt x="66" y="206"/>
                  </a:lnTo>
                  <a:lnTo>
                    <a:pt x="115" y="201"/>
                  </a:lnTo>
                  <a:lnTo>
                    <a:pt x="127" y="183"/>
                  </a:lnTo>
                  <a:lnTo>
                    <a:pt x="144" y="181"/>
                  </a:lnTo>
                  <a:lnTo>
                    <a:pt x="154" y="162"/>
                  </a:lnTo>
                  <a:lnTo>
                    <a:pt x="171" y="155"/>
                  </a:lnTo>
                  <a:lnTo>
                    <a:pt x="163" y="120"/>
                  </a:lnTo>
                  <a:lnTo>
                    <a:pt x="153" y="111"/>
                  </a:lnTo>
                  <a:lnTo>
                    <a:pt x="174" y="82"/>
                  </a:lnTo>
                  <a:lnTo>
                    <a:pt x="187" y="82"/>
                  </a:lnTo>
                  <a:lnTo>
                    <a:pt x="232" y="22"/>
                  </a:lnTo>
                  <a:lnTo>
                    <a:pt x="301" y="0"/>
                  </a:lnTo>
                  <a:lnTo>
                    <a:pt x="308" y="56"/>
                  </a:lnTo>
                  <a:lnTo>
                    <a:pt x="312" y="54"/>
                  </a:lnTo>
                  <a:lnTo>
                    <a:pt x="328" y="74"/>
                  </a:lnTo>
                  <a:lnTo>
                    <a:pt x="329" y="132"/>
                  </a:lnTo>
                  <a:lnTo>
                    <a:pt x="350" y="179"/>
                  </a:lnTo>
                  <a:lnTo>
                    <a:pt x="358" y="240"/>
                  </a:lnTo>
                  <a:lnTo>
                    <a:pt x="360" y="293"/>
                  </a:lnTo>
                  <a:lnTo>
                    <a:pt x="384" y="310"/>
                  </a:lnTo>
                  <a:lnTo>
                    <a:pt x="366" y="336"/>
                  </a:lnTo>
                  <a:lnTo>
                    <a:pt x="322" y="306"/>
                  </a:lnTo>
                  <a:lnTo>
                    <a:pt x="299" y="308"/>
                  </a:lnTo>
                  <a:lnTo>
                    <a:pt x="276" y="301"/>
                  </a:lnTo>
                  <a:lnTo>
                    <a:pt x="277" y="283"/>
                  </a:lnTo>
                  <a:lnTo>
                    <a:pt x="262" y="277"/>
                  </a:lnTo>
                  <a:lnTo>
                    <a:pt x="11" y="329"/>
                  </a:lnTo>
                  <a:lnTo>
                    <a:pt x="0" y="314"/>
                  </a:lnTo>
                  <a:lnTo>
                    <a:pt x="38" y="254"/>
                  </a:lnTo>
                  <a:lnTo>
                    <a:pt x="29" y="226"/>
                  </a:lnTo>
                  <a:close/>
                </a:path>
              </a:pathLst>
            </a:custGeom>
            <a:grpFill/>
            <a:ln w="6350">
              <a:solidFill>
                <a:schemeClr val="bg1"/>
              </a:solidFill>
              <a:round/>
              <a:headEnd/>
              <a:tailEnd/>
            </a:ln>
          </p:spPr>
          <p:txBody>
            <a:bodyPr/>
            <a:lstStyle/>
            <a:p>
              <a:pPr>
                <a:defRPr/>
              </a:pPr>
              <a:endParaRPr lang="en-GB"/>
            </a:p>
          </p:txBody>
        </p:sp>
        <p:sp>
          <p:nvSpPr>
            <p:cNvPr id="41" name="Freeform 54">
              <a:extLst>
                <a:ext uri="{FF2B5EF4-FFF2-40B4-BE49-F238E27FC236}">
                  <a16:creationId xmlns:a16="http://schemas.microsoft.com/office/drawing/2014/main" id="{36BBFDC9-F535-4D1B-BBDB-5236FC3A8C38}"/>
                </a:ext>
              </a:extLst>
            </p:cNvPr>
            <p:cNvSpPr>
              <a:spLocks/>
            </p:cNvSpPr>
            <p:nvPr/>
          </p:nvSpPr>
          <p:spPr bwMode="auto">
            <a:xfrm>
              <a:off x="7647316" y="2919413"/>
              <a:ext cx="230439" cy="138112"/>
            </a:xfrm>
            <a:custGeom>
              <a:avLst/>
              <a:gdLst>
                <a:gd name="T0" fmla="*/ 0 w 112"/>
                <a:gd name="T1" fmla="*/ 53 h 72"/>
                <a:gd name="T2" fmla="*/ 63 w 112"/>
                <a:gd name="T3" fmla="*/ 30 h 72"/>
                <a:gd name="T4" fmla="*/ 124 w 112"/>
                <a:gd name="T5" fmla="*/ 0 h 72"/>
                <a:gd name="T6" fmla="*/ 135 w 112"/>
                <a:gd name="T7" fmla="*/ 1 h 72"/>
                <a:gd name="T8" fmla="*/ 153 w 112"/>
                <a:gd name="T9" fmla="*/ 3 h 72"/>
                <a:gd name="T10" fmla="*/ 92 w 112"/>
                <a:gd name="T11" fmla="*/ 40 h 72"/>
                <a:gd name="T12" fmla="*/ 17 w 112"/>
                <a:gd name="T13" fmla="*/ 72 h 72"/>
                <a:gd name="T14" fmla="*/ 0 w 112"/>
                <a:gd name="T15" fmla="*/ 53 h 72"/>
                <a:gd name="T16" fmla="*/ 0 60000 65536"/>
                <a:gd name="T17" fmla="*/ 0 60000 65536"/>
                <a:gd name="T18" fmla="*/ 0 60000 65536"/>
                <a:gd name="T19" fmla="*/ 0 60000 65536"/>
                <a:gd name="T20" fmla="*/ 0 60000 65536"/>
                <a:gd name="T21" fmla="*/ 0 60000 65536"/>
                <a:gd name="T22" fmla="*/ 0 60000 65536"/>
                <a:gd name="T23" fmla="*/ 0 60000 65536"/>
                <a:gd name="T24" fmla="*/ 0 w 112"/>
                <a:gd name="T25" fmla="*/ 0 h 72"/>
                <a:gd name="T26" fmla="*/ 112 w 112"/>
                <a:gd name="T27" fmla="*/ 72 h 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2" h="72">
                  <a:moveTo>
                    <a:pt x="0" y="53"/>
                  </a:moveTo>
                  <a:lnTo>
                    <a:pt x="46" y="30"/>
                  </a:lnTo>
                  <a:lnTo>
                    <a:pt x="91" y="0"/>
                  </a:lnTo>
                  <a:lnTo>
                    <a:pt x="99" y="1"/>
                  </a:lnTo>
                  <a:lnTo>
                    <a:pt x="112" y="3"/>
                  </a:lnTo>
                  <a:lnTo>
                    <a:pt x="68" y="40"/>
                  </a:lnTo>
                  <a:lnTo>
                    <a:pt x="13" y="72"/>
                  </a:lnTo>
                  <a:lnTo>
                    <a:pt x="0" y="53"/>
                  </a:lnTo>
                  <a:close/>
                </a:path>
              </a:pathLst>
            </a:custGeom>
            <a:grpFill/>
            <a:ln w="6350">
              <a:solidFill>
                <a:schemeClr val="bg1"/>
              </a:solidFill>
              <a:round/>
              <a:headEnd/>
              <a:tailEnd/>
            </a:ln>
          </p:spPr>
          <p:txBody>
            <a:bodyPr/>
            <a:lstStyle/>
            <a:p>
              <a:pPr>
                <a:defRPr/>
              </a:pPr>
              <a:endParaRPr lang="en-GB"/>
            </a:p>
          </p:txBody>
        </p:sp>
        <p:sp>
          <p:nvSpPr>
            <p:cNvPr id="42" name="Freeform 55">
              <a:extLst>
                <a:ext uri="{FF2B5EF4-FFF2-40B4-BE49-F238E27FC236}">
                  <a16:creationId xmlns:a16="http://schemas.microsoft.com/office/drawing/2014/main" id="{BD841423-1244-4055-9F44-D74FC02AE1E9}"/>
                </a:ext>
              </a:extLst>
            </p:cNvPr>
            <p:cNvSpPr>
              <a:spLocks/>
            </p:cNvSpPr>
            <p:nvPr/>
          </p:nvSpPr>
          <p:spPr bwMode="auto">
            <a:xfrm>
              <a:off x="7535535" y="3517900"/>
              <a:ext cx="63629" cy="109538"/>
            </a:xfrm>
            <a:custGeom>
              <a:avLst/>
              <a:gdLst>
                <a:gd name="T0" fmla="*/ 0 w 31"/>
                <a:gd name="T1" fmla="*/ 5 h 57"/>
                <a:gd name="T2" fmla="*/ 45 w 31"/>
                <a:gd name="T3" fmla="*/ 0 h 57"/>
                <a:gd name="T4" fmla="*/ 20 w 31"/>
                <a:gd name="T5" fmla="*/ 57 h 57"/>
                <a:gd name="T6" fmla="*/ 2 w 31"/>
                <a:gd name="T7" fmla="*/ 55 h 57"/>
                <a:gd name="T8" fmla="*/ 0 w 31"/>
                <a:gd name="T9" fmla="*/ 5 h 57"/>
                <a:gd name="T10" fmla="*/ 0 60000 65536"/>
                <a:gd name="T11" fmla="*/ 0 60000 65536"/>
                <a:gd name="T12" fmla="*/ 0 60000 65536"/>
                <a:gd name="T13" fmla="*/ 0 60000 65536"/>
                <a:gd name="T14" fmla="*/ 0 60000 65536"/>
                <a:gd name="T15" fmla="*/ 0 w 31"/>
                <a:gd name="T16" fmla="*/ 0 h 57"/>
                <a:gd name="T17" fmla="*/ 31 w 31"/>
                <a:gd name="T18" fmla="*/ 57 h 57"/>
              </a:gdLst>
              <a:ahLst/>
              <a:cxnLst>
                <a:cxn ang="T10">
                  <a:pos x="T0" y="T1"/>
                </a:cxn>
                <a:cxn ang="T11">
                  <a:pos x="T2" y="T3"/>
                </a:cxn>
                <a:cxn ang="T12">
                  <a:pos x="T4" y="T5"/>
                </a:cxn>
                <a:cxn ang="T13">
                  <a:pos x="T6" y="T7"/>
                </a:cxn>
                <a:cxn ang="T14">
                  <a:pos x="T8" y="T9"/>
                </a:cxn>
              </a:cxnLst>
              <a:rect l="T15" t="T16" r="T17" b="T18"/>
              <a:pathLst>
                <a:path w="31" h="57">
                  <a:moveTo>
                    <a:pt x="0" y="5"/>
                  </a:moveTo>
                  <a:lnTo>
                    <a:pt x="31" y="0"/>
                  </a:lnTo>
                  <a:lnTo>
                    <a:pt x="14" y="57"/>
                  </a:lnTo>
                  <a:lnTo>
                    <a:pt x="2" y="55"/>
                  </a:lnTo>
                  <a:lnTo>
                    <a:pt x="0" y="5"/>
                  </a:lnTo>
                  <a:close/>
                </a:path>
              </a:pathLst>
            </a:custGeom>
            <a:grpFill/>
            <a:ln w="6350">
              <a:solidFill>
                <a:schemeClr val="bg1"/>
              </a:solidFill>
              <a:round/>
              <a:headEnd/>
              <a:tailEnd/>
            </a:ln>
          </p:spPr>
          <p:txBody>
            <a:bodyPr/>
            <a:lstStyle/>
            <a:p>
              <a:pPr>
                <a:defRPr/>
              </a:pPr>
              <a:endParaRPr lang="en-GB"/>
            </a:p>
          </p:txBody>
        </p:sp>
        <p:sp>
          <p:nvSpPr>
            <p:cNvPr id="43" name="Freeform 5">
              <a:extLst>
                <a:ext uri="{FF2B5EF4-FFF2-40B4-BE49-F238E27FC236}">
                  <a16:creationId xmlns:a16="http://schemas.microsoft.com/office/drawing/2014/main" id="{51E08425-1167-4E8F-BD25-59F4B19A9110}"/>
                </a:ext>
              </a:extLst>
            </p:cNvPr>
            <p:cNvSpPr>
              <a:spLocks/>
            </p:cNvSpPr>
            <p:nvPr/>
          </p:nvSpPr>
          <p:spPr bwMode="auto">
            <a:xfrm>
              <a:off x="3699626" y="4129088"/>
              <a:ext cx="1745489" cy="1604962"/>
            </a:xfrm>
            <a:custGeom>
              <a:avLst/>
              <a:gdLst>
                <a:gd name="T0" fmla="*/ 337 w 846"/>
                <a:gd name="T1" fmla="*/ 0 h 842"/>
                <a:gd name="T2" fmla="*/ 594 w 846"/>
                <a:gd name="T3" fmla="*/ 7 h 842"/>
                <a:gd name="T4" fmla="*/ 594 w 846"/>
                <a:gd name="T5" fmla="*/ 160 h 842"/>
                <a:gd name="T6" fmla="*/ 724 w 846"/>
                <a:gd name="T7" fmla="*/ 202 h 842"/>
                <a:gd name="T8" fmla="*/ 761 w 846"/>
                <a:gd name="T9" fmla="*/ 188 h 842"/>
                <a:gd name="T10" fmla="*/ 847 w 846"/>
                <a:gd name="T11" fmla="*/ 221 h 842"/>
                <a:gd name="T12" fmla="*/ 897 w 846"/>
                <a:gd name="T13" fmla="*/ 219 h 842"/>
                <a:gd name="T14" fmla="*/ 996 w 846"/>
                <a:gd name="T15" fmla="*/ 186 h 842"/>
                <a:gd name="T16" fmla="*/ 1054 w 846"/>
                <a:gd name="T17" fmla="*/ 218 h 842"/>
                <a:gd name="T18" fmla="*/ 1103 w 846"/>
                <a:gd name="T19" fmla="*/ 226 h 842"/>
                <a:gd name="T20" fmla="*/ 1103 w 846"/>
                <a:gd name="T21" fmla="*/ 350 h 842"/>
                <a:gd name="T22" fmla="*/ 1163 w 846"/>
                <a:gd name="T23" fmla="*/ 428 h 842"/>
                <a:gd name="T24" fmla="*/ 1149 w 846"/>
                <a:gd name="T25" fmla="*/ 534 h 842"/>
                <a:gd name="T26" fmla="*/ 1086 w 846"/>
                <a:gd name="T27" fmla="*/ 576 h 842"/>
                <a:gd name="T28" fmla="*/ 1073 w 846"/>
                <a:gd name="T29" fmla="*/ 537 h 842"/>
                <a:gd name="T30" fmla="*/ 1054 w 846"/>
                <a:gd name="T31" fmla="*/ 555 h 842"/>
                <a:gd name="T32" fmla="*/ 1068 w 846"/>
                <a:gd name="T33" fmla="*/ 580 h 842"/>
                <a:gd name="T34" fmla="*/ 955 w 846"/>
                <a:gd name="T35" fmla="*/ 643 h 842"/>
                <a:gd name="T36" fmla="*/ 927 w 846"/>
                <a:gd name="T37" fmla="*/ 647 h 842"/>
                <a:gd name="T38" fmla="*/ 868 w 846"/>
                <a:gd name="T39" fmla="*/ 678 h 842"/>
                <a:gd name="T40" fmla="*/ 868 w 846"/>
                <a:gd name="T41" fmla="*/ 696 h 842"/>
                <a:gd name="T42" fmla="*/ 850 w 846"/>
                <a:gd name="T43" fmla="*/ 700 h 842"/>
                <a:gd name="T44" fmla="*/ 864 w 846"/>
                <a:gd name="T45" fmla="*/ 721 h 842"/>
                <a:gd name="T46" fmla="*/ 833 w 846"/>
                <a:gd name="T47" fmla="*/ 752 h 842"/>
                <a:gd name="T48" fmla="*/ 850 w 846"/>
                <a:gd name="T49" fmla="*/ 798 h 842"/>
                <a:gd name="T50" fmla="*/ 868 w 846"/>
                <a:gd name="T51" fmla="*/ 814 h 842"/>
                <a:gd name="T52" fmla="*/ 864 w 846"/>
                <a:gd name="T53" fmla="*/ 842 h 842"/>
                <a:gd name="T54" fmla="*/ 819 w 846"/>
                <a:gd name="T55" fmla="*/ 842 h 842"/>
                <a:gd name="T56" fmla="*/ 780 w 846"/>
                <a:gd name="T57" fmla="*/ 828 h 842"/>
                <a:gd name="T58" fmla="*/ 751 w 846"/>
                <a:gd name="T59" fmla="*/ 831 h 842"/>
                <a:gd name="T60" fmla="*/ 662 w 846"/>
                <a:gd name="T61" fmla="*/ 807 h 842"/>
                <a:gd name="T62" fmla="*/ 620 w 846"/>
                <a:gd name="T63" fmla="*/ 710 h 842"/>
                <a:gd name="T64" fmla="*/ 558 w 846"/>
                <a:gd name="T65" fmla="*/ 664 h 842"/>
                <a:gd name="T66" fmla="*/ 501 w 846"/>
                <a:gd name="T67" fmla="*/ 580 h 842"/>
                <a:gd name="T68" fmla="*/ 477 w 846"/>
                <a:gd name="T69" fmla="*/ 571 h 842"/>
                <a:gd name="T70" fmla="*/ 447 w 846"/>
                <a:gd name="T71" fmla="*/ 550 h 842"/>
                <a:gd name="T72" fmla="*/ 417 w 846"/>
                <a:gd name="T73" fmla="*/ 550 h 842"/>
                <a:gd name="T74" fmla="*/ 374 w 846"/>
                <a:gd name="T75" fmla="*/ 543 h 842"/>
                <a:gd name="T76" fmla="*/ 341 w 846"/>
                <a:gd name="T77" fmla="*/ 550 h 842"/>
                <a:gd name="T78" fmla="*/ 319 w 846"/>
                <a:gd name="T79" fmla="*/ 593 h 842"/>
                <a:gd name="T80" fmla="*/ 285 w 846"/>
                <a:gd name="T81" fmla="*/ 600 h 842"/>
                <a:gd name="T82" fmla="*/ 211 w 846"/>
                <a:gd name="T83" fmla="*/ 567 h 842"/>
                <a:gd name="T84" fmla="*/ 167 w 846"/>
                <a:gd name="T85" fmla="*/ 527 h 842"/>
                <a:gd name="T86" fmla="*/ 159 w 846"/>
                <a:gd name="T87" fmla="*/ 479 h 842"/>
                <a:gd name="T88" fmla="*/ 128 w 846"/>
                <a:gd name="T89" fmla="*/ 446 h 842"/>
                <a:gd name="T90" fmla="*/ 53 w 846"/>
                <a:gd name="T91" fmla="*/ 400 h 842"/>
                <a:gd name="T92" fmla="*/ 0 w 846"/>
                <a:gd name="T93" fmla="*/ 352 h 842"/>
                <a:gd name="T94" fmla="*/ 0 w 846"/>
                <a:gd name="T95" fmla="*/ 332 h 842"/>
                <a:gd name="T96" fmla="*/ 176 w 846"/>
                <a:gd name="T97" fmla="*/ 333 h 842"/>
                <a:gd name="T98" fmla="*/ 319 w 846"/>
                <a:gd name="T99" fmla="*/ 342 h 842"/>
                <a:gd name="T100" fmla="*/ 337 w 846"/>
                <a:gd name="T101" fmla="*/ 0 h 8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46"/>
                <a:gd name="T154" fmla="*/ 0 h 842"/>
                <a:gd name="T155" fmla="*/ 846 w 846"/>
                <a:gd name="T156" fmla="*/ 842 h 8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46" h="842">
                  <a:moveTo>
                    <a:pt x="245" y="0"/>
                  </a:moveTo>
                  <a:lnTo>
                    <a:pt x="432" y="7"/>
                  </a:lnTo>
                  <a:lnTo>
                    <a:pt x="432" y="160"/>
                  </a:lnTo>
                  <a:lnTo>
                    <a:pt x="527" y="202"/>
                  </a:lnTo>
                  <a:lnTo>
                    <a:pt x="553" y="188"/>
                  </a:lnTo>
                  <a:lnTo>
                    <a:pt x="616" y="221"/>
                  </a:lnTo>
                  <a:lnTo>
                    <a:pt x="653" y="219"/>
                  </a:lnTo>
                  <a:lnTo>
                    <a:pt x="725" y="186"/>
                  </a:lnTo>
                  <a:lnTo>
                    <a:pt x="767" y="218"/>
                  </a:lnTo>
                  <a:lnTo>
                    <a:pt x="803" y="226"/>
                  </a:lnTo>
                  <a:lnTo>
                    <a:pt x="803" y="350"/>
                  </a:lnTo>
                  <a:lnTo>
                    <a:pt x="846" y="428"/>
                  </a:lnTo>
                  <a:lnTo>
                    <a:pt x="836" y="534"/>
                  </a:lnTo>
                  <a:lnTo>
                    <a:pt x="790" y="576"/>
                  </a:lnTo>
                  <a:lnTo>
                    <a:pt x="780" y="537"/>
                  </a:lnTo>
                  <a:lnTo>
                    <a:pt x="767" y="555"/>
                  </a:lnTo>
                  <a:lnTo>
                    <a:pt x="777" y="580"/>
                  </a:lnTo>
                  <a:lnTo>
                    <a:pt x="695" y="643"/>
                  </a:lnTo>
                  <a:lnTo>
                    <a:pt x="675" y="647"/>
                  </a:lnTo>
                  <a:lnTo>
                    <a:pt x="632" y="678"/>
                  </a:lnTo>
                  <a:lnTo>
                    <a:pt x="632" y="696"/>
                  </a:lnTo>
                  <a:lnTo>
                    <a:pt x="619" y="700"/>
                  </a:lnTo>
                  <a:lnTo>
                    <a:pt x="629" y="721"/>
                  </a:lnTo>
                  <a:lnTo>
                    <a:pt x="606" y="752"/>
                  </a:lnTo>
                  <a:lnTo>
                    <a:pt x="619" y="798"/>
                  </a:lnTo>
                  <a:lnTo>
                    <a:pt x="632" y="814"/>
                  </a:lnTo>
                  <a:lnTo>
                    <a:pt x="629" y="842"/>
                  </a:lnTo>
                  <a:lnTo>
                    <a:pt x="596" y="842"/>
                  </a:lnTo>
                  <a:lnTo>
                    <a:pt x="567" y="828"/>
                  </a:lnTo>
                  <a:lnTo>
                    <a:pt x="547" y="831"/>
                  </a:lnTo>
                  <a:lnTo>
                    <a:pt x="481" y="807"/>
                  </a:lnTo>
                  <a:lnTo>
                    <a:pt x="452" y="710"/>
                  </a:lnTo>
                  <a:lnTo>
                    <a:pt x="406" y="664"/>
                  </a:lnTo>
                  <a:lnTo>
                    <a:pt x="365" y="580"/>
                  </a:lnTo>
                  <a:lnTo>
                    <a:pt x="347" y="571"/>
                  </a:lnTo>
                  <a:lnTo>
                    <a:pt x="325" y="550"/>
                  </a:lnTo>
                  <a:lnTo>
                    <a:pt x="304" y="550"/>
                  </a:lnTo>
                  <a:lnTo>
                    <a:pt x="272" y="543"/>
                  </a:lnTo>
                  <a:lnTo>
                    <a:pt x="248" y="550"/>
                  </a:lnTo>
                  <a:lnTo>
                    <a:pt x="232" y="593"/>
                  </a:lnTo>
                  <a:lnTo>
                    <a:pt x="207" y="600"/>
                  </a:lnTo>
                  <a:lnTo>
                    <a:pt x="153" y="567"/>
                  </a:lnTo>
                  <a:lnTo>
                    <a:pt x="121" y="527"/>
                  </a:lnTo>
                  <a:lnTo>
                    <a:pt x="116" y="479"/>
                  </a:lnTo>
                  <a:lnTo>
                    <a:pt x="93" y="446"/>
                  </a:lnTo>
                  <a:lnTo>
                    <a:pt x="39" y="400"/>
                  </a:lnTo>
                  <a:lnTo>
                    <a:pt x="0" y="352"/>
                  </a:lnTo>
                  <a:lnTo>
                    <a:pt x="0" y="332"/>
                  </a:lnTo>
                  <a:lnTo>
                    <a:pt x="128" y="333"/>
                  </a:lnTo>
                  <a:lnTo>
                    <a:pt x="232" y="342"/>
                  </a:lnTo>
                  <a:lnTo>
                    <a:pt x="245" y="0"/>
                  </a:lnTo>
                  <a:close/>
                </a:path>
              </a:pathLst>
            </a:custGeom>
            <a:grpFill/>
            <a:ln w="6350">
              <a:solidFill>
                <a:schemeClr val="bg1"/>
              </a:solidFill>
              <a:round/>
              <a:headEnd/>
              <a:tailEnd/>
            </a:ln>
          </p:spPr>
          <p:txBody>
            <a:bodyPr/>
            <a:lstStyle/>
            <a:p>
              <a:pPr>
                <a:defRPr/>
              </a:pPr>
              <a:endParaRPr lang="en-GB"/>
            </a:p>
          </p:txBody>
        </p:sp>
      </p:grpSp>
      <p:sp>
        <p:nvSpPr>
          <p:cNvPr id="64" name="Text Placeholder 63">
            <a:extLst>
              <a:ext uri="{FF2B5EF4-FFF2-40B4-BE49-F238E27FC236}">
                <a16:creationId xmlns:a16="http://schemas.microsoft.com/office/drawing/2014/main" id="{6A78AED2-D80F-486D-9A5F-7BE35FD8D646}"/>
              </a:ext>
            </a:extLst>
          </p:cNvPr>
          <p:cNvSpPr>
            <a:spLocks noGrp="1"/>
          </p:cNvSpPr>
          <p:nvPr>
            <p:ph type="body" sz="quarter" idx="14" hasCustomPrompt="1"/>
          </p:nvPr>
        </p:nvSpPr>
        <p:spPr>
          <a:xfrm>
            <a:off x="9288544" y="2207964"/>
            <a:ext cx="407089" cy="491402"/>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0" rIns="731520" anchor="ctr" anchorCtr="0">
            <a:noAutofit/>
          </a:bodyPr>
          <a:lstStyle>
            <a:lvl1pPr algn="r">
              <a:defRPr sz="2400" b="1"/>
            </a:lvl1pPr>
          </a:lstStyle>
          <a:p>
            <a:pPr lvl="0"/>
            <a:r>
              <a:rPr lang="en-US"/>
              <a:t>New York HQ</a:t>
            </a:r>
          </a:p>
        </p:txBody>
      </p:sp>
      <p:sp>
        <p:nvSpPr>
          <p:cNvPr id="3" name="Title 2">
            <a:extLst>
              <a:ext uri="{FF2B5EF4-FFF2-40B4-BE49-F238E27FC236}">
                <a16:creationId xmlns:a16="http://schemas.microsoft.com/office/drawing/2014/main" id="{0120C356-CC85-4EB7-916E-AEFBD416DC5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68774265"/>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World Map">
    <p:bg>
      <p:bgPr>
        <a:solidFill>
          <a:schemeClr val="bg1"/>
        </a:solidFill>
        <a:effectLst/>
      </p:bgPr>
    </p:bg>
    <p:spTree>
      <p:nvGrpSpPr>
        <p:cNvPr id="1" name=""/>
        <p:cNvGrpSpPr/>
        <p:nvPr/>
      </p:nvGrpSpPr>
      <p:grpSpPr>
        <a:xfrm>
          <a:off x="0" y="0"/>
          <a:ext cx="0" cy="0"/>
          <a:chOff x="0" y="0"/>
          <a:chExt cx="0" cy="0"/>
        </a:xfrm>
      </p:grpSpPr>
      <p:grpSp>
        <p:nvGrpSpPr>
          <p:cNvPr id="202" name="Group 201">
            <a:extLst>
              <a:ext uri="{FF2B5EF4-FFF2-40B4-BE49-F238E27FC236}">
                <a16:creationId xmlns:a16="http://schemas.microsoft.com/office/drawing/2014/main" id="{2DDE1C8B-2964-4902-841B-E8E86E5D5DFB}"/>
              </a:ext>
            </a:extLst>
          </p:cNvPr>
          <p:cNvGrpSpPr>
            <a:grpSpLocks noChangeAspect="1"/>
          </p:cNvGrpSpPr>
          <p:nvPr/>
        </p:nvGrpSpPr>
        <p:grpSpPr>
          <a:xfrm>
            <a:off x="1349226" y="1385300"/>
            <a:ext cx="10363229" cy="5111535"/>
            <a:chOff x="2235200" y="1676289"/>
            <a:chExt cx="8248805" cy="4068623"/>
          </a:xfrm>
          <a:solidFill>
            <a:schemeClr val="bg2"/>
          </a:solidFill>
        </p:grpSpPr>
        <p:sp>
          <p:nvSpPr>
            <p:cNvPr id="203" name="Freeform 107">
              <a:extLst>
                <a:ext uri="{FF2B5EF4-FFF2-40B4-BE49-F238E27FC236}">
                  <a16:creationId xmlns:a16="http://schemas.microsoft.com/office/drawing/2014/main" id="{8BE6A7DE-2B2A-4DE3-859A-595256080918}"/>
                </a:ext>
              </a:extLst>
            </p:cNvPr>
            <p:cNvSpPr>
              <a:spLocks/>
            </p:cNvSpPr>
            <p:nvPr/>
          </p:nvSpPr>
          <p:spPr bwMode="auto">
            <a:xfrm>
              <a:off x="4398108" y="4184703"/>
              <a:ext cx="914123" cy="931166"/>
            </a:xfrm>
            <a:custGeom>
              <a:avLst/>
              <a:gdLst>
                <a:gd name="T0" fmla="*/ 181 w 321"/>
                <a:gd name="T1" fmla="*/ 304 h 327"/>
                <a:gd name="T2" fmla="*/ 186 w 321"/>
                <a:gd name="T3" fmla="*/ 305 h 327"/>
                <a:gd name="T4" fmla="*/ 206 w 321"/>
                <a:gd name="T5" fmla="*/ 269 h 327"/>
                <a:gd name="T6" fmla="*/ 219 w 321"/>
                <a:gd name="T7" fmla="*/ 244 h 327"/>
                <a:gd name="T8" fmla="*/ 240 w 321"/>
                <a:gd name="T9" fmla="*/ 232 h 327"/>
                <a:gd name="T10" fmla="*/ 265 w 321"/>
                <a:gd name="T11" fmla="*/ 225 h 327"/>
                <a:gd name="T12" fmla="*/ 275 w 321"/>
                <a:gd name="T13" fmla="*/ 206 h 327"/>
                <a:gd name="T14" fmla="*/ 284 w 321"/>
                <a:gd name="T15" fmla="*/ 187 h 327"/>
                <a:gd name="T16" fmla="*/ 286 w 321"/>
                <a:gd name="T17" fmla="*/ 150 h 327"/>
                <a:gd name="T18" fmla="*/ 292 w 321"/>
                <a:gd name="T19" fmla="*/ 146 h 327"/>
                <a:gd name="T20" fmla="*/ 318 w 321"/>
                <a:gd name="T21" fmla="*/ 112 h 327"/>
                <a:gd name="T22" fmla="*/ 290 w 321"/>
                <a:gd name="T23" fmla="*/ 73 h 327"/>
                <a:gd name="T24" fmla="*/ 240 w 321"/>
                <a:gd name="T25" fmla="*/ 68 h 327"/>
                <a:gd name="T26" fmla="*/ 211 w 321"/>
                <a:gd name="T27" fmla="*/ 52 h 327"/>
                <a:gd name="T28" fmla="*/ 208 w 321"/>
                <a:gd name="T29" fmla="*/ 47 h 327"/>
                <a:gd name="T30" fmla="*/ 189 w 321"/>
                <a:gd name="T31" fmla="*/ 42 h 327"/>
                <a:gd name="T32" fmla="*/ 184 w 321"/>
                <a:gd name="T33" fmla="*/ 8 h 327"/>
                <a:gd name="T34" fmla="*/ 158 w 321"/>
                <a:gd name="T35" fmla="*/ 22 h 327"/>
                <a:gd name="T36" fmla="*/ 136 w 321"/>
                <a:gd name="T37" fmla="*/ 27 h 327"/>
                <a:gd name="T38" fmla="*/ 118 w 321"/>
                <a:gd name="T39" fmla="*/ 28 h 327"/>
                <a:gd name="T40" fmla="*/ 112 w 321"/>
                <a:gd name="T41" fmla="*/ 0 h 327"/>
                <a:gd name="T42" fmla="*/ 92 w 321"/>
                <a:gd name="T43" fmla="*/ 12 h 327"/>
                <a:gd name="T44" fmla="*/ 76 w 321"/>
                <a:gd name="T45" fmla="*/ 10 h 327"/>
                <a:gd name="T46" fmla="*/ 86 w 321"/>
                <a:gd name="T47" fmla="*/ 22 h 327"/>
                <a:gd name="T48" fmla="*/ 75 w 321"/>
                <a:gd name="T49" fmla="*/ 32 h 327"/>
                <a:gd name="T50" fmla="*/ 60 w 321"/>
                <a:gd name="T51" fmla="*/ 34 h 327"/>
                <a:gd name="T52" fmla="*/ 34 w 321"/>
                <a:gd name="T53" fmla="*/ 29 h 327"/>
                <a:gd name="T54" fmla="*/ 32 w 321"/>
                <a:gd name="T55" fmla="*/ 41 h 327"/>
                <a:gd name="T56" fmla="*/ 33 w 321"/>
                <a:gd name="T57" fmla="*/ 76 h 327"/>
                <a:gd name="T58" fmla="*/ 9 w 321"/>
                <a:gd name="T59" fmla="*/ 85 h 327"/>
                <a:gd name="T60" fmla="*/ 2 w 321"/>
                <a:gd name="T61" fmla="*/ 102 h 327"/>
                <a:gd name="T62" fmla="*/ 11 w 321"/>
                <a:gd name="T63" fmla="*/ 119 h 327"/>
                <a:gd name="T64" fmla="*/ 28 w 321"/>
                <a:gd name="T65" fmla="*/ 122 h 327"/>
                <a:gd name="T66" fmla="*/ 47 w 321"/>
                <a:gd name="T67" fmla="*/ 131 h 327"/>
                <a:gd name="T68" fmla="*/ 71 w 321"/>
                <a:gd name="T69" fmla="*/ 123 h 327"/>
                <a:gd name="T70" fmla="*/ 89 w 321"/>
                <a:gd name="T71" fmla="*/ 146 h 327"/>
                <a:gd name="T72" fmla="*/ 107 w 321"/>
                <a:gd name="T73" fmla="*/ 154 h 327"/>
                <a:gd name="T74" fmla="*/ 113 w 321"/>
                <a:gd name="T75" fmla="*/ 172 h 327"/>
                <a:gd name="T76" fmla="*/ 133 w 321"/>
                <a:gd name="T77" fmla="*/ 188 h 327"/>
                <a:gd name="T78" fmla="*/ 130 w 321"/>
                <a:gd name="T79" fmla="*/ 208 h 327"/>
                <a:gd name="T80" fmla="*/ 142 w 321"/>
                <a:gd name="T81" fmla="*/ 225 h 327"/>
                <a:gd name="T82" fmla="*/ 159 w 321"/>
                <a:gd name="T83" fmla="*/ 240 h 327"/>
                <a:gd name="T84" fmla="*/ 165 w 321"/>
                <a:gd name="T85" fmla="*/ 267 h 327"/>
                <a:gd name="T86" fmla="*/ 134 w 321"/>
                <a:gd name="T87" fmla="*/ 295 h 327"/>
                <a:gd name="T88" fmla="*/ 147 w 321"/>
                <a:gd name="T89" fmla="*/ 303 h 327"/>
                <a:gd name="T90" fmla="*/ 166 w 321"/>
                <a:gd name="T91" fmla="*/ 315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1" h="327">
                  <a:moveTo>
                    <a:pt x="170" y="324"/>
                  </a:moveTo>
                  <a:cubicBezTo>
                    <a:pt x="175" y="320"/>
                    <a:pt x="174" y="318"/>
                    <a:pt x="176" y="314"/>
                  </a:cubicBezTo>
                  <a:cubicBezTo>
                    <a:pt x="179" y="309"/>
                    <a:pt x="177" y="307"/>
                    <a:pt x="181" y="304"/>
                  </a:cubicBezTo>
                  <a:cubicBezTo>
                    <a:pt x="185" y="300"/>
                    <a:pt x="180" y="297"/>
                    <a:pt x="185" y="295"/>
                  </a:cubicBezTo>
                  <a:cubicBezTo>
                    <a:pt x="190" y="293"/>
                    <a:pt x="189" y="297"/>
                    <a:pt x="185" y="302"/>
                  </a:cubicBezTo>
                  <a:cubicBezTo>
                    <a:pt x="181" y="308"/>
                    <a:pt x="180" y="309"/>
                    <a:pt x="186" y="305"/>
                  </a:cubicBezTo>
                  <a:cubicBezTo>
                    <a:pt x="191" y="301"/>
                    <a:pt x="193" y="296"/>
                    <a:pt x="196" y="289"/>
                  </a:cubicBezTo>
                  <a:cubicBezTo>
                    <a:pt x="199" y="283"/>
                    <a:pt x="201" y="281"/>
                    <a:pt x="204" y="281"/>
                  </a:cubicBezTo>
                  <a:cubicBezTo>
                    <a:pt x="207" y="281"/>
                    <a:pt x="207" y="274"/>
                    <a:pt x="206" y="269"/>
                  </a:cubicBezTo>
                  <a:cubicBezTo>
                    <a:pt x="206" y="265"/>
                    <a:pt x="204" y="260"/>
                    <a:pt x="206" y="257"/>
                  </a:cubicBezTo>
                  <a:cubicBezTo>
                    <a:pt x="208" y="254"/>
                    <a:pt x="206" y="251"/>
                    <a:pt x="209" y="251"/>
                  </a:cubicBezTo>
                  <a:cubicBezTo>
                    <a:pt x="211" y="251"/>
                    <a:pt x="215" y="248"/>
                    <a:pt x="219" y="244"/>
                  </a:cubicBezTo>
                  <a:cubicBezTo>
                    <a:pt x="223" y="240"/>
                    <a:pt x="226" y="240"/>
                    <a:pt x="230" y="239"/>
                  </a:cubicBezTo>
                  <a:cubicBezTo>
                    <a:pt x="234" y="239"/>
                    <a:pt x="231" y="237"/>
                    <a:pt x="234" y="237"/>
                  </a:cubicBezTo>
                  <a:cubicBezTo>
                    <a:pt x="237" y="236"/>
                    <a:pt x="239" y="233"/>
                    <a:pt x="240" y="232"/>
                  </a:cubicBezTo>
                  <a:cubicBezTo>
                    <a:pt x="242" y="230"/>
                    <a:pt x="249" y="232"/>
                    <a:pt x="254" y="232"/>
                  </a:cubicBezTo>
                  <a:cubicBezTo>
                    <a:pt x="258" y="232"/>
                    <a:pt x="261" y="232"/>
                    <a:pt x="261" y="230"/>
                  </a:cubicBezTo>
                  <a:cubicBezTo>
                    <a:pt x="261" y="227"/>
                    <a:pt x="263" y="225"/>
                    <a:pt x="265" y="225"/>
                  </a:cubicBezTo>
                  <a:cubicBezTo>
                    <a:pt x="268" y="225"/>
                    <a:pt x="269" y="224"/>
                    <a:pt x="269" y="221"/>
                  </a:cubicBezTo>
                  <a:cubicBezTo>
                    <a:pt x="269" y="217"/>
                    <a:pt x="270" y="215"/>
                    <a:pt x="272" y="213"/>
                  </a:cubicBezTo>
                  <a:cubicBezTo>
                    <a:pt x="274" y="212"/>
                    <a:pt x="275" y="208"/>
                    <a:pt x="275" y="206"/>
                  </a:cubicBezTo>
                  <a:cubicBezTo>
                    <a:pt x="276" y="203"/>
                    <a:pt x="278" y="205"/>
                    <a:pt x="278" y="202"/>
                  </a:cubicBezTo>
                  <a:cubicBezTo>
                    <a:pt x="278" y="198"/>
                    <a:pt x="280" y="194"/>
                    <a:pt x="280" y="192"/>
                  </a:cubicBezTo>
                  <a:cubicBezTo>
                    <a:pt x="280" y="189"/>
                    <a:pt x="282" y="189"/>
                    <a:pt x="284" y="187"/>
                  </a:cubicBezTo>
                  <a:cubicBezTo>
                    <a:pt x="285" y="185"/>
                    <a:pt x="283" y="183"/>
                    <a:pt x="285" y="177"/>
                  </a:cubicBezTo>
                  <a:cubicBezTo>
                    <a:pt x="287" y="172"/>
                    <a:pt x="285" y="167"/>
                    <a:pt x="285" y="162"/>
                  </a:cubicBezTo>
                  <a:cubicBezTo>
                    <a:pt x="285" y="157"/>
                    <a:pt x="285" y="152"/>
                    <a:pt x="286" y="150"/>
                  </a:cubicBezTo>
                  <a:cubicBezTo>
                    <a:pt x="288" y="148"/>
                    <a:pt x="287" y="147"/>
                    <a:pt x="286" y="147"/>
                  </a:cubicBezTo>
                  <a:cubicBezTo>
                    <a:pt x="284" y="146"/>
                    <a:pt x="286" y="144"/>
                    <a:pt x="287" y="144"/>
                  </a:cubicBezTo>
                  <a:cubicBezTo>
                    <a:pt x="288" y="145"/>
                    <a:pt x="290" y="147"/>
                    <a:pt x="292" y="146"/>
                  </a:cubicBezTo>
                  <a:cubicBezTo>
                    <a:pt x="295" y="145"/>
                    <a:pt x="297" y="139"/>
                    <a:pt x="299" y="134"/>
                  </a:cubicBezTo>
                  <a:cubicBezTo>
                    <a:pt x="301" y="129"/>
                    <a:pt x="304" y="129"/>
                    <a:pt x="306" y="128"/>
                  </a:cubicBezTo>
                  <a:cubicBezTo>
                    <a:pt x="309" y="127"/>
                    <a:pt x="314" y="121"/>
                    <a:pt x="318" y="112"/>
                  </a:cubicBezTo>
                  <a:cubicBezTo>
                    <a:pt x="321" y="103"/>
                    <a:pt x="317" y="95"/>
                    <a:pt x="316" y="88"/>
                  </a:cubicBezTo>
                  <a:cubicBezTo>
                    <a:pt x="315" y="82"/>
                    <a:pt x="313" y="84"/>
                    <a:pt x="309" y="84"/>
                  </a:cubicBezTo>
                  <a:cubicBezTo>
                    <a:pt x="305" y="84"/>
                    <a:pt x="299" y="83"/>
                    <a:pt x="290" y="73"/>
                  </a:cubicBezTo>
                  <a:cubicBezTo>
                    <a:pt x="281" y="64"/>
                    <a:pt x="272" y="65"/>
                    <a:pt x="266" y="66"/>
                  </a:cubicBezTo>
                  <a:cubicBezTo>
                    <a:pt x="260" y="68"/>
                    <a:pt x="254" y="63"/>
                    <a:pt x="250" y="62"/>
                  </a:cubicBezTo>
                  <a:cubicBezTo>
                    <a:pt x="246" y="62"/>
                    <a:pt x="243" y="67"/>
                    <a:pt x="240" y="68"/>
                  </a:cubicBezTo>
                  <a:cubicBezTo>
                    <a:pt x="237" y="69"/>
                    <a:pt x="241" y="63"/>
                    <a:pt x="241" y="60"/>
                  </a:cubicBezTo>
                  <a:cubicBezTo>
                    <a:pt x="242" y="57"/>
                    <a:pt x="231" y="52"/>
                    <a:pt x="222" y="48"/>
                  </a:cubicBezTo>
                  <a:cubicBezTo>
                    <a:pt x="214" y="45"/>
                    <a:pt x="211" y="47"/>
                    <a:pt x="211" y="52"/>
                  </a:cubicBezTo>
                  <a:cubicBezTo>
                    <a:pt x="211" y="57"/>
                    <a:pt x="208" y="50"/>
                    <a:pt x="205" y="56"/>
                  </a:cubicBezTo>
                  <a:cubicBezTo>
                    <a:pt x="203" y="62"/>
                    <a:pt x="198" y="58"/>
                    <a:pt x="201" y="56"/>
                  </a:cubicBezTo>
                  <a:cubicBezTo>
                    <a:pt x="204" y="54"/>
                    <a:pt x="207" y="50"/>
                    <a:pt x="208" y="47"/>
                  </a:cubicBezTo>
                  <a:cubicBezTo>
                    <a:pt x="209" y="43"/>
                    <a:pt x="196" y="41"/>
                    <a:pt x="192" y="43"/>
                  </a:cubicBezTo>
                  <a:cubicBezTo>
                    <a:pt x="187" y="44"/>
                    <a:pt x="190" y="51"/>
                    <a:pt x="186" y="49"/>
                  </a:cubicBezTo>
                  <a:cubicBezTo>
                    <a:pt x="183" y="47"/>
                    <a:pt x="186" y="42"/>
                    <a:pt x="189" y="42"/>
                  </a:cubicBezTo>
                  <a:cubicBezTo>
                    <a:pt x="191" y="42"/>
                    <a:pt x="195" y="37"/>
                    <a:pt x="197" y="32"/>
                  </a:cubicBezTo>
                  <a:cubicBezTo>
                    <a:pt x="199" y="28"/>
                    <a:pt x="193" y="27"/>
                    <a:pt x="190" y="24"/>
                  </a:cubicBezTo>
                  <a:cubicBezTo>
                    <a:pt x="187" y="20"/>
                    <a:pt x="188" y="10"/>
                    <a:pt x="184" y="8"/>
                  </a:cubicBezTo>
                  <a:cubicBezTo>
                    <a:pt x="181" y="12"/>
                    <a:pt x="176" y="17"/>
                    <a:pt x="175" y="21"/>
                  </a:cubicBezTo>
                  <a:cubicBezTo>
                    <a:pt x="173" y="26"/>
                    <a:pt x="171" y="23"/>
                    <a:pt x="166" y="25"/>
                  </a:cubicBezTo>
                  <a:cubicBezTo>
                    <a:pt x="162" y="26"/>
                    <a:pt x="160" y="24"/>
                    <a:pt x="158" y="22"/>
                  </a:cubicBezTo>
                  <a:cubicBezTo>
                    <a:pt x="157" y="20"/>
                    <a:pt x="153" y="22"/>
                    <a:pt x="149" y="22"/>
                  </a:cubicBezTo>
                  <a:cubicBezTo>
                    <a:pt x="146" y="22"/>
                    <a:pt x="148" y="26"/>
                    <a:pt x="146" y="27"/>
                  </a:cubicBezTo>
                  <a:cubicBezTo>
                    <a:pt x="144" y="28"/>
                    <a:pt x="138" y="25"/>
                    <a:pt x="136" y="27"/>
                  </a:cubicBezTo>
                  <a:cubicBezTo>
                    <a:pt x="134" y="29"/>
                    <a:pt x="133" y="27"/>
                    <a:pt x="132" y="29"/>
                  </a:cubicBezTo>
                  <a:cubicBezTo>
                    <a:pt x="131" y="31"/>
                    <a:pt x="128" y="30"/>
                    <a:pt x="127" y="31"/>
                  </a:cubicBezTo>
                  <a:cubicBezTo>
                    <a:pt x="126" y="32"/>
                    <a:pt x="123" y="33"/>
                    <a:pt x="118" y="28"/>
                  </a:cubicBezTo>
                  <a:cubicBezTo>
                    <a:pt x="114" y="23"/>
                    <a:pt x="115" y="15"/>
                    <a:pt x="117" y="14"/>
                  </a:cubicBezTo>
                  <a:cubicBezTo>
                    <a:pt x="119" y="12"/>
                    <a:pt x="119" y="8"/>
                    <a:pt x="116" y="7"/>
                  </a:cubicBezTo>
                  <a:cubicBezTo>
                    <a:pt x="113" y="6"/>
                    <a:pt x="116" y="1"/>
                    <a:pt x="112" y="0"/>
                  </a:cubicBezTo>
                  <a:cubicBezTo>
                    <a:pt x="109" y="0"/>
                    <a:pt x="110" y="4"/>
                    <a:pt x="107" y="5"/>
                  </a:cubicBezTo>
                  <a:cubicBezTo>
                    <a:pt x="105" y="5"/>
                    <a:pt x="100" y="9"/>
                    <a:pt x="97" y="9"/>
                  </a:cubicBezTo>
                  <a:cubicBezTo>
                    <a:pt x="95" y="8"/>
                    <a:pt x="92" y="9"/>
                    <a:pt x="92" y="12"/>
                  </a:cubicBezTo>
                  <a:cubicBezTo>
                    <a:pt x="92" y="14"/>
                    <a:pt x="89" y="14"/>
                    <a:pt x="89" y="11"/>
                  </a:cubicBezTo>
                  <a:cubicBezTo>
                    <a:pt x="88" y="9"/>
                    <a:pt x="83" y="10"/>
                    <a:pt x="82" y="9"/>
                  </a:cubicBezTo>
                  <a:cubicBezTo>
                    <a:pt x="80" y="8"/>
                    <a:pt x="74" y="8"/>
                    <a:pt x="76" y="10"/>
                  </a:cubicBezTo>
                  <a:cubicBezTo>
                    <a:pt x="79" y="12"/>
                    <a:pt x="80" y="13"/>
                    <a:pt x="80" y="16"/>
                  </a:cubicBezTo>
                  <a:cubicBezTo>
                    <a:pt x="80" y="19"/>
                    <a:pt x="82" y="18"/>
                    <a:pt x="82" y="21"/>
                  </a:cubicBezTo>
                  <a:cubicBezTo>
                    <a:pt x="82" y="24"/>
                    <a:pt x="84" y="22"/>
                    <a:pt x="86" y="22"/>
                  </a:cubicBezTo>
                  <a:cubicBezTo>
                    <a:pt x="88" y="22"/>
                    <a:pt x="88" y="25"/>
                    <a:pt x="85" y="25"/>
                  </a:cubicBezTo>
                  <a:cubicBezTo>
                    <a:pt x="82" y="26"/>
                    <a:pt x="81" y="27"/>
                    <a:pt x="80" y="30"/>
                  </a:cubicBezTo>
                  <a:cubicBezTo>
                    <a:pt x="80" y="32"/>
                    <a:pt x="77" y="30"/>
                    <a:pt x="75" y="32"/>
                  </a:cubicBezTo>
                  <a:cubicBezTo>
                    <a:pt x="73" y="34"/>
                    <a:pt x="71" y="36"/>
                    <a:pt x="69" y="35"/>
                  </a:cubicBezTo>
                  <a:cubicBezTo>
                    <a:pt x="68" y="34"/>
                    <a:pt x="67" y="35"/>
                    <a:pt x="65" y="36"/>
                  </a:cubicBezTo>
                  <a:cubicBezTo>
                    <a:pt x="63" y="37"/>
                    <a:pt x="63" y="36"/>
                    <a:pt x="60" y="34"/>
                  </a:cubicBezTo>
                  <a:cubicBezTo>
                    <a:pt x="59" y="33"/>
                    <a:pt x="57" y="29"/>
                    <a:pt x="54" y="26"/>
                  </a:cubicBezTo>
                  <a:cubicBezTo>
                    <a:pt x="52" y="27"/>
                    <a:pt x="48" y="28"/>
                    <a:pt x="46" y="28"/>
                  </a:cubicBezTo>
                  <a:cubicBezTo>
                    <a:pt x="43" y="28"/>
                    <a:pt x="35" y="28"/>
                    <a:pt x="34" y="29"/>
                  </a:cubicBezTo>
                  <a:cubicBezTo>
                    <a:pt x="34" y="31"/>
                    <a:pt x="35" y="33"/>
                    <a:pt x="36" y="34"/>
                  </a:cubicBezTo>
                  <a:cubicBezTo>
                    <a:pt x="38" y="34"/>
                    <a:pt x="41" y="35"/>
                    <a:pt x="38" y="37"/>
                  </a:cubicBezTo>
                  <a:cubicBezTo>
                    <a:pt x="35" y="39"/>
                    <a:pt x="32" y="36"/>
                    <a:pt x="32" y="41"/>
                  </a:cubicBezTo>
                  <a:cubicBezTo>
                    <a:pt x="32" y="46"/>
                    <a:pt x="39" y="50"/>
                    <a:pt x="38" y="54"/>
                  </a:cubicBezTo>
                  <a:cubicBezTo>
                    <a:pt x="37" y="57"/>
                    <a:pt x="36" y="63"/>
                    <a:pt x="36" y="65"/>
                  </a:cubicBezTo>
                  <a:cubicBezTo>
                    <a:pt x="36" y="68"/>
                    <a:pt x="35" y="76"/>
                    <a:pt x="33" y="76"/>
                  </a:cubicBezTo>
                  <a:cubicBezTo>
                    <a:pt x="31" y="77"/>
                    <a:pt x="29" y="74"/>
                    <a:pt x="26" y="77"/>
                  </a:cubicBezTo>
                  <a:cubicBezTo>
                    <a:pt x="23" y="79"/>
                    <a:pt x="19" y="78"/>
                    <a:pt x="16" y="80"/>
                  </a:cubicBezTo>
                  <a:cubicBezTo>
                    <a:pt x="13" y="83"/>
                    <a:pt x="9" y="82"/>
                    <a:pt x="9" y="85"/>
                  </a:cubicBezTo>
                  <a:cubicBezTo>
                    <a:pt x="9" y="88"/>
                    <a:pt x="6" y="90"/>
                    <a:pt x="6" y="93"/>
                  </a:cubicBezTo>
                  <a:cubicBezTo>
                    <a:pt x="7" y="95"/>
                    <a:pt x="5" y="95"/>
                    <a:pt x="3" y="97"/>
                  </a:cubicBezTo>
                  <a:cubicBezTo>
                    <a:pt x="1" y="99"/>
                    <a:pt x="3" y="100"/>
                    <a:pt x="2" y="102"/>
                  </a:cubicBezTo>
                  <a:cubicBezTo>
                    <a:pt x="0" y="104"/>
                    <a:pt x="2" y="106"/>
                    <a:pt x="4" y="109"/>
                  </a:cubicBezTo>
                  <a:cubicBezTo>
                    <a:pt x="5" y="112"/>
                    <a:pt x="7" y="114"/>
                    <a:pt x="7" y="116"/>
                  </a:cubicBezTo>
                  <a:cubicBezTo>
                    <a:pt x="7" y="118"/>
                    <a:pt x="9" y="119"/>
                    <a:pt x="11" y="119"/>
                  </a:cubicBezTo>
                  <a:cubicBezTo>
                    <a:pt x="14" y="119"/>
                    <a:pt x="12" y="124"/>
                    <a:pt x="15" y="124"/>
                  </a:cubicBezTo>
                  <a:cubicBezTo>
                    <a:pt x="19" y="124"/>
                    <a:pt x="23" y="124"/>
                    <a:pt x="24" y="122"/>
                  </a:cubicBezTo>
                  <a:cubicBezTo>
                    <a:pt x="25" y="120"/>
                    <a:pt x="28" y="119"/>
                    <a:pt x="28" y="122"/>
                  </a:cubicBezTo>
                  <a:cubicBezTo>
                    <a:pt x="28" y="125"/>
                    <a:pt x="27" y="133"/>
                    <a:pt x="29" y="132"/>
                  </a:cubicBezTo>
                  <a:cubicBezTo>
                    <a:pt x="32" y="131"/>
                    <a:pt x="37" y="131"/>
                    <a:pt x="40" y="132"/>
                  </a:cubicBezTo>
                  <a:cubicBezTo>
                    <a:pt x="43" y="133"/>
                    <a:pt x="45" y="132"/>
                    <a:pt x="47" y="131"/>
                  </a:cubicBezTo>
                  <a:cubicBezTo>
                    <a:pt x="48" y="129"/>
                    <a:pt x="50" y="129"/>
                    <a:pt x="54" y="127"/>
                  </a:cubicBezTo>
                  <a:cubicBezTo>
                    <a:pt x="57" y="125"/>
                    <a:pt x="60" y="123"/>
                    <a:pt x="63" y="123"/>
                  </a:cubicBezTo>
                  <a:cubicBezTo>
                    <a:pt x="66" y="123"/>
                    <a:pt x="72" y="121"/>
                    <a:pt x="71" y="123"/>
                  </a:cubicBezTo>
                  <a:cubicBezTo>
                    <a:pt x="70" y="126"/>
                    <a:pt x="70" y="134"/>
                    <a:pt x="73" y="139"/>
                  </a:cubicBezTo>
                  <a:cubicBezTo>
                    <a:pt x="77" y="143"/>
                    <a:pt x="79" y="145"/>
                    <a:pt x="83" y="145"/>
                  </a:cubicBezTo>
                  <a:cubicBezTo>
                    <a:pt x="87" y="144"/>
                    <a:pt x="86" y="146"/>
                    <a:pt x="89" y="146"/>
                  </a:cubicBezTo>
                  <a:cubicBezTo>
                    <a:pt x="91" y="146"/>
                    <a:pt x="90" y="149"/>
                    <a:pt x="92" y="149"/>
                  </a:cubicBezTo>
                  <a:cubicBezTo>
                    <a:pt x="94" y="149"/>
                    <a:pt x="99" y="149"/>
                    <a:pt x="99" y="152"/>
                  </a:cubicBezTo>
                  <a:cubicBezTo>
                    <a:pt x="99" y="154"/>
                    <a:pt x="106" y="152"/>
                    <a:pt x="107" y="154"/>
                  </a:cubicBezTo>
                  <a:cubicBezTo>
                    <a:pt x="109" y="155"/>
                    <a:pt x="111" y="156"/>
                    <a:pt x="111" y="159"/>
                  </a:cubicBezTo>
                  <a:cubicBezTo>
                    <a:pt x="110" y="162"/>
                    <a:pt x="114" y="164"/>
                    <a:pt x="112" y="165"/>
                  </a:cubicBezTo>
                  <a:cubicBezTo>
                    <a:pt x="109" y="167"/>
                    <a:pt x="112" y="169"/>
                    <a:pt x="113" y="172"/>
                  </a:cubicBezTo>
                  <a:cubicBezTo>
                    <a:pt x="113" y="175"/>
                    <a:pt x="116" y="176"/>
                    <a:pt x="121" y="176"/>
                  </a:cubicBezTo>
                  <a:cubicBezTo>
                    <a:pt x="127" y="176"/>
                    <a:pt x="128" y="176"/>
                    <a:pt x="128" y="180"/>
                  </a:cubicBezTo>
                  <a:cubicBezTo>
                    <a:pt x="128" y="184"/>
                    <a:pt x="132" y="184"/>
                    <a:pt x="133" y="188"/>
                  </a:cubicBezTo>
                  <a:cubicBezTo>
                    <a:pt x="134" y="192"/>
                    <a:pt x="131" y="196"/>
                    <a:pt x="132" y="198"/>
                  </a:cubicBezTo>
                  <a:cubicBezTo>
                    <a:pt x="132" y="201"/>
                    <a:pt x="131" y="203"/>
                    <a:pt x="130" y="204"/>
                  </a:cubicBezTo>
                  <a:cubicBezTo>
                    <a:pt x="131" y="206"/>
                    <a:pt x="131" y="207"/>
                    <a:pt x="130" y="208"/>
                  </a:cubicBezTo>
                  <a:cubicBezTo>
                    <a:pt x="128" y="209"/>
                    <a:pt x="133" y="213"/>
                    <a:pt x="131" y="218"/>
                  </a:cubicBezTo>
                  <a:cubicBezTo>
                    <a:pt x="130" y="223"/>
                    <a:pt x="130" y="224"/>
                    <a:pt x="135" y="225"/>
                  </a:cubicBezTo>
                  <a:cubicBezTo>
                    <a:pt x="141" y="225"/>
                    <a:pt x="140" y="227"/>
                    <a:pt x="142" y="225"/>
                  </a:cubicBezTo>
                  <a:cubicBezTo>
                    <a:pt x="144" y="224"/>
                    <a:pt x="147" y="229"/>
                    <a:pt x="148" y="232"/>
                  </a:cubicBezTo>
                  <a:cubicBezTo>
                    <a:pt x="149" y="235"/>
                    <a:pt x="151" y="241"/>
                    <a:pt x="152" y="241"/>
                  </a:cubicBezTo>
                  <a:cubicBezTo>
                    <a:pt x="153" y="241"/>
                    <a:pt x="156" y="238"/>
                    <a:pt x="159" y="240"/>
                  </a:cubicBezTo>
                  <a:cubicBezTo>
                    <a:pt x="161" y="241"/>
                    <a:pt x="158" y="250"/>
                    <a:pt x="158" y="254"/>
                  </a:cubicBezTo>
                  <a:cubicBezTo>
                    <a:pt x="160" y="254"/>
                    <a:pt x="162" y="254"/>
                    <a:pt x="163" y="254"/>
                  </a:cubicBezTo>
                  <a:cubicBezTo>
                    <a:pt x="165" y="255"/>
                    <a:pt x="165" y="265"/>
                    <a:pt x="165" y="267"/>
                  </a:cubicBezTo>
                  <a:cubicBezTo>
                    <a:pt x="164" y="268"/>
                    <a:pt x="158" y="270"/>
                    <a:pt x="155" y="272"/>
                  </a:cubicBezTo>
                  <a:cubicBezTo>
                    <a:pt x="152" y="274"/>
                    <a:pt x="144" y="281"/>
                    <a:pt x="141" y="287"/>
                  </a:cubicBezTo>
                  <a:cubicBezTo>
                    <a:pt x="139" y="290"/>
                    <a:pt x="136" y="293"/>
                    <a:pt x="134" y="295"/>
                  </a:cubicBezTo>
                  <a:cubicBezTo>
                    <a:pt x="135" y="295"/>
                    <a:pt x="136" y="295"/>
                    <a:pt x="136" y="295"/>
                  </a:cubicBezTo>
                  <a:cubicBezTo>
                    <a:pt x="138" y="294"/>
                    <a:pt x="140" y="294"/>
                    <a:pt x="143" y="297"/>
                  </a:cubicBezTo>
                  <a:cubicBezTo>
                    <a:pt x="146" y="301"/>
                    <a:pt x="146" y="303"/>
                    <a:pt x="147" y="303"/>
                  </a:cubicBezTo>
                  <a:cubicBezTo>
                    <a:pt x="148" y="303"/>
                    <a:pt x="149" y="299"/>
                    <a:pt x="151" y="302"/>
                  </a:cubicBezTo>
                  <a:cubicBezTo>
                    <a:pt x="153" y="305"/>
                    <a:pt x="159" y="307"/>
                    <a:pt x="160" y="309"/>
                  </a:cubicBezTo>
                  <a:cubicBezTo>
                    <a:pt x="161" y="310"/>
                    <a:pt x="166" y="311"/>
                    <a:pt x="166" y="315"/>
                  </a:cubicBezTo>
                  <a:cubicBezTo>
                    <a:pt x="166" y="318"/>
                    <a:pt x="164" y="323"/>
                    <a:pt x="166" y="327"/>
                  </a:cubicBezTo>
                  <a:cubicBezTo>
                    <a:pt x="168" y="326"/>
                    <a:pt x="169" y="325"/>
                    <a:pt x="170" y="32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126">
              <a:extLst>
                <a:ext uri="{FF2B5EF4-FFF2-40B4-BE49-F238E27FC236}">
                  <a16:creationId xmlns:a16="http://schemas.microsoft.com/office/drawing/2014/main" id="{848972A3-EB5C-4BEF-B7CA-8E392D2607A4}"/>
                </a:ext>
              </a:extLst>
            </p:cNvPr>
            <p:cNvSpPr>
              <a:spLocks noEditPoints="1"/>
            </p:cNvSpPr>
            <p:nvPr/>
          </p:nvSpPr>
          <p:spPr bwMode="auto">
            <a:xfrm>
              <a:off x="2856495" y="1693331"/>
              <a:ext cx="2040510" cy="1572602"/>
            </a:xfrm>
            <a:custGeom>
              <a:avLst/>
              <a:gdLst>
                <a:gd name="T0" fmla="*/ 147 w 717"/>
                <a:gd name="T1" fmla="*/ 487 h 552"/>
                <a:gd name="T2" fmla="*/ 135 w 717"/>
                <a:gd name="T3" fmla="*/ 162 h 552"/>
                <a:gd name="T4" fmla="*/ 276 w 717"/>
                <a:gd name="T5" fmla="*/ 179 h 552"/>
                <a:gd name="T6" fmla="*/ 183 w 717"/>
                <a:gd name="T7" fmla="*/ 192 h 552"/>
                <a:gd name="T8" fmla="*/ 276 w 717"/>
                <a:gd name="T9" fmla="*/ 239 h 552"/>
                <a:gd name="T10" fmla="*/ 169 w 717"/>
                <a:gd name="T11" fmla="*/ 138 h 552"/>
                <a:gd name="T12" fmla="*/ 149 w 717"/>
                <a:gd name="T13" fmla="*/ 132 h 552"/>
                <a:gd name="T14" fmla="*/ 264 w 717"/>
                <a:gd name="T15" fmla="*/ 152 h 552"/>
                <a:gd name="T16" fmla="*/ 212 w 717"/>
                <a:gd name="T17" fmla="*/ 103 h 552"/>
                <a:gd name="T18" fmla="*/ 295 w 717"/>
                <a:gd name="T19" fmla="*/ 85 h 552"/>
                <a:gd name="T20" fmla="*/ 297 w 717"/>
                <a:gd name="T21" fmla="*/ 115 h 552"/>
                <a:gd name="T22" fmla="*/ 300 w 717"/>
                <a:gd name="T23" fmla="*/ 132 h 552"/>
                <a:gd name="T24" fmla="*/ 387 w 717"/>
                <a:gd name="T25" fmla="*/ 105 h 552"/>
                <a:gd name="T26" fmla="*/ 351 w 717"/>
                <a:gd name="T27" fmla="*/ 166 h 552"/>
                <a:gd name="T28" fmla="*/ 490 w 717"/>
                <a:gd name="T29" fmla="*/ 157 h 552"/>
                <a:gd name="T30" fmla="*/ 414 w 717"/>
                <a:gd name="T31" fmla="*/ 108 h 552"/>
                <a:gd name="T32" fmla="*/ 427 w 717"/>
                <a:gd name="T33" fmla="*/ 60 h 552"/>
                <a:gd name="T34" fmla="*/ 419 w 717"/>
                <a:gd name="T35" fmla="*/ 47 h 552"/>
                <a:gd name="T36" fmla="*/ 453 w 717"/>
                <a:gd name="T37" fmla="*/ 86 h 552"/>
                <a:gd name="T38" fmla="*/ 498 w 717"/>
                <a:gd name="T39" fmla="*/ 129 h 552"/>
                <a:gd name="T40" fmla="*/ 567 w 717"/>
                <a:gd name="T41" fmla="*/ 62 h 552"/>
                <a:gd name="T42" fmla="*/ 542 w 717"/>
                <a:gd name="T43" fmla="*/ 7 h 552"/>
                <a:gd name="T44" fmla="*/ 406 w 717"/>
                <a:gd name="T45" fmla="*/ 33 h 552"/>
                <a:gd name="T46" fmla="*/ 445 w 717"/>
                <a:gd name="T47" fmla="*/ 314 h 552"/>
                <a:gd name="T48" fmla="*/ 590 w 717"/>
                <a:gd name="T49" fmla="*/ 243 h 552"/>
                <a:gd name="T50" fmla="*/ 532 w 717"/>
                <a:gd name="T51" fmla="*/ 194 h 552"/>
                <a:gd name="T52" fmla="*/ 445 w 717"/>
                <a:gd name="T53" fmla="*/ 179 h 552"/>
                <a:gd name="T54" fmla="*/ 503 w 717"/>
                <a:gd name="T55" fmla="*/ 220 h 552"/>
                <a:gd name="T56" fmla="*/ 525 w 717"/>
                <a:gd name="T57" fmla="*/ 292 h 552"/>
                <a:gd name="T58" fmla="*/ 606 w 717"/>
                <a:gd name="T59" fmla="*/ 299 h 552"/>
                <a:gd name="T60" fmla="*/ 487 w 717"/>
                <a:gd name="T61" fmla="*/ 172 h 552"/>
                <a:gd name="T62" fmla="*/ 687 w 717"/>
                <a:gd name="T63" fmla="*/ 458 h 552"/>
                <a:gd name="T64" fmla="*/ 79 w 717"/>
                <a:gd name="T65" fmla="*/ 449 h 552"/>
                <a:gd name="T66" fmla="*/ 586 w 717"/>
                <a:gd name="T67" fmla="*/ 490 h 552"/>
                <a:gd name="T68" fmla="*/ 687 w 717"/>
                <a:gd name="T69" fmla="*/ 434 h 552"/>
                <a:gd name="T70" fmla="*/ 639 w 717"/>
                <a:gd name="T71" fmla="*/ 400 h 552"/>
                <a:gd name="T72" fmla="*/ 602 w 717"/>
                <a:gd name="T73" fmla="*/ 377 h 552"/>
                <a:gd name="T74" fmla="*/ 544 w 717"/>
                <a:gd name="T75" fmla="*/ 330 h 552"/>
                <a:gd name="T76" fmla="*/ 519 w 717"/>
                <a:gd name="T77" fmla="*/ 387 h 552"/>
                <a:gd name="T78" fmla="*/ 475 w 717"/>
                <a:gd name="T79" fmla="*/ 441 h 552"/>
                <a:gd name="T80" fmla="*/ 384 w 717"/>
                <a:gd name="T81" fmla="*/ 375 h 552"/>
                <a:gd name="T82" fmla="*/ 413 w 717"/>
                <a:gd name="T83" fmla="*/ 307 h 552"/>
                <a:gd name="T84" fmla="*/ 463 w 717"/>
                <a:gd name="T85" fmla="*/ 276 h 552"/>
                <a:gd name="T86" fmla="*/ 454 w 717"/>
                <a:gd name="T87" fmla="*/ 242 h 552"/>
                <a:gd name="T88" fmla="*/ 414 w 717"/>
                <a:gd name="T89" fmla="*/ 245 h 552"/>
                <a:gd name="T90" fmla="*/ 383 w 717"/>
                <a:gd name="T91" fmla="*/ 194 h 552"/>
                <a:gd name="T92" fmla="*/ 369 w 717"/>
                <a:gd name="T93" fmla="*/ 208 h 552"/>
                <a:gd name="T94" fmla="*/ 362 w 717"/>
                <a:gd name="T95" fmla="*/ 260 h 552"/>
                <a:gd name="T96" fmla="*/ 351 w 717"/>
                <a:gd name="T97" fmla="*/ 249 h 552"/>
                <a:gd name="T98" fmla="*/ 285 w 717"/>
                <a:gd name="T99" fmla="*/ 249 h 552"/>
                <a:gd name="T100" fmla="*/ 191 w 717"/>
                <a:gd name="T101" fmla="*/ 242 h 552"/>
                <a:gd name="T102" fmla="*/ 69 w 717"/>
                <a:gd name="T103" fmla="*/ 243 h 552"/>
                <a:gd name="T104" fmla="*/ 34 w 717"/>
                <a:gd name="T105" fmla="*/ 243 h 552"/>
                <a:gd name="T106" fmla="*/ 91 w 717"/>
                <a:gd name="T107" fmla="*/ 420 h 552"/>
                <a:gd name="T108" fmla="*/ 130 w 717"/>
                <a:gd name="T109" fmla="*/ 470 h 552"/>
                <a:gd name="T110" fmla="*/ 444 w 717"/>
                <a:gd name="T111" fmla="*/ 492 h 552"/>
                <a:gd name="T112" fmla="*/ 500 w 717"/>
                <a:gd name="T113" fmla="*/ 546 h 552"/>
                <a:gd name="T114" fmla="*/ 618 w 717"/>
                <a:gd name="T115" fmla="*/ 515 h 552"/>
                <a:gd name="T116" fmla="*/ 173 w 717"/>
                <a:gd name="T117" fmla="*/ 290 h 552"/>
                <a:gd name="T118" fmla="*/ 172 w 717"/>
                <a:gd name="T119" fmla="*/ 280 h 552"/>
                <a:gd name="T120" fmla="*/ 359 w 717"/>
                <a:gd name="T121" fmla="*/ 468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17" h="552">
                  <a:moveTo>
                    <a:pt x="142" y="484"/>
                  </a:moveTo>
                  <a:cubicBezTo>
                    <a:pt x="139" y="482"/>
                    <a:pt x="133" y="482"/>
                    <a:pt x="132" y="480"/>
                  </a:cubicBezTo>
                  <a:cubicBezTo>
                    <a:pt x="131" y="478"/>
                    <a:pt x="126" y="469"/>
                    <a:pt x="123" y="469"/>
                  </a:cubicBezTo>
                  <a:cubicBezTo>
                    <a:pt x="120" y="470"/>
                    <a:pt x="116" y="470"/>
                    <a:pt x="112" y="467"/>
                  </a:cubicBezTo>
                  <a:cubicBezTo>
                    <a:pt x="109" y="464"/>
                    <a:pt x="106" y="464"/>
                    <a:pt x="104" y="466"/>
                  </a:cubicBezTo>
                  <a:cubicBezTo>
                    <a:pt x="101" y="467"/>
                    <a:pt x="107" y="468"/>
                    <a:pt x="106" y="470"/>
                  </a:cubicBezTo>
                  <a:cubicBezTo>
                    <a:pt x="106" y="471"/>
                    <a:pt x="108" y="472"/>
                    <a:pt x="110" y="472"/>
                  </a:cubicBezTo>
                  <a:cubicBezTo>
                    <a:pt x="112" y="472"/>
                    <a:pt x="114" y="476"/>
                    <a:pt x="116" y="476"/>
                  </a:cubicBezTo>
                  <a:cubicBezTo>
                    <a:pt x="118" y="477"/>
                    <a:pt x="119" y="480"/>
                    <a:pt x="121" y="480"/>
                  </a:cubicBezTo>
                  <a:cubicBezTo>
                    <a:pt x="124" y="480"/>
                    <a:pt x="124" y="483"/>
                    <a:pt x="125" y="484"/>
                  </a:cubicBezTo>
                  <a:cubicBezTo>
                    <a:pt x="127" y="486"/>
                    <a:pt x="129" y="485"/>
                    <a:pt x="129" y="486"/>
                  </a:cubicBezTo>
                  <a:cubicBezTo>
                    <a:pt x="129" y="488"/>
                    <a:pt x="132" y="489"/>
                    <a:pt x="133" y="491"/>
                  </a:cubicBezTo>
                  <a:cubicBezTo>
                    <a:pt x="138" y="491"/>
                    <a:pt x="142" y="492"/>
                    <a:pt x="146" y="491"/>
                  </a:cubicBezTo>
                  <a:cubicBezTo>
                    <a:pt x="146" y="490"/>
                    <a:pt x="146" y="488"/>
                    <a:pt x="147" y="487"/>
                  </a:cubicBezTo>
                  <a:cubicBezTo>
                    <a:pt x="148" y="485"/>
                    <a:pt x="144" y="487"/>
                    <a:pt x="142" y="484"/>
                  </a:cubicBezTo>
                  <a:close/>
                  <a:moveTo>
                    <a:pt x="135" y="201"/>
                  </a:moveTo>
                  <a:cubicBezTo>
                    <a:pt x="142" y="202"/>
                    <a:pt x="143" y="214"/>
                    <a:pt x="147" y="214"/>
                  </a:cubicBezTo>
                  <a:cubicBezTo>
                    <a:pt x="150" y="214"/>
                    <a:pt x="148" y="210"/>
                    <a:pt x="152" y="210"/>
                  </a:cubicBezTo>
                  <a:cubicBezTo>
                    <a:pt x="157" y="210"/>
                    <a:pt x="156" y="208"/>
                    <a:pt x="160" y="208"/>
                  </a:cubicBezTo>
                  <a:cubicBezTo>
                    <a:pt x="164" y="208"/>
                    <a:pt x="168" y="207"/>
                    <a:pt x="168" y="202"/>
                  </a:cubicBezTo>
                  <a:cubicBezTo>
                    <a:pt x="168" y="197"/>
                    <a:pt x="171" y="195"/>
                    <a:pt x="175" y="194"/>
                  </a:cubicBezTo>
                  <a:cubicBezTo>
                    <a:pt x="180" y="193"/>
                    <a:pt x="176" y="188"/>
                    <a:pt x="182" y="186"/>
                  </a:cubicBezTo>
                  <a:cubicBezTo>
                    <a:pt x="188" y="185"/>
                    <a:pt x="205" y="178"/>
                    <a:pt x="208" y="176"/>
                  </a:cubicBezTo>
                  <a:cubicBezTo>
                    <a:pt x="210" y="173"/>
                    <a:pt x="204" y="171"/>
                    <a:pt x="198" y="167"/>
                  </a:cubicBezTo>
                  <a:cubicBezTo>
                    <a:pt x="191" y="163"/>
                    <a:pt x="186" y="162"/>
                    <a:pt x="181" y="165"/>
                  </a:cubicBezTo>
                  <a:cubicBezTo>
                    <a:pt x="176" y="168"/>
                    <a:pt x="180" y="161"/>
                    <a:pt x="176" y="163"/>
                  </a:cubicBezTo>
                  <a:cubicBezTo>
                    <a:pt x="172" y="165"/>
                    <a:pt x="162" y="160"/>
                    <a:pt x="160" y="158"/>
                  </a:cubicBezTo>
                  <a:cubicBezTo>
                    <a:pt x="159" y="157"/>
                    <a:pt x="139" y="162"/>
                    <a:pt x="135" y="162"/>
                  </a:cubicBezTo>
                  <a:cubicBezTo>
                    <a:pt x="130" y="162"/>
                    <a:pt x="135" y="167"/>
                    <a:pt x="138" y="170"/>
                  </a:cubicBezTo>
                  <a:cubicBezTo>
                    <a:pt x="142" y="172"/>
                    <a:pt x="130" y="180"/>
                    <a:pt x="133" y="182"/>
                  </a:cubicBezTo>
                  <a:cubicBezTo>
                    <a:pt x="135" y="184"/>
                    <a:pt x="130" y="188"/>
                    <a:pt x="125" y="194"/>
                  </a:cubicBezTo>
                  <a:cubicBezTo>
                    <a:pt x="120" y="200"/>
                    <a:pt x="129" y="199"/>
                    <a:pt x="135" y="201"/>
                  </a:cubicBezTo>
                  <a:close/>
                  <a:moveTo>
                    <a:pt x="314" y="230"/>
                  </a:moveTo>
                  <a:cubicBezTo>
                    <a:pt x="316" y="228"/>
                    <a:pt x="325" y="235"/>
                    <a:pt x="325" y="230"/>
                  </a:cubicBezTo>
                  <a:cubicBezTo>
                    <a:pt x="326" y="224"/>
                    <a:pt x="315" y="222"/>
                    <a:pt x="311" y="219"/>
                  </a:cubicBezTo>
                  <a:cubicBezTo>
                    <a:pt x="307" y="216"/>
                    <a:pt x="305" y="218"/>
                    <a:pt x="298" y="213"/>
                  </a:cubicBezTo>
                  <a:cubicBezTo>
                    <a:pt x="291" y="208"/>
                    <a:pt x="300" y="205"/>
                    <a:pt x="295" y="201"/>
                  </a:cubicBezTo>
                  <a:cubicBezTo>
                    <a:pt x="290" y="197"/>
                    <a:pt x="288" y="187"/>
                    <a:pt x="292" y="183"/>
                  </a:cubicBezTo>
                  <a:cubicBezTo>
                    <a:pt x="295" y="179"/>
                    <a:pt x="299" y="174"/>
                    <a:pt x="293" y="172"/>
                  </a:cubicBezTo>
                  <a:cubicBezTo>
                    <a:pt x="286" y="169"/>
                    <a:pt x="276" y="174"/>
                    <a:pt x="277" y="175"/>
                  </a:cubicBezTo>
                  <a:cubicBezTo>
                    <a:pt x="278" y="177"/>
                    <a:pt x="287" y="182"/>
                    <a:pt x="287" y="184"/>
                  </a:cubicBezTo>
                  <a:cubicBezTo>
                    <a:pt x="287" y="186"/>
                    <a:pt x="279" y="178"/>
                    <a:pt x="276" y="179"/>
                  </a:cubicBezTo>
                  <a:cubicBezTo>
                    <a:pt x="273" y="181"/>
                    <a:pt x="270" y="176"/>
                    <a:pt x="267" y="179"/>
                  </a:cubicBezTo>
                  <a:cubicBezTo>
                    <a:pt x="265" y="183"/>
                    <a:pt x="271" y="195"/>
                    <a:pt x="273" y="199"/>
                  </a:cubicBezTo>
                  <a:cubicBezTo>
                    <a:pt x="275" y="203"/>
                    <a:pt x="271" y="203"/>
                    <a:pt x="268" y="203"/>
                  </a:cubicBezTo>
                  <a:cubicBezTo>
                    <a:pt x="265" y="204"/>
                    <a:pt x="265" y="193"/>
                    <a:pt x="262" y="189"/>
                  </a:cubicBezTo>
                  <a:cubicBezTo>
                    <a:pt x="259" y="185"/>
                    <a:pt x="247" y="181"/>
                    <a:pt x="247" y="184"/>
                  </a:cubicBezTo>
                  <a:cubicBezTo>
                    <a:pt x="246" y="187"/>
                    <a:pt x="254" y="187"/>
                    <a:pt x="253" y="190"/>
                  </a:cubicBezTo>
                  <a:cubicBezTo>
                    <a:pt x="252" y="194"/>
                    <a:pt x="247" y="188"/>
                    <a:pt x="244" y="191"/>
                  </a:cubicBezTo>
                  <a:cubicBezTo>
                    <a:pt x="240" y="194"/>
                    <a:pt x="240" y="192"/>
                    <a:pt x="241" y="189"/>
                  </a:cubicBezTo>
                  <a:cubicBezTo>
                    <a:pt x="242" y="186"/>
                    <a:pt x="235" y="182"/>
                    <a:pt x="228" y="183"/>
                  </a:cubicBezTo>
                  <a:cubicBezTo>
                    <a:pt x="221" y="184"/>
                    <a:pt x="225" y="189"/>
                    <a:pt x="223" y="190"/>
                  </a:cubicBezTo>
                  <a:cubicBezTo>
                    <a:pt x="221" y="192"/>
                    <a:pt x="210" y="189"/>
                    <a:pt x="217" y="188"/>
                  </a:cubicBezTo>
                  <a:cubicBezTo>
                    <a:pt x="224" y="187"/>
                    <a:pt x="221" y="183"/>
                    <a:pt x="218" y="179"/>
                  </a:cubicBezTo>
                  <a:cubicBezTo>
                    <a:pt x="216" y="175"/>
                    <a:pt x="209" y="179"/>
                    <a:pt x="198" y="183"/>
                  </a:cubicBezTo>
                  <a:cubicBezTo>
                    <a:pt x="187" y="187"/>
                    <a:pt x="182" y="192"/>
                    <a:pt x="183" y="192"/>
                  </a:cubicBezTo>
                  <a:cubicBezTo>
                    <a:pt x="185" y="192"/>
                    <a:pt x="185" y="194"/>
                    <a:pt x="181" y="198"/>
                  </a:cubicBezTo>
                  <a:cubicBezTo>
                    <a:pt x="176" y="201"/>
                    <a:pt x="181" y="204"/>
                    <a:pt x="185" y="204"/>
                  </a:cubicBezTo>
                  <a:cubicBezTo>
                    <a:pt x="189" y="204"/>
                    <a:pt x="185" y="208"/>
                    <a:pt x="188" y="208"/>
                  </a:cubicBezTo>
                  <a:cubicBezTo>
                    <a:pt x="190" y="209"/>
                    <a:pt x="203" y="203"/>
                    <a:pt x="207" y="206"/>
                  </a:cubicBezTo>
                  <a:cubicBezTo>
                    <a:pt x="210" y="208"/>
                    <a:pt x="186" y="210"/>
                    <a:pt x="186" y="214"/>
                  </a:cubicBezTo>
                  <a:cubicBezTo>
                    <a:pt x="186" y="218"/>
                    <a:pt x="199" y="221"/>
                    <a:pt x="209" y="219"/>
                  </a:cubicBezTo>
                  <a:cubicBezTo>
                    <a:pt x="219" y="217"/>
                    <a:pt x="237" y="220"/>
                    <a:pt x="237" y="223"/>
                  </a:cubicBezTo>
                  <a:cubicBezTo>
                    <a:pt x="237" y="225"/>
                    <a:pt x="225" y="225"/>
                    <a:pt x="216" y="224"/>
                  </a:cubicBezTo>
                  <a:cubicBezTo>
                    <a:pt x="207" y="224"/>
                    <a:pt x="192" y="227"/>
                    <a:pt x="193" y="230"/>
                  </a:cubicBezTo>
                  <a:cubicBezTo>
                    <a:pt x="193" y="233"/>
                    <a:pt x="194" y="233"/>
                    <a:pt x="204" y="237"/>
                  </a:cubicBezTo>
                  <a:cubicBezTo>
                    <a:pt x="213" y="241"/>
                    <a:pt x="222" y="235"/>
                    <a:pt x="222" y="241"/>
                  </a:cubicBezTo>
                  <a:cubicBezTo>
                    <a:pt x="222" y="247"/>
                    <a:pt x="227" y="249"/>
                    <a:pt x="240" y="249"/>
                  </a:cubicBezTo>
                  <a:cubicBezTo>
                    <a:pt x="252" y="249"/>
                    <a:pt x="258" y="243"/>
                    <a:pt x="264" y="244"/>
                  </a:cubicBezTo>
                  <a:cubicBezTo>
                    <a:pt x="270" y="244"/>
                    <a:pt x="273" y="243"/>
                    <a:pt x="276" y="239"/>
                  </a:cubicBezTo>
                  <a:cubicBezTo>
                    <a:pt x="278" y="234"/>
                    <a:pt x="281" y="237"/>
                    <a:pt x="282" y="239"/>
                  </a:cubicBezTo>
                  <a:cubicBezTo>
                    <a:pt x="282" y="241"/>
                    <a:pt x="290" y="241"/>
                    <a:pt x="292" y="243"/>
                  </a:cubicBezTo>
                  <a:cubicBezTo>
                    <a:pt x="297" y="247"/>
                    <a:pt x="312" y="246"/>
                    <a:pt x="317" y="243"/>
                  </a:cubicBezTo>
                  <a:cubicBezTo>
                    <a:pt x="323" y="240"/>
                    <a:pt x="315" y="232"/>
                    <a:pt x="312" y="236"/>
                  </a:cubicBezTo>
                  <a:cubicBezTo>
                    <a:pt x="309" y="239"/>
                    <a:pt x="307" y="237"/>
                    <a:pt x="306" y="235"/>
                  </a:cubicBezTo>
                  <a:cubicBezTo>
                    <a:pt x="305" y="234"/>
                    <a:pt x="312" y="233"/>
                    <a:pt x="314" y="230"/>
                  </a:cubicBezTo>
                  <a:close/>
                  <a:moveTo>
                    <a:pt x="178" y="142"/>
                  </a:moveTo>
                  <a:cubicBezTo>
                    <a:pt x="185" y="143"/>
                    <a:pt x="191" y="137"/>
                    <a:pt x="191" y="134"/>
                  </a:cubicBezTo>
                  <a:cubicBezTo>
                    <a:pt x="190" y="131"/>
                    <a:pt x="175" y="142"/>
                    <a:pt x="178" y="142"/>
                  </a:cubicBezTo>
                  <a:close/>
                  <a:moveTo>
                    <a:pt x="149" y="132"/>
                  </a:moveTo>
                  <a:cubicBezTo>
                    <a:pt x="151" y="133"/>
                    <a:pt x="149" y="138"/>
                    <a:pt x="152" y="137"/>
                  </a:cubicBezTo>
                  <a:cubicBezTo>
                    <a:pt x="154" y="136"/>
                    <a:pt x="155" y="135"/>
                    <a:pt x="157" y="136"/>
                  </a:cubicBezTo>
                  <a:cubicBezTo>
                    <a:pt x="161" y="137"/>
                    <a:pt x="162" y="134"/>
                    <a:pt x="164" y="132"/>
                  </a:cubicBezTo>
                  <a:cubicBezTo>
                    <a:pt x="165" y="130"/>
                    <a:pt x="165" y="138"/>
                    <a:pt x="169" y="138"/>
                  </a:cubicBezTo>
                  <a:cubicBezTo>
                    <a:pt x="173" y="138"/>
                    <a:pt x="173" y="130"/>
                    <a:pt x="176" y="132"/>
                  </a:cubicBezTo>
                  <a:cubicBezTo>
                    <a:pt x="180" y="135"/>
                    <a:pt x="181" y="131"/>
                    <a:pt x="181" y="129"/>
                  </a:cubicBezTo>
                  <a:cubicBezTo>
                    <a:pt x="182" y="126"/>
                    <a:pt x="182" y="122"/>
                    <a:pt x="186" y="121"/>
                  </a:cubicBezTo>
                  <a:cubicBezTo>
                    <a:pt x="190" y="121"/>
                    <a:pt x="187" y="125"/>
                    <a:pt x="189" y="128"/>
                  </a:cubicBezTo>
                  <a:cubicBezTo>
                    <a:pt x="191" y="133"/>
                    <a:pt x="196" y="129"/>
                    <a:pt x="196" y="127"/>
                  </a:cubicBezTo>
                  <a:cubicBezTo>
                    <a:pt x="196" y="124"/>
                    <a:pt x="203" y="126"/>
                    <a:pt x="203" y="123"/>
                  </a:cubicBezTo>
                  <a:cubicBezTo>
                    <a:pt x="202" y="121"/>
                    <a:pt x="204" y="120"/>
                    <a:pt x="203" y="117"/>
                  </a:cubicBezTo>
                  <a:cubicBezTo>
                    <a:pt x="201" y="115"/>
                    <a:pt x="205" y="115"/>
                    <a:pt x="208" y="113"/>
                  </a:cubicBezTo>
                  <a:cubicBezTo>
                    <a:pt x="210" y="111"/>
                    <a:pt x="205" y="113"/>
                    <a:pt x="201" y="110"/>
                  </a:cubicBezTo>
                  <a:cubicBezTo>
                    <a:pt x="198" y="106"/>
                    <a:pt x="196" y="111"/>
                    <a:pt x="196" y="113"/>
                  </a:cubicBezTo>
                  <a:cubicBezTo>
                    <a:pt x="196" y="115"/>
                    <a:pt x="189" y="113"/>
                    <a:pt x="185" y="112"/>
                  </a:cubicBezTo>
                  <a:cubicBezTo>
                    <a:pt x="181" y="110"/>
                    <a:pt x="176" y="116"/>
                    <a:pt x="171" y="119"/>
                  </a:cubicBezTo>
                  <a:cubicBezTo>
                    <a:pt x="165" y="122"/>
                    <a:pt x="165" y="127"/>
                    <a:pt x="159" y="127"/>
                  </a:cubicBezTo>
                  <a:cubicBezTo>
                    <a:pt x="154" y="126"/>
                    <a:pt x="146" y="131"/>
                    <a:pt x="149" y="132"/>
                  </a:cubicBezTo>
                  <a:close/>
                  <a:moveTo>
                    <a:pt x="204" y="131"/>
                  </a:moveTo>
                  <a:cubicBezTo>
                    <a:pt x="199" y="131"/>
                    <a:pt x="200" y="136"/>
                    <a:pt x="205" y="136"/>
                  </a:cubicBezTo>
                  <a:cubicBezTo>
                    <a:pt x="211" y="136"/>
                    <a:pt x="213" y="138"/>
                    <a:pt x="205" y="137"/>
                  </a:cubicBezTo>
                  <a:cubicBezTo>
                    <a:pt x="196" y="137"/>
                    <a:pt x="193" y="144"/>
                    <a:pt x="199" y="143"/>
                  </a:cubicBezTo>
                  <a:cubicBezTo>
                    <a:pt x="204" y="141"/>
                    <a:pt x="211" y="141"/>
                    <a:pt x="207" y="143"/>
                  </a:cubicBezTo>
                  <a:cubicBezTo>
                    <a:pt x="203" y="144"/>
                    <a:pt x="191" y="145"/>
                    <a:pt x="193" y="147"/>
                  </a:cubicBezTo>
                  <a:cubicBezTo>
                    <a:pt x="194" y="149"/>
                    <a:pt x="198" y="148"/>
                    <a:pt x="203" y="150"/>
                  </a:cubicBezTo>
                  <a:cubicBezTo>
                    <a:pt x="208" y="152"/>
                    <a:pt x="210" y="153"/>
                    <a:pt x="214" y="149"/>
                  </a:cubicBezTo>
                  <a:cubicBezTo>
                    <a:pt x="218" y="145"/>
                    <a:pt x="222" y="141"/>
                    <a:pt x="220" y="147"/>
                  </a:cubicBezTo>
                  <a:cubicBezTo>
                    <a:pt x="219" y="152"/>
                    <a:pt x="226" y="148"/>
                    <a:pt x="236" y="148"/>
                  </a:cubicBezTo>
                  <a:cubicBezTo>
                    <a:pt x="245" y="147"/>
                    <a:pt x="234" y="153"/>
                    <a:pt x="224" y="154"/>
                  </a:cubicBezTo>
                  <a:cubicBezTo>
                    <a:pt x="214" y="155"/>
                    <a:pt x="216" y="160"/>
                    <a:pt x="224" y="162"/>
                  </a:cubicBezTo>
                  <a:cubicBezTo>
                    <a:pt x="231" y="163"/>
                    <a:pt x="248" y="157"/>
                    <a:pt x="252" y="153"/>
                  </a:cubicBezTo>
                  <a:cubicBezTo>
                    <a:pt x="256" y="149"/>
                    <a:pt x="260" y="155"/>
                    <a:pt x="264" y="152"/>
                  </a:cubicBezTo>
                  <a:cubicBezTo>
                    <a:pt x="267" y="149"/>
                    <a:pt x="275" y="152"/>
                    <a:pt x="282" y="151"/>
                  </a:cubicBezTo>
                  <a:cubicBezTo>
                    <a:pt x="288" y="149"/>
                    <a:pt x="290" y="137"/>
                    <a:pt x="285" y="134"/>
                  </a:cubicBezTo>
                  <a:cubicBezTo>
                    <a:pt x="280" y="132"/>
                    <a:pt x="280" y="137"/>
                    <a:pt x="276" y="138"/>
                  </a:cubicBezTo>
                  <a:cubicBezTo>
                    <a:pt x="272" y="138"/>
                    <a:pt x="270" y="133"/>
                    <a:pt x="266" y="130"/>
                  </a:cubicBezTo>
                  <a:cubicBezTo>
                    <a:pt x="263" y="127"/>
                    <a:pt x="265" y="121"/>
                    <a:pt x="261" y="122"/>
                  </a:cubicBezTo>
                  <a:cubicBezTo>
                    <a:pt x="256" y="122"/>
                    <a:pt x="246" y="130"/>
                    <a:pt x="252" y="131"/>
                  </a:cubicBezTo>
                  <a:cubicBezTo>
                    <a:pt x="258" y="131"/>
                    <a:pt x="256" y="134"/>
                    <a:pt x="253" y="136"/>
                  </a:cubicBezTo>
                  <a:cubicBezTo>
                    <a:pt x="250" y="137"/>
                    <a:pt x="260" y="140"/>
                    <a:pt x="259" y="142"/>
                  </a:cubicBezTo>
                  <a:cubicBezTo>
                    <a:pt x="257" y="144"/>
                    <a:pt x="241" y="142"/>
                    <a:pt x="240" y="139"/>
                  </a:cubicBezTo>
                  <a:cubicBezTo>
                    <a:pt x="240" y="135"/>
                    <a:pt x="227" y="129"/>
                    <a:pt x="221" y="130"/>
                  </a:cubicBezTo>
                  <a:cubicBezTo>
                    <a:pt x="216" y="132"/>
                    <a:pt x="218" y="126"/>
                    <a:pt x="213" y="126"/>
                  </a:cubicBezTo>
                  <a:cubicBezTo>
                    <a:pt x="208" y="125"/>
                    <a:pt x="209" y="130"/>
                    <a:pt x="204" y="131"/>
                  </a:cubicBezTo>
                  <a:close/>
                  <a:moveTo>
                    <a:pt x="223" y="105"/>
                  </a:moveTo>
                  <a:cubicBezTo>
                    <a:pt x="225" y="101"/>
                    <a:pt x="211" y="101"/>
                    <a:pt x="212" y="103"/>
                  </a:cubicBezTo>
                  <a:cubicBezTo>
                    <a:pt x="215" y="106"/>
                    <a:pt x="221" y="109"/>
                    <a:pt x="223" y="105"/>
                  </a:cubicBezTo>
                  <a:close/>
                  <a:moveTo>
                    <a:pt x="252" y="103"/>
                  </a:moveTo>
                  <a:cubicBezTo>
                    <a:pt x="257" y="102"/>
                    <a:pt x="255" y="99"/>
                    <a:pt x="247" y="100"/>
                  </a:cubicBezTo>
                  <a:cubicBezTo>
                    <a:pt x="240" y="101"/>
                    <a:pt x="227" y="101"/>
                    <a:pt x="227" y="106"/>
                  </a:cubicBezTo>
                  <a:cubicBezTo>
                    <a:pt x="227" y="111"/>
                    <a:pt x="230" y="113"/>
                    <a:pt x="238" y="113"/>
                  </a:cubicBezTo>
                  <a:cubicBezTo>
                    <a:pt x="246" y="114"/>
                    <a:pt x="253" y="106"/>
                    <a:pt x="249" y="106"/>
                  </a:cubicBezTo>
                  <a:cubicBezTo>
                    <a:pt x="245" y="106"/>
                    <a:pt x="248" y="104"/>
                    <a:pt x="252" y="103"/>
                  </a:cubicBezTo>
                  <a:close/>
                  <a:moveTo>
                    <a:pt x="235" y="96"/>
                  </a:moveTo>
                  <a:cubicBezTo>
                    <a:pt x="239" y="98"/>
                    <a:pt x="242" y="93"/>
                    <a:pt x="245" y="95"/>
                  </a:cubicBezTo>
                  <a:cubicBezTo>
                    <a:pt x="247" y="97"/>
                    <a:pt x="258" y="99"/>
                    <a:pt x="258" y="93"/>
                  </a:cubicBezTo>
                  <a:cubicBezTo>
                    <a:pt x="258" y="88"/>
                    <a:pt x="244" y="87"/>
                    <a:pt x="241" y="89"/>
                  </a:cubicBezTo>
                  <a:cubicBezTo>
                    <a:pt x="237" y="91"/>
                    <a:pt x="221" y="92"/>
                    <a:pt x="225" y="96"/>
                  </a:cubicBezTo>
                  <a:cubicBezTo>
                    <a:pt x="228" y="98"/>
                    <a:pt x="231" y="95"/>
                    <a:pt x="235" y="96"/>
                  </a:cubicBezTo>
                  <a:close/>
                  <a:moveTo>
                    <a:pt x="295" y="85"/>
                  </a:moveTo>
                  <a:cubicBezTo>
                    <a:pt x="299" y="82"/>
                    <a:pt x="307" y="87"/>
                    <a:pt x="305" y="90"/>
                  </a:cubicBezTo>
                  <a:cubicBezTo>
                    <a:pt x="304" y="93"/>
                    <a:pt x="291" y="90"/>
                    <a:pt x="292" y="92"/>
                  </a:cubicBezTo>
                  <a:cubicBezTo>
                    <a:pt x="293" y="93"/>
                    <a:pt x="294" y="98"/>
                    <a:pt x="303" y="95"/>
                  </a:cubicBezTo>
                  <a:cubicBezTo>
                    <a:pt x="311" y="93"/>
                    <a:pt x="318" y="95"/>
                    <a:pt x="324" y="99"/>
                  </a:cubicBezTo>
                  <a:cubicBezTo>
                    <a:pt x="330" y="104"/>
                    <a:pt x="335" y="106"/>
                    <a:pt x="339" y="101"/>
                  </a:cubicBezTo>
                  <a:cubicBezTo>
                    <a:pt x="343" y="96"/>
                    <a:pt x="334" y="96"/>
                    <a:pt x="336" y="92"/>
                  </a:cubicBezTo>
                  <a:cubicBezTo>
                    <a:pt x="338" y="88"/>
                    <a:pt x="330" y="86"/>
                    <a:pt x="326" y="86"/>
                  </a:cubicBezTo>
                  <a:cubicBezTo>
                    <a:pt x="322" y="86"/>
                    <a:pt x="321" y="79"/>
                    <a:pt x="318" y="81"/>
                  </a:cubicBezTo>
                  <a:cubicBezTo>
                    <a:pt x="315" y="82"/>
                    <a:pt x="312" y="85"/>
                    <a:pt x="312" y="80"/>
                  </a:cubicBezTo>
                  <a:cubicBezTo>
                    <a:pt x="312" y="75"/>
                    <a:pt x="294" y="75"/>
                    <a:pt x="289" y="77"/>
                  </a:cubicBezTo>
                  <a:cubicBezTo>
                    <a:pt x="285" y="78"/>
                    <a:pt x="290" y="88"/>
                    <a:pt x="295" y="85"/>
                  </a:cubicBezTo>
                  <a:close/>
                  <a:moveTo>
                    <a:pt x="297" y="115"/>
                  </a:moveTo>
                  <a:cubicBezTo>
                    <a:pt x="300" y="112"/>
                    <a:pt x="286" y="100"/>
                    <a:pt x="285" y="106"/>
                  </a:cubicBezTo>
                  <a:cubicBezTo>
                    <a:pt x="284" y="111"/>
                    <a:pt x="294" y="119"/>
                    <a:pt x="297" y="115"/>
                  </a:cubicBezTo>
                  <a:close/>
                  <a:moveTo>
                    <a:pt x="343" y="68"/>
                  </a:moveTo>
                  <a:cubicBezTo>
                    <a:pt x="346" y="64"/>
                    <a:pt x="328" y="61"/>
                    <a:pt x="333" y="65"/>
                  </a:cubicBezTo>
                  <a:cubicBezTo>
                    <a:pt x="335" y="67"/>
                    <a:pt x="341" y="73"/>
                    <a:pt x="343" y="68"/>
                  </a:cubicBezTo>
                  <a:close/>
                  <a:moveTo>
                    <a:pt x="303" y="149"/>
                  </a:moveTo>
                  <a:cubicBezTo>
                    <a:pt x="306" y="147"/>
                    <a:pt x="298" y="141"/>
                    <a:pt x="296" y="146"/>
                  </a:cubicBezTo>
                  <a:cubicBezTo>
                    <a:pt x="293" y="151"/>
                    <a:pt x="301" y="152"/>
                    <a:pt x="303" y="149"/>
                  </a:cubicBezTo>
                  <a:close/>
                  <a:moveTo>
                    <a:pt x="343" y="124"/>
                  </a:moveTo>
                  <a:cubicBezTo>
                    <a:pt x="343" y="128"/>
                    <a:pt x="335" y="124"/>
                    <a:pt x="328" y="121"/>
                  </a:cubicBezTo>
                  <a:cubicBezTo>
                    <a:pt x="322" y="119"/>
                    <a:pt x="326" y="126"/>
                    <a:pt x="331" y="131"/>
                  </a:cubicBezTo>
                  <a:cubicBezTo>
                    <a:pt x="336" y="135"/>
                    <a:pt x="328" y="133"/>
                    <a:pt x="322" y="128"/>
                  </a:cubicBezTo>
                  <a:cubicBezTo>
                    <a:pt x="315" y="123"/>
                    <a:pt x="316" y="131"/>
                    <a:pt x="319" y="134"/>
                  </a:cubicBezTo>
                  <a:cubicBezTo>
                    <a:pt x="322" y="136"/>
                    <a:pt x="318" y="140"/>
                    <a:pt x="314" y="134"/>
                  </a:cubicBezTo>
                  <a:cubicBezTo>
                    <a:pt x="310" y="128"/>
                    <a:pt x="307" y="122"/>
                    <a:pt x="301" y="122"/>
                  </a:cubicBezTo>
                  <a:cubicBezTo>
                    <a:pt x="294" y="122"/>
                    <a:pt x="297" y="129"/>
                    <a:pt x="300" y="132"/>
                  </a:cubicBezTo>
                  <a:cubicBezTo>
                    <a:pt x="303" y="137"/>
                    <a:pt x="307" y="138"/>
                    <a:pt x="312" y="141"/>
                  </a:cubicBezTo>
                  <a:cubicBezTo>
                    <a:pt x="318" y="144"/>
                    <a:pt x="327" y="139"/>
                    <a:pt x="332" y="141"/>
                  </a:cubicBezTo>
                  <a:cubicBezTo>
                    <a:pt x="336" y="142"/>
                    <a:pt x="327" y="147"/>
                    <a:pt x="330" y="151"/>
                  </a:cubicBezTo>
                  <a:cubicBezTo>
                    <a:pt x="333" y="154"/>
                    <a:pt x="341" y="152"/>
                    <a:pt x="347" y="151"/>
                  </a:cubicBezTo>
                  <a:cubicBezTo>
                    <a:pt x="353" y="151"/>
                    <a:pt x="350" y="147"/>
                    <a:pt x="353" y="145"/>
                  </a:cubicBezTo>
                  <a:cubicBezTo>
                    <a:pt x="357" y="142"/>
                    <a:pt x="350" y="143"/>
                    <a:pt x="353" y="137"/>
                  </a:cubicBezTo>
                  <a:cubicBezTo>
                    <a:pt x="356" y="131"/>
                    <a:pt x="344" y="121"/>
                    <a:pt x="343" y="124"/>
                  </a:cubicBezTo>
                  <a:close/>
                  <a:moveTo>
                    <a:pt x="358" y="103"/>
                  </a:moveTo>
                  <a:cubicBezTo>
                    <a:pt x="364" y="103"/>
                    <a:pt x="368" y="103"/>
                    <a:pt x="373" y="101"/>
                  </a:cubicBezTo>
                  <a:cubicBezTo>
                    <a:pt x="377" y="99"/>
                    <a:pt x="370" y="99"/>
                    <a:pt x="373" y="95"/>
                  </a:cubicBezTo>
                  <a:cubicBezTo>
                    <a:pt x="377" y="91"/>
                    <a:pt x="366" y="90"/>
                    <a:pt x="365" y="92"/>
                  </a:cubicBezTo>
                  <a:cubicBezTo>
                    <a:pt x="364" y="93"/>
                    <a:pt x="350" y="83"/>
                    <a:pt x="348" y="86"/>
                  </a:cubicBezTo>
                  <a:cubicBezTo>
                    <a:pt x="346" y="90"/>
                    <a:pt x="353" y="103"/>
                    <a:pt x="358" y="103"/>
                  </a:cubicBezTo>
                  <a:close/>
                  <a:moveTo>
                    <a:pt x="387" y="105"/>
                  </a:moveTo>
                  <a:cubicBezTo>
                    <a:pt x="387" y="103"/>
                    <a:pt x="360" y="106"/>
                    <a:pt x="364" y="110"/>
                  </a:cubicBezTo>
                  <a:cubicBezTo>
                    <a:pt x="371" y="115"/>
                    <a:pt x="388" y="107"/>
                    <a:pt x="387" y="105"/>
                  </a:cubicBezTo>
                  <a:close/>
                  <a:moveTo>
                    <a:pt x="383" y="157"/>
                  </a:moveTo>
                  <a:cubicBezTo>
                    <a:pt x="390" y="157"/>
                    <a:pt x="387" y="149"/>
                    <a:pt x="379" y="144"/>
                  </a:cubicBezTo>
                  <a:cubicBezTo>
                    <a:pt x="372" y="138"/>
                    <a:pt x="356" y="149"/>
                    <a:pt x="359" y="152"/>
                  </a:cubicBezTo>
                  <a:cubicBezTo>
                    <a:pt x="362" y="154"/>
                    <a:pt x="377" y="158"/>
                    <a:pt x="383" y="157"/>
                  </a:cubicBezTo>
                  <a:close/>
                  <a:moveTo>
                    <a:pt x="338" y="207"/>
                  </a:moveTo>
                  <a:cubicBezTo>
                    <a:pt x="346" y="213"/>
                    <a:pt x="343" y="203"/>
                    <a:pt x="352" y="203"/>
                  </a:cubicBezTo>
                  <a:cubicBezTo>
                    <a:pt x="361" y="204"/>
                    <a:pt x="361" y="189"/>
                    <a:pt x="363" y="184"/>
                  </a:cubicBezTo>
                  <a:cubicBezTo>
                    <a:pt x="364" y="178"/>
                    <a:pt x="356" y="179"/>
                    <a:pt x="358" y="183"/>
                  </a:cubicBezTo>
                  <a:cubicBezTo>
                    <a:pt x="360" y="187"/>
                    <a:pt x="357" y="190"/>
                    <a:pt x="357" y="186"/>
                  </a:cubicBezTo>
                  <a:cubicBezTo>
                    <a:pt x="356" y="181"/>
                    <a:pt x="349" y="185"/>
                    <a:pt x="347" y="182"/>
                  </a:cubicBezTo>
                  <a:cubicBezTo>
                    <a:pt x="344" y="178"/>
                    <a:pt x="354" y="178"/>
                    <a:pt x="357" y="173"/>
                  </a:cubicBezTo>
                  <a:cubicBezTo>
                    <a:pt x="359" y="169"/>
                    <a:pt x="349" y="169"/>
                    <a:pt x="351" y="166"/>
                  </a:cubicBezTo>
                  <a:cubicBezTo>
                    <a:pt x="354" y="162"/>
                    <a:pt x="336" y="166"/>
                    <a:pt x="341" y="168"/>
                  </a:cubicBezTo>
                  <a:cubicBezTo>
                    <a:pt x="346" y="171"/>
                    <a:pt x="341" y="173"/>
                    <a:pt x="336" y="170"/>
                  </a:cubicBezTo>
                  <a:cubicBezTo>
                    <a:pt x="331" y="166"/>
                    <a:pt x="317" y="172"/>
                    <a:pt x="322" y="176"/>
                  </a:cubicBezTo>
                  <a:cubicBezTo>
                    <a:pt x="326" y="179"/>
                    <a:pt x="338" y="174"/>
                    <a:pt x="331" y="183"/>
                  </a:cubicBezTo>
                  <a:cubicBezTo>
                    <a:pt x="325" y="193"/>
                    <a:pt x="322" y="181"/>
                    <a:pt x="315" y="182"/>
                  </a:cubicBezTo>
                  <a:cubicBezTo>
                    <a:pt x="309" y="183"/>
                    <a:pt x="312" y="191"/>
                    <a:pt x="321" y="194"/>
                  </a:cubicBezTo>
                  <a:cubicBezTo>
                    <a:pt x="331" y="197"/>
                    <a:pt x="330" y="202"/>
                    <a:pt x="338" y="207"/>
                  </a:cubicBezTo>
                  <a:close/>
                  <a:moveTo>
                    <a:pt x="396" y="150"/>
                  </a:moveTo>
                  <a:cubicBezTo>
                    <a:pt x="398" y="157"/>
                    <a:pt x="401" y="152"/>
                    <a:pt x="405" y="155"/>
                  </a:cubicBezTo>
                  <a:cubicBezTo>
                    <a:pt x="409" y="158"/>
                    <a:pt x="415" y="160"/>
                    <a:pt x="418" y="157"/>
                  </a:cubicBezTo>
                  <a:cubicBezTo>
                    <a:pt x="422" y="154"/>
                    <a:pt x="423" y="152"/>
                    <a:pt x="424" y="154"/>
                  </a:cubicBezTo>
                  <a:cubicBezTo>
                    <a:pt x="426" y="159"/>
                    <a:pt x="434" y="159"/>
                    <a:pt x="451" y="159"/>
                  </a:cubicBezTo>
                  <a:cubicBezTo>
                    <a:pt x="468" y="160"/>
                    <a:pt x="464" y="152"/>
                    <a:pt x="469" y="155"/>
                  </a:cubicBezTo>
                  <a:cubicBezTo>
                    <a:pt x="474" y="158"/>
                    <a:pt x="485" y="158"/>
                    <a:pt x="490" y="157"/>
                  </a:cubicBezTo>
                  <a:cubicBezTo>
                    <a:pt x="495" y="156"/>
                    <a:pt x="498" y="148"/>
                    <a:pt x="497" y="144"/>
                  </a:cubicBezTo>
                  <a:cubicBezTo>
                    <a:pt x="497" y="140"/>
                    <a:pt x="459" y="137"/>
                    <a:pt x="452" y="141"/>
                  </a:cubicBezTo>
                  <a:cubicBezTo>
                    <a:pt x="445" y="145"/>
                    <a:pt x="434" y="139"/>
                    <a:pt x="429" y="142"/>
                  </a:cubicBezTo>
                  <a:cubicBezTo>
                    <a:pt x="424" y="145"/>
                    <a:pt x="425" y="138"/>
                    <a:pt x="416" y="138"/>
                  </a:cubicBezTo>
                  <a:cubicBezTo>
                    <a:pt x="406" y="138"/>
                    <a:pt x="417" y="133"/>
                    <a:pt x="418" y="131"/>
                  </a:cubicBezTo>
                  <a:cubicBezTo>
                    <a:pt x="420" y="128"/>
                    <a:pt x="404" y="123"/>
                    <a:pt x="397" y="124"/>
                  </a:cubicBezTo>
                  <a:cubicBezTo>
                    <a:pt x="390" y="126"/>
                    <a:pt x="386" y="122"/>
                    <a:pt x="380" y="119"/>
                  </a:cubicBezTo>
                  <a:cubicBezTo>
                    <a:pt x="373" y="116"/>
                    <a:pt x="356" y="117"/>
                    <a:pt x="359" y="122"/>
                  </a:cubicBezTo>
                  <a:cubicBezTo>
                    <a:pt x="362" y="126"/>
                    <a:pt x="383" y="133"/>
                    <a:pt x="385" y="129"/>
                  </a:cubicBezTo>
                  <a:cubicBezTo>
                    <a:pt x="387" y="126"/>
                    <a:pt x="392" y="134"/>
                    <a:pt x="395" y="138"/>
                  </a:cubicBezTo>
                  <a:cubicBezTo>
                    <a:pt x="399" y="142"/>
                    <a:pt x="393" y="143"/>
                    <a:pt x="396" y="150"/>
                  </a:cubicBezTo>
                  <a:close/>
                  <a:moveTo>
                    <a:pt x="414" y="108"/>
                  </a:moveTo>
                  <a:cubicBezTo>
                    <a:pt x="408" y="105"/>
                    <a:pt x="400" y="112"/>
                    <a:pt x="406" y="114"/>
                  </a:cubicBezTo>
                  <a:cubicBezTo>
                    <a:pt x="412" y="116"/>
                    <a:pt x="420" y="111"/>
                    <a:pt x="414" y="108"/>
                  </a:cubicBezTo>
                  <a:close/>
                  <a:moveTo>
                    <a:pt x="363" y="68"/>
                  </a:moveTo>
                  <a:cubicBezTo>
                    <a:pt x="368" y="71"/>
                    <a:pt x="365" y="74"/>
                    <a:pt x="371" y="77"/>
                  </a:cubicBezTo>
                  <a:cubicBezTo>
                    <a:pt x="376" y="79"/>
                    <a:pt x="393" y="73"/>
                    <a:pt x="394" y="77"/>
                  </a:cubicBezTo>
                  <a:cubicBezTo>
                    <a:pt x="395" y="81"/>
                    <a:pt x="377" y="82"/>
                    <a:pt x="380" y="84"/>
                  </a:cubicBezTo>
                  <a:cubicBezTo>
                    <a:pt x="382" y="87"/>
                    <a:pt x="393" y="91"/>
                    <a:pt x="391" y="93"/>
                  </a:cubicBezTo>
                  <a:cubicBezTo>
                    <a:pt x="390" y="95"/>
                    <a:pt x="408" y="101"/>
                    <a:pt x="410" y="98"/>
                  </a:cubicBezTo>
                  <a:cubicBezTo>
                    <a:pt x="412" y="95"/>
                    <a:pt x="417" y="96"/>
                    <a:pt x="422" y="98"/>
                  </a:cubicBezTo>
                  <a:cubicBezTo>
                    <a:pt x="426" y="100"/>
                    <a:pt x="427" y="87"/>
                    <a:pt x="430" y="89"/>
                  </a:cubicBezTo>
                  <a:cubicBezTo>
                    <a:pt x="433" y="91"/>
                    <a:pt x="433" y="84"/>
                    <a:pt x="438" y="82"/>
                  </a:cubicBezTo>
                  <a:cubicBezTo>
                    <a:pt x="443" y="80"/>
                    <a:pt x="451" y="80"/>
                    <a:pt x="451" y="77"/>
                  </a:cubicBezTo>
                  <a:cubicBezTo>
                    <a:pt x="452" y="76"/>
                    <a:pt x="450" y="73"/>
                    <a:pt x="444" y="74"/>
                  </a:cubicBezTo>
                  <a:cubicBezTo>
                    <a:pt x="437" y="75"/>
                    <a:pt x="433" y="72"/>
                    <a:pt x="436" y="68"/>
                  </a:cubicBezTo>
                  <a:cubicBezTo>
                    <a:pt x="439" y="65"/>
                    <a:pt x="429" y="64"/>
                    <a:pt x="432" y="61"/>
                  </a:cubicBezTo>
                  <a:cubicBezTo>
                    <a:pt x="436" y="58"/>
                    <a:pt x="425" y="55"/>
                    <a:pt x="427" y="60"/>
                  </a:cubicBezTo>
                  <a:cubicBezTo>
                    <a:pt x="428" y="64"/>
                    <a:pt x="420" y="60"/>
                    <a:pt x="419" y="56"/>
                  </a:cubicBezTo>
                  <a:cubicBezTo>
                    <a:pt x="418" y="52"/>
                    <a:pt x="403" y="51"/>
                    <a:pt x="394" y="42"/>
                  </a:cubicBezTo>
                  <a:cubicBezTo>
                    <a:pt x="384" y="34"/>
                    <a:pt x="374" y="39"/>
                    <a:pt x="380" y="40"/>
                  </a:cubicBezTo>
                  <a:cubicBezTo>
                    <a:pt x="386" y="41"/>
                    <a:pt x="385" y="44"/>
                    <a:pt x="381" y="44"/>
                  </a:cubicBezTo>
                  <a:cubicBezTo>
                    <a:pt x="376" y="44"/>
                    <a:pt x="368" y="44"/>
                    <a:pt x="375" y="47"/>
                  </a:cubicBezTo>
                  <a:cubicBezTo>
                    <a:pt x="383" y="50"/>
                    <a:pt x="374" y="51"/>
                    <a:pt x="368" y="51"/>
                  </a:cubicBezTo>
                  <a:cubicBezTo>
                    <a:pt x="362" y="51"/>
                    <a:pt x="362" y="59"/>
                    <a:pt x="370" y="60"/>
                  </a:cubicBezTo>
                  <a:cubicBezTo>
                    <a:pt x="378" y="61"/>
                    <a:pt x="372" y="66"/>
                    <a:pt x="366" y="64"/>
                  </a:cubicBezTo>
                  <a:cubicBezTo>
                    <a:pt x="359" y="62"/>
                    <a:pt x="357" y="65"/>
                    <a:pt x="363" y="68"/>
                  </a:cubicBezTo>
                  <a:close/>
                  <a:moveTo>
                    <a:pt x="406" y="33"/>
                  </a:moveTo>
                  <a:cubicBezTo>
                    <a:pt x="411" y="30"/>
                    <a:pt x="415" y="32"/>
                    <a:pt x="410" y="34"/>
                  </a:cubicBezTo>
                  <a:cubicBezTo>
                    <a:pt x="406" y="36"/>
                    <a:pt x="408" y="37"/>
                    <a:pt x="414" y="37"/>
                  </a:cubicBezTo>
                  <a:cubicBezTo>
                    <a:pt x="420" y="37"/>
                    <a:pt x="411" y="39"/>
                    <a:pt x="411" y="42"/>
                  </a:cubicBezTo>
                  <a:cubicBezTo>
                    <a:pt x="411" y="46"/>
                    <a:pt x="418" y="44"/>
                    <a:pt x="419" y="47"/>
                  </a:cubicBezTo>
                  <a:cubicBezTo>
                    <a:pt x="419" y="51"/>
                    <a:pt x="434" y="52"/>
                    <a:pt x="439" y="48"/>
                  </a:cubicBezTo>
                  <a:cubicBezTo>
                    <a:pt x="444" y="44"/>
                    <a:pt x="442" y="49"/>
                    <a:pt x="442" y="52"/>
                  </a:cubicBezTo>
                  <a:cubicBezTo>
                    <a:pt x="441" y="55"/>
                    <a:pt x="463" y="57"/>
                    <a:pt x="464" y="54"/>
                  </a:cubicBezTo>
                  <a:cubicBezTo>
                    <a:pt x="465" y="50"/>
                    <a:pt x="469" y="52"/>
                    <a:pt x="473" y="53"/>
                  </a:cubicBezTo>
                  <a:cubicBezTo>
                    <a:pt x="477" y="54"/>
                    <a:pt x="498" y="49"/>
                    <a:pt x="499" y="45"/>
                  </a:cubicBezTo>
                  <a:cubicBezTo>
                    <a:pt x="499" y="40"/>
                    <a:pt x="505" y="47"/>
                    <a:pt x="499" y="51"/>
                  </a:cubicBezTo>
                  <a:cubicBezTo>
                    <a:pt x="492" y="56"/>
                    <a:pt x="478" y="55"/>
                    <a:pt x="472" y="57"/>
                  </a:cubicBezTo>
                  <a:cubicBezTo>
                    <a:pt x="466" y="59"/>
                    <a:pt x="476" y="63"/>
                    <a:pt x="482" y="68"/>
                  </a:cubicBezTo>
                  <a:cubicBezTo>
                    <a:pt x="488" y="72"/>
                    <a:pt x="474" y="70"/>
                    <a:pt x="469" y="64"/>
                  </a:cubicBezTo>
                  <a:cubicBezTo>
                    <a:pt x="463" y="58"/>
                    <a:pt x="450" y="58"/>
                    <a:pt x="443" y="58"/>
                  </a:cubicBezTo>
                  <a:cubicBezTo>
                    <a:pt x="437" y="59"/>
                    <a:pt x="439" y="71"/>
                    <a:pt x="444" y="71"/>
                  </a:cubicBezTo>
                  <a:cubicBezTo>
                    <a:pt x="449" y="71"/>
                    <a:pt x="454" y="73"/>
                    <a:pt x="459" y="81"/>
                  </a:cubicBezTo>
                  <a:cubicBezTo>
                    <a:pt x="464" y="88"/>
                    <a:pt x="474" y="87"/>
                    <a:pt x="474" y="90"/>
                  </a:cubicBezTo>
                  <a:cubicBezTo>
                    <a:pt x="474" y="94"/>
                    <a:pt x="460" y="87"/>
                    <a:pt x="453" y="86"/>
                  </a:cubicBezTo>
                  <a:cubicBezTo>
                    <a:pt x="445" y="85"/>
                    <a:pt x="432" y="90"/>
                    <a:pt x="432" y="95"/>
                  </a:cubicBezTo>
                  <a:cubicBezTo>
                    <a:pt x="432" y="101"/>
                    <a:pt x="443" y="100"/>
                    <a:pt x="451" y="96"/>
                  </a:cubicBezTo>
                  <a:cubicBezTo>
                    <a:pt x="459" y="91"/>
                    <a:pt x="453" y="97"/>
                    <a:pt x="449" y="101"/>
                  </a:cubicBezTo>
                  <a:cubicBezTo>
                    <a:pt x="445" y="104"/>
                    <a:pt x="459" y="107"/>
                    <a:pt x="459" y="111"/>
                  </a:cubicBezTo>
                  <a:cubicBezTo>
                    <a:pt x="459" y="116"/>
                    <a:pt x="449" y="114"/>
                    <a:pt x="448" y="110"/>
                  </a:cubicBezTo>
                  <a:cubicBezTo>
                    <a:pt x="447" y="106"/>
                    <a:pt x="443" y="102"/>
                    <a:pt x="434" y="103"/>
                  </a:cubicBezTo>
                  <a:cubicBezTo>
                    <a:pt x="425" y="104"/>
                    <a:pt x="427" y="110"/>
                    <a:pt x="433" y="111"/>
                  </a:cubicBezTo>
                  <a:cubicBezTo>
                    <a:pt x="439" y="112"/>
                    <a:pt x="439" y="116"/>
                    <a:pt x="433" y="116"/>
                  </a:cubicBezTo>
                  <a:cubicBezTo>
                    <a:pt x="426" y="116"/>
                    <a:pt x="412" y="120"/>
                    <a:pt x="416" y="124"/>
                  </a:cubicBezTo>
                  <a:cubicBezTo>
                    <a:pt x="421" y="129"/>
                    <a:pt x="439" y="124"/>
                    <a:pt x="443" y="127"/>
                  </a:cubicBezTo>
                  <a:cubicBezTo>
                    <a:pt x="446" y="130"/>
                    <a:pt x="455" y="131"/>
                    <a:pt x="457" y="128"/>
                  </a:cubicBezTo>
                  <a:cubicBezTo>
                    <a:pt x="459" y="124"/>
                    <a:pt x="466" y="126"/>
                    <a:pt x="473" y="126"/>
                  </a:cubicBezTo>
                  <a:cubicBezTo>
                    <a:pt x="480" y="126"/>
                    <a:pt x="482" y="127"/>
                    <a:pt x="485" y="130"/>
                  </a:cubicBezTo>
                  <a:cubicBezTo>
                    <a:pt x="489" y="133"/>
                    <a:pt x="494" y="132"/>
                    <a:pt x="498" y="129"/>
                  </a:cubicBezTo>
                  <a:cubicBezTo>
                    <a:pt x="502" y="126"/>
                    <a:pt x="502" y="126"/>
                    <a:pt x="507" y="126"/>
                  </a:cubicBezTo>
                  <a:cubicBezTo>
                    <a:pt x="512" y="126"/>
                    <a:pt x="513" y="123"/>
                    <a:pt x="511" y="119"/>
                  </a:cubicBezTo>
                  <a:cubicBezTo>
                    <a:pt x="508" y="115"/>
                    <a:pt x="502" y="122"/>
                    <a:pt x="501" y="119"/>
                  </a:cubicBezTo>
                  <a:cubicBezTo>
                    <a:pt x="500" y="115"/>
                    <a:pt x="494" y="114"/>
                    <a:pt x="484" y="116"/>
                  </a:cubicBezTo>
                  <a:cubicBezTo>
                    <a:pt x="474" y="117"/>
                    <a:pt x="479" y="109"/>
                    <a:pt x="485" y="111"/>
                  </a:cubicBezTo>
                  <a:cubicBezTo>
                    <a:pt x="491" y="113"/>
                    <a:pt x="499" y="112"/>
                    <a:pt x="506" y="110"/>
                  </a:cubicBezTo>
                  <a:cubicBezTo>
                    <a:pt x="512" y="108"/>
                    <a:pt x="507" y="105"/>
                    <a:pt x="507" y="102"/>
                  </a:cubicBezTo>
                  <a:cubicBezTo>
                    <a:pt x="507" y="100"/>
                    <a:pt x="516" y="101"/>
                    <a:pt x="522" y="101"/>
                  </a:cubicBezTo>
                  <a:cubicBezTo>
                    <a:pt x="529" y="101"/>
                    <a:pt x="538" y="91"/>
                    <a:pt x="538" y="85"/>
                  </a:cubicBezTo>
                  <a:cubicBezTo>
                    <a:pt x="539" y="79"/>
                    <a:pt x="524" y="80"/>
                    <a:pt x="517" y="80"/>
                  </a:cubicBezTo>
                  <a:cubicBezTo>
                    <a:pt x="510" y="80"/>
                    <a:pt x="521" y="75"/>
                    <a:pt x="535" y="76"/>
                  </a:cubicBezTo>
                  <a:cubicBezTo>
                    <a:pt x="549" y="76"/>
                    <a:pt x="542" y="70"/>
                    <a:pt x="545" y="68"/>
                  </a:cubicBezTo>
                  <a:cubicBezTo>
                    <a:pt x="547" y="66"/>
                    <a:pt x="554" y="71"/>
                    <a:pt x="561" y="69"/>
                  </a:cubicBezTo>
                  <a:cubicBezTo>
                    <a:pt x="567" y="68"/>
                    <a:pt x="563" y="62"/>
                    <a:pt x="567" y="62"/>
                  </a:cubicBezTo>
                  <a:cubicBezTo>
                    <a:pt x="571" y="62"/>
                    <a:pt x="578" y="57"/>
                    <a:pt x="593" y="49"/>
                  </a:cubicBezTo>
                  <a:cubicBezTo>
                    <a:pt x="607" y="41"/>
                    <a:pt x="619" y="42"/>
                    <a:pt x="619" y="37"/>
                  </a:cubicBezTo>
                  <a:cubicBezTo>
                    <a:pt x="620" y="33"/>
                    <a:pt x="599" y="37"/>
                    <a:pt x="596" y="36"/>
                  </a:cubicBezTo>
                  <a:cubicBezTo>
                    <a:pt x="592" y="35"/>
                    <a:pt x="610" y="31"/>
                    <a:pt x="615" y="32"/>
                  </a:cubicBezTo>
                  <a:cubicBezTo>
                    <a:pt x="619" y="33"/>
                    <a:pt x="624" y="32"/>
                    <a:pt x="639" y="25"/>
                  </a:cubicBezTo>
                  <a:cubicBezTo>
                    <a:pt x="654" y="17"/>
                    <a:pt x="647" y="16"/>
                    <a:pt x="641" y="17"/>
                  </a:cubicBezTo>
                  <a:cubicBezTo>
                    <a:pt x="635" y="18"/>
                    <a:pt x="628" y="16"/>
                    <a:pt x="629" y="12"/>
                  </a:cubicBezTo>
                  <a:cubicBezTo>
                    <a:pt x="629" y="8"/>
                    <a:pt x="620" y="11"/>
                    <a:pt x="619" y="9"/>
                  </a:cubicBezTo>
                  <a:cubicBezTo>
                    <a:pt x="619" y="7"/>
                    <a:pt x="611" y="8"/>
                    <a:pt x="601" y="12"/>
                  </a:cubicBezTo>
                  <a:cubicBezTo>
                    <a:pt x="592" y="15"/>
                    <a:pt x="601" y="8"/>
                    <a:pt x="605" y="7"/>
                  </a:cubicBezTo>
                  <a:cubicBezTo>
                    <a:pt x="608" y="5"/>
                    <a:pt x="581" y="7"/>
                    <a:pt x="576" y="4"/>
                  </a:cubicBezTo>
                  <a:cubicBezTo>
                    <a:pt x="572" y="0"/>
                    <a:pt x="566" y="9"/>
                    <a:pt x="562" y="5"/>
                  </a:cubicBezTo>
                  <a:cubicBezTo>
                    <a:pt x="558" y="0"/>
                    <a:pt x="547" y="4"/>
                    <a:pt x="548" y="7"/>
                  </a:cubicBezTo>
                  <a:cubicBezTo>
                    <a:pt x="550" y="10"/>
                    <a:pt x="546" y="10"/>
                    <a:pt x="542" y="7"/>
                  </a:cubicBezTo>
                  <a:cubicBezTo>
                    <a:pt x="538" y="3"/>
                    <a:pt x="530" y="7"/>
                    <a:pt x="522" y="6"/>
                  </a:cubicBezTo>
                  <a:cubicBezTo>
                    <a:pt x="515" y="5"/>
                    <a:pt x="518" y="12"/>
                    <a:pt x="510" y="9"/>
                  </a:cubicBezTo>
                  <a:cubicBezTo>
                    <a:pt x="501" y="5"/>
                    <a:pt x="493" y="7"/>
                    <a:pt x="495" y="8"/>
                  </a:cubicBezTo>
                  <a:cubicBezTo>
                    <a:pt x="498" y="9"/>
                    <a:pt x="494" y="11"/>
                    <a:pt x="491" y="10"/>
                  </a:cubicBezTo>
                  <a:cubicBezTo>
                    <a:pt x="487" y="9"/>
                    <a:pt x="484" y="10"/>
                    <a:pt x="486" y="14"/>
                  </a:cubicBezTo>
                  <a:cubicBezTo>
                    <a:pt x="488" y="17"/>
                    <a:pt x="473" y="13"/>
                    <a:pt x="473" y="17"/>
                  </a:cubicBezTo>
                  <a:cubicBezTo>
                    <a:pt x="473" y="21"/>
                    <a:pt x="467" y="23"/>
                    <a:pt x="463" y="19"/>
                  </a:cubicBezTo>
                  <a:cubicBezTo>
                    <a:pt x="459" y="16"/>
                    <a:pt x="445" y="15"/>
                    <a:pt x="449" y="18"/>
                  </a:cubicBezTo>
                  <a:cubicBezTo>
                    <a:pt x="453" y="21"/>
                    <a:pt x="437" y="19"/>
                    <a:pt x="441" y="22"/>
                  </a:cubicBezTo>
                  <a:cubicBezTo>
                    <a:pt x="445" y="26"/>
                    <a:pt x="436" y="28"/>
                    <a:pt x="436" y="26"/>
                  </a:cubicBezTo>
                  <a:cubicBezTo>
                    <a:pt x="436" y="25"/>
                    <a:pt x="427" y="21"/>
                    <a:pt x="423" y="25"/>
                  </a:cubicBezTo>
                  <a:cubicBezTo>
                    <a:pt x="420" y="28"/>
                    <a:pt x="419" y="32"/>
                    <a:pt x="417" y="30"/>
                  </a:cubicBezTo>
                  <a:cubicBezTo>
                    <a:pt x="415" y="27"/>
                    <a:pt x="407" y="28"/>
                    <a:pt x="400" y="31"/>
                  </a:cubicBezTo>
                  <a:cubicBezTo>
                    <a:pt x="392" y="34"/>
                    <a:pt x="401" y="36"/>
                    <a:pt x="406" y="33"/>
                  </a:cubicBezTo>
                  <a:close/>
                  <a:moveTo>
                    <a:pt x="496" y="341"/>
                  </a:moveTo>
                  <a:cubicBezTo>
                    <a:pt x="498" y="340"/>
                    <a:pt x="503" y="331"/>
                    <a:pt x="497" y="332"/>
                  </a:cubicBezTo>
                  <a:cubicBezTo>
                    <a:pt x="490" y="332"/>
                    <a:pt x="492" y="341"/>
                    <a:pt x="496" y="341"/>
                  </a:cubicBezTo>
                  <a:close/>
                  <a:moveTo>
                    <a:pt x="464" y="333"/>
                  </a:moveTo>
                  <a:cubicBezTo>
                    <a:pt x="470" y="336"/>
                    <a:pt x="479" y="327"/>
                    <a:pt x="478" y="324"/>
                  </a:cubicBezTo>
                  <a:cubicBezTo>
                    <a:pt x="477" y="321"/>
                    <a:pt x="457" y="329"/>
                    <a:pt x="464" y="333"/>
                  </a:cubicBezTo>
                  <a:close/>
                  <a:moveTo>
                    <a:pt x="490" y="313"/>
                  </a:moveTo>
                  <a:cubicBezTo>
                    <a:pt x="491" y="310"/>
                    <a:pt x="478" y="308"/>
                    <a:pt x="479" y="304"/>
                  </a:cubicBezTo>
                  <a:cubicBezTo>
                    <a:pt x="480" y="300"/>
                    <a:pt x="467" y="297"/>
                    <a:pt x="463" y="295"/>
                  </a:cubicBezTo>
                  <a:cubicBezTo>
                    <a:pt x="459" y="293"/>
                    <a:pt x="453" y="292"/>
                    <a:pt x="453" y="288"/>
                  </a:cubicBezTo>
                  <a:cubicBezTo>
                    <a:pt x="453" y="283"/>
                    <a:pt x="445" y="286"/>
                    <a:pt x="444" y="293"/>
                  </a:cubicBezTo>
                  <a:cubicBezTo>
                    <a:pt x="444" y="299"/>
                    <a:pt x="440" y="298"/>
                    <a:pt x="442" y="304"/>
                  </a:cubicBezTo>
                  <a:cubicBezTo>
                    <a:pt x="444" y="310"/>
                    <a:pt x="434" y="311"/>
                    <a:pt x="435" y="315"/>
                  </a:cubicBezTo>
                  <a:cubicBezTo>
                    <a:pt x="437" y="318"/>
                    <a:pt x="441" y="314"/>
                    <a:pt x="445" y="314"/>
                  </a:cubicBezTo>
                  <a:cubicBezTo>
                    <a:pt x="450" y="314"/>
                    <a:pt x="444" y="320"/>
                    <a:pt x="450" y="321"/>
                  </a:cubicBezTo>
                  <a:cubicBezTo>
                    <a:pt x="454" y="321"/>
                    <a:pt x="461" y="316"/>
                    <a:pt x="463" y="313"/>
                  </a:cubicBezTo>
                  <a:cubicBezTo>
                    <a:pt x="465" y="310"/>
                    <a:pt x="469" y="309"/>
                    <a:pt x="474" y="313"/>
                  </a:cubicBezTo>
                  <a:cubicBezTo>
                    <a:pt x="479" y="316"/>
                    <a:pt x="489" y="317"/>
                    <a:pt x="490" y="313"/>
                  </a:cubicBezTo>
                  <a:close/>
                  <a:moveTo>
                    <a:pt x="607" y="282"/>
                  </a:moveTo>
                  <a:cubicBezTo>
                    <a:pt x="611" y="282"/>
                    <a:pt x="612" y="288"/>
                    <a:pt x="618" y="293"/>
                  </a:cubicBezTo>
                  <a:cubicBezTo>
                    <a:pt x="625" y="299"/>
                    <a:pt x="626" y="295"/>
                    <a:pt x="627" y="291"/>
                  </a:cubicBezTo>
                  <a:cubicBezTo>
                    <a:pt x="628" y="287"/>
                    <a:pt x="636" y="290"/>
                    <a:pt x="635" y="286"/>
                  </a:cubicBezTo>
                  <a:cubicBezTo>
                    <a:pt x="635" y="283"/>
                    <a:pt x="641" y="278"/>
                    <a:pt x="646" y="276"/>
                  </a:cubicBezTo>
                  <a:cubicBezTo>
                    <a:pt x="650" y="274"/>
                    <a:pt x="642" y="270"/>
                    <a:pt x="636" y="270"/>
                  </a:cubicBezTo>
                  <a:cubicBezTo>
                    <a:pt x="631" y="271"/>
                    <a:pt x="629" y="267"/>
                    <a:pt x="629" y="264"/>
                  </a:cubicBezTo>
                  <a:cubicBezTo>
                    <a:pt x="629" y="262"/>
                    <a:pt x="619" y="256"/>
                    <a:pt x="615" y="257"/>
                  </a:cubicBezTo>
                  <a:cubicBezTo>
                    <a:pt x="612" y="258"/>
                    <a:pt x="606" y="252"/>
                    <a:pt x="601" y="252"/>
                  </a:cubicBezTo>
                  <a:cubicBezTo>
                    <a:pt x="596" y="251"/>
                    <a:pt x="590" y="248"/>
                    <a:pt x="590" y="243"/>
                  </a:cubicBezTo>
                  <a:cubicBezTo>
                    <a:pt x="591" y="238"/>
                    <a:pt x="600" y="244"/>
                    <a:pt x="601" y="240"/>
                  </a:cubicBezTo>
                  <a:cubicBezTo>
                    <a:pt x="603" y="237"/>
                    <a:pt x="592" y="239"/>
                    <a:pt x="592" y="236"/>
                  </a:cubicBezTo>
                  <a:cubicBezTo>
                    <a:pt x="592" y="233"/>
                    <a:pt x="595" y="234"/>
                    <a:pt x="597" y="232"/>
                  </a:cubicBezTo>
                  <a:cubicBezTo>
                    <a:pt x="599" y="230"/>
                    <a:pt x="595" y="227"/>
                    <a:pt x="592" y="225"/>
                  </a:cubicBezTo>
                  <a:cubicBezTo>
                    <a:pt x="590" y="224"/>
                    <a:pt x="589" y="228"/>
                    <a:pt x="587" y="228"/>
                  </a:cubicBezTo>
                  <a:cubicBezTo>
                    <a:pt x="584" y="228"/>
                    <a:pt x="586" y="224"/>
                    <a:pt x="588" y="222"/>
                  </a:cubicBezTo>
                  <a:cubicBezTo>
                    <a:pt x="590" y="219"/>
                    <a:pt x="580" y="217"/>
                    <a:pt x="576" y="218"/>
                  </a:cubicBezTo>
                  <a:cubicBezTo>
                    <a:pt x="571" y="219"/>
                    <a:pt x="570" y="217"/>
                    <a:pt x="570" y="214"/>
                  </a:cubicBezTo>
                  <a:cubicBezTo>
                    <a:pt x="570" y="211"/>
                    <a:pt x="562" y="214"/>
                    <a:pt x="560" y="216"/>
                  </a:cubicBezTo>
                  <a:cubicBezTo>
                    <a:pt x="557" y="218"/>
                    <a:pt x="553" y="214"/>
                    <a:pt x="557" y="214"/>
                  </a:cubicBezTo>
                  <a:cubicBezTo>
                    <a:pt x="560" y="213"/>
                    <a:pt x="565" y="210"/>
                    <a:pt x="563" y="207"/>
                  </a:cubicBezTo>
                  <a:cubicBezTo>
                    <a:pt x="562" y="204"/>
                    <a:pt x="553" y="204"/>
                    <a:pt x="551" y="208"/>
                  </a:cubicBezTo>
                  <a:cubicBezTo>
                    <a:pt x="550" y="212"/>
                    <a:pt x="542" y="203"/>
                    <a:pt x="542" y="200"/>
                  </a:cubicBezTo>
                  <a:cubicBezTo>
                    <a:pt x="542" y="197"/>
                    <a:pt x="531" y="200"/>
                    <a:pt x="532" y="194"/>
                  </a:cubicBezTo>
                  <a:cubicBezTo>
                    <a:pt x="534" y="189"/>
                    <a:pt x="519" y="188"/>
                    <a:pt x="515" y="188"/>
                  </a:cubicBezTo>
                  <a:cubicBezTo>
                    <a:pt x="511" y="188"/>
                    <a:pt x="505" y="191"/>
                    <a:pt x="506" y="194"/>
                  </a:cubicBezTo>
                  <a:cubicBezTo>
                    <a:pt x="507" y="198"/>
                    <a:pt x="502" y="197"/>
                    <a:pt x="501" y="193"/>
                  </a:cubicBezTo>
                  <a:cubicBezTo>
                    <a:pt x="500" y="189"/>
                    <a:pt x="491" y="197"/>
                    <a:pt x="488" y="197"/>
                  </a:cubicBezTo>
                  <a:cubicBezTo>
                    <a:pt x="485" y="197"/>
                    <a:pt x="490" y="187"/>
                    <a:pt x="488" y="183"/>
                  </a:cubicBezTo>
                  <a:cubicBezTo>
                    <a:pt x="487" y="180"/>
                    <a:pt x="485" y="179"/>
                    <a:pt x="483" y="174"/>
                  </a:cubicBezTo>
                  <a:cubicBezTo>
                    <a:pt x="480" y="168"/>
                    <a:pt x="470" y="171"/>
                    <a:pt x="467" y="174"/>
                  </a:cubicBezTo>
                  <a:cubicBezTo>
                    <a:pt x="464" y="177"/>
                    <a:pt x="455" y="176"/>
                    <a:pt x="450" y="180"/>
                  </a:cubicBezTo>
                  <a:cubicBezTo>
                    <a:pt x="445" y="185"/>
                    <a:pt x="450" y="190"/>
                    <a:pt x="452" y="192"/>
                  </a:cubicBezTo>
                  <a:cubicBezTo>
                    <a:pt x="454" y="194"/>
                    <a:pt x="445" y="197"/>
                    <a:pt x="448" y="200"/>
                  </a:cubicBezTo>
                  <a:cubicBezTo>
                    <a:pt x="451" y="203"/>
                    <a:pt x="456" y="201"/>
                    <a:pt x="456" y="206"/>
                  </a:cubicBezTo>
                  <a:cubicBezTo>
                    <a:pt x="457" y="210"/>
                    <a:pt x="445" y="204"/>
                    <a:pt x="443" y="200"/>
                  </a:cubicBezTo>
                  <a:cubicBezTo>
                    <a:pt x="441" y="197"/>
                    <a:pt x="444" y="193"/>
                    <a:pt x="441" y="190"/>
                  </a:cubicBezTo>
                  <a:cubicBezTo>
                    <a:pt x="439" y="187"/>
                    <a:pt x="441" y="184"/>
                    <a:pt x="445" y="179"/>
                  </a:cubicBezTo>
                  <a:cubicBezTo>
                    <a:pt x="450" y="174"/>
                    <a:pt x="454" y="174"/>
                    <a:pt x="454" y="172"/>
                  </a:cubicBezTo>
                  <a:cubicBezTo>
                    <a:pt x="454" y="169"/>
                    <a:pt x="434" y="169"/>
                    <a:pt x="422" y="179"/>
                  </a:cubicBezTo>
                  <a:cubicBezTo>
                    <a:pt x="410" y="190"/>
                    <a:pt x="414" y="204"/>
                    <a:pt x="414" y="207"/>
                  </a:cubicBezTo>
                  <a:cubicBezTo>
                    <a:pt x="415" y="210"/>
                    <a:pt x="425" y="209"/>
                    <a:pt x="432" y="210"/>
                  </a:cubicBezTo>
                  <a:cubicBezTo>
                    <a:pt x="438" y="212"/>
                    <a:pt x="434" y="215"/>
                    <a:pt x="430" y="214"/>
                  </a:cubicBezTo>
                  <a:cubicBezTo>
                    <a:pt x="425" y="213"/>
                    <a:pt x="417" y="212"/>
                    <a:pt x="418" y="215"/>
                  </a:cubicBezTo>
                  <a:cubicBezTo>
                    <a:pt x="418" y="218"/>
                    <a:pt x="428" y="224"/>
                    <a:pt x="433" y="223"/>
                  </a:cubicBezTo>
                  <a:cubicBezTo>
                    <a:pt x="439" y="222"/>
                    <a:pt x="439" y="222"/>
                    <a:pt x="442" y="225"/>
                  </a:cubicBezTo>
                  <a:cubicBezTo>
                    <a:pt x="444" y="228"/>
                    <a:pt x="451" y="227"/>
                    <a:pt x="458" y="227"/>
                  </a:cubicBezTo>
                  <a:cubicBezTo>
                    <a:pt x="464" y="228"/>
                    <a:pt x="472" y="230"/>
                    <a:pt x="475" y="230"/>
                  </a:cubicBezTo>
                  <a:cubicBezTo>
                    <a:pt x="479" y="231"/>
                    <a:pt x="483" y="229"/>
                    <a:pt x="484" y="227"/>
                  </a:cubicBezTo>
                  <a:cubicBezTo>
                    <a:pt x="485" y="225"/>
                    <a:pt x="498" y="230"/>
                    <a:pt x="502" y="229"/>
                  </a:cubicBezTo>
                  <a:cubicBezTo>
                    <a:pt x="506" y="229"/>
                    <a:pt x="503" y="225"/>
                    <a:pt x="501" y="224"/>
                  </a:cubicBezTo>
                  <a:cubicBezTo>
                    <a:pt x="498" y="223"/>
                    <a:pt x="499" y="219"/>
                    <a:pt x="503" y="220"/>
                  </a:cubicBezTo>
                  <a:cubicBezTo>
                    <a:pt x="506" y="222"/>
                    <a:pt x="511" y="223"/>
                    <a:pt x="512" y="227"/>
                  </a:cubicBezTo>
                  <a:cubicBezTo>
                    <a:pt x="513" y="229"/>
                    <a:pt x="516" y="228"/>
                    <a:pt x="516" y="230"/>
                  </a:cubicBezTo>
                  <a:cubicBezTo>
                    <a:pt x="517" y="233"/>
                    <a:pt x="528" y="236"/>
                    <a:pt x="529" y="239"/>
                  </a:cubicBezTo>
                  <a:cubicBezTo>
                    <a:pt x="529" y="241"/>
                    <a:pt x="517" y="243"/>
                    <a:pt x="521" y="245"/>
                  </a:cubicBezTo>
                  <a:cubicBezTo>
                    <a:pt x="524" y="248"/>
                    <a:pt x="529" y="242"/>
                    <a:pt x="533" y="242"/>
                  </a:cubicBezTo>
                  <a:cubicBezTo>
                    <a:pt x="537" y="241"/>
                    <a:pt x="537" y="251"/>
                    <a:pt x="541" y="250"/>
                  </a:cubicBezTo>
                  <a:cubicBezTo>
                    <a:pt x="545" y="248"/>
                    <a:pt x="549" y="251"/>
                    <a:pt x="553" y="258"/>
                  </a:cubicBezTo>
                  <a:cubicBezTo>
                    <a:pt x="557" y="264"/>
                    <a:pt x="552" y="269"/>
                    <a:pt x="553" y="271"/>
                  </a:cubicBezTo>
                  <a:cubicBezTo>
                    <a:pt x="553" y="274"/>
                    <a:pt x="561" y="273"/>
                    <a:pt x="566" y="270"/>
                  </a:cubicBezTo>
                  <a:cubicBezTo>
                    <a:pt x="571" y="268"/>
                    <a:pt x="575" y="273"/>
                    <a:pt x="578" y="276"/>
                  </a:cubicBezTo>
                  <a:cubicBezTo>
                    <a:pt x="582" y="280"/>
                    <a:pt x="565" y="285"/>
                    <a:pt x="567" y="282"/>
                  </a:cubicBezTo>
                  <a:cubicBezTo>
                    <a:pt x="568" y="279"/>
                    <a:pt x="557" y="271"/>
                    <a:pt x="546" y="275"/>
                  </a:cubicBezTo>
                  <a:cubicBezTo>
                    <a:pt x="536" y="279"/>
                    <a:pt x="543" y="285"/>
                    <a:pt x="544" y="288"/>
                  </a:cubicBezTo>
                  <a:cubicBezTo>
                    <a:pt x="545" y="292"/>
                    <a:pt x="535" y="295"/>
                    <a:pt x="525" y="292"/>
                  </a:cubicBezTo>
                  <a:cubicBezTo>
                    <a:pt x="516" y="289"/>
                    <a:pt x="519" y="294"/>
                    <a:pt x="515" y="294"/>
                  </a:cubicBezTo>
                  <a:cubicBezTo>
                    <a:pt x="511" y="294"/>
                    <a:pt x="506" y="300"/>
                    <a:pt x="510" y="304"/>
                  </a:cubicBezTo>
                  <a:cubicBezTo>
                    <a:pt x="514" y="308"/>
                    <a:pt x="521" y="305"/>
                    <a:pt x="528" y="305"/>
                  </a:cubicBezTo>
                  <a:cubicBezTo>
                    <a:pt x="534" y="305"/>
                    <a:pt x="535" y="307"/>
                    <a:pt x="536" y="304"/>
                  </a:cubicBezTo>
                  <a:cubicBezTo>
                    <a:pt x="536" y="300"/>
                    <a:pt x="543" y="302"/>
                    <a:pt x="548" y="303"/>
                  </a:cubicBezTo>
                  <a:cubicBezTo>
                    <a:pt x="552" y="304"/>
                    <a:pt x="551" y="310"/>
                    <a:pt x="557" y="311"/>
                  </a:cubicBezTo>
                  <a:cubicBezTo>
                    <a:pt x="563" y="312"/>
                    <a:pt x="558" y="317"/>
                    <a:pt x="562" y="321"/>
                  </a:cubicBezTo>
                  <a:cubicBezTo>
                    <a:pt x="565" y="325"/>
                    <a:pt x="577" y="323"/>
                    <a:pt x="581" y="327"/>
                  </a:cubicBezTo>
                  <a:cubicBezTo>
                    <a:pt x="585" y="332"/>
                    <a:pt x="603" y="340"/>
                    <a:pt x="606" y="337"/>
                  </a:cubicBezTo>
                  <a:cubicBezTo>
                    <a:pt x="609" y="334"/>
                    <a:pt x="590" y="317"/>
                    <a:pt x="585" y="316"/>
                  </a:cubicBezTo>
                  <a:cubicBezTo>
                    <a:pt x="580" y="314"/>
                    <a:pt x="590" y="312"/>
                    <a:pt x="597" y="318"/>
                  </a:cubicBezTo>
                  <a:cubicBezTo>
                    <a:pt x="604" y="323"/>
                    <a:pt x="614" y="326"/>
                    <a:pt x="619" y="319"/>
                  </a:cubicBezTo>
                  <a:cubicBezTo>
                    <a:pt x="624" y="313"/>
                    <a:pt x="615" y="315"/>
                    <a:pt x="615" y="310"/>
                  </a:cubicBezTo>
                  <a:cubicBezTo>
                    <a:pt x="615" y="305"/>
                    <a:pt x="611" y="299"/>
                    <a:pt x="606" y="299"/>
                  </a:cubicBezTo>
                  <a:cubicBezTo>
                    <a:pt x="601" y="299"/>
                    <a:pt x="588" y="289"/>
                    <a:pt x="593" y="287"/>
                  </a:cubicBezTo>
                  <a:cubicBezTo>
                    <a:pt x="598" y="285"/>
                    <a:pt x="592" y="282"/>
                    <a:pt x="595" y="278"/>
                  </a:cubicBezTo>
                  <a:cubicBezTo>
                    <a:pt x="599" y="274"/>
                    <a:pt x="602" y="281"/>
                    <a:pt x="607" y="282"/>
                  </a:cubicBezTo>
                  <a:close/>
                  <a:moveTo>
                    <a:pt x="531" y="265"/>
                  </a:moveTo>
                  <a:cubicBezTo>
                    <a:pt x="536" y="264"/>
                    <a:pt x="535" y="257"/>
                    <a:pt x="532" y="254"/>
                  </a:cubicBezTo>
                  <a:cubicBezTo>
                    <a:pt x="531" y="251"/>
                    <a:pt x="526" y="251"/>
                    <a:pt x="522" y="251"/>
                  </a:cubicBezTo>
                  <a:cubicBezTo>
                    <a:pt x="518" y="252"/>
                    <a:pt x="511" y="258"/>
                    <a:pt x="515" y="264"/>
                  </a:cubicBezTo>
                  <a:cubicBezTo>
                    <a:pt x="519" y="270"/>
                    <a:pt x="527" y="265"/>
                    <a:pt x="531" y="265"/>
                  </a:cubicBezTo>
                  <a:close/>
                  <a:moveTo>
                    <a:pt x="487" y="172"/>
                  </a:moveTo>
                  <a:cubicBezTo>
                    <a:pt x="485" y="177"/>
                    <a:pt x="491" y="177"/>
                    <a:pt x="492" y="182"/>
                  </a:cubicBezTo>
                  <a:cubicBezTo>
                    <a:pt x="492" y="187"/>
                    <a:pt x="499" y="189"/>
                    <a:pt x="504" y="186"/>
                  </a:cubicBezTo>
                  <a:cubicBezTo>
                    <a:pt x="509" y="183"/>
                    <a:pt x="523" y="187"/>
                    <a:pt x="523" y="183"/>
                  </a:cubicBezTo>
                  <a:cubicBezTo>
                    <a:pt x="523" y="179"/>
                    <a:pt x="508" y="172"/>
                    <a:pt x="503" y="173"/>
                  </a:cubicBezTo>
                  <a:cubicBezTo>
                    <a:pt x="498" y="174"/>
                    <a:pt x="489" y="167"/>
                    <a:pt x="487" y="172"/>
                  </a:cubicBezTo>
                  <a:close/>
                  <a:moveTo>
                    <a:pt x="621" y="475"/>
                  </a:moveTo>
                  <a:cubicBezTo>
                    <a:pt x="621" y="478"/>
                    <a:pt x="642" y="487"/>
                    <a:pt x="643" y="483"/>
                  </a:cubicBezTo>
                  <a:cubicBezTo>
                    <a:pt x="643" y="479"/>
                    <a:pt x="620" y="473"/>
                    <a:pt x="621" y="475"/>
                  </a:cubicBezTo>
                  <a:close/>
                  <a:moveTo>
                    <a:pt x="711" y="497"/>
                  </a:moveTo>
                  <a:cubicBezTo>
                    <a:pt x="710" y="499"/>
                    <a:pt x="707" y="495"/>
                    <a:pt x="711" y="492"/>
                  </a:cubicBezTo>
                  <a:cubicBezTo>
                    <a:pt x="714" y="490"/>
                    <a:pt x="710" y="489"/>
                    <a:pt x="707" y="491"/>
                  </a:cubicBezTo>
                  <a:cubicBezTo>
                    <a:pt x="704" y="492"/>
                    <a:pt x="705" y="484"/>
                    <a:pt x="708" y="483"/>
                  </a:cubicBezTo>
                  <a:cubicBezTo>
                    <a:pt x="710" y="481"/>
                    <a:pt x="701" y="478"/>
                    <a:pt x="701" y="481"/>
                  </a:cubicBezTo>
                  <a:cubicBezTo>
                    <a:pt x="701" y="484"/>
                    <a:pt x="695" y="482"/>
                    <a:pt x="694" y="480"/>
                  </a:cubicBezTo>
                  <a:cubicBezTo>
                    <a:pt x="693" y="477"/>
                    <a:pt x="689" y="477"/>
                    <a:pt x="691" y="475"/>
                  </a:cubicBezTo>
                  <a:cubicBezTo>
                    <a:pt x="692" y="473"/>
                    <a:pt x="685" y="472"/>
                    <a:pt x="684" y="475"/>
                  </a:cubicBezTo>
                  <a:cubicBezTo>
                    <a:pt x="684" y="478"/>
                    <a:pt x="682" y="473"/>
                    <a:pt x="685" y="469"/>
                  </a:cubicBezTo>
                  <a:cubicBezTo>
                    <a:pt x="689" y="466"/>
                    <a:pt x="688" y="462"/>
                    <a:pt x="691" y="460"/>
                  </a:cubicBezTo>
                  <a:cubicBezTo>
                    <a:pt x="694" y="458"/>
                    <a:pt x="691" y="456"/>
                    <a:pt x="687" y="458"/>
                  </a:cubicBezTo>
                  <a:cubicBezTo>
                    <a:pt x="683" y="459"/>
                    <a:pt x="674" y="472"/>
                    <a:pt x="674" y="476"/>
                  </a:cubicBezTo>
                  <a:cubicBezTo>
                    <a:pt x="674" y="479"/>
                    <a:pt x="674" y="484"/>
                    <a:pt x="670" y="483"/>
                  </a:cubicBezTo>
                  <a:cubicBezTo>
                    <a:pt x="667" y="483"/>
                    <a:pt x="663" y="486"/>
                    <a:pt x="666" y="488"/>
                  </a:cubicBezTo>
                  <a:cubicBezTo>
                    <a:pt x="668" y="490"/>
                    <a:pt x="659" y="496"/>
                    <a:pt x="663" y="498"/>
                  </a:cubicBezTo>
                  <a:cubicBezTo>
                    <a:pt x="667" y="500"/>
                    <a:pt x="672" y="497"/>
                    <a:pt x="676" y="498"/>
                  </a:cubicBezTo>
                  <a:cubicBezTo>
                    <a:pt x="680" y="498"/>
                    <a:pt x="684" y="498"/>
                    <a:pt x="687" y="496"/>
                  </a:cubicBezTo>
                  <a:cubicBezTo>
                    <a:pt x="691" y="493"/>
                    <a:pt x="691" y="498"/>
                    <a:pt x="695" y="498"/>
                  </a:cubicBezTo>
                  <a:cubicBezTo>
                    <a:pt x="698" y="497"/>
                    <a:pt x="693" y="501"/>
                    <a:pt x="693" y="503"/>
                  </a:cubicBezTo>
                  <a:cubicBezTo>
                    <a:pt x="693" y="506"/>
                    <a:pt x="697" y="502"/>
                    <a:pt x="700" y="501"/>
                  </a:cubicBezTo>
                  <a:cubicBezTo>
                    <a:pt x="702" y="499"/>
                    <a:pt x="706" y="501"/>
                    <a:pt x="705" y="503"/>
                  </a:cubicBezTo>
                  <a:cubicBezTo>
                    <a:pt x="703" y="505"/>
                    <a:pt x="712" y="508"/>
                    <a:pt x="715" y="504"/>
                  </a:cubicBezTo>
                  <a:cubicBezTo>
                    <a:pt x="717" y="500"/>
                    <a:pt x="712" y="494"/>
                    <a:pt x="711" y="497"/>
                  </a:cubicBezTo>
                  <a:close/>
                  <a:moveTo>
                    <a:pt x="66" y="431"/>
                  </a:moveTo>
                  <a:cubicBezTo>
                    <a:pt x="60" y="435"/>
                    <a:pt x="75" y="451"/>
                    <a:pt x="79" y="449"/>
                  </a:cubicBezTo>
                  <a:cubicBezTo>
                    <a:pt x="81" y="447"/>
                    <a:pt x="75" y="441"/>
                    <a:pt x="75" y="436"/>
                  </a:cubicBezTo>
                  <a:cubicBezTo>
                    <a:pt x="75" y="432"/>
                    <a:pt x="73" y="428"/>
                    <a:pt x="66" y="431"/>
                  </a:cubicBezTo>
                  <a:close/>
                  <a:moveTo>
                    <a:pt x="654" y="513"/>
                  </a:moveTo>
                  <a:cubicBezTo>
                    <a:pt x="652" y="513"/>
                    <a:pt x="654" y="509"/>
                    <a:pt x="654" y="507"/>
                  </a:cubicBezTo>
                  <a:cubicBezTo>
                    <a:pt x="654" y="505"/>
                    <a:pt x="649" y="508"/>
                    <a:pt x="648" y="510"/>
                  </a:cubicBezTo>
                  <a:cubicBezTo>
                    <a:pt x="648" y="513"/>
                    <a:pt x="644" y="513"/>
                    <a:pt x="644" y="515"/>
                  </a:cubicBezTo>
                  <a:cubicBezTo>
                    <a:pt x="644" y="519"/>
                    <a:pt x="644" y="517"/>
                    <a:pt x="641" y="518"/>
                  </a:cubicBezTo>
                  <a:cubicBezTo>
                    <a:pt x="638" y="520"/>
                    <a:pt x="627" y="518"/>
                    <a:pt x="627" y="516"/>
                  </a:cubicBezTo>
                  <a:cubicBezTo>
                    <a:pt x="626" y="513"/>
                    <a:pt x="618" y="512"/>
                    <a:pt x="618" y="509"/>
                  </a:cubicBezTo>
                  <a:cubicBezTo>
                    <a:pt x="618" y="505"/>
                    <a:pt x="614" y="504"/>
                    <a:pt x="617" y="500"/>
                  </a:cubicBezTo>
                  <a:cubicBezTo>
                    <a:pt x="620" y="497"/>
                    <a:pt x="616" y="495"/>
                    <a:pt x="613" y="498"/>
                  </a:cubicBezTo>
                  <a:cubicBezTo>
                    <a:pt x="610" y="501"/>
                    <a:pt x="608" y="496"/>
                    <a:pt x="613" y="495"/>
                  </a:cubicBezTo>
                  <a:cubicBezTo>
                    <a:pt x="617" y="493"/>
                    <a:pt x="624" y="491"/>
                    <a:pt x="620" y="484"/>
                  </a:cubicBezTo>
                  <a:cubicBezTo>
                    <a:pt x="616" y="477"/>
                    <a:pt x="592" y="486"/>
                    <a:pt x="586" y="490"/>
                  </a:cubicBezTo>
                  <a:cubicBezTo>
                    <a:pt x="579" y="494"/>
                    <a:pt x="572" y="505"/>
                    <a:pt x="568" y="505"/>
                  </a:cubicBezTo>
                  <a:cubicBezTo>
                    <a:pt x="565" y="505"/>
                    <a:pt x="574" y="499"/>
                    <a:pt x="575" y="497"/>
                  </a:cubicBezTo>
                  <a:cubicBezTo>
                    <a:pt x="577" y="494"/>
                    <a:pt x="575" y="492"/>
                    <a:pt x="577" y="493"/>
                  </a:cubicBezTo>
                  <a:cubicBezTo>
                    <a:pt x="579" y="494"/>
                    <a:pt x="585" y="485"/>
                    <a:pt x="588" y="482"/>
                  </a:cubicBezTo>
                  <a:cubicBezTo>
                    <a:pt x="592" y="479"/>
                    <a:pt x="596" y="482"/>
                    <a:pt x="597" y="480"/>
                  </a:cubicBezTo>
                  <a:cubicBezTo>
                    <a:pt x="597" y="477"/>
                    <a:pt x="599" y="476"/>
                    <a:pt x="603" y="473"/>
                  </a:cubicBezTo>
                  <a:cubicBezTo>
                    <a:pt x="606" y="469"/>
                    <a:pt x="649" y="470"/>
                    <a:pt x="653" y="470"/>
                  </a:cubicBezTo>
                  <a:cubicBezTo>
                    <a:pt x="657" y="470"/>
                    <a:pt x="665" y="465"/>
                    <a:pt x="667" y="461"/>
                  </a:cubicBezTo>
                  <a:cubicBezTo>
                    <a:pt x="670" y="458"/>
                    <a:pt x="673" y="458"/>
                    <a:pt x="678" y="458"/>
                  </a:cubicBezTo>
                  <a:cubicBezTo>
                    <a:pt x="684" y="458"/>
                    <a:pt x="687" y="453"/>
                    <a:pt x="690" y="451"/>
                  </a:cubicBezTo>
                  <a:cubicBezTo>
                    <a:pt x="692" y="449"/>
                    <a:pt x="691" y="448"/>
                    <a:pt x="689" y="448"/>
                  </a:cubicBezTo>
                  <a:cubicBezTo>
                    <a:pt x="686" y="447"/>
                    <a:pt x="684" y="446"/>
                    <a:pt x="687" y="446"/>
                  </a:cubicBezTo>
                  <a:cubicBezTo>
                    <a:pt x="689" y="445"/>
                    <a:pt x="690" y="444"/>
                    <a:pt x="691" y="441"/>
                  </a:cubicBezTo>
                  <a:cubicBezTo>
                    <a:pt x="692" y="437"/>
                    <a:pt x="690" y="439"/>
                    <a:pt x="687" y="434"/>
                  </a:cubicBezTo>
                  <a:cubicBezTo>
                    <a:pt x="684" y="430"/>
                    <a:pt x="682" y="436"/>
                    <a:pt x="679" y="436"/>
                  </a:cubicBezTo>
                  <a:cubicBezTo>
                    <a:pt x="675" y="435"/>
                    <a:pt x="681" y="431"/>
                    <a:pt x="678" y="429"/>
                  </a:cubicBezTo>
                  <a:cubicBezTo>
                    <a:pt x="675" y="427"/>
                    <a:pt x="670" y="429"/>
                    <a:pt x="666" y="432"/>
                  </a:cubicBezTo>
                  <a:cubicBezTo>
                    <a:pt x="661" y="436"/>
                    <a:pt x="662" y="432"/>
                    <a:pt x="658" y="436"/>
                  </a:cubicBezTo>
                  <a:cubicBezTo>
                    <a:pt x="654" y="439"/>
                    <a:pt x="654" y="434"/>
                    <a:pt x="656" y="432"/>
                  </a:cubicBezTo>
                  <a:cubicBezTo>
                    <a:pt x="658" y="431"/>
                    <a:pt x="659" y="433"/>
                    <a:pt x="661" y="430"/>
                  </a:cubicBezTo>
                  <a:cubicBezTo>
                    <a:pt x="662" y="428"/>
                    <a:pt x="664" y="430"/>
                    <a:pt x="668" y="428"/>
                  </a:cubicBezTo>
                  <a:cubicBezTo>
                    <a:pt x="672" y="425"/>
                    <a:pt x="675" y="426"/>
                    <a:pt x="677" y="424"/>
                  </a:cubicBezTo>
                  <a:cubicBezTo>
                    <a:pt x="678" y="422"/>
                    <a:pt x="675" y="420"/>
                    <a:pt x="671" y="421"/>
                  </a:cubicBezTo>
                  <a:cubicBezTo>
                    <a:pt x="667" y="421"/>
                    <a:pt x="664" y="415"/>
                    <a:pt x="662" y="417"/>
                  </a:cubicBezTo>
                  <a:cubicBezTo>
                    <a:pt x="659" y="419"/>
                    <a:pt x="660" y="414"/>
                    <a:pt x="657" y="416"/>
                  </a:cubicBezTo>
                  <a:cubicBezTo>
                    <a:pt x="654" y="418"/>
                    <a:pt x="652" y="416"/>
                    <a:pt x="651" y="412"/>
                  </a:cubicBezTo>
                  <a:cubicBezTo>
                    <a:pt x="650" y="409"/>
                    <a:pt x="642" y="403"/>
                    <a:pt x="638" y="402"/>
                  </a:cubicBezTo>
                  <a:cubicBezTo>
                    <a:pt x="633" y="400"/>
                    <a:pt x="636" y="398"/>
                    <a:pt x="639" y="400"/>
                  </a:cubicBezTo>
                  <a:cubicBezTo>
                    <a:pt x="641" y="401"/>
                    <a:pt x="644" y="398"/>
                    <a:pt x="645" y="396"/>
                  </a:cubicBezTo>
                  <a:cubicBezTo>
                    <a:pt x="646" y="394"/>
                    <a:pt x="643" y="393"/>
                    <a:pt x="642" y="393"/>
                  </a:cubicBezTo>
                  <a:cubicBezTo>
                    <a:pt x="640" y="392"/>
                    <a:pt x="640" y="390"/>
                    <a:pt x="641" y="388"/>
                  </a:cubicBezTo>
                  <a:cubicBezTo>
                    <a:pt x="641" y="386"/>
                    <a:pt x="636" y="384"/>
                    <a:pt x="636" y="382"/>
                  </a:cubicBezTo>
                  <a:cubicBezTo>
                    <a:pt x="635" y="381"/>
                    <a:pt x="632" y="379"/>
                    <a:pt x="633" y="378"/>
                  </a:cubicBezTo>
                  <a:cubicBezTo>
                    <a:pt x="633" y="376"/>
                    <a:pt x="629" y="374"/>
                    <a:pt x="629" y="372"/>
                  </a:cubicBezTo>
                  <a:cubicBezTo>
                    <a:pt x="629" y="370"/>
                    <a:pt x="624" y="365"/>
                    <a:pt x="624" y="363"/>
                  </a:cubicBezTo>
                  <a:cubicBezTo>
                    <a:pt x="624" y="360"/>
                    <a:pt x="621" y="358"/>
                    <a:pt x="620" y="355"/>
                  </a:cubicBezTo>
                  <a:cubicBezTo>
                    <a:pt x="619" y="352"/>
                    <a:pt x="617" y="354"/>
                    <a:pt x="616" y="358"/>
                  </a:cubicBezTo>
                  <a:cubicBezTo>
                    <a:pt x="615" y="362"/>
                    <a:pt x="611" y="362"/>
                    <a:pt x="613" y="364"/>
                  </a:cubicBezTo>
                  <a:cubicBezTo>
                    <a:pt x="615" y="367"/>
                    <a:pt x="613" y="367"/>
                    <a:pt x="611" y="368"/>
                  </a:cubicBezTo>
                  <a:cubicBezTo>
                    <a:pt x="610" y="370"/>
                    <a:pt x="613" y="373"/>
                    <a:pt x="610" y="373"/>
                  </a:cubicBezTo>
                  <a:cubicBezTo>
                    <a:pt x="607" y="373"/>
                    <a:pt x="608" y="378"/>
                    <a:pt x="607" y="376"/>
                  </a:cubicBezTo>
                  <a:cubicBezTo>
                    <a:pt x="606" y="373"/>
                    <a:pt x="602" y="374"/>
                    <a:pt x="602" y="377"/>
                  </a:cubicBezTo>
                  <a:cubicBezTo>
                    <a:pt x="602" y="379"/>
                    <a:pt x="596" y="381"/>
                    <a:pt x="594" y="381"/>
                  </a:cubicBezTo>
                  <a:cubicBezTo>
                    <a:pt x="592" y="381"/>
                    <a:pt x="592" y="376"/>
                    <a:pt x="590" y="378"/>
                  </a:cubicBezTo>
                  <a:cubicBezTo>
                    <a:pt x="588" y="379"/>
                    <a:pt x="588" y="374"/>
                    <a:pt x="585" y="374"/>
                  </a:cubicBezTo>
                  <a:cubicBezTo>
                    <a:pt x="582" y="374"/>
                    <a:pt x="580" y="374"/>
                    <a:pt x="581" y="371"/>
                  </a:cubicBezTo>
                  <a:cubicBezTo>
                    <a:pt x="582" y="368"/>
                    <a:pt x="576" y="367"/>
                    <a:pt x="578" y="365"/>
                  </a:cubicBezTo>
                  <a:cubicBezTo>
                    <a:pt x="580" y="364"/>
                    <a:pt x="577" y="361"/>
                    <a:pt x="577" y="356"/>
                  </a:cubicBezTo>
                  <a:cubicBezTo>
                    <a:pt x="577" y="352"/>
                    <a:pt x="580" y="351"/>
                    <a:pt x="580" y="350"/>
                  </a:cubicBezTo>
                  <a:cubicBezTo>
                    <a:pt x="580" y="348"/>
                    <a:pt x="577" y="348"/>
                    <a:pt x="575" y="349"/>
                  </a:cubicBezTo>
                  <a:cubicBezTo>
                    <a:pt x="573" y="351"/>
                    <a:pt x="573" y="347"/>
                    <a:pt x="571" y="347"/>
                  </a:cubicBezTo>
                  <a:cubicBezTo>
                    <a:pt x="568" y="348"/>
                    <a:pt x="562" y="347"/>
                    <a:pt x="561" y="344"/>
                  </a:cubicBezTo>
                  <a:cubicBezTo>
                    <a:pt x="561" y="341"/>
                    <a:pt x="559" y="342"/>
                    <a:pt x="557" y="339"/>
                  </a:cubicBezTo>
                  <a:cubicBezTo>
                    <a:pt x="556" y="336"/>
                    <a:pt x="554" y="339"/>
                    <a:pt x="554" y="337"/>
                  </a:cubicBezTo>
                  <a:cubicBezTo>
                    <a:pt x="554" y="334"/>
                    <a:pt x="552" y="334"/>
                    <a:pt x="550" y="333"/>
                  </a:cubicBezTo>
                  <a:cubicBezTo>
                    <a:pt x="548" y="333"/>
                    <a:pt x="547" y="331"/>
                    <a:pt x="544" y="330"/>
                  </a:cubicBezTo>
                  <a:cubicBezTo>
                    <a:pt x="542" y="330"/>
                    <a:pt x="538" y="332"/>
                    <a:pt x="536" y="333"/>
                  </a:cubicBezTo>
                  <a:cubicBezTo>
                    <a:pt x="535" y="334"/>
                    <a:pt x="531" y="331"/>
                    <a:pt x="529" y="332"/>
                  </a:cubicBezTo>
                  <a:cubicBezTo>
                    <a:pt x="527" y="333"/>
                    <a:pt x="527" y="331"/>
                    <a:pt x="523" y="330"/>
                  </a:cubicBezTo>
                  <a:cubicBezTo>
                    <a:pt x="518" y="329"/>
                    <a:pt x="512" y="328"/>
                    <a:pt x="512" y="330"/>
                  </a:cubicBezTo>
                  <a:cubicBezTo>
                    <a:pt x="512" y="331"/>
                    <a:pt x="508" y="332"/>
                    <a:pt x="509" y="336"/>
                  </a:cubicBezTo>
                  <a:cubicBezTo>
                    <a:pt x="509" y="339"/>
                    <a:pt x="513" y="339"/>
                    <a:pt x="514" y="341"/>
                  </a:cubicBezTo>
                  <a:cubicBezTo>
                    <a:pt x="515" y="344"/>
                    <a:pt x="512" y="343"/>
                    <a:pt x="512" y="345"/>
                  </a:cubicBezTo>
                  <a:cubicBezTo>
                    <a:pt x="512" y="347"/>
                    <a:pt x="509" y="347"/>
                    <a:pt x="509" y="349"/>
                  </a:cubicBezTo>
                  <a:cubicBezTo>
                    <a:pt x="509" y="350"/>
                    <a:pt x="511" y="350"/>
                    <a:pt x="512" y="353"/>
                  </a:cubicBezTo>
                  <a:cubicBezTo>
                    <a:pt x="513" y="357"/>
                    <a:pt x="514" y="356"/>
                    <a:pt x="515" y="361"/>
                  </a:cubicBezTo>
                  <a:cubicBezTo>
                    <a:pt x="516" y="365"/>
                    <a:pt x="514" y="364"/>
                    <a:pt x="512" y="365"/>
                  </a:cubicBezTo>
                  <a:cubicBezTo>
                    <a:pt x="510" y="365"/>
                    <a:pt x="512" y="367"/>
                    <a:pt x="509" y="370"/>
                  </a:cubicBezTo>
                  <a:cubicBezTo>
                    <a:pt x="507" y="373"/>
                    <a:pt x="505" y="376"/>
                    <a:pt x="507" y="378"/>
                  </a:cubicBezTo>
                  <a:cubicBezTo>
                    <a:pt x="509" y="380"/>
                    <a:pt x="516" y="383"/>
                    <a:pt x="519" y="387"/>
                  </a:cubicBezTo>
                  <a:cubicBezTo>
                    <a:pt x="522" y="392"/>
                    <a:pt x="522" y="400"/>
                    <a:pt x="521" y="405"/>
                  </a:cubicBezTo>
                  <a:cubicBezTo>
                    <a:pt x="520" y="410"/>
                    <a:pt x="514" y="412"/>
                    <a:pt x="509" y="416"/>
                  </a:cubicBezTo>
                  <a:cubicBezTo>
                    <a:pt x="505" y="421"/>
                    <a:pt x="500" y="420"/>
                    <a:pt x="498" y="420"/>
                  </a:cubicBezTo>
                  <a:cubicBezTo>
                    <a:pt x="496" y="421"/>
                    <a:pt x="497" y="425"/>
                    <a:pt x="500" y="428"/>
                  </a:cubicBezTo>
                  <a:cubicBezTo>
                    <a:pt x="503" y="432"/>
                    <a:pt x="501" y="433"/>
                    <a:pt x="502" y="436"/>
                  </a:cubicBezTo>
                  <a:cubicBezTo>
                    <a:pt x="504" y="440"/>
                    <a:pt x="502" y="443"/>
                    <a:pt x="505" y="446"/>
                  </a:cubicBezTo>
                  <a:cubicBezTo>
                    <a:pt x="507" y="449"/>
                    <a:pt x="506" y="450"/>
                    <a:pt x="503" y="453"/>
                  </a:cubicBezTo>
                  <a:cubicBezTo>
                    <a:pt x="500" y="455"/>
                    <a:pt x="504" y="454"/>
                    <a:pt x="504" y="457"/>
                  </a:cubicBezTo>
                  <a:cubicBezTo>
                    <a:pt x="504" y="460"/>
                    <a:pt x="503" y="458"/>
                    <a:pt x="501" y="456"/>
                  </a:cubicBezTo>
                  <a:cubicBezTo>
                    <a:pt x="498" y="455"/>
                    <a:pt x="496" y="459"/>
                    <a:pt x="496" y="461"/>
                  </a:cubicBezTo>
                  <a:cubicBezTo>
                    <a:pt x="496" y="463"/>
                    <a:pt x="491" y="459"/>
                    <a:pt x="489" y="459"/>
                  </a:cubicBezTo>
                  <a:cubicBezTo>
                    <a:pt x="488" y="459"/>
                    <a:pt x="490" y="456"/>
                    <a:pt x="486" y="453"/>
                  </a:cubicBezTo>
                  <a:cubicBezTo>
                    <a:pt x="483" y="451"/>
                    <a:pt x="481" y="450"/>
                    <a:pt x="481" y="448"/>
                  </a:cubicBezTo>
                  <a:cubicBezTo>
                    <a:pt x="481" y="445"/>
                    <a:pt x="475" y="444"/>
                    <a:pt x="475" y="441"/>
                  </a:cubicBezTo>
                  <a:cubicBezTo>
                    <a:pt x="475" y="438"/>
                    <a:pt x="476" y="431"/>
                    <a:pt x="475" y="428"/>
                  </a:cubicBezTo>
                  <a:cubicBezTo>
                    <a:pt x="473" y="426"/>
                    <a:pt x="475" y="424"/>
                    <a:pt x="476" y="422"/>
                  </a:cubicBezTo>
                  <a:cubicBezTo>
                    <a:pt x="477" y="420"/>
                    <a:pt x="474" y="417"/>
                    <a:pt x="471" y="417"/>
                  </a:cubicBezTo>
                  <a:cubicBezTo>
                    <a:pt x="468" y="417"/>
                    <a:pt x="463" y="416"/>
                    <a:pt x="459" y="416"/>
                  </a:cubicBezTo>
                  <a:cubicBezTo>
                    <a:pt x="455" y="417"/>
                    <a:pt x="452" y="416"/>
                    <a:pt x="451" y="415"/>
                  </a:cubicBezTo>
                  <a:cubicBezTo>
                    <a:pt x="449" y="413"/>
                    <a:pt x="445" y="411"/>
                    <a:pt x="440" y="409"/>
                  </a:cubicBezTo>
                  <a:cubicBezTo>
                    <a:pt x="434" y="408"/>
                    <a:pt x="432" y="405"/>
                    <a:pt x="431" y="403"/>
                  </a:cubicBezTo>
                  <a:cubicBezTo>
                    <a:pt x="430" y="402"/>
                    <a:pt x="425" y="401"/>
                    <a:pt x="424" y="399"/>
                  </a:cubicBezTo>
                  <a:cubicBezTo>
                    <a:pt x="422" y="397"/>
                    <a:pt x="417" y="396"/>
                    <a:pt x="415" y="397"/>
                  </a:cubicBezTo>
                  <a:cubicBezTo>
                    <a:pt x="413" y="397"/>
                    <a:pt x="407" y="392"/>
                    <a:pt x="404" y="393"/>
                  </a:cubicBezTo>
                  <a:cubicBezTo>
                    <a:pt x="401" y="393"/>
                    <a:pt x="394" y="396"/>
                    <a:pt x="392" y="396"/>
                  </a:cubicBezTo>
                  <a:cubicBezTo>
                    <a:pt x="391" y="396"/>
                    <a:pt x="392" y="393"/>
                    <a:pt x="393" y="392"/>
                  </a:cubicBezTo>
                  <a:cubicBezTo>
                    <a:pt x="394" y="391"/>
                    <a:pt x="391" y="386"/>
                    <a:pt x="390" y="382"/>
                  </a:cubicBezTo>
                  <a:cubicBezTo>
                    <a:pt x="389" y="378"/>
                    <a:pt x="388" y="375"/>
                    <a:pt x="384" y="375"/>
                  </a:cubicBezTo>
                  <a:cubicBezTo>
                    <a:pt x="380" y="376"/>
                    <a:pt x="376" y="374"/>
                    <a:pt x="375" y="373"/>
                  </a:cubicBezTo>
                  <a:cubicBezTo>
                    <a:pt x="374" y="372"/>
                    <a:pt x="374" y="362"/>
                    <a:pt x="375" y="358"/>
                  </a:cubicBezTo>
                  <a:cubicBezTo>
                    <a:pt x="376" y="353"/>
                    <a:pt x="380" y="347"/>
                    <a:pt x="380" y="344"/>
                  </a:cubicBezTo>
                  <a:cubicBezTo>
                    <a:pt x="380" y="342"/>
                    <a:pt x="383" y="340"/>
                    <a:pt x="386" y="340"/>
                  </a:cubicBezTo>
                  <a:cubicBezTo>
                    <a:pt x="389" y="339"/>
                    <a:pt x="386" y="334"/>
                    <a:pt x="389" y="334"/>
                  </a:cubicBezTo>
                  <a:cubicBezTo>
                    <a:pt x="392" y="333"/>
                    <a:pt x="392" y="332"/>
                    <a:pt x="392" y="330"/>
                  </a:cubicBezTo>
                  <a:cubicBezTo>
                    <a:pt x="393" y="328"/>
                    <a:pt x="396" y="329"/>
                    <a:pt x="394" y="327"/>
                  </a:cubicBezTo>
                  <a:cubicBezTo>
                    <a:pt x="393" y="326"/>
                    <a:pt x="394" y="325"/>
                    <a:pt x="398" y="325"/>
                  </a:cubicBezTo>
                  <a:cubicBezTo>
                    <a:pt x="402" y="325"/>
                    <a:pt x="408" y="324"/>
                    <a:pt x="407" y="320"/>
                  </a:cubicBezTo>
                  <a:cubicBezTo>
                    <a:pt x="407" y="316"/>
                    <a:pt x="396" y="319"/>
                    <a:pt x="396" y="315"/>
                  </a:cubicBezTo>
                  <a:cubicBezTo>
                    <a:pt x="396" y="312"/>
                    <a:pt x="382" y="312"/>
                    <a:pt x="383" y="310"/>
                  </a:cubicBezTo>
                  <a:cubicBezTo>
                    <a:pt x="384" y="308"/>
                    <a:pt x="397" y="311"/>
                    <a:pt x="401" y="313"/>
                  </a:cubicBezTo>
                  <a:cubicBezTo>
                    <a:pt x="406" y="315"/>
                    <a:pt x="407" y="314"/>
                    <a:pt x="411" y="314"/>
                  </a:cubicBezTo>
                  <a:cubicBezTo>
                    <a:pt x="415" y="314"/>
                    <a:pt x="412" y="309"/>
                    <a:pt x="413" y="307"/>
                  </a:cubicBezTo>
                  <a:cubicBezTo>
                    <a:pt x="414" y="305"/>
                    <a:pt x="421" y="310"/>
                    <a:pt x="425" y="309"/>
                  </a:cubicBezTo>
                  <a:cubicBezTo>
                    <a:pt x="429" y="308"/>
                    <a:pt x="433" y="300"/>
                    <a:pt x="436" y="297"/>
                  </a:cubicBezTo>
                  <a:cubicBezTo>
                    <a:pt x="440" y="295"/>
                    <a:pt x="437" y="293"/>
                    <a:pt x="430" y="294"/>
                  </a:cubicBezTo>
                  <a:cubicBezTo>
                    <a:pt x="423" y="294"/>
                    <a:pt x="420" y="292"/>
                    <a:pt x="416" y="289"/>
                  </a:cubicBezTo>
                  <a:cubicBezTo>
                    <a:pt x="413" y="286"/>
                    <a:pt x="413" y="284"/>
                    <a:pt x="417" y="284"/>
                  </a:cubicBezTo>
                  <a:cubicBezTo>
                    <a:pt x="420" y="285"/>
                    <a:pt x="429" y="292"/>
                    <a:pt x="433" y="292"/>
                  </a:cubicBezTo>
                  <a:cubicBezTo>
                    <a:pt x="436" y="293"/>
                    <a:pt x="442" y="286"/>
                    <a:pt x="445" y="284"/>
                  </a:cubicBezTo>
                  <a:cubicBezTo>
                    <a:pt x="448" y="281"/>
                    <a:pt x="442" y="281"/>
                    <a:pt x="440" y="279"/>
                  </a:cubicBezTo>
                  <a:cubicBezTo>
                    <a:pt x="438" y="277"/>
                    <a:pt x="444" y="276"/>
                    <a:pt x="447" y="276"/>
                  </a:cubicBezTo>
                  <a:cubicBezTo>
                    <a:pt x="449" y="276"/>
                    <a:pt x="451" y="279"/>
                    <a:pt x="452" y="280"/>
                  </a:cubicBezTo>
                  <a:cubicBezTo>
                    <a:pt x="453" y="281"/>
                    <a:pt x="458" y="279"/>
                    <a:pt x="460" y="279"/>
                  </a:cubicBezTo>
                  <a:cubicBezTo>
                    <a:pt x="463" y="279"/>
                    <a:pt x="460" y="275"/>
                    <a:pt x="456" y="273"/>
                  </a:cubicBezTo>
                  <a:cubicBezTo>
                    <a:pt x="452" y="272"/>
                    <a:pt x="456" y="269"/>
                    <a:pt x="457" y="271"/>
                  </a:cubicBezTo>
                  <a:cubicBezTo>
                    <a:pt x="458" y="274"/>
                    <a:pt x="461" y="273"/>
                    <a:pt x="463" y="276"/>
                  </a:cubicBezTo>
                  <a:cubicBezTo>
                    <a:pt x="465" y="280"/>
                    <a:pt x="466" y="278"/>
                    <a:pt x="470" y="276"/>
                  </a:cubicBezTo>
                  <a:cubicBezTo>
                    <a:pt x="473" y="275"/>
                    <a:pt x="475" y="273"/>
                    <a:pt x="477" y="271"/>
                  </a:cubicBezTo>
                  <a:cubicBezTo>
                    <a:pt x="479" y="269"/>
                    <a:pt x="479" y="271"/>
                    <a:pt x="482" y="268"/>
                  </a:cubicBezTo>
                  <a:cubicBezTo>
                    <a:pt x="484" y="264"/>
                    <a:pt x="481" y="261"/>
                    <a:pt x="478" y="259"/>
                  </a:cubicBezTo>
                  <a:cubicBezTo>
                    <a:pt x="475" y="257"/>
                    <a:pt x="478" y="255"/>
                    <a:pt x="475" y="253"/>
                  </a:cubicBezTo>
                  <a:cubicBezTo>
                    <a:pt x="472" y="252"/>
                    <a:pt x="472" y="249"/>
                    <a:pt x="475" y="250"/>
                  </a:cubicBezTo>
                  <a:cubicBezTo>
                    <a:pt x="479" y="251"/>
                    <a:pt x="482" y="250"/>
                    <a:pt x="483" y="247"/>
                  </a:cubicBezTo>
                  <a:cubicBezTo>
                    <a:pt x="485" y="245"/>
                    <a:pt x="478" y="244"/>
                    <a:pt x="481" y="242"/>
                  </a:cubicBezTo>
                  <a:cubicBezTo>
                    <a:pt x="484" y="240"/>
                    <a:pt x="482" y="239"/>
                    <a:pt x="478" y="239"/>
                  </a:cubicBezTo>
                  <a:cubicBezTo>
                    <a:pt x="475" y="239"/>
                    <a:pt x="473" y="237"/>
                    <a:pt x="472" y="234"/>
                  </a:cubicBezTo>
                  <a:cubicBezTo>
                    <a:pt x="472" y="232"/>
                    <a:pt x="467" y="233"/>
                    <a:pt x="463" y="232"/>
                  </a:cubicBezTo>
                  <a:cubicBezTo>
                    <a:pt x="460" y="230"/>
                    <a:pt x="452" y="231"/>
                    <a:pt x="451" y="231"/>
                  </a:cubicBezTo>
                  <a:cubicBezTo>
                    <a:pt x="449" y="231"/>
                    <a:pt x="449" y="238"/>
                    <a:pt x="451" y="238"/>
                  </a:cubicBezTo>
                  <a:cubicBezTo>
                    <a:pt x="454" y="239"/>
                    <a:pt x="456" y="241"/>
                    <a:pt x="454" y="242"/>
                  </a:cubicBezTo>
                  <a:cubicBezTo>
                    <a:pt x="451" y="243"/>
                    <a:pt x="454" y="246"/>
                    <a:pt x="452" y="246"/>
                  </a:cubicBezTo>
                  <a:cubicBezTo>
                    <a:pt x="451" y="246"/>
                    <a:pt x="448" y="245"/>
                    <a:pt x="447" y="250"/>
                  </a:cubicBezTo>
                  <a:cubicBezTo>
                    <a:pt x="447" y="254"/>
                    <a:pt x="446" y="256"/>
                    <a:pt x="443" y="258"/>
                  </a:cubicBezTo>
                  <a:cubicBezTo>
                    <a:pt x="440" y="259"/>
                    <a:pt x="443" y="252"/>
                    <a:pt x="440" y="253"/>
                  </a:cubicBezTo>
                  <a:cubicBezTo>
                    <a:pt x="437" y="253"/>
                    <a:pt x="437" y="258"/>
                    <a:pt x="439" y="259"/>
                  </a:cubicBezTo>
                  <a:cubicBezTo>
                    <a:pt x="441" y="259"/>
                    <a:pt x="441" y="261"/>
                    <a:pt x="442" y="264"/>
                  </a:cubicBezTo>
                  <a:cubicBezTo>
                    <a:pt x="442" y="266"/>
                    <a:pt x="438" y="264"/>
                    <a:pt x="436" y="268"/>
                  </a:cubicBezTo>
                  <a:cubicBezTo>
                    <a:pt x="434" y="271"/>
                    <a:pt x="434" y="266"/>
                    <a:pt x="432" y="264"/>
                  </a:cubicBezTo>
                  <a:cubicBezTo>
                    <a:pt x="429" y="262"/>
                    <a:pt x="426" y="258"/>
                    <a:pt x="426" y="256"/>
                  </a:cubicBezTo>
                  <a:cubicBezTo>
                    <a:pt x="426" y="253"/>
                    <a:pt x="428" y="253"/>
                    <a:pt x="430" y="252"/>
                  </a:cubicBezTo>
                  <a:cubicBezTo>
                    <a:pt x="432" y="252"/>
                    <a:pt x="430" y="250"/>
                    <a:pt x="429" y="247"/>
                  </a:cubicBezTo>
                  <a:cubicBezTo>
                    <a:pt x="429" y="244"/>
                    <a:pt x="427" y="245"/>
                    <a:pt x="424" y="241"/>
                  </a:cubicBezTo>
                  <a:cubicBezTo>
                    <a:pt x="421" y="238"/>
                    <a:pt x="418" y="238"/>
                    <a:pt x="417" y="240"/>
                  </a:cubicBezTo>
                  <a:cubicBezTo>
                    <a:pt x="415" y="241"/>
                    <a:pt x="416" y="244"/>
                    <a:pt x="414" y="245"/>
                  </a:cubicBezTo>
                  <a:cubicBezTo>
                    <a:pt x="411" y="246"/>
                    <a:pt x="412" y="251"/>
                    <a:pt x="410" y="252"/>
                  </a:cubicBezTo>
                  <a:cubicBezTo>
                    <a:pt x="408" y="252"/>
                    <a:pt x="409" y="243"/>
                    <a:pt x="407" y="242"/>
                  </a:cubicBezTo>
                  <a:cubicBezTo>
                    <a:pt x="405" y="241"/>
                    <a:pt x="406" y="239"/>
                    <a:pt x="408" y="239"/>
                  </a:cubicBezTo>
                  <a:cubicBezTo>
                    <a:pt x="411" y="238"/>
                    <a:pt x="413" y="235"/>
                    <a:pt x="410" y="235"/>
                  </a:cubicBezTo>
                  <a:cubicBezTo>
                    <a:pt x="408" y="235"/>
                    <a:pt x="404" y="233"/>
                    <a:pt x="402" y="232"/>
                  </a:cubicBezTo>
                  <a:cubicBezTo>
                    <a:pt x="401" y="232"/>
                    <a:pt x="398" y="235"/>
                    <a:pt x="396" y="234"/>
                  </a:cubicBezTo>
                  <a:cubicBezTo>
                    <a:pt x="394" y="232"/>
                    <a:pt x="396" y="229"/>
                    <a:pt x="397" y="227"/>
                  </a:cubicBezTo>
                  <a:cubicBezTo>
                    <a:pt x="397" y="225"/>
                    <a:pt x="399" y="228"/>
                    <a:pt x="401" y="225"/>
                  </a:cubicBezTo>
                  <a:cubicBezTo>
                    <a:pt x="403" y="223"/>
                    <a:pt x="396" y="223"/>
                    <a:pt x="396" y="220"/>
                  </a:cubicBezTo>
                  <a:cubicBezTo>
                    <a:pt x="396" y="217"/>
                    <a:pt x="391" y="217"/>
                    <a:pt x="389" y="216"/>
                  </a:cubicBezTo>
                  <a:cubicBezTo>
                    <a:pt x="387" y="215"/>
                    <a:pt x="390" y="210"/>
                    <a:pt x="389" y="209"/>
                  </a:cubicBezTo>
                  <a:cubicBezTo>
                    <a:pt x="389" y="207"/>
                    <a:pt x="382" y="201"/>
                    <a:pt x="379" y="202"/>
                  </a:cubicBezTo>
                  <a:cubicBezTo>
                    <a:pt x="376" y="202"/>
                    <a:pt x="376" y="198"/>
                    <a:pt x="377" y="198"/>
                  </a:cubicBezTo>
                  <a:cubicBezTo>
                    <a:pt x="379" y="198"/>
                    <a:pt x="380" y="197"/>
                    <a:pt x="383" y="194"/>
                  </a:cubicBezTo>
                  <a:cubicBezTo>
                    <a:pt x="386" y="190"/>
                    <a:pt x="386" y="189"/>
                    <a:pt x="384" y="189"/>
                  </a:cubicBezTo>
                  <a:cubicBezTo>
                    <a:pt x="382" y="188"/>
                    <a:pt x="381" y="186"/>
                    <a:pt x="385" y="186"/>
                  </a:cubicBezTo>
                  <a:cubicBezTo>
                    <a:pt x="389" y="186"/>
                    <a:pt x="395" y="189"/>
                    <a:pt x="397" y="187"/>
                  </a:cubicBezTo>
                  <a:cubicBezTo>
                    <a:pt x="399" y="185"/>
                    <a:pt x="406" y="175"/>
                    <a:pt x="409" y="171"/>
                  </a:cubicBezTo>
                  <a:cubicBezTo>
                    <a:pt x="412" y="167"/>
                    <a:pt x="407" y="167"/>
                    <a:pt x="400" y="167"/>
                  </a:cubicBezTo>
                  <a:cubicBezTo>
                    <a:pt x="394" y="168"/>
                    <a:pt x="393" y="165"/>
                    <a:pt x="387" y="165"/>
                  </a:cubicBezTo>
                  <a:cubicBezTo>
                    <a:pt x="382" y="164"/>
                    <a:pt x="372" y="166"/>
                    <a:pt x="371" y="167"/>
                  </a:cubicBezTo>
                  <a:cubicBezTo>
                    <a:pt x="369" y="169"/>
                    <a:pt x="373" y="170"/>
                    <a:pt x="373" y="172"/>
                  </a:cubicBezTo>
                  <a:cubicBezTo>
                    <a:pt x="372" y="174"/>
                    <a:pt x="369" y="171"/>
                    <a:pt x="367" y="172"/>
                  </a:cubicBezTo>
                  <a:cubicBezTo>
                    <a:pt x="366" y="172"/>
                    <a:pt x="368" y="175"/>
                    <a:pt x="367" y="181"/>
                  </a:cubicBezTo>
                  <a:cubicBezTo>
                    <a:pt x="367" y="187"/>
                    <a:pt x="369" y="187"/>
                    <a:pt x="371" y="190"/>
                  </a:cubicBezTo>
                  <a:cubicBezTo>
                    <a:pt x="372" y="192"/>
                    <a:pt x="372" y="195"/>
                    <a:pt x="372" y="199"/>
                  </a:cubicBezTo>
                  <a:cubicBezTo>
                    <a:pt x="372" y="203"/>
                    <a:pt x="368" y="203"/>
                    <a:pt x="367" y="204"/>
                  </a:cubicBezTo>
                  <a:cubicBezTo>
                    <a:pt x="366" y="205"/>
                    <a:pt x="370" y="206"/>
                    <a:pt x="369" y="208"/>
                  </a:cubicBezTo>
                  <a:cubicBezTo>
                    <a:pt x="369" y="211"/>
                    <a:pt x="365" y="207"/>
                    <a:pt x="363" y="208"/>
                  </a:cubicBezTo>
                  <a:cubicBezTo>
                    <a:pt x="361" y="208"/>
                    <a:pt x="359" y="215"/>
                    <a:pt x="361" y="217"/>
                  </a:cubicBezTo>
                  <a:cubicBezTo>
                    <a:pt x="364" y="218"/>
                    <a:pt x="364" y="218"/>
                    <a:pt x="363" y="220"/>
                  </a:cubicBezTo>
                  <a:cubicBezTo>
                    <a:pt x="361" y="223"/>
                    <a:pt x="359" y="226"/>
                    <a:pt x="363" y="230"/>
                  </a:cubicBezTo>
                  <a:cubicBezTo>
                    <a:pt x="367" y="233"/>
                    <a:pt x="375" y="233"/>
                    <a:pt x="379" y="235"/>
                  </a:cubicBezTo>
                  <a:cubicBezTo>
                    <a:pt x="384" y="238"/>
                    <a:pt x="378" y="236"/>
                    <a:pt x="379" y="239"/>
                  </a:cubicBezTo>
                  <a:cubicBezTo>
                    <a:pt x="381" y="242"/>
                    <a:pt x="377" y="243"/>
                    <a:pt x="377" y="246"/>
                  </a:cubicBezTo>
                  <a:cubicBezTo>
                    <a:pt x="377" y="248"/>
                    <a:pt x="379" y="247"/>
                    <a:pt x="381" y="243"/>
                  </a:cubicBezTo>
                  <a:cubicBezTo>
                    <a:pt x="383" y="239"/>
                    <a:pt x="384" y="244"/>
                    <a:pt x="384" y="247"/>
                  </a:cubicBezTo>
                  <a:cubicBezTo>
                    <a:pt x="384" y="251"/>
                    <a:pt x="381" y="249"/>
                    <a:pt x="379" y="252"/>
                  </a:cubicBezTo>
                  <a:cubicBezTo>
                    <a:pt x="376" y="256"/>
                    <a:pt x="374" y="256"/>
                    <a:pt x="371" y="255"/>
                  </a:cubicBezTo>
                  <a:cubicBezTo>
                    <a:pt x="367" y="255"/>
                    <a:pt x="369" y="260"/>
                    <a:pt x="371" y="263"/>
                  </a:cubicBezTo>
                  <a:cubicBezTo>
                    <a:pt x="372" y="266"/>
                    <a:pt x="371" y="267"/>
                    <a:pt x="367" y="266"/>
                  </a:cubicBezTo>
                  <a:cubicBezTo>
                    <a:pt x="363" y="265"/>
                    <a:pt x="360" y="263"/>
                    <a:pt x="362" y="260"/>
                  </a:cubicBezTo>
                  <a:cubicBezTo>
                    <a:pt x="364" y="257"/>
                    <a:pt x="366" y="253"/>
                    <a:pt x="363" y="253"/>
                  </a:cubicBezTo>
                  <a:cubicBezTo>
                    <a:pt x="361" y="254"/>
                    <a:pt x="356" y="253"/>
                    <a:pt x="354" y="251"/>
                  </a:cubicBezTo>
                  <a:cubicBezTo>
                    <a:pt x="353" y="248"/>
                    <a:pt x="355" y="249"/>
                    <a:pt x="360" y="250"/>
                  </a:cubicBezTo>
                  <a:cubicBezTo>
                    <a:pt x="365" y="250"/>
                    <a:pt x="361" y="247"/>
                    <a:pt x="364" y="247"/>
                  </a:cubicBezTo>
                  <a:cubicBezTo>
                    <a:pt x="368" y="247"/>
                    <a:pt x="371" y="249"/>
                    <a:pt x="374" y="246"/>
                  </a:cubicBezTo>
                  <a:cubicBezTo>
                    <a:pt x="377" y="243"/>
                    <a:pt x="372" y="238"/>
                    <a:pt x="369" y="239"/>
                  </a:cubicBezTo>
                  <a:cubicBezTo>
                    <a:pt x="367" y="240"/>
                    <a:pt x="363" y="241"/>
                    <a:pt x="363" y="238"/>
                  </a:cubicBezTo>
                  <a:cubicBezTo>
                    <a:pt x="363" y="236"/>
                    <a:pt x="367" y="238"/>
                    <a:pt x="369" y="237"/>
                  </a:cubicBezTo>
                  <a:cubicBezTo>
                    <a:pt x="372" y="237"/>
                    <a:pt x="368" y="233"/>
                    <a:pt x="364" y="234"/>
                  </a:cubicBezTo>
                  <a:cubicBezTo>
                    <a:pt x="361" y="235"/>
                    <a:pt x="358" y="235"/>
                    <a:pt x="356" y="232"/>
                  </a:cubicBezTo>
                  <a:cubicBezTo>
                    <a:pt x="353" y="229"/>
                    <a:pt x="348" y="228"/>
                    <a:pt x="346" y="235"/>
                  </a:cubicBezTo>
                  <a:cubicBezTo>
                    <a:pt x="345" y="241"/>
                    <a:pt x="340" y="238"/>
                    <a:pt x="338" y="240"/>
                  </a:cubicBezTo>
                  <a:cubicBezTo>
                    <a:pt x="336" y="242"/>
                    <a:pt x="340" y="244"/>
                    <a:pt x="345" y="244"/>
                  </a:cubicBezTo>
                  <a:cubicBezTo>
                    <a:pt x="350" y="244"/>
                    <a:pt x="354" y="249"/>
                    <a:pt x="351" y="249"/>
                  </a:cubicBezTo>
                  <a:cubicBezTo>
                    <a:pt x="349" y="249"/>
                    <a:pt x="350" y="252"/>
                    <a:pt x="348" y="251"/>
                  </a:cubicBezTo>
                  <a:cubicBezTo>
                    <a:pt x="345" y="250"/>
                    <a:pt x="343" y="251"/>
                    <a:pt x="344" y="253"/>
                  </a:cubicBezTo>
                  <a:cubicBezTo>
                    <a:pt x="346" y="255"/>
                    <a:pt x="344" y="256"/>
                    <a:pt x="344" y="258"/>
                  </a:cubicBezTo>
                  <a:cubicBezTo>
                    <a:pt x="344" y="260"/>
                    <a:pt x="340" y="258"/>
                    <a:pt x="336" y="258"/>
                  </a:cubicBezTo>
                  <a:cubicBezTo>
                    <a:pt x="333" y="258"/>
                    <a:pt x="326" y="259"/>
                    <a:pt x="321" y="260"/>
                  </a:cubicBezTo>
                  <a:cubicBezTo>
                    <a:pt x="316" y="261"/>
                    <a:pt x="310" y="259"/>
                    <a:pt x="308" y="257"/>
                  </a:cubicBezTo>
                  <a:cubicBezTo>
                    <a:pt x="306" y="255"/>
                    <a:pt x="303" y="255"/>
                    <a:pt x="299" y="255"/>
                  </a:cubicBezTo>
                  <a:cubicBezTo>
                    <a:pt x="296" y="255"/>
                    <a:pt x="297" y="252"/>
                    <a:pt x="292" y="251"/>
                  </a:cubicBezTo>
                  <a:cubicBezTo>
                    <a:pt x="288" y="251"/>
                    <a:pt x="289" y="247"/>
                    <a:pt x="288" y="245"/>
                  </a:cubicBezTo>
                  <a:cubicBezTo>
                    <a:pt x="288" y="243"/>
                    <a:pt x="278" y="243"/>
                    <a:pt x="275" y="246"/>
                  </a:cubicBezTo>
                  <a:cubicBezTo>
                    <a:pt x="272" y="248"/>
                    <a:pt x="265" y="247"/>
                    <a:pt x="263" y="251"/>
                  </a:cubicBezTo>
                  <a:cubicBezTo>
                    <a:pt x="261" y="255"/>
                    <a:pt x="265" y="254"/>
                    <a:pt x="267" y="254"/>
                  </a:cubicBezTo>
                  <a:cubicBezTo>
                    <a:pt x="269" y="254"/>
                    <a:pt x="269" y="251"/>
                    <a:pt x="274" y="252"/>
                  </a:cubicBezTo>
                  <a:cubicBezTo>
                    <a:pt x="279" y="252"/>
                    <a:pt x="283" y="246"/>
                    <a:pt x="285" y="249"/>
                  </a:cubicBezTo>
                  <a:cubicBezTo>
                    <a:pt x="287" y="251"/>
                    <a:pt x="276" y="255"/>
                    <a:pt x="272" y="256"/>
                  </a:cubicBezTo>
                  <a:cubicBezTo>
                    <a:pt x="267" y="256"/>
                    <a:pt x="268" y="260"/>
                    <a:pt x="273" y="267"/>
                  </a:cubicBezTo>
                  <a:cubicBezTo>
                    <a:pt x="277" y="273"/>
                    <a:pt x="271" y="269"/>
                    <a:pt x="271" y="273"/>
                  </a:cubicBezTo>
                  <a:cubicBezTo>
                    <a:pt x="271" y="276"/>
                    <a:pt x="262" y="272"/>
                    <a:pt x="266" y="271"/>
                  </a:cubicBezTo>
                  <a:cubicBezTo>
                    <a:pt x="269" y="269"/>
                    <a:pt x="267" y="266"/>
                    <a:pt x="265" y="264"/>
                  </a:cubicBezTo>
                  <a:cubicBezTo>
                    <a:pt x="262" y="262"/>
                    <a:pt x="260" y="264"/>
                    <a:pt x="261" y="262"/>
                  </a:cubicBezTo>
                  <a:cubicBezTo>
                    <a:pt x="261" y="259"/>
                    <a:pt x="258" y="262"/>
                    <a:pt x="255" y="260"/>
                  </a:cubicBezTo>
                  <a:cubicBezTo>
                    <a:pt x="253" y="258"/>
                    <a:pt x="252" y="256"/>
                    <a:pt x="248" y="258"/>
                  </a:cubicBezTo>
                  <a:cubicBezTo>
                    <a:pt x="245" y="260"/>
                    <a:pt x="241" y="259"/>
                    <a:pt x="233" y="261"/>
                  </a:cubicBezTo>
                  <a:cubicBezTo>
                    <a:pt x="226" y="262"/>
                    <a:pt x="212" y="261"/>
                    <a:pt x="210" y="259"/>
                  </a:cubicBezTo>
                  <a:cubicBezTo>
                    <a:pt x="207" y="256"/>
                    <a:pt x="216" y="252"/>
                    <a:pt x="219" y="253"/>
                  </a:cubicBezTo>
                  <a:cubicBezTo>
                    <a:pt x="221" y="253"/>
                    <a:pt x="220" y="250"/>
                    <a:pt x="216" y="247"/>
                  </a:cubicBezTo>
                  <a:cubicBezTo>
                    <a:pt x="212" y="243"/>
                    <a:pt x="203" y="241"/>
                    <a:pt x="203" y="243"/>
                  </a:cubicBezTo>
                  <a:cubicBezTo>
                    <a:pt x="203" y="245"/>
                    <a:pt x="198" y="244"/>
                    <a:pt x="191" y="242"/>
                  </a:cubicBezTo>
                  <a:cubicBezTo>
                    <a:pt x="184" y="241"/>
                    <a:pt x="183" y="239"/>
                    <a:pt x="179" y="239"/>
                  </a:cubicBezTo>
                  <a:cubicBezTo>
                    <a:pt x="175" y="238"/>
                    <a:pt x="168" y="237"/>
                    <a:pt x="163" y="233"/>
                  </a:cubicBezTo>
                  <a:cubicBezTo>
                    <a:pt x="158" y="229"/>
                    <a:pt x="147" y="230"/>
                    <a:pt x="145" y="234"/>
                  </a:cubicBezTo>
                  <a:cubicBezTo>
                    <a:pt x="144" y="238"/>
                    <a:pt x="140" y="237"/>
                    <a:pt x="136" y="237"/>
                  </a:cubicBezTo>
                  <a:cubicBezTo>
                    <a:pt x="132" y="237"/>
                    <a:pt x="138" y="233"/>
                    <a:pt x="136" y="232"/>
                  </a:cubicBezTo>
                  <a:cubicBezTo>
                    <a:pt x="134" y="231"/>
                    <a:pt x="137" y="226"/>
                    <a:pt x="134" y="226"/>
                  </a:cubicBezTo>
                  <a:cubicBezTo>
                    <a:pt x="131" y="226"/>
                    <a:pt x="128" y="238"/>
                    <a:pt x="123" y="237"/>
                  </a:cubicBezTo>
                  <a:cubicBezTo>
                    <a:pt x="117" y="237"/>
                    <a:pt x="115" y="225"/>
                    <a:pt x="111" y="221"/>
                  </a:cubicBezTo>
                  <a:cubicBezTo>
                    <a:pt x="106" y="218"/>
                    <a:pt x="102" y="218"/>
                    <a:pt x="106" y="223"/>
                  </a:cubicBezTo>
                  <a:cubicBezTo>
                    <a:pt x="110" y="228"/>
                    <a:pt x="103" y="224"/>
                    <a:pt x="103" y="227"/>
                  </a:cubicBezTo>
                  <a:cubicBezTo>
                    <a:pt x="103" y="231"/>
                    <a:pt x="97" y="234"/>
                    <a:pt x="97" y="233"/>
                  </a:cubicBezTo>
                  <a:cubicBezTo>
                    <a:pt x="97" y="231"/>
                    <a:pt x="94" y="229"/>
                    <a:pt x="89" y="234"/>
                  </a:cubicBezTo>
                  <a:cubicBezTo>
                    <a:pt x="85" y="239"/>
                    <a:pt x="82" y="238"/>
                    <a:pt x="82" y="236"/>
                  </a:cubicBezTo>
                  <a:cubicBezTo>
                    <a:pt x="81" y="235"/>
                    <a:pt x="69" y="241"/>
                    <a:pt x="69" y="243"/>
                  </a:cubicBezTo>
                  <a:cubicBezTo>
                    <a:pt x="70" y="245"/>
                    <a:pt x="67" y="247"/>
                    <a:pt x="64" y="247"/>
                  </a:cubicBezTo>
                  <a:cubicBezTo>
                    <a:pt x="60" y="246"/>
                    <a:pt x="63" y="244"/>
                    <a:pt x="66" y="242"/>
                  </a:cubicBezTo>
                  <a:cubicBezTo>
                    <a:pt x="69" y="241"/>
                    <a:pt x="77" y="234"/>
                    <a:pt x="81" y="233"/>
                  </a:cubicBezTo>
                  <a:cubicBezTo>
                    <a:pt x="86" y="233"/>
                    <a:pt x="94" y="229"/>
                    <a:pt x="94" y="227"/>
                  </a:cubicBezTo>
                  <a:cubicBezTo>
                    <a:pt x="94" y="225"/>
                    <a:pt x="90" y="227"/>
                    <a:pt x="87" y="226"/>
                  </a:cubicBezTo>
                  <a:cubicBezTo>
                    <a:pt x="84" y="226"/>
                    <a:pt x="79" y="229"/>
                    <a:pt x="74" y="231"/>
                  </a:cubicBezTo>
                  <a:cubicBezTo>
                    <a:pt x="69" y="233"/>
                    <a:pt x="64" y="233"/>
                    <a:pt x="65" y="235"/>
                  </a:cubicBezTo>
                  <a:cubicBezTo>
                    <a:pt x="67" y="238"/>
                    <a:pt x="61" y="235"/>
                    <a:pt x="60" y="237"/>
                  </a:cubicBezTo>
                  <a:cubicBezTo>
                    <a:pt x="58" y="239"/>
                    <a:pt x="56" y="237"/>
                    <a:pt x="58" y="236"/>
                  </a:cubicBezTo>
                  <a:cubicBezTo>
                    <a:pt x="60" y="235"/>
                    <a:pt x="54" y="233"/>
                    <a:pt x="54" y="234"/>
                  </a:cubicBezTo>
                  <a:cubicBezTo>
                    <a:pt x="54" y="235"/>
                    <a:pt x="53" y="237"/>
                    <a:pt x="48" y="237"/>
                  </a:cubicBezTo>
                  <a:cubicBezTo>
                    <a:pt x="44" y="237"/>
                    <a:pt x="40" y="240"/>
                    <a:pt x="43" y="242"/>
                  </a:cubicBezTo>
                  <a:cubicBezTo>
                    <a:pt x="45" y="244"/>
                    <a:pt x="47" y="245"/>
                    <a:pt x="46" y="247"/>
                  </a:cubicBezTo>
                  <a:cubicBezTo>
                    <a:pt x="44" y="248"/>
                    <a:pt x="40" y="243"/>
                    <a:pt x="34" y="243"/>
                  </a:cubicBezTo>
                  <a:cubicBezTo>
                    <a:pt x="27" y="244"/>
                    <a:pt x="15" y="237"/>
                    <a:pt x="15" y="235"/>
                  </a:cubicBezTo>
                  <a:cubicBezTo>
                    <a:pt x="15" y="233"/>
                    <a:pt x="6" y="234"/>
                    <a:pt x="0" y="234"/>
                  </a:cubicBezTo>
                  <a:cubicBezTo>
                    <a:pt x="0" y="357"/>
                    <a:pt x="0" y="357"/>
                    <a:pt x="0" y="357"/>
                  </a:cubicBezTo>
                  <a:cubicBezTo>
                    <a:pt x="0" y="357"/>
                    <a:pt x="3" y="359"/>
                    <a:pt x="4" y="358"/>
                  </a:cubicBezTo>
                  <a:cubicBezTo>
                    <a:pt x="6" y="356"/>
                    <a:pt x="8" y="358"/>
                    <a:pt x="12" y="356"/>
                  </a:cubicBezTo>
                  <a:cubicBezTo>
                    <a:pt x="16" y="354"/>
                    <a:pt x="17" y="358"/>
                    <a:pt x="17" y="360"/>
                  </a:cubicBezTo>
                  <a:cubicBezTo>
                    <a:pt x="17" y="362"/>
                    <a:pt x="23" y="365"/>
                    <a:pt x="25" y="368"/>
                  </a:cubicBezTo>
                  <a:cubicBezTo>
                    <a:pt x="28" y="371"/>
                    <a:pt x="29" y="374"/>
                    <a:pt x="31" y="372"/>
                  </a:cubicBezTo>
                  <a:cubicBezTo>
                    <a:pt x="34" y="371"/>
                    <a:pt x="39" y="370"/>
                    <a:pt x="39" y="367"/>
                  </a:cubicBezTo>
                  <a:cubicBezTo>
                    <a:pt x="39" y="364"/>
                    <a:pt x="50" y="363"/>
                    <a:pt x="50" y="367"/>
                  </a:cubicBezTo>
                  <a:cubicBezTo>
                    <a:pt x="50" y="371"/>
                    <a:pt x="61" y="376"/>
                    <a:pt x="67" y="387"/>
                  </a:cubicBezTo>
                  <a:cubicBezTo>
                    <a:pt x="73" y="398"/>
                    <a:pt x="72" y="400"/>
                    <a:pt x="81" y="404"/>
                  </a:cubicBezTo>
                  <a:cubicBezTo>
                    <a:pt x="90" y="407"/>
                    <a:pt x="90" y="409"/>
                    <a:pt x="89" y="412"/>
                  </a:cubicBezTo>
                  <a:cubicBezTo>
                    <a:pt x="88" y="415"/>
                    <a:pt x="94" y="417"/>
                    <a:pt x="91" y="420"/>
                  </a:cubicBezTo>
                  <a:cubicBezTo>
                    <a:pt x="89" y="421"/>
                    <a:pt x="87" y="422"/>
                    <a:pt x="85" y="424"/>
                  </a:cubicBezTo>
                  <a:cubicBezTo>
                    <a:pt x="85" y="425"/>
                    <a:pt x="87" y="426"/>
                    <a:pt x="89" y="428"/>
                  </a:cubicBezTo>
                  <a:cubicBezTo>
                    <a:pt x="91" y="429"/>
                    <a:pt x="85" y="429"/>
                    <a:pt x="86" y="431"/>
                  </a:cubicBezTo>
                  <a:cubicBezTo>
                    <a:pt x="88" y="433"/>
                    <a:pt x="86" y="435"/>
                    <a:pt x="88" y="437"/>
                  </a:cubicBezTo>
                  <a:cubicBezTo>
                    <a:pt x="90" y="439"/>
                    <a:pt x="93" y="438"/>
                    <a:pt x="95" y="437"/>
                  </a:cubicBezTo>
                  <a:cubicBezTo>
                    <a:pt x="97" y="435"/>
                    <a:pt x="98" y="439"/>
                    <a:pt x="97" y="441"/>
                  </a:cubicBezTo>
                  <a:cubicBezTo>
                    <a:pt x="95" y="444"/>
                    <a:pt x="98" y="446"/>
                    <a:pt x="100" y="444"/>
                  </a:cubicBezTo>
                  <a:cubicBezTo>
                    <a:pt x="102" y="442"/>
                    <a:pt x="105" y="447"/>
                    <a:pt x="107" y="448"/>
                  </a:cubicBezTo>
                  <a:cubicBezTo>
                    <a:pt x="108" y="449"/>
                    <a:pt x="110" y="452"/>
                    <a:pt x="107" y="452"/>
                  </a:cubicBezTo>
                  <a:cubicBezTo>
                    <a:pt x="104" y="452"/>
                    <a:pt x="105" y="456"/>
                    <a:pt x="107" y="457"/>
                  </a:cubicBezTo>
                  <a:cubicBezTo>
                    <a:pt x="109" y="457"/>
                    <a:pt x="109" y="459"/>
                    <a:pt x="109" y="461"/>
                  </a:cubicBezTo>
                  <a:cubicBezTo>
                    <a:pt x="109" y="462"/>
                    <a:pt x="115" y="465"/>
                    <a:pt x="117" y="464"/>
                  </a:cubicBezTo>
                  <a:cubicBezTo>
                    <a:pt x="119" y="463"/>
                    <a:pt x="122" y="465"/>
                    <a:pt x="123" y="467"/>
                  </a:cubicBezTo>
                  <a:cubicBezTo>
                    <a:pt x="124" y="469"/>
                    <a:pt x="128" y="471"/>
                    <a:pt x="130" y="470"/>
                  </a:cubicBezTo>
                  <a:cubicBezTo>
                    <a:pt x="131" y="468"/>
                    <a:pt x="132" y="472"/>
                    <a:pt x="133" y="474"/>
                  </a:cubicBezTo>
                  <a:cubicBezTo>
                    <a:pt x="133" y="477"/>
                    <a:pt x="137" y="475"/>
                    <a:pt x="139" y="475"/>
                  </a:cubicBezTo>
                  <a:cubicBezTo>
                    <a:pt x="141" y="475"/>
                    <a:pt x="142" y="478"/>
                    <a:pt x="143" y="478"/>
                  </a:cubicBezTo>
                  <a:cubicBezTo>
                    <a:pt x="147" y="476"/>
                    <a:pt x="148" y="482"/>
                    <a:pt x="150" y="485"/>
                  </a:cubicBezTo>
                  <a:cubicBezTo>
                    <a:pt x="371" y="484"/>
                    <a:pt x="371" y="484"/>
                    <a:pt x="371" y="484"/>
                  </a:cubicBezTo>
                  <a:cubicBezTo>
                    <a:pt x="371" y="484"/>
                    <a:pt x="371" y="478"/>
                    <a:pt x="374" y="480"/>
                  </a:cubicBezTo>
                  <a:cubicBezTo>
                    <a:pt x="377" y="482"/>
                    <a:pt x="374" y="485"/>
                    <a:pt x="377" y="487"/>
                  </a:cubicBezTo>
                  <a:cubicBezTo>
                    <a:pt x="381" y="488"/>
                    <a:pt x="383" y="490"/>
                    <a:pt x="384" y="489"/>
                  </a:cubicBezTo>
                  <a:cubicBezTo>
                    <a:pt x="386" y="488"/>
                    <a:pt x="389" y="486"/>
                    <a:pt x="392" y="489"/>
                  </a:cubicBezTo>
                  <a:cubicBezTo>
                    <a:pt x="395" y="492"/>
                    <a:pt x="397" y="490"/>
                    <a:pt x="398" y="492"/>
                  </a:cubicBezTo>
                  <a:cubicBezTo>
                    <a:pt x="400" y="494"/>
                    <a:pt x="403" y="496"/>
                    <a:pt x="405" y="493"/>
                  </a:cubicBezTo>
                  <a:cubicBezTo>
                    <a:pt x="407" y="491"/>
                    <a:pt x="414" y="493"/>
                    <a:pt x="417" y="495"/>
                  </a:cubicBezTo>
                  <a:cubicBezTo>
                    <a:pt x="421" y="491"/>
                    <a:pt x="424" y="485"/>
                    <a:pt x="427" y="485"/>
                  </a:cubicBezTo>
                  <a:cubicBezTo>
                    <a:pt x="432" y="485"/>
                    <a:pt x="444" y="486"/>
                    <a:pt x="444" y="492"/>
                  </a:cubicBezTo>
                  <a:cubicBezTo>
                    <a:pt x="445" y="498"/>
                    <a:pt x="452" y="492"/>
                    <a:pt x="453" y="498"/>
                  </a:cubicBezTo>
                  <a:cubicBezTo>
                    <a:pt x="454" y="503"/>
                    <a:pt x="458" y="507"/>
                    <a:pt x="457" y="509"/>
                  </a:cubicBezTo>
                  <a:cubicBezTo>
                    <a:pt x="459" y="510"/>
                    <a:pt x="461" y="511"/>
                    <a:pt x="462" y="512"/>
                  </a:cubicBezTo>
                  <a:cubicBezTo>
                    <a:pt x="464" y="512"/>
                    <a:pt x="470" y="513"/>
                    <a:pt x="474" y="514"/>
                  </a:cubicBezTo>
                  <a:cubicBezTo>
                    <a:pt x="479" y="516"/>
                    <a:pt x="487" y="512"/>
                    <a:pt x="489" y="518"/>
                  </a:cubicBezTo>
                  <a:cubicBezTo>
                    <a:pt x="492" y="524"/>
                    <a:pt x="498" y="529"/>
                    <a:pt x="492" y="529"/>
                  </a:cubicBezTo>
                  <a:cubicBezTo>
                    <a:pt x="488" y="529"/>
                    <a:pt x="481" y="523"/>
                    <a:pt x="482" y="526"/>
                  </a:cubicBezTo>
                  <a:cubicBezTo>
                    <a:pt x="482" y="530"/>
                    <a:pt x="479" y="528"/>
                    <a:pt x="479" y="534"/>
                  </a:cubicBezTo>
                  <a:cubicBezTo>
                    <a:pt x="479" y="539"/>
                    <a:pt x="476" y="546"/>
                    <a:pt x="474" y="546"/>
                  </a:cubicBezTo>
                  <a:cubicBezTo>
                    <a:pt x="474" y="546"/>
                    <a:pt x="473" y="546"/>
                    <a:pt x="473" y="546"/>
                  </a:cubicBezTo>
                  <a:cubicBezTo>
                    <a:pt x="473" y="548"/>
                    <a:pt x="473" y="551"/>
                    <a:pt x="475" y="552"/>
                  </a:cubicBezTo>
                  <a:cubicBezTo>
                    <a:pt x="477" y="550"/>
                    <a:pt x="481" y="547"/>
                    <a:pt x="485" y="547"/>
                  </a:cubicBezTo>
                  <a:cubicBezTo>
                    <a:pt x="490" y="548"/>
                    <a:pt x="491" y="551"/>
                    <a:pt x="495" y="548"/>
                  </a:cubicBezTo>
                  <a:cubicBezTo>
                    <a:pt x="499" y="546"/>
                    <a:pt x="499" y="545"/>
                    <a:pt x="500" y="546"/>
                  </a:cubicBezTo>
                  <a:cubicBezTo>
                    <a:pt x="500" y="547"/>
                    <a:pt x="500" y="547"/>
                    <a:pt x="500" y="547"/>
                  </a:cubicBezTo>
                  <a:cubicBezTo>
                    <a:pt x="501" y="547"/>
                    <a:pt x="502" y="546"/>
                    <a:pt x="502" y="545"/>
                  </a:cubicBezTo>
                  <a:cubicBezTo>
                    <a:pt x="502" y="544"/>
                    <a:pt x="502" y="543"/>
                    <a:pt x="502" y="542"/>
                  </a:cubicBezTo>
                  <a:cubicBezTo>
                    <a:pt x="498" y="543"/>
                    <a:pt x="497" y="543"/>
                    <a:pt x="496" y="540"/>
                  </a:cubicBezTo>
                  <a:cubicBezTo>
                    <a:pt x="495" y="537"/>
                    <a:pt x="507" y="533"/>
                    <a:pt x="512" y="534"/>
                  </a:cubicBezTo>
                  <a:cubicBezTo>
                    <a:pt x="518" y="535"/>
                    <a:pt x="522" y="531"/>
                    <a:pt x="524" y="533"/>
                  </a:cubicBezTo>
                  <a:cubicBezTo>
                    <a:pt x="527" y="530"/>
                    <a:pt x="533" y="525"/>
                    <a:pt x="534" y="525"/>
                  </a:cubicBezTo>
                  <a:cubicBezTo>
                    <a:pt x="537" y="525"/>
                    <a:pt x="562" y="525"/>
                    <a:pt x="562" y="525"/>
                  </a:cubicBezTo>
                  <a:cubicBezTo>
                    <a:pt x="562" y="525"/>
                    <a:pt x="571" y="519"/>
                    <a:pt x="572" y="514"/>
                  </a:cubicBezTo>
                  <a:cubicBezTo>
                    <a:pt x="573" y="509"/>
                    <a:pt x="579" y="497"/>
                    <a:pt x="582" y="500"/>
                  </a:cubicBezTo>
                  <a:cubicBezTo>
                    <a:pt x="585" y="503"/>
                    <a:pt x="593" y="501"/>
                    <a:pt x="593" y="503"/>
                  </a:cubicBezTo>
                  <a:cubicBezTo>
                    <a:pt x="593" y="505"/>
                    <a:pt x="590" y="513"/>
                    <a:pt x="600" y="526"/>
                  </a:cubicBezTo>
                  <a:cubicBezTo>
                    <a:pt x="603" y="524"/>
                    <a:pt x="606" y="522"/>
                    <a:pt x="608" y="522"/>
                  </a:cubicBezTo>
                  <a:cubicBezTo>
                    <a:pt x="611" y="522"/>
                    <a:pt x="616" y="518"/>
                    <a:pt x="618" y="515"/>
                  </a:cubicBezTo>
                  <a:cubicBezTo>
                    <a:pt x="619" y="513"/>
                    <a:pt x="621" y="518"/>
                    <a:pt x="618" y="519"/>
                  </a:cubicBezTo>
                  <a:cubicBezTo>
                    <a:pt x="615" y="520"/>
                    <a:pt x="620" y="522"/>
                    <a:pt x="625" y="522"/>
                  </a:cubicBezTo>
                  <a:cubicBezTo>
                    <a:pt x="630" y="521"/>
                    <a:pt x="623" y="523"/>
                    <a:pt x="619" y="523"/>
                  </a:cubicBezTo>
                  <a:cubicBezTo>
                    <a:pt x="616" y="523"/>
                    <a:pt x="614" y="523"/>
                    <a:pt x="609" y="528"/>
                  </a:cubicBezTo>
                  <a:cubicBezTo>
                    <a:pt x="604" y="533"/>
                    <a:pt x="605" y="535"/>
                    <a:pt x="608" y="537"/>
                  </a:cubicBezTo>
                  <a:cubicBezTo>
                    <a:pt x="611" y="540"/>
                    <a:pt x="615" y="539"/>
                    <a:pt x="619" y="535"/>
                  </a:cubicBezTo>
                  <a:cubicBezTo>
                    <a:pt x="623" y="532"/>
                    <a:pt x="622" y="529"/>
                    <a:pt x="626" y="529"/>
                  </a:cubicBezTo>
                  <a:cubicBezTo>
                    <a:pt x="630" y="529"/>
                    <a:pt x="640" y="525"/>
                    <a:pt x="645" y="524"/>
                  </a:cubicBezTo>
                  <a:cubicBezTo>
                    <a:pt x="649" y="522"/>
                    <a:pt x="646" y="522"/>
                    <a:pt x="646" y="520"/>
                  </a:cubicBezTo>
                  <a:cubicBezTo>
                    <a:pt x="646" y="518"/>
                    <a:pt x="654" y="518"/>
                    <a:pt x="657" y="516"/>
                  </a:cubicBezTo>
                  <a:cubicBezTo>
                    <a:pt x="660" y="514"/>
                    <a:pt x="657" y="512"/>
                    <a:pt x="654" y="513"/>
                  </a:cubicBezTo>
                  <a:close/>
                  <a:moveTo>
                    <a:pt x="190" y="281"/>
                  </a:moveTo>
                  <a:cubicBezTo>
                    <a:pt x="185" y="287"/>
                    <a:pt x="184" y="288"/>
                    <a:pt x="179" y="287"/>
                  </a:cubicBezTo>
                  <a:cubicBezTo>
                    <a:pt x="174" y="286"/>
                    <a:pt x="171" y="289"/>
                    <a:pt x="173" y="290"/>
                  </a:cubicBezTo>
                  <a:cubicBezTo>
                    <a:pt x="176" y="292"/>
                    <a:pt x="176" y="294"/>
                    <a:pt x="171" y="295"/>
                  </a:cubicBezTo>
                  <a:cubicBezTo>
                    <a:pt x="166" y="296"/>
                    <a:pt x="163" y="300"/>
                    <a:pt x="161" y="299"/>
                  </a:cubicBezTo>
                  <a:cubicBezTo>
                    <a:pt x="159" y="299"/>
                    <a:pt x="169" y="291"/>
                    <a:pt x="167" y="289"/>
                  </a:cubicBezTo>
                  <a:cubicBezTo>
                    <a:pt x="164" y="287"/>
                    <a:pt x="157" y="293"/>
                    <a:pt x="157" y="295"/>
                  </a:cubicBezTo>
                  <a:cubicBezTo>
                    <a:pt x="157" y="298"/>
                    <a:pt x="153" y="298"/>
                    <a:pt x="150" y="298"/>
                  </a:cubicBezTo>
                  <a:cubicBezTo>
                    <a:pt x="147" y="297"/>
                    <a:pt x="144" y="295"/>
                    <a:pt x="146" y="295"/>
                  </a:cubicBezTo>
                  <a:cubicBezTo>
                    <a:pt x="149" y="294"/>
                    <a:pt x="147" y="291"/>
                    <a:pt x="151" y="290"/>
                  </a:cubicBezTo>
                  <a:cubicBezTo>
                    <a:pt x="155" y="289"/>
                    <a:pt x="150" y="286"/>
                    <a:pt x="151" y="285"/>
                  </a:cubicBezTo>
                  <a:cubicBezTo>
                    <a:pt x="152" y="283"/>
                    <a:pt x="160" y="286"/>
                    <a:pt x="160" y="284"/>
                  </a:cubicBezTo>
                  <a:cubicBezTo>
                    <a:pt x="160" y="281"/>
                    <a:pt x="153" y="278"/>
                    <a:pt x="150" y="280"/>
                  </a:cubicBezTo>
                  <a:cubicBezTo>
                    <a:pt x="148" y="282"/>
                    <a:pt x="142" y="286"/>
                    <a:pt x="134" y="283"/>
                  </a:cubicBezTo>
                  <a:cubicBezTo>
                    <a:pt x="132" y="282"/>
                    <a:pt x="152" y="279"/>
                    <a:pt x="156" y="276"/>
                  </a:cubicBezTo>
                  <a:cubicBezTo>
                    <a:pt x="159" y="273"/>
                    <a:pt x="174" y="270"/>
                    <a:pt x="176" y="272"/>
                  </a:cubicBezTo>
                  <a:cubicBezTo>
                    <a:pt x="177" y="275"/>
                    <a:pt x="167" y="277"/>
                    <a:pt x="172" y="280"/>
                  </a:cubicBezTo>
                  <a:cubicBezTo>
                    <a:pt x="176" y="282"/>
                    <a:pt x="184" y="281"/>
                    <a:pt x="186" y="278"/>
                  </a:cubicBezTo>
                  <a:cubicBezTo>
                    <a:pt x="187" y="275"/>
                    <a:pt x="195" y="276"/>
                    <a:pt x="190" y="281"/>
                  </a:cubicBezTo>
                  <a:close/>
                  <a:moveTo>
                    <a:pt x="235" y="339"/>
                  </a:moveTo>
                  <a:cubicBezTo>
                    <a:pt x="229" y="344"/>
                    <a:pt x="230" y="342"/>
                    <a:pt x="225" y="343"/>
                  </a:cubicBezTo>
                  <a:cubicBezTo>
                    <a:pt x="220" y="344"/>
                    <a:pt x="224" y="349"/>
                    <a:pt x="218" y="349"/>
                  </a:cubicBezTo>
                  <a:cubicBezTo>
                    <a:pt x="212" y="350"/>
                    <a:pt x="198" y="350"/>
                    <a:pt x="196" y="347"/>
                  </a:cubicBezTo>
                  <a:cubicBezTo>
                    <a:pt x="196" y="346"/>
                    <a:pt x="204" y="347"/>
                    <a:pt x="205" y="344"/>
                  </a:cubicBezTo>
                  <a:cubicBezTo>
                    <a:pt x="205" y="342"/>
                    <a:pt x="207" y="338"/>
                    <a:pt x="211" y="338"/>
                  </a:cubicBezTo>
                  <a:cubicBezTo>
                    <a:pt x="215" y="338"/>
                    <a:pt x="214" y="333"/>
                    <a:pt x="208" y="330"/>
                  </a:cubicBezTo>
                  <a:cubicBezTo>
                    <a:pt x="203" y="328"/>
                    <a:pt x="217" y="326"/>
                    <a:pt x="220" y="330"/>
                  </a:cubicBezTo>
                  <a:cubicBezTo>
                    <a:pt x="223" y="335"/>
                    <a:pt x="229" y="338"/>
                    <a:pt x="232" y="335"/>
                  </a:cubicBezTo>
                  <a:cubicBezTo>
                    <a:pt x="236" y="332"/>
                    <a:pt x="254" y="323"/>
                    <a:pt x="254" y="327"/>
                  </a:cubicBezTo>
                  <a:cubicBezTo>
                    <a:pt x="254" y="331"/>
                    <a:pt x="241" y="334"/>
                    <a:pt x="235" y="339"/>
                  </a:cubicBezTo>
                  <a:close/>
                  <a:moveTo>
                    <a:pt x="359" y="468"/>
                  </a:moveTo>
                  <a:cubicBezTo>
                    <a:pt x="355" y="469"/>
                    <a:pt x="359" y="458"/>
                    <a:pt x="352" y="454"/>
                  </a:cubicBezTo>
                  <a:cubicBezTo>
                    <a:pt x="344" y="449"/>
                    <a:pt x="340" y="441"/>
                    <a:pt x="340" y="436"/>
                  </a:cubicBezTo>
                  <a:cubicBezTo>
                    <a:pt x="340" y="432"/>
                    <a:pt x="347" y="429"/>
                    <a:pt x="350" y="433"/>
                  </a:cubicBezTo>
                  <a:cubicBezTo>
                    <a:pt x="353" y="437"/>
                    <a:pt x="357" y="451"/>
                    <a:pt x="360" y="456"/>
                  </a:cubicBezTo>
                  <a:cubicBezTo>
                    <a:pt x="362" y="461"/>
                    <a:pt x="362" y="468"/>
                    <a:pt x="359" y="4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158">
              <a:extLst>
                <a:ext uri="{FF2B5EF4-FFF2-40B4-BE49-F238E27FC236}">
                  <a16:creationId xmlns:a16="http://schemas.microsoft.com/office/drawing/2014/main" id="{338C85C8-08F6-4EDE-83F5-54D1493FC4EE}"/>
                </a:ext>
              </a:extLst>
            </p:cNvPr>
            <p:cNvSpPr>
              <a:spLocks noEditPoints="1"/>
            </p:cNvSpPr>
            <p:nvPr/>
          </p:nvSpPr>
          <p:spPr bwMode="auto">
            <a:xfrm>
              <a:off x="8665054" y="4555002"/>
              <a:ext cx="942010" cy="833557"/>
            </a:xfrm>
            <a:custGeom>
              <a:avLst/>
              <a:gdLst>
                <a:gd name="T0" fmla="*/ 326 w 331"/>
                <a:gd name="T1" fmla="*/ 128 h 293"/>
                <a:gd name="T2" fmla="*/ 312 w 331"/>
                <a:gd name="T3" fmla="*/ 114 h 293"/>
                <a:gd name="T4" fmla="*/ 302 w 331"/>
                <a:gd name="T5" fmla="*/ 99 h 293"/>
                <a:gd name="T6" fmla="*/ 293 w 331"/>
                <a:gd name="T7" fmla="*/ 88 h 293"/>
                <a:gd name="T8" fmla="*/ 270 w 331"/>
                <a:gd name="T9" fmla="*/ 66 h 293"/>
                <a:gd name="T10" fmla="*/ 262 w 331"/>
                <a:gd name="T11" fmla="*/ 38 h 293"/>
                <a:gd name="T12" fmla="*/ 248 w 331"/>
                <a:gd name="T13" fmla="*/ 24 h 293"/>
                <a:gd name="T14" fmla="*/ 235 w 331"/>
                <a:gd name="T15" fmla="*/ 7 h 293"/>
                <a:gd name="T16" fmla="*/ 231 w 331"/>
                <a:gd name="T17" fmla="*/ 36 h 293"/>
                <a:gd name="T18" fmla="*/ 212 w 331"/>
                <a:gd name="T19" fmla="*/ 54 h 293"/>
                <a:gd name="T20" fmla="*/ 189 w 331"/>
                <a:gd name="T21" fmla="*/ 42 h 293"/>
                <a:gd name="T22" fmla="*/ 185 w 331"/>
                <a:gd name="T23" fmla="*/ 25 h 293"/>
                <a:gd name="T24" fmla="*/ 191 w 331"/>
                <a:gd name="T25" fmla="*/ 12 h 293"/>
                <a:gd name="T26" fmla="*/ 179 w 331"/>
                <a:gd name="T27" fmla="*/ 13 h 293"/>
                <a:gd name="T28" fmla="*/ 159 w 331"/>
                <a:gd name="T29" fmla="*/ 9 h 293"/>
                <a:gd name="T30" fmla="*/ 138 w 331"/>
                <a:gd name="T31" fmla="*/ 22 h 293"/>
                <a:gd name="T32" fmla="*/ 131 w 331"/>
                <a:gd name="T33" fmla="*/ 36 h 293"/>
                <a:gd name="T34" fmla="*/ 119 w 331"/>
                <a:gd name="T35" fmla="*/ 31 h 293"/>
                <a:gd name="T36" fmla="*/ 105 w 331"/>
                <a:gd name="T37" fmla="*/ 32 h 293"/>
                <a:gd name="T38" fmla="*/ 94 w 331"/>
                <a:gd name="T39" fmla="*/ 39 h 293"/>
                <a:gd name="T40" fmla="*/ 87 w 331"/>
                <a:gd name="T41" fmla="*/ 52 h 293"/>
                <a:gd name="T42" fmla="*/ 76 w 331"/>
                <a:gd name="T43" fmla="*/ 53 h 293"/>
                <a:gd name="T44" fmla="*/ 49 w 331"/>
                <a:gd name="T45" fmla="*/ 78 h 293"/>
                <a:gd name="T46" fmla="*/ 24 w 331"/>
                <a:gd name="T47" fmla="*/ 86 h 293"/>
                <a:gd name="T48" fmla="*/ 9 w 331"/>
                <a:gd name="T49" fmla="*/ 93 h 293"/>
                <a:gd name="T50" fmla="*/ 4 w 331"/>
                <a:gd name="T51" fmla="*/ 121 h 293"/>
                <a:gd name="T52" fmla="*/ 6 w 331"/>
                <a:gd name="T53" fmla="*/ 133 h 293"/>
                <a:gd name="T54" fmla="*/ 15 w 331"/>
                <a:gd name="T55" fmla="*/ 162 h 293"/>
                <a:gd name="T56" fmla="*/ 16 w 331"/>
                <a:gd name="T57" fmla="*/ 198 h 293"/>
                <a:gd name="T58" fmla="*/ 40 w 331"/>
                <a:gd name="T59" fmla="*/ 210 h 293"/>
                <a:gd name="T60" fmla="*/ 74 w 331"/>
                <a:gd name="T61" fmla="*/ 200 h 293"/>
                <a:gd name="T62" fmla="*/ 112 w 331"/>
                <a:gd name="T63" fmla="*/ 185 h 293"/>
                <a:gd name="T64" fmla="*/ 156 w 331"/>
                <a:gd name="T65" fmla="*/ 183 h 293"/>
                <a:gd name="T66" fmla="*/ 171 w 331"/>
                <a:gd name="T67" fmla="*/ 191 h 293"/>
                <a:gd name="T68" fmla="*/ 187 w 331"/>
                <a:gd name="T69" fmla="*/ 205 h 293"/>
                <a:gd name="T70" fmla="*/ 198 w 331"/>
                <a:gd name="T71" fmla="*/ 203 h 293"/>
                <a:gd name="T72" fmla="*/ 205 w 331"/>
                <a:gd name="T73" fmla="*/ 206 h 293"/>
                <a:gd name="T74" fmla="*/ 217 w 331"/>
                <a:gd name="T75" fmla="*/ 226 h 293"/>
                <a:gd name="T76" fmla="*/ 245 w 331"/>
                <a:gd name="T77" fmla="*/ 245 h 293"/>
                <a:gd name="T78" fmla="*/ 260 w 331"/>
                <a:gd name="T79" fmla="*/ 243 h 293"/>
                <a:gd name="T80" fmla="*/ 271 w 331"/>
                <a:gd name="T81" fmla="*/ 248 h 293"/>
                <a:gd name="T82" fmla="*/ 299 w 331"/>
                <a:gd name="T83" fmla="*/ 235 h 293"/>
                <a:gd name="T84" fmla="*/ 316 w 331"/>
                <a:gd name="T85" fmla="*/ 189 h 293"/>
                <a:gd name="T86" fmla="*/ 327 w 331"/>
                <a:gd name="T87" fmla="*/ 162 h 293"/>
                <a:gd name="T88" fmla="*/ 150 w 331"/>
                <a:gd name="T89" fmla="*/ 7 h 293"/>
                <a:gd name="T90" fmla="*/ 190 w 331"/>
                <a:gd name="T91" fmla="*/ 219 h 293"/>
                <a:gd name="T92" fmla="*/ 270 w 331"/>
                <a:gd name="T93" fmla="*/ 268 h 293"/>
                <a:gd name="T94" fmla="*/ 271 w 331"/>
                <a:gd name="T95" fmla="*/ 293 h 293"/>
                <a:gd name="T96" fmla="*/ 282 w 331"/>
                <a:gd name="T97" fmla="*/ 286 h 293"/>
                <a:gd name="T98" fmla="*/ 270 w 331"/>
                <a:gd name="T99" fmla="*/ 268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31" h="293">
                  <a:moveTo>
                    <a:pt x="328" y="147"/>
                  </a:moveTo>
                  <a:cubicBezTo>
                    <a:pt x="330" y="146"/>
                    <a:pt x="328" y="140"/>
                    <a:pt x="326" y="141"/>
                  </a:cubicBezTo>
                  <a:cubicBezTo>
                    <a:pt x="325" y="142"/>
                    <a:pt x="325" y="132"/>
                    <a:pt x="326" y="128"/>
                  </a:cubicBezTo>
                  <a:cubicBezTo>
                    <a:pt x="327" y="123"/>
                    <a:pt x="326" y="124"/>
                    <a:pt x="324" y="126"/>
                  </a:cubicBezTo>
                  <a:cubicBezTo>
                    <a:pt x="322" y="129"/>
                    <a:pt x="319" y="122"/>
                    <a:pt x="319" y="120"/>
                  </a:cubicBezTo>
                  <a:cubicBezTo>
                    <a:pt x="318" y="118"/>
                    <a:pt x="315" y="113"/>
                    <a:pt x="312" y="114"/>
                  </a:cubicBezTo>
                  <a:cubicBezTo>
                    <a:pt x="309" y="115"/>
                    <a:pt x="311" y="110"/>
                    <a:pt x="308" y="110"/>
                  </a:cubicBezTo>
                  <a:cubicBezTo>
                    <a:pt x="306" y="111"/>
                    <a:pt x="305" y="106"/>
                    <a:pt x="306" y="102"/>
                  </a:cubicBezTo>
                  <a:cubicBezTo>
                    <a:pt x="306" y="98"/>
                    <a:pt x="304" y="101"/>
                    <a:pt x="302" y="99"/>
                  </a:cubicBezTo>
                  <a:cubicBezTo>
                    <a:pt x="301" y="97"/>
                    <a:pt x="300" y="99"/>
                    <a:pt x="298" y="100"/>
                  </a:cubicBezTo>
                  <a:cubicBezTo>
                    <a:pt x="296" y="100"/>
                    <a:pt x="295" y="96"/>
                    <a:pt x="296" y="94"/>
                  </a:cubicBezTo>
                  <a:cubicBezTo>
                    <a:pt x="296" y="92"/>
                    <a:pt x="295" y="90"/>
                    <a:pt x="293" y="88"/>
                  </a:cubicBezTo>
                  <a:cubicBezTo>
                    <a:pt x="290" y="86"/>
                    <a:pt x="290" y="85"/>
                    <a:pt x="290" y="82"/>
                  </a:cubicBezTo>
                  <a:cubicBezTo>
                    <a:pt x="290" y="80"/>
                    <a:pt x="275" y="72"/>
                    <a:pt x="272" y="71"/>
                  </a:cubicBezTo>
                  <a:cubicBezTo>
                    <a:pt x="268" y="71"/>
                    <a:pt x="271" y="67"/>
                    <a:pt x="270" y="66"/>
                  </a:cubicBezTo>
                  <a:cubicBezTo>
                    <a:pt x="268" y="65"/>
                    <a:pt x="268" y="60"/>
                    <a:pt x="268" y="56"/>
                  </a:cubicBezTo>
                  <a:cubicBezTo>
                    <a:pt x="268" y="52"/>
                    <a:pt x="263" y="51"/>
                    <a:pt x="263" y="48"/>
                  </a:cubicBezTo>
                  <a:cubicBezTo>
                    <a:pt x="263" y="44"/>
                    <a:pt x="261" y="41"/>
                    <a:pt x="262" y="38"/>
                  </a:cubicBezTo>
                  <a:cubicBezTo>
                    <a:pt x="262" y="34"/>
                    <a:pt x="257" y="33"/>
                    <a:pt x="256" y="31"/>
                  </a:cubicBezTo>
                  <a:cubicBezTo>
                    <a:pt x="256" y="29"/>
                    <a:pt x="253" y="31"/>
                    <a:pt x="250" y="32"/>
                  </a:cubicBezTo>
                  <a:cubicBezTo>
                    <a:pt x="247" y="32"/>
                    <a:pt x="247" y="28"/>
                    <a:pt x="248" y="24"/>
                  </a:cubicBezTo>
                  <a:cubicBezTo>
                    <a:pt x="248" y="19"/>
                    <a:pt x="246" y="13"/>
                    <a:pt x="244" y="11"/>
                  </a:cubicBezTo>
                  <a:cubicBezTo>
                    <a:pt x="241" y="9"/>
                    <a:pt x="241" y="2"/>
                    <a:pt x="240" y="1"/>
                  </a:cubicBezTo>
                  <a:cubicBezTo>
                    <a:pt x="239" y="0"/>
                    <a:pt x="235" y="4"/>
                    <a:pt x="235" y="7"/>
                  </a:cubicBezTo>
                  <a:cubicBezTo>
                    <a:pt x="235" y="9"/>
                    <a:pt x="234" y="12"/>
                    <a:pt x="233" y="13"/>
                  </a:cubicBezTo>
                  <a:cubicBezTo>
                    <a:pt x="231" y="15"/>
                    <a:pt x="234" y="20"/>
                    <a:pt x="232" y="22"/>
                  </a:cubicBezTo>
                  <a:cubicBezTo>
                    <a:pt x="230" y="24"/>
                    <a:pt x="232" y="32"/>
                    <a:pt x="231" y="36"/>
                  </a:cubicBezTo>
                  <a:cubicBezTo>
                    <a:pt x="231" y="41"/>
                    <a:pt x="231" y="46"/>
                    <a:pt x="229" y="49"/>
                  </a:cubicBezTo>
                  <a:cubicBezTo>
                    <a:pt x="226" y="52"/>
                    <a:pt x="226" y="57"/>
                    <a:pt x="222" y="58"/>
                  </a:cubicBezTo>
                  <a:cubicBezTo>
                    <a:pt x="217" y="60"/>
                    <a:pt x="212" y="56"/>
                    <a:pt x="212" y="54"/>
                  </a:cubicBezTo>
                  <a:cubicBezTo>
                    <a:pt x="212" y="52"/>
                    <a:pt x="207" y="50"/>
                    <a:pt x="205" y="51"/>
                  </a:cubicBezTo>
                  <a:cubicBezTo>
                    <a:pt x="202" y="51"/>
                    <a:pt x="201" y="47"/>
                    <a:pt x="197" y="44"/>
                  </a:cubicBezTo>
                  <a:cubicBezTo>
                    <a:pt x="193" y="41"/>
                    <a:pt x="190" y="45"/>
                    <a:pt x="189" y="42"/>
                  </a:cubicBezTo>
                  <a:cubicBezTo>
                    <a:pt x="188" y="38"/>
                    <a:pt x="186" y="37"/>
                    <a:pt x="183" y="35"/>
                  </a:cubicBezTo>
                  <a:cubicBezTo>
                    <a:pt x="181" y="34"/>
                    <a:pt x="181" y="34"/>
                    <a:pt x="184" y="32"/>
                  </a:cubicBezTo>
                  <a:cubicBezTo>
                    <a:pt x="187" y="30"/>
                    <a:pt x="186" y="27"/>
                    <a:pt x="185" y="25"/>
                  </a:cubicBezTo>
                  <a:cubicBezTo>
                    <a:pt x="183" y="22"/>
                    <a:pt x="186" y="23"/>
                    <a:pt x="190" y="21"/>
                  </a:cubicBezTo>
                  <a:cubicBezTo>
                    <a:pt x="194" y="19"/>
                    <a:pt x="190" y="17"/>
                    <a:pt x="193" y="16"/>
                  </a:cubicBezTo>
                  <a:cubicBezTo>
                    <a:pt x="195" y="15"/>
                    <a:pt x="194" y="12"/>
                    <a:pt x="191" y="12"/>
                  </a:cubicBezTo>
                  <a:cubicBezTo>
                    <a:pt x="188" y="11"/>
                    <a:pt x="189" y="15"/>
                    <a:pt x="188" y="15"/>
                  </a:cubicBezTo>
                  <a:cubicBezTo>
                    <a:pt x="187" y="15"/>
                    <a:pt x="186" y="11"/>
                    <a:pt x="185" y="11"/>
                  </a:cubicBezTo>
                  <a:cubicBezTo>
                    <a:pt x="184" y="11"/>
                    <a:pt x="181" y="16"/>
                    <a:pt x="179" y="13"/>
                  </a:cubicBezTo>
                  <a:cubicBezTo>
                    <a:pt x="177" y="11"/>
                    <a:pt x="167" y="9"/>
                    <a:pt x="163" y="8"/>
                  </a:cubicBezTo>
                  <a:cubicBezTo>
                    <a:pt x="159" y="8"/>
                    <a:pt x="158" y="3"/>
                    <a:pt x="156" y="4"/>
                  </a:cubicBezTo>
                  <a:cubicBezTo>
                    <a:pt x="153" y="5"/>
                    <a:pt x="156" y="6"/>
                    <a:pt x="159" y="9"/>
                  </a:cubicBezTo>
                  <a:cubicBezTo>
                    <a:pt x="161" y="12"/>
                    <a:pt x="150" y="14"/>
                    <a:pt x="146" y="13"/>
                  </a:cubicBezTo>
                  <a:cubicBezTo>
                    <a:pt x="143" y="12"/>
                    <a:pt x="147" y="15"/>
                    <a:pt x="144" y="15"/>
                  </a:cubicBezTo>
                  <a:cubicBezTo>
                    <a:pt x="141" y="15"/>
                    <a:pt x="141" y="20"/>
                    <a:pt x="138" y="22"/>
                  </a:cubicBezTo>
                  <a:cubicBezTo>
                    <a:pt x="136" y="25"/>
                    <a:pt x="138" y="27"/>
                    <a:pt x="135" y="28"/>
                  </a:cubicBezTo>
                  <a:cubicBezTo>
                    <a:pt x="133" y="30"/>
                    <a:pt x="132" y="32"/>
                    <a:pt x="135" y="35"/>
                  </a:cubicBezTo>
                  <a:cubicBezTo>
                    <a:pt x="138" y="39"/>
                    <a:pt x="134" y="39"/>
                    <a:pt x="131" y="36"/>
                  </a:cubicBezTo>
                  <a:cubicBezTo>
                    <a:pt x="129" y="33"/>
                    <a:pt x="126" y="33"/>
                    <a:pt x="126" y="36"/>
                  </a:cubicBezTo>
                  <a:cubicBezTo>
                    <a:pt x="126" y="39"/>
                    <a:pt x="123" y="38"/>
                    <a:pt x="124" y="35"/>
                  </a:cubicBezTo>
                  <a:cubicBezTo>
                    <a:pt x="124" y="31"/>
                    <a:pt x="120" y="33"/>
                    <a:pt x="119" y="31"/>
                  </a:cubicBezTo>
                  <a:cubicBezTo>
                    <a:pt x="118" y="29"/>
                    <a:pt x="115" y="26"/>
                    <a:pt x="112" y="26"/>
                  </a:cubicBezTo>
                  <a:cubicBezTo>
                    <a:pt x="110" y="26"/>
                    <a:pt x="110" y="29"/>
                    <a:pt x="108" y="29"/>
                  </a:cubicBezTo>
                  <a:cubicBezTo>
                    <a:pt x="105" y="29"/>
                    <a:pt x="105" y="30"/>
                    <a:pt x="105" y="32"/>
                  </a:cubicBezTo>
                  <a:cubicBezTo>
                    <a:pt x="105" y="35"/>
                    <a:pt x="102" y="32"/>
                    <a:pt x="99" y="32"/>
                  </a:cubicBezTo>
                  <a:cubicBezTo>
                    <a:pt x="96" y="33"/>
                    <a:pt x="99" y="36"/>
                    <a:pt x="97" y="36"/>
                  </a:cubicBezTo>
                  <a:cubicBezTo>
                    <a:pt x="96" y="36"/>
                    <a:pt x="96" y="39"/>
                    <a:pt x="94" y="39"/>
                  </a:cubicBezTo>
                  <a:cubicBezTo>
                    <a:pt x="91" y="39"/>
                    <a:pt x="92" y="44"/>
                    <a:pt x="92" y="47"/>
                  </a:cubicBezTo>
                  <a:cubicBezTo>
                    <a:pt x="92" y="49"/>
                    <a:pt x="89" y="45"/>
                    <a:pt x="86" y="46"/>
                  </a:cubicBezTo>
                  <a:cubicBezTo>
                    <a:pt x="84" y="47"/>
                    <a:pt x="87" y="49"/>
                    <a:pt x="87" y="52"/>
                  </a:cubicBezTo>
                  <a:cubicBezTo>
                    <a:pt x="88" y="55"/>
                    <a:pt x="86" y="55"/>
                    <a:pt x="85" y="56"/>
                  </a:cubicBezTo>
                  <a:cubicBezTo>
                    <a:pt x="84" y="57"/>
                    <a:pt x="82" y="53"/>
                    <a:pt x="82" y="50"/>
                  </a:cubicBezTo>
                  <a:cubicBezTo>
                    <a:pt x="82" y="47"/>
                    <a:pt x="79" y="50"/>
                    <a:pt x="76" y="53"/>
                  </a:cubicBezTo>
                  <a:cubicBezTo>
                    <a:pt x="72" y="57"/>
                    <a:pt x="77" y="62"/>
                    <a:pt x="75" y="63"/>
                  </a:cubicBezTo>
                  <a:cubicBezTo>
                    <a:pt x="74" y="64"/>
                    <a:pt x="67" y="70"/>
                    <a:pt x="64" y="74"/>
                  </a:cubicBezTo>
                  <a:cubicBezTo>
                    <a:pt x="60" y="79"/>
                    <a:pt x="52" y="76"/>
                    <a:pt x="49" y="78"/>
                  </a:cubicBezTo>
                  <a:cubicBezTo>
                    <a:pt x="47" y="80"/>
                    <a:pt x="44" y="79"/>
                    <a:pt x="42" y="81"/>
                  </a:cubicBezTo>
                  <a:cubicBezTo>
                    <a:pt x="39" y="83"/>
                    <a:pt x="35" y="86"/>
                    <a:pt x="34" y="84"/>
                  </a:cubicBezTo>
                  <a:cubicBezTo>
                    <a:pt x="33" y="82"/>
                    <a:pt x="27" y="83"/>
                    <a:pt x="24" y="86"/>
                  </a:cubicBezTo>
                  <a:cubicBezTo>
                    <a:pt x="22" y="89"/>
                    <a:pt x="17" y="92"/>
                    <a:pt x="14" y="92"/>
                  </a:cubicBezTo>
                  <a:cubicBezTo>
                    <a:pt x="11" y="92"/>
                    <a:pt x="11" y="97"/>
                    <a:pt x="10" y="98"/>
                  </a:cubicBezTo>
                  <a:cubicBezTo>
                    <a:pt x="9" y="99"/>
                    <a:pt x="9" y="94"/>
                    <a:pt x="9" y="93"/>
                  </a:cubicBezTo>
                  <a:cubicBezTo>
                    <a:pt x="9" y="91"/>
                    <a:pt x="6" y="95"/>
                    <a:pt x="5" y="99"/>
                  </a:cubicBezTo>
                  <a:cubicBezTo>
                    <a:pt x="4" y="102"/>
                    <a:pt x="8" y="104"/>
                    <a:pt x="5" y="108"/>
                  </a:cubicBezTo>
                  <a:cubicBezTo>
                    <a:pt x="3" y="112"/>
                    <a:pt x="0" y="116"/>
                    <a:pt x="4" y="121"/>
                  </a:cubicBezTo>
                  <a:cubicBezTo>
                    <a:pt x="8" y="126"/>
                    <a:pt x="10" y="129"/>
                    <a:pt x="9" y="131"/>
                  </a:cubicBezTo>
                  <a:cubicBezTo>
                    <a:pt x="7" y="134"/>
                    <a:pt x="5" y="126"/>
                    <a:pt x="4" y="127"/>
                  </a:cubicBezTo>
                  <a:cubicBezTo>
                    <a:pt x="3" y="128"/>
                    <a:pt x="7" y="131"/>
                    <a:pt x="6" y="133"/>
                  </a:cubicBezTo>
                  <a:cubicBezTo>
                    <a:pt x="5" y="134"/>
                    <a:pt x="1" y="127"/>
                    <a:pt x="0" y="129"/>
                  </a:cubicBezTo>
                  <a:cubicBezTo>
                    <a:pt x="0" y="130"/>
                    <a:pt x="8" y="142"/>
                    <a:pt x="9" y="147"/>
                  </a:cubicBezTo>
                  <a:cubicBezTo>
                    <a:pt x="9" y="151"/>
                    <a:pt x="16" y="156"/>
                    <a:pt x="15" y="162"/>
                  </a:cubicBezTo>
                  <a:cubicBezTo>
                    <a:pt x="15" y="168"/>
                    <a:pt x="21" y="179"/>
                    <a:pt x="23" y="180"/>
                  </a:cubicBezTo>
                  <a:cubicBezTo>
                    <a:pt x="24" y="182"/>
                    <a:pt x="20" y="186"/>
                    <a:pt x="21" y="191"/>
                  </a:cubicBezTo>
                  <a:cubicBezTo>
                    <a:pt x="21" y="196"/>
                    <a:pt x="19" y="198"/>
                    <a:pt x="16" y="198"/>
                  </a:cubicBezTo>
                  <a:cubicBezTo>
                    <a:pt x="13" y="198"/>
                    <a:pt x="15" y="203"/>
                    <a:pt x="18" y="203"/>
                  </a:cubicBezTo>
                  <a:cubicBezTo>
                    <a:pt x="22" y="203"/>
                    <a:pt x="20" y="206"/>
                    <a:pt x="24" y="208"/>
                  </a:cubicBezTo>
                  <a:cubicBezTo>
                    <a:pt x="28" y="211"/>
                    <a:pt x="37" y="210"/>
                    <a:pt x="40" y="210"/>
                  </a:cubicBezTo>
                  <a:cubicBezTo>
                    <a:pt x="43" y="210"/>
                    <a:pt x="44" y="205"/>
                    <a:pt x="48" y="205"/>
                  </a:cubicBezTo>
                  <a:cubicBezTo>
                    <a:pt x="52" y="205"/>
                    <a:pt x="52" y="203"/>
                    <a:pt x="54" y="201"/>
                  </a:cubicBezTo>
                  <a:cubicBezTo>
                    <a:pt x="56" y="198"/>
                    <a:pt x="65" y="199"/>
                    <a:pt x="74" y="200"/>
                  </a:cubicBezTo>
                  <a:cubicBezTo>
                    <a:pt x="84" y="200"/>
                    <a:pt x="88" y="197"/>
                    <a:pt x="89" y="193"/>
                  </a:cubicBezTo>
                  <a:cubicBezTo>
                    <a:pt x="90" y="190"/>
                    <a:pt x="97" y="190"/>
                    <a:pt x="100" y="187"/>
                  </a:cubicBezTo>
                  <a:cubicBezTo>
                    <a:pt x="103" y="185"/>
                    <a:pt x="105" y="185"/>
                    <a:pt x="112" y="185"/>
                  </a:cubicBezTo>
                  <a:cubicBezTo>
                    <a:pt x="119" y="185"/>
                    <a:pt x="125" y="182"/>
                    <a:pt x="130" y="180"/>
                  </a:cubicBezTo>
                  <a:cubicBezTo>
                    <a:pt x="134" y="178"/>
                    <a:pt x="142" y="179"/>
                    <a:pt x="147" y="178"/>
                  </a:cubicBezTo>
                  <a:cubicBezTo>
                    <a:pt x="151" y="177"/>
                    <a:pt x="152" y="183"/>
                    <a:pt x="156" y="183"/>
                  </a:cubicBezTo>
                  <a:cubicBezTo>
                    <a:pt x="161" y="182"/>
                    <a:pt x="163" y="184"/>
                    <a:pt x="166" y="184"/>
                  </a:cubicBezTo>
                  <a:cubicBezTo>
                    <a:pt x="168" y="184"/>
                    <a:pt x="168" y="186"/>
                    <a:pt x="171" y="186"/>
                  </a:cubicBezTo>
                  <a:cubicBezTo>
                    <a:pt x="173" y="187"/>
                    <a:pt x="173" y="189"/>
                    <a:pt x="171" y="191"/>
                  </a:cubicBezTo>
                  <a:cubicBezTo>
                    <a:pt x="170" y="193"/>
                    <a:pt x="175" y="193"/>
                    <a:pt x="178" y="198"/>
                  </a:cubicBezTo>
                  <a:cubicBezTo>
                    <a:pt x="182" y="203"/>
                    <a:pt x="178" y="203"/>
                    <a:pt x="180" y="207"/>
                  </a:cubicBezTo>
                  <a:cubicBezTo>
                    <a:pt x="182" y="210"/>
                    <a:pt x="183" y="210"/>
                    <a:pt x="187" y="205"/>
                  </a:cubicBezTo>
                  <a:cubicBezTo>
                    <a:pt x="190" y="200"/>
                    <a:pt x="194" y="203"/>
                    <a:pt x="195" y="198"/>
                  </a:cubicBezTo>
                  <a:cubicBezTo>
                    <a:pt x="195" y="194"/>
                    <a:pt x="199" y="189"/>
                    <a:pt x="202" y="191"/>
                  </a:cubicBezTo>
                  <a:cubicBezTo>
                    <a:pt x="204" y="193"/>
                    <a:pt x="200" y="195"/>
                    <a:pt x="198" y="203"/>
                  </a:cubicBezTo>
                  <a:cubicBezTo>
                    <a:pt x="197" y="211"/>
                    <a:pt x="194" y="207"/>
                    <a:pt x="193" y="209"/>
                  </a:cubicBezTo>
                  <a:cubicBezTo>
                    <a:pt x="193" y="211"/>
                    <a:pt x="201" y="213"/>
                    <a:pt x="201" y="208"/>
                  </a:cubicBezTo>
                  <a:cubicBezTo>
                    <a:pt x="201" y="204"/>
                    <a:pt x="202" y="202"/>
                    <a:pt x="205" y="206"/>
                  </a:cubicBezTo>
                  <a:cubicBezTo>
                    <a:pt x="208" y="210"/>
                    <a:pt x="203" y="213"/>
                    <a:pt x="204" y="215"/>
                  </a:cubicBezTo>
                  <a:cubicBezTo>
                    <a:pt x="205" y="217"/>
                    <a:pt x="208" y="214"/>
                    <a:pt x="210" y="215"/>
                  </a:cubicBezTo>
                  <a:cubicBezTo>
                    <a:pt x="213" y="215"/>
                    <a:pt x="217" y="222"/>
                    <a:pt x="217" y="226"/>
                  </a:cubicBezTo>
                  <a:cubicBezTo>
                    <a:pt x="216" y="229"/>
                    <a:pt x="215" y="233"/>
                    <a:pt x="221" y="236"/>
                  </a:cubicBezTo>
                  <a:cubicBezTo>
                    <a:pt x="227" y="239"/>
                    <a:pt x="225" y="240"/>
                    <a:pt x="229" y="240"/>
                  </a:cubicBezTo>
                  <a:cubicBezTo>
                    <a:pt x="234" y="240"/>
                    <a:pt x="243" y="243"/>
                    <a:pt x="245" y="245"/>
                  </a:cubicBezTo>
                  <a:cubicBezTo>
                    <a:pt x="248" y="247"/>
                    <a:pt x="254" y="244"/>
                    <a:pt x="256" y="239"/>
                  </a:cubicBezTo>
                  <a:cubicBezTo>
                    <a:pt x="257" y="235"/>
                    <a:pt x="262" y="239"/>
                    <a:pt x="259" y="241"/>
                  </a:cubicBezTo>
                  <a:cubicBezTo>
                    <a:pt x="257" y="242"/>
                    <a:pt x="260" y="245"/>
                    <a:pt x="260" y="243"/>
                  </a:cubicBezTo>
                  <a:cubicBezTo>
                    <a:pt x="261" y="241"/>
                    <a:pt x="262" y="239"/>
                    <a:pt x="263" y="241"/>
                  </a:cubicBezTo>
                  <a:cubicBezTo>
                    <a:pt x="264" y="244"/>
                    <a:pt x="267" y="244"/>
                    <a:pt x="268" y="246"/>
                  </a:cubicBezTo>
                  <a:cubicBezTo>
                    <a:pt x="269" y="248"/>
                    <a:pt x="271" y="250"/>
                    <a:pt x="271" y="248"/>
                  </a:cubicBezTo>
                  <a:cubicBezTo>
                    <a:pt x="271" y="246"/>
                    <a:pt x="271" y="245"/>
                    <a:pt x="274" y="244"/>
                  </a:cubicBezTo>
                  <a:cubicBezTo>
                    <a:pt x="277" y="243"/>
                    <a:pt x="279" y="241"/>
                    <a:pt x="282" y="238"/>
                  </a:cubicBezTo>
                  <a:cubicBezTo>
                    <a:pt x="285" y="236"/>
                    <a:pt x="297" y="235"/>
                    <a:pt x="299" y="235"/>
                  </a:cubicBezTo>
                  <a:cubicBezTo>
                    <a:pt x="300" y="235"/>
                    <a:pt x="301" y="225"/>
                    <a:pt x="301" y="219"/>
                  </a:cubicBezTo>
                  <a:cubicBezTo>
                    <a:pt x="302" y="213"/>
                    <a:pt x="307" y="213"/>
                    <a:pt x="307" y="207"/>
                  </a:cubicBezTo>
                  <a:cubicBezTo>
                    <a:pt x="308" y="201"/>
                    <a:pt x="314" y="190"/>
                    <a:pt x="316" y="189"/>
                  </a:cubicBezTo>
                  <a:cubicBezTo>
                    <a:pt x="318" y="189"/>
                    <a:pt x="321" y="187"/>
                    <a:pt x="321" y="184"/>
                  </a:cubicBezTo>
                  <a:cubicBezTo>
                    <a:pt x="321" y="180"/>
                    <a:pt x="325" y="177"/>
                    <a:pt x="325" y="173"/>
                  </a:cubicBezTo>
                  <a:cubicBezTo>
                    <a:pt x="325" y="169"/>
                    <a:pt x="327" y="164"/>
                    <a:pt x="327" y="162"/>
                  </a:cubicBezTo>
                  <a:cubicBezTo>
                    <a:pt x="327" y="161"/>
                    <a:pt x="325" y="157"/>
                    <a:pt x="328" y="154"/>
                  </a:cubicBezTo>
                  <a:cubicBezTo>
                    <a:pt x="331" y="152"/>
                    <a:pt x="327" y="148"/>
                    <a:pt x="328" y="147"/>
                  </a:cubicBezTo>
                  <a:close/>
                  <a:moveTo>
                    <a:pt x="150" y="7"/>
                  </a:moveTo>
                  <a:cubicBezTo>
                    <a:pt x="149" y="5"/>
                    <a:pt x="136" y="8"/>
                    <a:pt x="139" y="10"/>
                  </a:cubicBezTo>
                  <a:cubicBezTo>
                    <a:pt x="141" y="11"/>
                    <a:pt x="150" y="10"/>
                    <a:pt x="150" y="7"/>
                  </a:cubicBezTo>
                  <a:close/>
                  <a:moveTo>
                    <a:pt x="190" y="219"/>
                  </a:moveTo>
                  <a:cubicBezTo>
                    <a:pt x="192" y="220"/>
                    <a:pt x="198" y="220"/>
                    <a:pt x="199" y="217"/>
                  </a:cubicBezTo>
                  <a:cubicBezTo>
                    <a:pt x="200" y="215"/>
                    <a:pt x="188" y="217"/>
                    <a:pt x="190" y="219"/>
                  </a:cubicBezTo>
                  <a:close/>
                  <a:moveTo>
                    <a:pt x="270" y="268"/>
                  </a:moveTo>
                  <a:cubicBezTo>
                    <a:pt x="265" y="269"/>
                    <a:pt x="258" y="264"/>
                    <a:pt x="257" y="264"/>
                  </a:cubicBezTo>
                  <a:cubicBezTo>
                    <a:pt x="255" y="265"/>
                    <a:pt x="263" y="277"/>
                    <a:pt x="260" y="280"/>
                  </a:cubicBezTo>
                  <a:cubicBezTo>
                    <a:pt x="258" y="284"/>
                    <a:pt x="268" y="292"/>
                    <a:pt x="271" y="293"/>
                  </a:cubicBezTo>
                  <a:cubicBezTo>
                    <a:pt x="274" y="293"/>
                    <a:pt x="273" y="289"/>
                    <a:pt x="275" y="290"/>
                  </a:cubicBezTo>
                  <a:cubicBezTo>
                    <a:pt x="278" y="290"/>
                    <a:pt x="277" y="287"/>
                    <a:pt x="277" y="286"/>
                  </a:cubicBezTo>
                  <a:cubicBezTo>
                    <a:pt x="278" y="284"/>
                    <a:pt x="280" y="287"/>
                    <a:pt x="282" y="286"/>
                  </a:cubicBezTo>
                  <a:cubicBezTo>
                    <a:pt x="284" y="285"/>
                    <a:pt x="281" y="278"/>
                    <a:pt x="284" y="278"/>
                  </a:cubicBezTo>
                  <a:cubicBezTo>
                    <a:pt x="287" y="278"/>
                    <a:pt x="285" y="268"/>
                    <a:pt x="284" y="265"/>
                  </a:cubicBezTo>
                  <a:cubicBezTo>
                    <a:pt x="283" y="262"/>
                    <a:pt x="275" y="268"/>
                    <a:pt x="270" y="2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164">
              <a:extLst>
                <a:ext uri="{FF2B5EF4-FFF2-40B4-BE49-F238E27FC236}">
                  <a16:creationId xmlns:a16="http://schemas.microsoft.com/office/drawing/2014/main" id="{58CA43E4-FD01-43B2-8F01-50B4EFB243F4}"/>
                </a:ext>
              </a:extLst>
            </p:cNvPr>
            <p:cNvSpPr>
              <a:spLocks noEditPoints="1"/>
            </p:cNvSpPr>
            <p:nvPr/>
          </p:nvSpPr>
          <p:spPr bwMode="auto">
            <a:xfrm>
              <a:off x="6553272" y="1795588"/>
              <a:ext cx="3907491" cy="1501332"/>
            </a:xfrm>
            <a:custGeom>
              <a:avLst/>
              <a:gdLst>
                <a:gd name="T0" fmla="*/ 361 w 1373"/>
                <a:gd name="T1" fmla="*/ 11 h 527"/>
                <a:gd name="T2" fmla="*/ 610 w 1373"/>
                <a:gd name="T3" fmla="*/ 5 h 527"/>
                <a:gd name="T4" fmla="*/ 480 w 1373"/>
                <a:gd name="T5" fmla="*/ 151 h 527"/>
                <a:gd name="T6" fmla="*/ 662 w 1373"/>
                <a:gd name="T7" fmla="*/ 50 h 527"/>
                <a:gd name="T8" fmla="*/ 1002 w 1373"/>
                <a:gd name="T9" fmla="*/ 111 h 527"/>
                <a:gd name="T10" fmla="*/ 1053 w 1373"/>
                <a:gd name="T11" fmla="*/ 117 h 527"/>
                <a:gd name="T12" fmla="*/ 981 w 1373"/>
                <a:gd name="T13" fmla="*/ 426 h 527"/>
                <a:gd name="T14" fmla="*/ 243 w 1373"/>
                <a:gd name="T15" fmla="*/ 23 h 527"/>
                <a:gd name="T16" fmla="*/ 1331 w 1373"/>
                <a:gd name="T17" fmla="*/ 242 h 527"/>
                <a:gd name="T18" fmla="*/ 1193 w 1373"/>
                <a:gd name="T19" fmla="*/ 203 h 527"/>
                <a:gd name="T20" fmla="*/ 1062 w 1373"/>
                <a:gd name="T21" fmla="*/ 177 h 527"/>
                <a:gd name="T22" fmla="*/ 973 w 1373"/>
                <a:gd name="T23" fmla="*/ 150 h 527"/>
                <a:gd name="T24" fmla="*/ 902 w 1373"/>
                <a:gd name="T25" fmla="*/ 168 h 527"/>
                <a:gd name="T26" fmla="*/ 844 w 1373"/>
                <a:gd name="T27" fmla="*/ 139 h 527"/>
                <a:gd name="T28" fmla="*/ 747 w 1373"/>
                <a:gd name="T29" fmla="*/ 136 h 527"/>
                <a:gd name="T30" fmla="*/ 737 w 1373"/>
                <a:gd name="T31" fmla="*/ 118 h 527"/>
                <a:gd name="T32" fmla="*/ 698 w 1373"/>
                <a:gd name="T33" fmla="*/ 84 h 527"/>
                <a:gd name="T34" fmla="*/ 630 w 1373"/>
                <a:gd name="T35" fmla="*/ 96 h 527"/>
                <a:gd name="T36" fmla="*/ 546 w 1373"/>
                <a:gd name="T37" fmla="*/ 114 h 527"/>
                <a:gd name="T38" fmla="*/ 519 w 1373"/>
                <a:gd name="T39" fmla="*/ 137 h 527"/>
                <a:gd name="T40" fmla="*/ 478 w 1373"/>
                <a:gd name="T41" fmla="*/ 178 h 527"/>
                <a:gd name="T42" fmla="*/ 455 w 1373"/>
                <a:gd name="T43" fmla="*/ 204 h 527"/>
                <a:gd name="T44" fmla="*/ 421 w 1373"/>
                <a:gd name="T45" fmla="*/ 244 h 527"/>
                <a:gd name="T46" fmla="*/ 437 w 1373"/>
                <a:gd name="T47" fmla="*/ 213 h 527"/>
                <a:gd name="T48" fmla="*/ 386 w 1373"/>
                <a:gd name="T49" fmla="*/ 188 h 527"/>
                <a:gd name="T50" fmla="*/ 326 w 1373"/>
                <a:gd name="T51" fmla="*/ 196 h 527"/>
                <a:gd name="T52" fmla="*/ 268 w 1373"/>
                <a:gd name="T53" fmla="*/ 211 h 527"/>
                <a:gd name="T54" fmla="*/ 195 w 1373"/>
                <a:gd name="T55" fmla="*/ 214 h 527"/>
                <a:gd name="T56" fmla="*/ 149 w 1373"/>
                <a:gd name="T57" fmla="*/ 263 h 527"/>
                <a:gd name="T58" fmla="*/ 102 w 1373"/>
                <a:gd name="T59" fmla="*/ 234 h 527"/>
                <a:gd name="T60" fmla="*/ 107 w 1373"/>
                <a:gd name="T61" fmla="*/ 200 h 527"/>
                <a:gd name="T62" fmla="*/ 78 w 1373"/>
                <a:gd name="T63" fmla="*/ 231 h 527"/>
                <a:gd name="T64" fmla="*/ 70 w 1373"/>
                <a:gd name="T65" fmla="*/ 316 h 527"/>
                <a:gd name="T66" fmla="*/ 73 w 1373"/>
                <a:gd name="T67" fmla="*/ 370 h 527"/>
                <a:gd name="T68" fmla="*/ 114 w 1373"/>
                <a:gd name="T69" fmla="*/ 412 h 527"/>
                <a:gd name="T70" fmla="*/ 160 w 1373"/>
                <a:gd name="T71" fmla="*/ 451 h 527"/>
                <a:gd name="T72" fmla="*/ 164 w 1373"/>
                <a:gd name="T73" fmla="*/ 503 h 527"/>
                <a:gd name="T74" fmla="*/ 238 w 1373"/>
                <a:gd name="T75" fmla="*/ 476 h 527"/>
                <a:gd name="T76" fmla="*/ 236 w 1373"/>
                <a:gd name="T77" fmla="*/ 430 h 527"/>
                <a:gd name="T78" fmla="*/ 325 w 1373"/>
                <a:gd name="T79" fmla="*/ 433 h 527"/>
                <a:gd name="T80" fmla="*/ 373 w 1373"/>
                <a:gd name="T81" fmla="*/ 388 h 527"/>
                <a:gd name="T82" fmla="*/ 450 w 1373"/>
                <a:gd name="T83" fmla="*/ 396 h 527"/>
                <a:gd name="T84" fmla="*/ 541 w 1373"/>
                <a:gd name="T85" fmla="*/ 442 h 527"/>
                <a:gd name="T86" fmla="*/ 624 w 1373"/>
                <a:gd name="T87" fmla="*/ 433 h 527"/>
                <a:gd name="T88" fmla="*/ 696 w 1373"/>
                <a:gd name="T89" fmla="*/ 437 h 527"/>
                <a:gd name="T90" fmla="*/ 803 w 1373"/>
                <a:gd name="T91" fmla="*/ 420 h 527"/>
                <a:gd name="T92" fmla="*/ 887 w 1373"/>
                <a:gd name="T93" fmla="*/ 453 h 527"/>
                <a:gd name="T94" fmla="*/ 898 w 1373"/>
                <a:gd name="T95" fmla="*/ 508 h 527"/>
                <a:gd name="T96" fmla="*/ 960 w 1373"/>
                <a:gd name="T97" fmla="*/ 393 h 527"/>
                <a:gd name="T98" fmla="*/ 969 w 1373"/>
                <a:gd name="T99" fmla="*/ 349 h 527"/>
                <a:gd name="T100" fmla="*/ 1078 w 1373"/>
                <a:gd name="T101" fmla="*/ 337 h 527"/>
                <a:gd name="T102" fmla="*/ 1152 w 1373"/>
                <a:gd name="T103" fmla="*/ 299 h 527"/>
                <a:gd name="T104" fmla="*/ 1097 w 1373"/>
                <a:gd name="T105" fmla="*/ 424 h 527"/>
                <a:gd name="T106" fmla="*/ 1150 w 1373"/>
                <a:gd name="T107" fmla="*/ 352 h 527"/>
                <a:gd name="T108" fmla="*/ 1234 w 1373"/>
                <a:gd name="T109" fmla="*/ 309 h 527"/>
                <a:gd name="T110" fmla="*/ 1292 w 1373"/>
                <a:gd name="T111" fmla="*/ 262 h 527"/>
                <a:gd name="T112" fmla="*/ 1347 w 1373"/>
                <a:gd name="T113" fmla="*/ 268 h 527"/>
                <a:gd name="T114" fmla="*/ 707 w 1373"/>
                <a:gd name="T115" fmla="*/ 392 h 527"/>
                <a:gd name="T116" fmla="*/ 276 w 1373"/>
                <a:gd name="T117" fmla="*/ 24 h 527"/>
                <a:gd name="T118" fmla="*/ 281 w 1373"/>
                <a:gd name="T119" fmla="*/ 15 h 527"/>
                <a:gd name="T120" fmla="*/ 299 w 1373"/>
                <a:gd name="T121" fmla="*/ 146 h 527"/>
                <a:gd name="T122" fmla="*/ 300 w 1373"/>
                <a:gd name="T123" fmla="*/ 11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373" h="527">
                  <a:moveTo>
                    <a:pt x="20" y="381"/>
                  </a:moveTo>
                  <a:cubicBezTo>
                    <a:pt x="19" y="382"/>
                    <a:pt x="16" y="381"/>
                    <a:pt x="16" y="379"/>
                  </a:cubicBezTo>
                  <a:cubicBezTo>
                    <a:pt x="15" y="378"/>
                    <a:pt x="13" y="379"/>
                    <a:pt x="11" y="379"/>
                  </a:cubicBezTo>
                  <a:cubicBezTo>
                    <a:pt x="11" y="379"/>
                    <a:pt x="12" y="380"/>
                    <a:pt x="12" y="380"/>
                  </a:cubicBezTo>
                  <a:cubicBezTo>
                    <a:pt x="13" y="382"/>
                    <a:pt x="8" y="382"/>
                    <a:pt x="9" y="385"/>
                  </a:cubicBezTo>
                  <a:cubicBezTo>
                    <a:pt x="11" y="387"/>
                    <a:pt x="5" y="387"/>
                    <a:pt x="5" y="385"/>
                  </a:cubicBezTo>
                  <a:cubicBezTo>
                    <a:pt x="5" y="382"/>
                    <a:pt x="0" y="383"/>
                    <a:pt x="0" y="385"/>
                  </a:cubicBezTo>
                  <a:cubicBezTo>
                    <a:pt x="0" y="385"/>
                    <a:pt x="0" y="386"/>
                    <a:pt x="0" y="387"/>
                  </a:cubicBezTo>
                  <a:cubicBezTo>
                    <a:pt x="1" y="387"/>
                    <a:pt x="3" y="388"/>
                    <a:pt x="4" y="388"/>
                  </a:cubicBezTo>
                  <a:cubicBezTo>
                    <a:pt x="5" y="389"/>
                    <a:pt x="19" y="390"/>
                    <a:pt x="24" y="389"/>
                  </a:cubicBezTo>
                  <a:cubicBezTo>
                    <a:pt x="24" y="388"/>
                    <a:pt x="25" y="385"/>
                    <a:pt x="25" y="384"/>
                  </a:cubicBezTo>
                  <a:cubicBezTo>
                    <a:pt x="25" y="382"/>
                    <a:pt x="21" y="381"/>
                    <a:pt x="20" y="381"/>
                  </a:cubicBezTo>
                  <a:close/>
                  <a:moveTo>
                    <a:pt x="364" y="15"/>
                  </a:moveTo>
                  <a:cubicBezTo>
                    <a:pt x="373" y="14"/>
                    <a:pt x="373" y="9"/>
                    <a:pt x="368" y="8"/>
                  </a:cubicBezTo>
                  <a:cubicBezTo>
                    <a:pt x="364" y="7"/>
                    <a:pt x="363" y="11"/>
                    <a:pt x="361" y="11"/>
                  </a:cubicBezTo>
                  <a:cubicBezTo>
                    <a:pt x="358" y="10"/>
                    <a:pt x="349" y="12"/>
                    <a:pt x="351" y="14"/>
                  </a:cubicBezTo>
                  <a:cubicBezTo>
                    <a:pt x="353" y="17"/>
                    <a:pt x="360" y="15"/>
                    <a:pt x="364" y="15"/>
                  </a:cubicBezTo>
                  <a:close/>
                  <a:moveTo>
                    <a:pt x="410" y="147"/>
                  </a:moveTo>
                  <a:cubicBezTo>
                    <a:pt x="413" y="148"/>
                    <a:pt x="422" y="146"/>
                    <a:pt x="423" y="144"/>
                  </a:cubicBezTo>
                  <a:cubicBezTo>
                    <a:pt x="424" y="143"/>
                    <a:pt x="419" y="141"/>
                    <a:pt x="414" y="141"/>
                  </a:cubicBezTo>
                  <a:cubicBezTo>
                    <a:pt x="408" y="141"/>
                    <a:pt x="408" y="147"/>
                    <a:pt x="410" y="147"/>
                  </a:cubicBezTo>
                  <a:close/>
                  <a:moveTo>
                    <a:pt x="586" y="26"/>
                  </a:moveTo>
                  <a:cubicBezTo>
                    <a:pt x="591" y="28"/>
                    <a:pt x="589" y="29"/>
                    <a:pt x="584" y="29"/>
                  </a:cubicBezTo>
                  <a:cubicBezTo>
                    <a:pt x="579" y="29"/>
                    <a:pt x="575" y="30"/>
                    <a:pt x="578" y="32"/>
                  </a:cubicBezTo>
                  <a:cubicBezTo>
                    <a:pt x="581" y="33"/>
                    <a:pt x="581" y="35"/>
                    <a:pt x="586" y="36"/>
                  </a:cubicBezTo>
                  <a:cubicBezTo>
                    <a:pt x="591" y="37"/>
                    <a:pt x="596" y="33"/>
                    <a:pt x="595" y="31"/>
                  </a:cubicBezTo>
                  <a:cubicBezTo>
                    <a:pt x="595" y="28"/>
                    <a:pt x="612" y="25"/>
                    <a:pt x="617" y="24"/>
                  </a:cubicBezTo>
                  <a:cubicBezTo>
                    <a:pt x="622" y="23"/>
                    <a:pt x="614" y="18"/>
                    <a:pt x="619" y="17"/>
                  </a:cubicBezTo>
                  <a:cubicBezTo>
                    <a:pt x="625" y="17"/>
                    <a:pt x="622" y="14"/>
                    <a:pt x="616" y="13"/>
                  </a:cubicBezTo>
                  <a:cubicBezTo>
                    <a:pt x="610" y="13"/>
                    <a:pt x="612" y="7"/>
                    <a:pt x="610" y="5"/>
                  </a:cubicBezTo>
                  <a:cubicBezTo>
                    <a:pt x="608" y="3"/>
                    <a:pt x="607" y="8"/>
                    <a:pt x="598" y="9"/>
                  </a:cubicBezTo>
                  <a:cubicBezTo>
                    <a:pt x="590" y="11"/>
                    <a:pt x="586" y="13"/>
                    <a:pt x="589" y="15"/>
                  </a:cubicBezTo>
                  <a:cubicBezTo>
                    <a:pt x="593" y="16"/>
                    <a:pt x="589" y="20"/>
                    <a:pt x="586" y="20"/>
                  </a:cubicBezTo>
                  <a:cubicBezTo>
                    <a:pt x="582" y="20"/>
                    <a:pt x="582" y="24"/>
                    <a:pt x="586" y="26"/>
                  </a:cubicBezTo>
                  <a:close/>
                  <a:moveTo>
                    <a:pt x="599" y="32"/>
                  </a:moveTo>
                  <a:cubicBezTo>
                    <a:pt x="599" y="35"/>
                    <a:pt x="591" y="37"/>
                    <a:pt x="593" y="39"/>
                  </a:cubicBezTo>
                  <a:cubicBezTo>
                    <a:pt x="595" y="41"/>
                    <a:pt x="597" y="41"/>
                    <a:pt x="599" y="41"/>
                  </a:cubicBezTo>
                  <a:cubicBezTo>
                    <a:pt x="601" y="42"/>
                    <a:pt x="603" y="47"/>
                    <a:pt x="607" y="47"/>
                  </a:cubicBezTo>
                  <a:cubicBezTo>
                    <a:pt x="611" y="46"/>
                    <a:pt x="623" y="51"/>
                    <a:pt x="630" y="51"/>
                  </a:cubicBezTo>
                  <a:cubicBezTo>
                    <a:pt x="637" y="51"/>
                    <a:pt x="637" y="46"/>
                    <a:pt x="635" y="45"/>
                  </a:cubicBezTo>
                  <a:cubicBezTo>
                    <a:pt x="633" y="45"/>
                    <a:pt x="635" y="42"/>
                    <a:pt x="639" y="36"/>
                  </a:cubicBezTo>
                  <a:cubicBezTo>
                    <a:pt x="643" y="31"/>
                    <a:pt x="627" y="27"/>
                    <a:pt x="627" y="31"/>
                  </a:cubicBezTo>
                  <a:cubicBezTo>
                    <a:pt x="627" y="35"/>
                    <a:pt x="622" y="30"/>
                    <a:pt x="621" y="28"/>
                  </a:cubicBezTo>
                  <a:cubicBezTo>
                    <a:pt x="620" y="25"/>
                    <a:pt x="599" y="30"/>
                    <a:pt x="599" y="32"/>
                  </a:cubicBezTo>
                  <a:close/>
                  <a:moveTo>
                    <a:pt x="480" y="151"/>
                  </a:moveTo>
                  <a:cubicBezTo>
                    <a:pt x="484" y="153"/>
                    <a:pt x="486" y="152"/>
                    <a:pt x="486" y="148"/>
                  </a:cubicBezTo>
                  <a:cubicBezTo>
                    <a:pt x="485" y="144"/>
                    <a:pt x="477" y="149"/>
                    <a:pt x="480" y="151"/>
                  </a:cubicBezTo>
                  <a:close/>
                  <a:moveTo>
                    <a:pt x="580" y="9"/>
                  </a:moveTo>
                  <a:cubicBezTo>
                    <a:pt x="581" y="5"/>
                    <a:pt x="565" y="7"/>
                    <a:pt x="569" y="10"/>
                  </a:cubicBezTo>
                  <a:cubicBezTo>
                    <a:pt x="571" y="11"/>
                    <a:pt x="579" y="12"/>
                    <a:pt x="580" y="9"/>
                  </a:cubicBezTo>
                  <a:close/>
                  <a:moveTo>
                    <a:pt x="1280" y="181"/>
                  </a:moveTo>
                  <a:cubicBezTo>
                    <a:pt x="1284" y="184"/>
                    <a:pt x="1287" y="178"/>
                    <a:pt x="1291" y="181"/>
                  </a:cubicBezTo>
                  <a:cubicBezTo>
                    <a:pt x="1295" y="184"/>
                    <a:pt x="1304" y="180"/>
                    <a:pt x="1308" y="179"/>
                  </a:cubicBezTo>
                  <a:cubicBezTo>
                    <a:pt x="1312" y="178"/>
                    <a:pt x="1310" y="174"/>
                    <a:pt x="1299" y="172"/>
                  </a:cubicBezTo>
                  <a:cubicBezTo>
                    <a:pt x="1288" y="171"/>
                    <a:pt x="1275" y="179"/>
                    <a:pt x="1280" y="181"/>
                  </a:cubicBezTo>
                  <a:close/>
                  <a:moveTo>
                    <a:pt x="636" y="66"/>
                  </a:moveTo>
                  <a:cubicBezTo>
                    <a:pt x="639" y="68"/>
                    <a:pt x="650" y="63"/>
                    <a:pt x="657" y="64"/>
                  </a:cubicBezTo>
                  <a:cubicBezTo>
                    <a:pt x="664" y="64"/>
                    <a:pt x="684" y="58"/>
                    <a:pt x="684" y="54"/>
                  </a:cubicBezTo>
                  <a:cubicBezTo>
                    <a:pt x="685" y="51"/>
                    <a:pt x="677" y="51"/>
                    <a:pt x="674" y="47"/>
                  </a:cubicBezTo>
                  <a:cubicBezTo>
                    <a:pt x="671" y="44"/>
                    <a:pt x="664" y="47"/>
                    <a:pt x="662" y="50"/>
                  </a:cubicBezTo>
                  <a:cubicBezTo>
                    <a:pt x="661" y="53"/>
                    <a:pt x="659" y="50"/>
                    <a:pt x="663" y="46"/>
                  </a:cubicBezTo>
                  <a:cubicBezTo>
                    <a:pt x="668" y="41"/>
                    <a:pt x="659" y="37"/>
                    <a:pt x="659" y="40"/>
                  </a:cubicBezTo>
                  <a:cubicBezTo>
                    <a:pt x="658" y="43"/>
                    <a:pt x="650" y="41"/>
                    <a:pt x="650" y="43"/>
                  </a:cubicBezTo>
                  <a:cubicBezTo>
                    <a:pt x="650" y="46"/>
                    <a:pt x="647" y="47"/>
                    <a:pt x="647" y="50"/>
                  </a:cubicBezTo>
                  <a:cubicBezTo>
                    <a:pt x="647" y="52"/>
                    <a:pt x="641" y="48"/>
                    <a:pt x="641" y="54"/>
                  </a:cubicBezTo>
                  <a:cubicBezTo>
                    <a:pt x="641" y="60"/>
                    <a:pt x="632" y="64"/>
                    <a:pt x="636" y="66"/>
                  </a:cubicBezTo>
                  <a:close/>
                  <a:moveTo>
                    <a:pt x="942" y="115"/>
                  </a:moveTo>
                  <a:cubicBezTo>
                    <a:pt x="946" y="116"/>
                    <a:pt x="947" y="118"/>
                    <a:pt x="949" y="120"/>
                  </a:cubicBezTo>
                  <a:cubicBezTo>
                    <a:pt x="951" y="122"/>
                    <a:pt x="958" y="119"/>
                    <a:pt x="961" y="118"/>
                  </a:cubicBezTo>
                  <a:cubicBezTo>
                    <a:pt x="963" y="117"/>
                    <a:pt x="964" y="122"/>
                    <a:pt x="968" y="120"/>
                  </a:cubicBezTo>
                  <a:cubicBezTo>
                    <a:pt x="973" y="117"/>
                    <a:pt x="977" y="118"/>
                    <a:pt x="982" y="118"/>
                  </a:cubicBezTo>
                  <a:cubicBezTo>
                    <a:pt x="988" y="118"/>
                    <a:pt x="981" y="112"/>
                    <a:pt x="982" y="109"/>
                  </a:cubicBezTo>
                  <a:cubicBezTo>
                    <a:pt x="982" y="106"/>
                    <a:pt x="988" y="108"/>
                    <a:pt x="986" y="110"/>
                  </a:cubicBezTo>
                  <a:cubicBezTo>
                    <a:pt x="984" y="113"/>
                    <a:pt x="989" y="118"/>
                    <a:pt x="996" y="118"/>
                  </a:cubicBezTo>
                  <a:cubicBezTo>
                    <a:pt x="1004" y="117"/>
                    <a:pt x="998" y="112"/>
                    <a:pt x="1002" y="111"/>
                  </a:cubicBezTo>
                  <a:cubicBezTo>
                    <a:pt x="1006" y="109"/>
                    <a:pt x="1006" y="107"/>
                    <a:pt x="1000" y="104"/>
                  </a:cubicBezTo>
                  <a:cubicBezTo>
                    <a:pt x="995" y="101"/>
                    <a:pt x="987" y="103"/>
                    <a:pt x="983" y="101"/>
                  </a:cubicBezTo>
                  <a:cubicBezTo>
                    <a:pt x="978" y="98"/>
                    <a:pt x="972" y="98"/>
                    <a:pt x="971" y="103"/>
                  </a:cubicBezTo>
                  <a:cubicBezTo>
                    <a:pt x="971" y="109"/>
                    <a:pt x="961" y="98"/>
                    <a:pt x="956" y="96"/>
                  </a:cubicBezTo>
                  <a:cubicBezTo>
                    <a:pt x="951" y="94"/>
                    <a:pt x="934" y="111"/>
                    <a:pt x="942" y="115"/>
                  </a:cubicBezTo>
                  <a:close/>
                  <a:moveTo>
                    <a:pt x="992" y="145"/>
                  </a:moveTo>
                  <a:cubicBezTo>
                    <a:pt x="996" y="144"/>
                    <a:pt x="989" y="136"/>
                    <a:pt x="981" y="135"/>
                  </a:cubicBezTo>
                  <a:cubicBezTo>
                    <a:pt x="974" y="134"/>
                    <a:pt x="967" y="140"/>
                    <a:pt x="968" y="141"/>
                  </a:cubicBezTo>
                  <a:cubicBezTo>
                    <a:pt x="970" y="145"/>
                    <a:pt x="988" y="146"/>
                    <a:pt x="992" y="145"/>
                  </a:cubicBezTo>
                  <a:close/>
                  <a:moveTo>
                    <a:pt x="973" y="130"/>
                  </a:moveTo>
                  <a:cubicBezTo>
                    <a:pt x="973" y="126"/>
                    <a:pt x="960" y="131"/>
                    <a:pt x="965" y="133"/>
                  </a:cubicBezTo>
                  <a:cubicBezTo>
                    <a:pt x="968" y="134"/>
                    <a:pt x="973" y="133"/>
                    <a:pt x="973" y="130"/>
                  </a:cubicBezTo>
                  <a:close/>
                  <a:moveTo>
                    <a:pt x="1014" y="115"/>
                  </a:moveTo>
                  <a:cubicBezTo>
                    <a:pt x="1020" y="115"/>
                    <a:pt x="1023" y="120"/>
                    <a:pt x="1034" y="121"/>
                  </a:cubicBezTo>
                  <a:cubicBezTo>
                    <a:pt x="1045" y="122"/>
                    <a:pt x="1053" y="120"/>
                    <a:pt x="1053" y="117"/>
                  </a:cubicBezTo>
                  <a:cubicBezTo>
                    <a:pt x="1053" y="115"/>
                    <a:pt x="1043" y="111"/>
                    <a:pt x="1040" y="113"/>
                  </a:cubicBezTo>
                  <a:cubicBezTo>
                    <a:pt x="1037" y="115"/>
                    <a:pt x="1035" y="110"/>
                    <a:pt x="1031" y="111"/>
                  </a:cubicBezTo>
                  <a:cubicBezTo>
                    <a:pt x="1027" y="113"/>
                    <a:pt x="1022" y="112"/>
                    <a:pt x="1020" y="109"/>
                  </a:cubicBezTo>
                  <a:cubicBezTo>
                    <a:pt x="1018" y="106"/>
                    <a:pt x="1011" y="114"/>
                    <a:pt x="1014" y="115"/>
                  </a:cubicBezTo>
                  <a:close/>
                  <a:moveTo>
                    <a:pt x="220" y="18"/>
                  </a:moveTo>
                  <a:cubicBezTo>
                    <a:pt x="225" y="13"/>
                    <a:pt x="232" y="18"/>
                    <a:pt x="233" y="15"/>
                  </a:cubicBezTo>
                  <a:cubicBezTo>
                    <a:pt x="234" y="13"/>
                    <a:pt x="223" y="12"/>
                    <a:pt x="219" y="14"/>
                  </a:cubicBezTo>
                  <a:cubicBezTo>
                    <a:pt x="215" y="17"/>
                    <a:pt x="206" y="15"/>
                    <a:pt x="207" y="18"/>
                  </a:cubicBezTo>
                  <a:cubicBezTo>
                    <a:pt x="207" y="19"/>
                    <a:pt x="214" y="23"/>
                    <a:pt x="220" y="18"/>
                  </a:cubicBezTo>
                  <a:close/>
                  <a:moveTo>
                    <a:pt x="990" y="420"/>
                  </a:moveTo>
                  <a:cubicBezTo>
                    <a:pt x="987" y="413"/>
                    <a:pt x="994" y="406"/>
                    <a:pt x="989" y="403"/>
                  </a:cubicBezTo>
                  <a:cubicBezTo>
                    <a:pt x="984" y="399"/>
                    <a:pt x="986" y="392"/>
                    <a:pt x="984" y="393"/>
                  </a:cubicBezTo>
                  <a:cubicBezTo>
                    <a:pt x="981" y="395"/>
                    <a:pt x="984" y="401"/>
                    <a:pt x="980" y="402"/>
                  </a:cubicBezTo>
                  <a:cubicBezTo>
                    <a:pt x="976" y="402"/>
                    <a:pt x="980" y="406"/>
                    <a:pt x="978" y="410"/>
                  </a:cubicBezTo>
                  <a:cubicBezTo>
                    <a:pt x="977" y="415"/>
                    <a:pt x="979" y="422"/>
                    <a:pt x="981" y="426"/>
                  </a:cubicBezTo>
                  <a:cubicBezTo>
                    <a:pt x="983" y="431"/>
                    <a:pt x="978" y="453"/>
                    <a:pt x="980" y="457"/>
                  </a:cubicBezTo>
                  <a:cubicBezTo>
                    <a:pt x="982" y="461"/>
                    <a:pt x="977" y="478"/>
                    <a:pt x="979" y="480"/>
                  </a:cubicBezTo>
                  <a:cubicBezTo>
                    <a:pt x="982" y="483"/>
                    <a:pt x="980" y="475"/>
                    <a:pt x="984" y="475"/>
                  </a:cubicBezTo>
                  <a:cubicBezTo>
                    <a:pt x="988" y="474"/>
                    <a:pt x="988" y="479"/>
                    <a:pt x="991" y="481"/>
                  </a:cubicBezTo>
                  <a:cubicBezTo>
                    <a:pt x="994" y="482"/>
                    <a:pt x="992" y="473"/>
                    <a:pt x="990" y="473"/>
                  </a:cubicBezTo>
                  <a:cubicBezTo>
                    <a:pt x="987" y="474"/>
                    <a:pt x="985" y="468"/>
                    <a:pt x="984" y="464"/>
                  </a:cubicBezTo>
                  <a:cubicBezTo>
                    <a:pt x="983" y="460"/>
                    <a:pt x="986" y="456"/>
                    <a:pt x="986" y="451"/>
                  </a:cubicBezTo>
                  <a:cubicBezTo>
                    <a:pt x="986" y="446"/>
                    <a:pt x="992" y="446"/>
                    <a:pt x="996" y="450"/>
                  </a:cubicBezTo>
                  <a:cubicBezTo>
                    <a:pt x="1000" y="453"/>
                    <a:pt x="1000" y="451"/>
                    <a:pt x="999" y="448"/>
                  </a:cubicBezTo>
                  <a:cubicBezTo>
                    <a:pt x="997" y="446"/>
                    <a:pt x="993" y="427"/>
                    <a:pt x="990" y="420"/>
                  </a:cubicBezTo>
                  <a:close/>
                  <a:moveTo>
                    <a:pt x="242" y="16"/>
                  </a:moveTo>
                  <a:cubicBezTo>
                    <a:pt x="246" y="18"/>
                    <a:pt x="233" y="18"/>
                    <a:pt x="231" y="20"/>
                  </a:cubicBezTo>
                  <a:cubicBezTo>
                    <a:pt x="230" y="22"/>
                    <a:pt x="222" y="21"/>
                    <a:pt x="224" y="24"/>
                  </a:cubicBezTo>
                  <a:cubicBezTo>
                    <a:pt x="225" y="27"/>
                    <a:pt x="237" y="27"/>
                    <a:pt x="237" y="25"/>
                  </a:cubicBezTo>
                  <a:cubicBezTo>
                    <a:pt x="237" y="23"/>
                    <a:pt x="243" y="25"/>
                    <a:pt x="243" y="23"/>
                  </a:cubicBezTo>
                  <a:cubicBezTo>
                    <a:pt x="244" y="20"/>
                    <a:pt x="246" y="18"/>
                    <a:pt x="253" y="18"/>
                  </a:cubicBezTo>
                  <a:cubicBezTo>
                    <a:pt x="260" y="17"/>
                    <a:pt x="260" y="15"/>
                    <a:pt x="253" y="12"/>
                  </a:cubicBezTo>
                  <a:cubicBezTo>
                    <a:pt x="247" y="9"/>
                    <a:pt x="239" y="13"/>
                    <a:pt x="242" y="16"/>
                  </a:cubicBezTo>
                  <a:close/>
                  <a:moveTo>
                    <a:pt x="232" y="208"/>
                  </a:moveTo>
                  <a:cubicBezTo>
                    <a:pt x="238" y="214"/>
                    <a:pt x="244" y="205"/>
                    <a:pt x="247" y="205"/>
                  </a:cubicBezTo>
                  <a:cubicBezTo>
                    <a:pt x="250" y="204"/>
                    <a:pt x="245" y="201"/>
                    <a:pt x="240" y="200"/>
                  </a:cubicBezTo>
                  <a:cubicBezTo>
                    <a:pt x="235" y="198"/>
                    <a:pt x="227" y="204"/>
                    <a:pt x="232" y="208"/>
                  </a:cubicBezTo>
                  <a:close/>
                  <a:moveTo>
                    <a:pt x="1371" y="249"/>
                  </a:moveTo>
                  <a:cubicBezTo>
                    <a:pt x="1369" y="248"/>
                    <a:pt x="1361" y="243"/>
                    <a:pt x="1359" y="240"/>
                  </a:cubicBezTo>
                  <a:cubicBezTo>
                    <a:pt x="1357" y="237"/>
                    <a:pt x="1348" y="236"/>
                    <a:pt x="1348" y="237"/>
                  </a:cubicBezTo>
                  <a:cubicBezTo>
                    <a:pt x="1348" y="239"/>
                    <a:pt x="1345" y="237"/>
                    <a:pt x="1344" y="236"/>
                  </a:cubicBezTo>
                  <a:cubicBezTo>
                    <a:pt x="1344" y="234"/>
                    <a:pt x="1334" y="234"/>
                    <a:pt x="1334" y="235"/>
                  </a:cubicBezTo>
                  <a:cubicBezTo>
                    <a:pt x="1334" y="237"/>
                    <a:pt x="1336" y="237"/>
                    <a:pt x="1338" y="239"/>
                  </a:cubicBezTo>
                  <a:cubicBezTo>
                    <a:pt x="1339" y="241"/>
                    <a:pt x="1336" y="242"/>
                    <a:pt x="1337" y="244"/>
                  </a:cubicBezTo>
                  <a:cubicBezTo>
                    <a:pt x="1337" y="246"/>
                    <a:pt x="1333" y="243"/>
                    <a:pt x="1331" y="242"/>
                  </a:cubicBezTo>
                  <a:cubicBezTo>
                    <a:pt x="1330" y="241"/>
                    <a:pt x="1331" y="236"/>
                    <a:pt x="1331" y="234"/>
                  </a:cubicBezTo>
                  <a:cubicBezTo>
                    <a:pt x="1332" y="231"/>
                    <a:pt x="1328" y="232"/>
                    <a:pt x="1328" y="230"/>
                  </a:cubicBezTo>
                  <a:cubicBezTo>
                    <a:pt x="1328" y="227"/>
                    <a:pt x="1317" y="222"/>
                    <a:pt x="1312" y="220"/>
                  </a:cubicBezTo>
                  <a:cubicBezTo>
                    <a:pt x="1308" y="218"/>
                    <a:pt x="1302" y="217"/>
                    <a:pt x="1300" y="214"/>
                  </a:cubicBezTo>
                  <a:cubicBezTo>
                    <a:pt x="1299" y="212"/>
                    <a:pt x="1291" y="212"/>
                    <a:pt x="1288" y="209"/>
                  </a:cubicBezTo>
                  <a:cubicBezTo>
                    <a:pt x="1285" y="205"/>
                    <a:pt x="1271" y="200"/>
                    <a:pt x="1265" y="199"/>
                  </a:cubicBezTo>
                  <a:cubicBezTo>
                    <a:pt x="1259" y="199"/>
                    <a:pt x="1261" y="196"/>
                    <a:pt x="1258" y="196"/>
                  </a:cubicBezTo>
                  <a:cubicBezTo>
                    <a:pt x="1255" y="197"/>
                    <a:pt x="1243" y="196"/>
                    <a:pt x="1239" y="196"/>
                  </a:cubicBezTo>
                  <a:cubicBezTo>
                    <a:pt x="1235" y="195"/>
                    <a:pt x="1234" y="198"/>
                    <a:pt x="1232" y="197"/>
                  </a:cubicBezTo>
                  <a:cubicBezTo>
                    <a:pt x="1229" y="196"/>
                    <a:pt x="1215" y="191"/>
                    <a:pt x="1213" y="192"/>
                  </a:cubicBezTo>
                  <a:cubicBezTo>
                    <a:pt x="1211" y="194"/>
                    <a:pt x="1212" y="197"/>
                    <a:pt x="1210" y="198"/>
                  </a:cubicBezTo>
                  <a:cubicBezTo>
                    <a:pt x="1209" y="198"/>
                    <a:pt x="1210" y="200"/>
                    <a:pt x="1214" y="204"/>
                  </a:cubicBezTo>
                  <a:cubicBezTo>
                    <a:pt x="1218" y="208"/>
                    <a:pt x="1216" y="210"/>
                    <a:pt x="1212" y="212"/>
                  </a:cubicBezTo>
                  <a:cubicBezTo>
                    <a:pt x="1209" y="213"/>
                    <a:pt x="1203" y="210"/>
                    <a:pt x="1201" y="208"/>
                  </a:cubicBezTo>
                  <a:cubicBezTo>
                    <a:pt x="1200" y="205"/>
                    <a:pt x="1195" y="206"/>
                    <a:pt x="1193" y="203"/>
                  </a:cubicBezTo>
                  <a:cubicBezTo>
                    <a:pt x="1192" y="199"/>
                    <a:pt x="1195" y="198"/>
                    <a:pt x="1197" y="200"/>
                  </a:cubicBezTo>
                  <a:cubicBezTo>
                    <a:pt x="1200" y="202"/>
                    <a:pt x="1203" y="201"/>
                    <a:pt x="1203" y="198"/>
                  </a:cubicBezTo>
                  <a:cubicBezTo>
                    <a:pt x="1204" y="196"/>
                    <a:pt x="1197" y="194"/>
                    <a:pt x="1193" y="194"/>
                  </a:cubicBezTo>
                  <a:cubicBezTo>
                    <a:pt x="1189" y="194"/>
                    <a:pt x="1187" y="199"/>
                    <a:pt x="1184" y="201"/>
                  </a:cubicBezTo>
                  <a:cubicBezTo>
                    <a:pt x="1180" y="204"/>
                    <a:pt x="1165" y="201"/>
                    <a:pt x="1164" y="199"/>
                  </a:cubicBezTo>
                  <a:cubicBezTo>
                    <a:pt x="1162" y="198"/>
                    <a:pt x="1141" y="199"/>
                    <a:pt x="1139" y="201"/>
                  </a:cubicBezTo>
                  <a:cubicBezTo>
                    <a:pt x="1137" y="202"/>
                    <a:pt x="1139" y="208"/>
                    <a:pt x="1138" y="208"/>
                  </a:cubicBezTo>
                  <a:cubicBezTo>
                    <a:pt x="1137" y="209"/>
                    <a:pt x="1135" y="202"/>
                    <a:pt x="1135" y="200"/>
                  </a:cubicBezTo>
                  <a:cubicBezTo>
                    <a:pt x="1135" y="199"/>
                    <a:pt x="1133" y="198"/>
                    <a:pt x="1129" y="198"/>
                  </a:cubicBezTo>
                  <a:cubicBezTo>
                    <a:pt x="1126" y="198"/>
                    <a:pt x="1123" y="198"/>
                    <a:pt x="1125" y="196"/>
                  </a:cubicBezTo>
                  <a:cubicBezTo>
                    <a:pt x="1127" y="195"/>
                    <a:pt x="1124" y="193"/>
                    <a:pt x="1126" y="191"/>
                  </a:cubicBezTo>
                  <a:cubicBezTo>
                    <a:pt x="1129" y="189"/>
                    <a:pt x="1121" y="183"/>
                    <a:pt x="1113" y="180"/>
                  </a:cubicBezTo>
                  <a:cubicBezTo>
                    <a:pt x="1106" y="177"/>
                    <a:pt x="1088" y="179"/>
                    <a:pt x="1083" y="180"/>
                  </a:cubicBezTo>
                  <a:cubicBezTo>
                    <a:pt x="1078" y="181"/>
                    <a:pt x="1069" y="181"/>
                    <a:pt x="1064" y="181"/>
                  </a:cubicBezTo>
                  <a:cubicBezTo>
                    <a:pt x="1060" y="181"/>
                    <a:pt x="1063" y="179"/>
                    <a:pt x="1062" y="177"/>
                  </a:cubicBezTo>
                  <a:cubicBezTo>
                    <a:pt x="1061" y="175"/>
                    <a:pt x="1053" y="172"/>
                    <a:pt x="1052" y="174"/>
                  </a:cubicBezTo>
                  <a:cubicBezTo>
                    <a:pt x="1051" y="176"/>
                    <a:pt x="1049" y="174"/>
                    <a:pt x="1049" y="173"/>
                  </a:cubicBezTo>
                  <a:cubicBezTo>
                    <a:pt x="1049" y="172"/>
                    <a:pt x="1042" y="169"/>
                    <a:pt x="1039" y="170"/>
                  </a:cubicBezTo>
                  <a:cubicBezTo>
                    <a:pt x="1036" y="170"/>
                    <a:pt x="1035" y="167"/>
                    <a:pt x="1038" y="167"/>
                  </a:cubicBezTo>
                  <a:cubicBezTo>
                    <a:pt x="1041" y="167"/>
                    <a:pt x="1047" y="168"/>
                    <a:pt x="1044" y="164"/>
                  </a:cubicBezTo>
                  <a:cubicBezTo>
                    <a:pt x="1042" y="160"/>
                    <a:pt x="1020" y="159"/>
                    <a:pt x="1018" y="160"/>
                  </a:cubicBezTo>
                  <a:cubicBezTo>
                    <a:pt x="1016" y="160"/>
                    <a:pt x="1018" y="163"/>
                    <a:pt x="1014" y="167"/>
                  </a:cubicBezTo>
                  <a:cubicBezTo>
                    <a:pt x="1009" y="172"/>
                    <a:pt x="1005" y="169"/>
                    <a:pt x="1005" y="167"/>
                  </a:cubicBezTo>
                  <a:cubicBezTo>
                    <a:pt x="1006" y="165"/>
                    <a:pt x="1011" y="165"/>
                    <a:pt x="1011" y="163"/>
                  </a:cubicBezTo>
                  <a:cubicBezTo>
                    <a:pt x="1011" y="161"/>
                    <a:pt x="1004" y="162"/>
                    <a:pt x="1002" y="160"/>
                  </a:cubicBezTo>
                  <a:cubicBezTo>
                    <a:pt x="1001" y="158"/>
                    <a:pt x="1004" y="157"/>
                    <a:pt x="1007" y="158"/>
                  </a:cubicBezTo>
                  <a:cubicBezTo>
                    <a:pt x="1010" y="159"/>
                    <a:pt x="1015" y="159"/>
                    <a:pt x="1015" y="158"/>
                  </a:cubicBezTo>
                  <a:cubicBezTo>
                    <a:pt x="1015" y="157"/>
                    <a:pt x="1012" y="156"/>
                    <a:pt x="1007" y="156"/>
                  </a:cubicBezTo>
                  <a:cubicBezTo>
                    <a:pt x="1003" y="155"/>
                    <a:pt x="991" y="152"/>
                    <a:pt x="985" y="153"/>
                  </a:cubicBezTo>
                  <a:cubicBezTo>
                    <a:pt x="979" y="153"/>
                    <a:pt x="976" y="150"/>
                    <a:pt x="973" y="150"/>
                  </a:cubicBezTo>
                  <a:cubicBezTo>
                    <a:pt x="969" y="150"/>
                    <a:pt x="969" y="152"/>
                    <a:pt x="971" y="154"/>
                  </a:cubicBezTo>
                  <a:cubicBezTo>
                    <a:pt x="973" y="156"/>
                    <a:pt x="968" y="157"/>
                    <a:pt x="964" y="156"/>
                  </a:cubicBezTo>
                  <a:cubicBezTo>
                    <a:pt x="960" y="156"/>
                    <a:pt x="954" y="158"/>
                    <a:pt x="957" y="161"/>
                  </a:cubicBezTo>
                  <a:cubicBezTo>
                    <a:pt x="959" y="164"/>
                    <a:pt x="961" y="160"/>
                    <a:pt x="963" y="161"/>
                  </a:cubicBezTo>
                  <a:cubicBezTo>
                    <a:pt x="965" y="162"/>
                    <a:pt x="958" y="164"/>
                    <a:pt x="961" y="166"/>
                  </a:cubicBezTo>
                  <a:cubicBezTo>
                    <a:pt x="964" y="167"/>
                    <a:pt x="963" y="170"/>
                    <a:pt x="963" y="171"/>
                  </a:cubicBezTo>
                  <a:cubicBezTo>
                    <a:pt x="963" y="173"/>
                    <a:pt x="959" y="173"/>
                    <a:pt x="957" y="171"/>
                  </a:cubicBezTo>
                  <a:cubicBezTo>
                    <a:pt x="955" y="169"/>
                    <a:pt x="952" y="171"/>
                    <a:pt x="949" y="171"/>
                  </a:cubicBezTo>
                  <a:cubicBezTo>
                    <a:pt x="946" y="170"/>
                    <a:pt x="943" y="172"/>
                    <a:pt x="947" y="172"/>
                  </a:cubicBezTo>
                  <a:cubicBezTo>
                    <a:pt x="950" y="173"/>
                    <a:pt x="952" y="175"/>
                    <a:pt x="947" y="176"/>
                  </a:cubicBezTo>
                  <a:cubicBezTo>
                    <a:pt x="942" y="176"/>
                    <a:pt x="943" y="171"/>
                    <a:pt x="940" y="172"/>
                  </a:cubicBezTo>
                  <a:cubicBezTo>
                    <a:pt x="938" y="172"/>
                    <a:pt x="931" y="170"/>
                    <a:pt x="928" y="170"/>
                  </a:cubicBezTo>
                  <a:cubicBezTo>
                    <a:pt x="925" y="170"/>
                    <a:pt x="923" y="172"/>
                    <a:pt x="919" y="173"/>
                  </a:cubicBezTo>
                  <a:cubicBezTo>
                    <a:pt x="914" y="173"/>
                    <a:pt x="908" y="171"/>
                    <a:pt x="907" y="168"/>
                  </a:cubicBezTo>
                  <a:cubicBezTo>
                    <a:pt x="905" y="166"/>
                    <a:pt x="904" y="165"/>
                    <a:pt x="902" y="168"/>
                  </a:cubicBezTo>
                  <a:cubicBezTo>
                    <a:pt x="900" y="171"/>
                    <a:pt x="900" y="176"/>
                    <a:pt x="898" y="176"/>
                  </a:cubicBezTo>
                  <a:cubicBezTo>
                    <a:pt x="896" y="176"/>
                    <a:pt x="895" y="181"/>
                    <a:pt x="893" y="182"/>
                  </a:cubicBezTo>
                  <a:cubicBezTo>
                    <a:pt x="891" y="184"/>
                    <a:pt x="890" y="181"/>
                    <a:pt x="888" y="181"/>
                  </a:cubicBezTo>
                  <a:cubicBezTo>
                    <a:pt x="885" y="181"/>
                    <a:pt x="876" y="172"/>
                    <a:pt x="876" y="170"/>
                  </a:cubicBezTo>
                  <a:cubicBezTo>
                    <a:pt x="875" y="167"/>
                    <a:pt x="870" y="163"/>
                    <a:pt x="868" y="162"/>
                  </a:cubicBezTo>
                  <a:cubicBezTo>
                    <a:pt x="867" y="161"/>
                    <a:pt x="870" y="160"/>
                    <a:pt x="872" y="162"/>
                  </a:cubicBezTo>
                  <a:cubicBezTo>
                    <a:pt x="873" y="163"/>
                    <a:pt x="876" y="163"/>
                    <a:pt x="877" y="162"/>
                  </a:cubicBezTo>
                  <a:cubicBezTo>
                    <a:pt x="879" y="162"/>
                    <a:pt x="879" y="157"/>
                    <a:pt x="876" y="157"/>
                  </a:cubicBezTo>
                  <a:cubicBezTo>
                    <a:pt x="873" y="157"/>
                    <a:pt x="874" y="154"/>
                    <a:pt x="875" y="154"/>
                  </a:cubicBezTo>
                  <a:cubicBezTo>
                    <a:pt x="877" y="153"/>
                    <a:pt x="872" y="149"/>
                    <a:pt x="874" y="148"/>
                  </a:cubicBezTo>
                  <a:cubicBezTo>
                    <a:pt x="876" y="148"/>
                    <a:pt x="875" y="146"/>
                    <a:pt x="872" y="145"/>
                  </a:cubicBezTo>
                  <a:cubicBezTo>
                    <a:pt x="870" y="145"/>
                    <a:pt x="867" y="143"/>
                    <a:pt x="867" y="142"/>
                  </a:cubicBezTo>
                  <a:cubicBezTo>
                    <a:pt x="867" y="140"/>
                    <a:pt x="856" y="140"/>
                    <a:pt x="856" y="142"/>
                  </a:cubicBezTo>
                  <a:cubicBezTo>
                    <a:pt x="857" y="144"/>
                    <a:pt x="852" y="143"/>
                    <a:pt x="853" y="141"/>
                  </a:cubicBezTo>
                  <a:cubicBezTo>
                    <a:pt x="854" y="140"/>
                    <a:pt x="849" y="140"/>
                    <a:pt x="844" y="139"/>
                  </a:cubicBezTo>
                  <a:cubicBezTo>
                    <a:pt x="839" y="137"/>
                    <a:pt x="839" y="134"/>
                    <a:pt x="837" y="134"/>
                  </a:cubicBezTo>
                  <a:cubicBezTo>
                    <a:pt x="835" y="133"/>
                    <a:pt x="836" y="139"/>
                    <a:pt x="833" y="137"/>
                  </a:cubicBezTo>
                  <a:cubicBezTo>
                    <a:pt x="830" y="136"/>
                    <a:pt x="828" y="139"/>
                    <a:pt x="829" y="142"/>
                  </a:cubicBezTo>
                  <a:cubicBezTo>
                    <a:pt x="830" y="145"/>
                    <a:pt x="829" y="145"/>
                    <a:pt x="829" y="148"/>
                  </a:cubicBezTo>
                  <a:cubicBezTo>
                    <a:pt x="829" y="150"/>
                    <a:pt x="827" y="149"/>
                    <a:pt x="824" y="148"/>
                  </a:cubicBezTo>
                  <a:cubicBezTo>
                    <a:pt x="821" y="147"/>
                    <a:pt x="821" y="151"/>
                    <a:pt x="814" y="149"/>
                  </a:cubicBezTo>
                  <a:cubicBezTo>
                    <a:pt x="808" y="147"/>
                    <a:pt x="805" y="149"/>
                    <a:pt x="804" y="147"/>
                  </a:cubicBezTo>
                  <a:cubicBezTo>
                    <a:pt x="802" y="145"/>
                    <a:pt x="800" y="145"/>
                    <a:pt x="800" y="146"/>
                  </a:cubicBezTo>
                  <a:cubicBezTo>
                    <a:pt x="800" y="148"/>
                    <a:pt x="790" y="147"/>
                    <a:pt x="789" y="145"/>
                  </a:cubicBezTo>
                  <a:cubicBezTo>
                    <a:pt x="788" y="142"/>
                    <a:pt x="791" y="142"/>
                    <a:pt x="792" y="141"/>
                  </a:cubicBezTo>
                  <a:cubicBezTo>
                    <a:pt x="794" y="140"/>
                    <a:pt x="790" y="139"/>
                    <a:pt x="785" y="140"/>
                  </a:cubicBezTo>
                  <a:cubicBezTo>
                    <a:pt x="779" y="140"/>
                    <a:pt x="776" y="137"/>
                    <a:pt x="770" y="137"/>
                  </a:cubicBezTo>
                  <a:cubicBezTo>
                    <a:pt x="764" y="138"/>
                    <a:pt x="752" y="139"/>
                    <a:pt x="750" y="140"/>
                  </a:cubicBezTo>
                  <a:cubicBezTo>
                    <a:pt x="748" y="141"/>
                    <a:pt x="751" y="144"/>
                    <a:pt x="749" y="144"/>
                  </a:cubicBezTo>
                  <a:cubicBezTo>
                    <a:pt x="746" y="144"/>
                    <a:pt x="748" y="139"/>
                    <a:pt x="747" y="136"/>
                  </a:cubicBezTo>
                  <a:cubicBezTo>
                    <a:pt x="747" y="134"/>
                    <a:pt x="743" y="133"/>
                    <a:pt x="743" y="135"/>
                  </a:cubicBezTo>
                  <a:cubicBezTo>
                    <a:pt x="744" y="137"/>
                    <a:pt x="737" y="138"/>
                    <a:pt x="735" y="137"/>
                  </a:cubicBezTo>
                  <a:cubicBezTo>
                    <a:pt x="733" y="135"/>
                    <a:pt x="730" y="133"/>
                    <a:pt x="726" y="132"/>
                  </a:cubicBezTo>
                  <a:cubicBezTo>
                    <a:pt x="721" y="131"/>
                    <a:pt x="715" y="136"/>
                    <a:pt x="717" y="137"/>
                  </a:cubicBezTo>
                  <a:cubicBezTo>
                    <a:pt x="718" y="139"/>
                    <a:pt x="721" y="137"/>
                    <a:pt x="722" y="138"/>
                  </a:cubicBezTo>
                  <a:cubicBezTo>
                    <a:pt x="722" y="140"/>
                    <a:pt x="712" y="140"/>
                    <a:pt x="712" y="141"/>
                  </a:cubicBezTo>
                  <a:cubicBezTo>
                    <a:pt x="712" y="143"/>
                    <a:pt x="702" y="145"/>
                    <a:pt x="699" y="146"/>
                  </a:cubicBezTo>
                  <a:cubicBezTo>
                    <a:pt x="692" y="147"/>
                    <a:pt x="690" y="147"/>
                    <a:pt x="686" y="150"/>
                  </a:cubicBezTo>
                  <a:cubicBezTo>
                    <a:pt x="683" y="153"/>
                    <a:pt x="685" y="147"/>
                    <a:pt x="688" y="144"/>
                  </a:cubicBezTo>
                  <a:cubicBezTo>
                    <a:pt x="691" y="141"/>
                    <a:pt x="694" y="142"/>
                    <a:pt x="696" y="140"/>
                  </a:cubicBezTo>
                  <a:cubicBezTo>
                    <a:pt x="697" y="138"/>
                    <a:pt x="700" y="138"/>
                    <a:pt x="705" y="137"/>
                  </a:cubicBezTo>
                  <a:cubicBezTo>
                    <a:pt x="709" y="137"/>
                    <a:pt x="709" y="134"/>
                    <a:pt x="711" y="133"/>
                  </a:cubicBezTo>
                  <a:cubicBezTo>
                    <a:pt x="713" y="132"/>
                    <a:pt x="718" y="130"/>
                    <a:pt x="719" y="128"/>
                  </a:cubicBezTo>
                  <a:cubicBezTo>
                    <a:pt x="720" y="126"/>
                    <a:pt x="731" y="122"/>
                    <a:pt x="733" y="122"/>
                  </a:cubicBezTo>
                  <a:cubicBezTo>
                    <a:pt x="735" y="123"/>
                    <a:pt x="736" y="118"/>
                    <a:pt x="737" y="118"/>
                  </a:cubicBezTo>
                  <a:cubicBezTo>
                    <a:pt x="738" y="118"/>
                    <a:pt x="744" y="115"/>
                    <a:pt x="747" y="114"/>
                  </a:cubicBezTo>
                  <a:cubicBezTo>
                    <a:pt x="749" y="113"/>
                    <a:pt x="750" y="111"/>
                    <a:pt x="750" y="109"/>
                  </a:cubicBezTo>
                  <a:cubicBezTo>
                    <a:pt x="750" y="108"/>
                    <a:pt x="747" y="108"/>
                    <a:pt x="747" y="107"/>
                  </a:cubicBezTo>
                  <a:cubicBezTo>
                    <a:pt x="746" y="105"/>
                    <a:pt x="748" y="106"/>
                    <a:pt x="751" y="105"/>
                  </a:cubicBezTo>
                  <a:cubicBezTo>
                    <a:pt x="753" y="104"/>
                    <a:pt x="751" y="101"/>
                    <a:pt x="749" y="102"/>
                  </a:cubicBezTo>
                  <a:cubicBezTo>
                    <a:pt x="747" y="102"/>
                    <a:pt x="750" y="100"/>
                    <a:pt x="748" y="98"/>
                  </a:cubicBezTo>
                  <a:cubicBezTo>
                    <a:pt x="746" y="96"/>
                    <a:pt x="743" y="99"/>
                    <a:pt x="743" y="97"/>
                  </a:cubicBezTo>
                  <a:cubicBezTo>
                    <a:pt x="743" y="94"/>
                    <a:pt x="743" y="92"/>
                    <a:pt x="741" y="90"/>
                  </a:cubicBezTo>
                  <a:cubicBezTo>
                    <a:pt x="740" y="89"/>
                    <a:pt x="737" y="93"/>
                    <a:pt x="734" y="90"/>
                  </a:cubicBezTo>
                  <a:cubicBezTo>
                    <a:pt x="731" y="88"/>
                    <a:pt x="723" y="87"/>
                    <a:pt x="723" y="88"/>
                  </a:cubicBezTo>
                  <a:cubicBezTo>
                    <a:pt x="723" y="89"/>
                    <a:pt x="718" y="86"/>
                    <a:pt x="718" y="87"/>
                  </a:cubicBezTo>
                  <a:cubicBezTo>
                    <a:pt x="717" y="88"/>
                    <a:pt x="710" y="88"/>
                    <a:pt x="708" y="87"/>
                  </a:cubicBezTo>
                  <a:cubicBezTo>
                    <a:pt x="706" y="87"/>
                    <a:pt x="703" y="88"/>
                    <a:pt x="702" y="90"/>
                  </a:cubicBezTo>
                  <a:cubicBezTo>
                    <a:pt x="702" y="93"/>
                    <a:pt x="694" y="92"/>
                    <a:pt x="692" y="91"/>
                  </a:cubicBezTo>
                  <a:cubicBezTo>
                    <a:pt x="691" y="91"/>
                    <a:pt x="698" y="85"/>
                    <a:pt x="698" y="84"/>
                  </a:cubicBezTo>
                  <a:cubicBezTo>
                    <a:pt x="698" y="83"/>
                    <a:pt x="686" y="84"/>
                    <a:pt x="685" y="83"/>
                  </a:cubicBezTo>
                  <a:cubicBezTo>
                    <a:pt x="684" y="82"/>
                    <a:pt x="678" y="81"/>
                    <a:pt x="675" y="81"/>
                  </a:cubicBezTo>
                  <a:cubicBezTo>
                    <a:pt x="673" y="82"/>
                    <a:pt x="675" y="81"/>
                    <a:pt x="678" y="81"/>
                  </a:cubicBezTo>
                  <a:cubicBezTo>
                    <a:pt x="680" y="80"/>
                    <a:pt x="683" y="78"/>
                    <a:pt x="685" y="78"/>
                  </a:cubicBezTo>
                  <a:cubicBezTo>
                    <a:pt x="688" y="77"/>
                    <a:pt x="687" y="76"/>
                    <a:pt x="686" y="75"/>
                  </a:cubicBezTo>
                  <a:cubicBezTo>
                    <a:pt x="685" y="73"/>
                    <a:pt x="682" y="74"/>
                    <a:pt x="679" y="73"/>
                  </a:cubicBezTo>
                  <a:cubicBezTo>
                    <a:pt x="677" y="72"/>
                    <a:pt x="673" y="71"/>
                    <a:pt x="671" y="71"/>
                  </a:cubicBezTo>
                  <a:cubicBezTo>
                    <a:pt x="669" y="71"/>
                    <a:pt x="666" y="72"/>
                    <a:pt x="660" y="73"/>
                  </a:cubicBezTo>
                  <a:cubicBezTo>
                    <a:pt x="655" y="74"/>
                    <a:pt x="654" y="78"/>
                    <a:pt x="652" y="80"/>
                  </a:cubicBezTo>
                  <a:cubicBezTo>
                    <a:pt x="649" y="81"/>
                    <a:pt x="644" y="86"/>
                    <a:pt x="646" y="87"/>
                  </a:cubicBezTo>
                  <a:cubicBezTo>
                    <a:pt x="648" y="87"/>
                    <a:pt x="647" y="89"/>
                    <a:pt x="648" y="90"/>
                  </a:cubicBezTo>
                  <a:cubicBezTo>
                    <a:pt x="648" y="92"/>
                    <a:pt x="646" y="92"/>
                    <a:pt x="643" y="92"/>
                  </a:cubicBezTo>
                  <a:cubicBezTo>
                    <a:pt x="640" y="91"/>
                    <a:pt x="631" y="91"/>
                    <a:pt x="631" y="93"/>
                  </a:cubicBezTo>
                  <a:cubicBezTo>
                    <a:pt x="631" y="95"/>
                    <a:pt x="636" y="96"/>
                    <a:pt x="636" y="97"/>
                  </a:cubicBezTo>
                  <a:cubicBezTo>
                    <a:pt x="636" y="98"/>
                    <a:pt x="632" y="97"/>
                    <a:pt x="630" y="96"/>
                  </a:cubicBezTo>
                  <a:cubicBezTo>
                    <a:pt x="628" y="95"/>
                    <a:pt x="624" y="96"/>
                    <a:pt x="623" y="98"/>
                  </a:cubicBezTo>
                  <a:cubicBezTo>
                    <a:pt x="622" y="100"/>
                    <a:pt x="619" y="99"/>
                    <a:pt x="618" y="99"/>
                  </a:cubicBezTo>
                  <a:cubicBezTo>
                    <a:pt x="617" y="98"/>
                    <a:pt x="614" y="100"/>
                    <a:pt x="613" y="99"/>
                  </a:cubicBezTo>
                  <a:cubicBezTo>
                    <a:pt x="611" y="98"/>
                    <a:pt x="616" y="96"/>
                    <a:pt x="615" y="95"/>
                  </a:cubicBezTo>
                  <a:cubicBezTo>
                    <a:pt x="614" y="93"/>
                    <a:pt x="608" y="94"/>
                    <a:pt x="607" y="97"/>
                  </a:cubicBezTo>
                  <a:cubicBezTo>
                    <a:pt x="607" y="99"/>
                    <a:pt x="603" y="95"/>
                    <a:pt x="602" y="96"/>
                  </a:cubicBezTo>
                  <a:cubicBezTo>
                    <a:pt x="601" y="96"/>
                    <a:pt x="599" y="97"/>
                    <a:pt x="597" y="98"/>
                  </a:cubicBezTo>
                  <a:cubicBezTo>
                    <a:pt x="594" y="99"/>
                    <a:pt x="590" y="97"/>
                    <a:pt x="589" y="99"/>
                  </a:cubicBezTo>
                  <a:cubicBezTo>
                    <a:pt x="588" y="101"/>
                    <a:pt x="594" y="102"/>
                    <a:pt x="594" y="102"/>
                  </a:cubicBezTo>
                  <a:cubicBezTo>
                    <a:pt x="594" y="103"/>
                    <a:pt x="581" y="103"/>
                    <a:pt x="580" y="104"/>
                  </a:cubicBezTo>
                  <a:cubicBezTo>
                    <a:pt x="580" y="106"/>
                    <a:pt x="576" y="106"/>
                    <a:pt x="570" y="106"/>
                  </a:cubicBezTo>
                  <a:cubicBezTo>
                    <a:pt x="565" y="106"/>
                    <a:pt x="567" y="109"/>
                    <a:pt x="563" y="109"/>
                  </a:cubicBezTo>
                  <a:cubicBezTo>
                    <a:pt x="559" y="110"/>
                    <a:pt x="557" y="110"/>
                    <a:pt x="555" y="113"/>
                  </a:cubicBezTo>
                  <a:cubicBezTo>
                    <a:pt x="554" y="115"/>
                    <a:pt x="550" y="115"/>
                    <a:pt x="549" y="113"/>
                  </a:cubicBezTo>
                  <a:cubicBezTo>
                    <a:pt x="548" y="112"/>
                    <a:pt x="544" y="114"/>
                    <a:pt x="546" y="114"/>
                  </a:cubicBezTo>
                  <a:cubicBezTo>
                    <a:pt x="548" y="115"/>
                    <a:pt x="546" y="117"/>
                    <a:pt x="545" y="116"/>
                  </a:cubicBezTo>
                  <a:cubicBezTo>
                    <a:pt x="543" y="116"/>
                    <a:pt x="540" y="119"/>
                    <a:pt x="542" y="118"/>
                  </a:cubicBezTo>
                  <a:cubicBezTo>
                    <a:pt x="544" y="118"/>
                    <a:pt x="545" y="120"/>
                    <a:pt x="544" y="121"/>
                  </a:cubicBezTo>
                  <a:cubicBezTo>
                    <a:pt x="543" y="123"/>
                    <a:pt x="538" y="120"/>
                    <a:pt x="537" y="121"/>
                  </a:cubicBezTo>
                  <a:cubicBezTo>
                    <a:pt x="536" y="122"/>
                    <a:pt x="539" y="124"/>
                    <a:pt x="541" y="123"/>
                  </a:cubicBezTo>
                  <a:cubicBezTo>
                    <a:pt x="543" y="123"/>
                    <a:pt x="545" y="125"/>
                    <a:pt x="545" y="126"/>
                  </a:cubicBezTo>
                  <a:cubicBezTo>
                    <a:pt x="545" y="128"/>
                    <a:pt x="540" y="125"/>
                    <a:pt x="539" y="126"/>
                  </a:cubicBezTo>
                  <a:cubicBezTo>
                    <a:pt x="538" y="128"/>
                    <a:pt x="540" y="128"/>
                    <a:pt x="542" y="129"/>
                  </a:cubicBezTo>
                  <a:cubicBezTo>
                    <a:pt x="544" y="129"/>
                    <a:pt x="543" y="130"/>
                    <a:pt x="545" y="131"/>
                  </a:cubicBezTo>
                  <a:cubicBezTo>
                    <a:pt x="545" y="132"/>
                    <a:pt x="545" y="132"/>
                    <a:pt x="545" y="132"/>
                  </a:cubicBezTo>
                  <a:cubicBezTo>
                    <a:pt x="546" y="133"/>
                    <a:pt x="544" y="134"/>
                    <a:pt x="544" y="135"/>
                  </a:cubicBezTo>
                  <a:cubicBezTo>
                    <a:pt x="544" y="137"/>
                    <a:pt x="542" y="137"/>
                    <a:pt x="542" y="136"/>
                  </a:cubicBezTo>
                  <a:cubicBezTo>
                    <a:pt x="542" y="135"/>
                    <a:pt x="536" y="134"/>
                    <a:pt x="534" y="136"/>
                  </a:cubicBezTo>
                  <a:cubicBezTo>
                    <a:pt x="533" y="137"/>
                    <a:pt x="532" y="138"/>
                    <a:pt x="530" y="137"/>
                  </a:cubicBezTo>
                  <a:cubicBezTo>
                    <a:pt x="529" y="135"/>
                    <a:pt x="524" y="137"/>
                    <a:pt x="519" y="137"/>
                  </a:cubicBezTo>
                  <a:cubicBezTo>
                    <a:pt x="513" y="138"/>
                    <a:pt x="501" y="138"/>
                    <a:pt x="498" y="139"/>
                  </a:cubicBezTo>
                  <a:cubicBezTo>
                    <a:pt x="495" y="140"/>
                    <a:pt x="492" y="144"/>
                    <a:pt x="495" y="147"/>
                  </a:cubicBezTo>
                  <a:cubicBezTo>
                    <a:pt x="498" y="150"/>
                    <a:pt x="495" y="151"/>
                    <a:pt x="495" y="153"/>
                  </a:cubicBezTo>
                  <a:cubicBezTo>
                    <a:pt x="495" y="155"/>
                    <a:pt x="502" y="158"/>
                    <a:pt x="506" y="159"/>
                  </a:cubicBezTo>
                  <a:cubicBezTo>
                    <a:pt x="510" y="159"/>
                    <a:pt x="513" y="164"/>
                    <a:pt x="511" y="167"/>
                  </a:cubicBezTo>
                  <a:cubicBezTo>
                    <a:pt x="508" y="169"/>
                    <a:pt x="502" y="166"/>
                    <a:pt x="497" y="162"/>
                  </a:cubicBezTo>
                  <a:cubicBezTo>
                    <a:pt x="492" y="159"/>
                    <a:pt x="482" y="157"/>
                    <a:pt x="479" y="157"/>
                  </a:cubicBezTo>
                  <a:cubicBezTo>
                    <a:pt x="475" y="158"/>
                    <a:pt x="477" y="154"/>
                    <a:pt x="473" y="154"/>
                  </a:cubicBezTo>
                  <a:cubicBezTo>
                    <a:pt x="468" y="155"/>
                    <a:pt x="465" y="159"/>
                    <a:pt x="468" y="159"/>
                  </a:cubicBezTo>
                  <a:cubicBezTo>
                    <a:pt x="471" y="159"/>
                    <a:pt x="472" y="158"/>
                    <a:pt x="471" y="160"/>
                  </a:cubicBezTo>
                  <a:cubicBezTo>
                    <a:pt x="469" y="161"/>
                    <a:pt x="472" y="161"/>
                    <a:pt x="475" y="162"/>
                  </a:cubicBezTo>
                  <a:cubicBezTo>
                    <a:pt x="479" y="164"/>
                    <a:pt x="472" y="166"/>
                    <a:pt x="469" y="164"/>
                  </a:cubicBezTo>
                  <a:cubicBezTo>
                    <a:pt x="465" y="161"/>
                    <a:pt x="461" y="163"/>
                    <a:pt x="460" y="165"/>
                  </a:cubicBezTo>
                  <a:cubicBezTo>
                    <a:pt x="459" y="167"/>
                    <a:pt x="464" y="173"/>
                    <a:pt x="471" y="174"/>
                  </a:cubicBezTo>
                  <a:cubicBezTo>
                    <a:pt x="477" y="175"/>
                    <a:pt x="475" y="177"/>
                    <a:pt x="478" y="178"/>
                  </a:cubicBezTo>
                  <a:cubicBezTo>
                    <a:pt x="481" y="179"/>
                    <a:pt x="479" y="180"/>
                    <a:pt x="477" y="180"/>
                  </a:cubicBezTo>
                  <a:cubicBezTo>
                    <a:pt x="475" y="180"/>
                    <a:pt x="471" y="177"/>
                    <a:pt x="467" y="175"/>
                  </a:cubicBezTo>
                  <a:cubicBezTo>
                    <a:pt x="464" y="174"/>
                    <a:pt x="456" y="176"/>
                    <a:pt x="454" y="174"/>
                  </a:cubicBezTo>
                  <a:cubicBezTo>
                    <a:pt x="452" y="172"/>
                    <a:pt x="455" y="170"/>
                    <a:pt x="453" y="169"/>
                  </a:cubicBezTo>
                  <a:cubicBezTo>
                    <a:pt x="452" y="167"/>
                    <a:pt x="453" y="164"/>
                    <a:pt x="455" y="161"/>
                  </a:cubicBezTo>
                  <a:cubicBezTo>
                    <a:pt x="457" y="158"/>
                    <a:pt x="455" y="152"/>
                    <a:pt x="452" y="151"/>
                  </a:cubicBezTo>
                  <a:cubicBezTo>
                    <a:pt x="449" y="150"/>
                    <a:pt x="449" y="153"/>
                    <a:pt x="450" y="154"/>
                  </a:cubicBezTo>
                  <a:cubicBezTo>
                    <a:pt x="450" y="155"/>
                    <a:pt x="450" y="160"/>
                    <a:pt x="448" y="163"/>
                  </a:cubicBezTo>
                  <a:cubicBezTo>
                    <a:pt x="445" y="166"/>
                    <a:pt x="438" y="166"/>
                    <a:pt x="438" y="168"/>
                  </a:cubicBezTo>
                  <a:cubicBezTo>
                    <a:pt x="438" y="170"/>
                    <a:pt x="433" y="171"/>
                    <a:pt x="435" y="173"/>
                  </a:cubicBezTo>
                  <a:cubicBezTo>
                    <a:pt x="436" y="174"/>
                    <a:pt x="443" y="181"/>
                    <a:pt x="444" y="184"/>
                  </a:cubicBezTo>
                  <a:cubicBezTo>
                    <a:pt x="445" y="186"/>
                    <a:pt x="438" y="193"/>
                    <a:pt x="439" y="197"/>
                  </a:cubicBezTo>
                  <a:cubicBezTo>
                    <a:pt x="440" y="201"/>
                    <a:pt x="438" y="203"/>
                    <a:pt x="440" y="205"/>
                  </a:cubicBezTo>
                  <a:cubicBezTo>
                    <a:pt x="441" y="207"/>
                    <a:pt x="444" y="205"/>
                    <a:pt x="446" y="206"/>
                  </a:cubicBezTo>
                  <a:cubicBezTo>
                    <a:pt x="448" y="207"/>
                    <a:pt x="451" y="205"/>
                    <a:pt x="455" y="204"/>
                  </a:cubicBezTo>
                  <a:cubicBezTo>
                    <a:pt x="460" y="203"/>
                    <a:pt x="468" y="208"/>
                    <a:pt x="471" y="210"/>
                  </a:cubicBezTo>
                  <a:cubicBezTo>
                    <a:pt x="474" y="211"/>
                    <a:pt x="472" y="213"/>
                    <a:pt x="474" y="216"/>
                  </a:cubicBezTo>
                  <a:cubicBezTo>
                    <a:pt x="475" y="218"/>
                    <a:pt x="470" y="218"/>
                    <a:pt x="470" y="222"/>
                  </a:cubicBezTo>
                  <a:cubicBezTo>
                    <a:pt x="470" y="225"/>
                    <a:pt x="479" y="227"/>
                    <a:pt x="479" y="228"/>
                  </a:cubicBezTo>
                  <a:cubicBezTo>
                    <a:pt x="480" y="229"/>
                    <a:pt x="473" y="228"/>
                    <a:pt x="470" y="227"/>
                  </a:cubicBezTo>
                  <a:cubicBezTo>
                    <a:pt x="467" y="226"/>
                    <a:pt x="467" y="223"/>
                    <a:pt x="466" y="222"/>
                  </a:cubicBezTo>
                  <a:cubicBezTo>
                    <a:pt x="466" y="221"/>
                    <a:pt x="468" y="218"/>
                    <a:pt x="468" y="216"/>
                  </a:cubicBezTo>
                  <a:cubicBezTo>
                    <a:pt x="469" y="214"/>
                    <a:pt x="465" y="213"/>
                    <a:pt x="464" y="211"/>
                  </a:cubicBezTo>
                  <a:cubicBezTo>
                    <a:pt x="463" y="210"/>
                    <a:pt x="461" y="207"/>
                    <a:pt x="459" y="208"/>
                  </a:cubicBezTo>
                  <a:cubicBezTo>
                    <a:pt x="457" y="208"/>
                    <a:pt x="449" y="209"/>
                    <a:pt x="447" y="211"/>
                  </a:cubicBezTo>
                  <a:cubicBezTo>
                    <a:pt x="445" y="213"/>
                    <a:pt x="447" y="219"/>
                    <a:pt x="449" y="222"/>
                  </a:cubicBezTo>
                  <a:cubicBezTo>
                    <a:pt x="450" y="225"/>
                    <a:pt x="442" y="229"/>
                    <a:pt x="442" y="232"/>
                  </a:cubicBezTo>
                  <a:cubicBezTo>
                    <a:pt x="442" y="234"/>
                    <a:pt x="439" y="235"/>
                    <a:pt x="436" y="237"/>
                  </a:cubicBezTo>
                  <a:cubicBezTo>
                    <a:pt x="432" y="239"/>
                    <a:pt x="428" y="240"/>
                    <a:pt x="428" y="244"/>
                  </a:cubicBezTo>
                  <a:cubicBezTo>
                    <a:pt x="429" y="247"/>
                    <a:pt x="424" y="245"/>
                    <a:pt x="421" y="244"/>
                  </a:cubicBezTo>
                  <a:cubicBezTo>
                    <a:pt x="419" y="242"/>
                    <a:pt x="416" y="244"/>
                    <a:pt x="412" y="244"/>
                  </a:cubicBezTo>
                  <a:cubicBezTo>
                    <a:pt x="408" y="244"/>
                    <a:pt x="408" y="241"/>
                    <a:pt x="406" y="242"/>
                  </a:cubicBezTo>
                  <a:cubicBezTo>
                    <a:pt x="403" y="243"/>
                    <a:pt x="401" y="241"/>
                    <a:pt x="402" y="239"/>
                  </a:cubicBezTo>
                  <a:cubicBezTo>
                    <a:pt x="402" y="237"/>
                    <a:pt x="406" y="238"/>
                    <a:pt x="406" y="240"/>
                  </a:cubicBezTo>
                  <a:cubicBezTo>
                    <a:pt x="406" y="241"/>
                    <a:pt x="408" y="241"/>
                    <a:pt x="411" y="239"/>
                  </a:cubicBezTo>
                  <a:cubicBezTo>
                    <a:pt x="413" y="238"/>
                    <a:pt x="412" y="241"/>
                    <a:pt x="415" y="241"/>
                  </a:cubicBezTo>
                  <a:cubicBezTo>
                    <a:pt x="419" y="242"/>
                    <a:pt x="417" y="240"/>
                    <a:pt x="419" y="240"/>
                  </a:cubicBezTo>
                  <a:cubicBezTo>
                    <a:pt x="422" y="240"/>
                    <a:pt x="422" y="239"/>
                    <a:pt x="421" y="238"/>
                  </a:cubicBezTo>
                  <a:cubicBezTo>
                    <a:pt x="420" y="237"/>
                    <a:pt x="423" y="236"/>
                    <a:pt x="425" y="235"/>
                  </a:cubicBezTo>
                  <a:cubicBezTo>
                    <a:pt x="427" y="234"/>
                    <a:pt x="426" y="231"/>
                    <a:pt x="427" y="231"/>
                  </a:cubicBezTo>
                  <a:cubicBezTo>
                    <a:pt x="429" y="230"/>
                    <a:pt x="428" y="228"/>
                    <a:pt x="429" y="228"/>
                  </a:cubicBezTo>
                  <a:cubicBezTo>
                    <a:pt x="431" y="228"/>
                    <a:pt x="432" y="225"/>
                    <a:pt x="433" y="225"/>
                  </a:cubicBezTo>
                  <a:cubicBezTo>
                    <a:pt x="435" y="225"/>
                    <a:pt x="436" y="223"/>
                    <a:pt x="435" y="222"/>
                  </a:cubicBezTo>
                  <a:cubicBezTo>
                    <a:pt x="434" y="220"/>
                    <a:pt x="435" y="217"/>
                    <a:pt x="437" y="216"/>
                  </a:cubicBezTo>
                  <a:cubicBezTo>
                    <a:pt x="438" y="216"/>
                    <a:pt x="439" y="214"/>
                    <a:pt x="437" y="213"/>
                  </a:cubicBezTo>
                  <a:cubicBezTo>
                    <a:pt x="436" y="212"/>
                    <a:pt x="431" y="209"/>
                    <a:pt x="431" y="206"/>
                  </a:cubicBezTo>
                  <a:cubicBezTo>
                    <a:pt x="431" y="204"/>
                    <a:pt x="430" y="200"/>
                    <a:pt x="431" y="198"/>
                  </a:cubicBezTo>
                  <a:cubicBezTo>
                    <a:pt x="431" y="196"/>
                    <a:pt x="431" y="193"/>
                    <a:pt x="431" y="191"/>
                  </a:cubicBezTo>
                  <a:cubicBezTo>
                    <a:pt x="430" y="188"/>
                    <a:pt x="432" y="186"/>
                    <a:pt x="433" y="182"/>
                  </a:cubicBezTo>
                  <a:cubicBezTo>
                    <a:pt x="433" y="178"/>
                    <a:pt x="428" y="174"/>
                    <a:pt x="426" y="173"/>
                  </a:cubicBezTo>
                  <a:cubicBezTo>
                    <a:pt x="424" y="172"/>
                    <a:pt x="425" y="170"/>
                    <a:pt x="429" y="167"/>
                  </a:cubicBezTo>
                  <a:cubicBezTo>
                    <a:pt x="432" y="164"/>
                    <a:pt x="432" y="155"/>
                    <a:pt x="432" y="153"/>
                  </a:cubicBezTo>
                  <a:cubicBezTo>
                    <a:pt x="432" y="151"/>
                    <a:pt x="425" y="150"/>
                    <a:pt x="422" y="150"/>
                  </a:cubicBezTo>
                  <a:cubicBezTo>
                    <a:pt x="419" y="150"/>
                    <a:pt x="409" y="150"/>
                    <a:pt x="407" y="149"/>
                  </a:cubicBezTo>
                  <a:cubicBezTo>
                    <a:pt x="404" y="149"/>
                    <a:pt x="403" y="151"/>
                    <a:pt x="402" y="154"/>
                  </a:cubicBezTo>
                  <a:cubicBezTo>
                    <a:pt x="401" y="156"/>
                    <a:pt x="398" y="160"/>
                    <a:pt x="397" y="165"/>
                  </a:cubicBezTo>
                  <a:cubicBezTo>
                    <a:pt x="395" y="170"/>
                    <a:pt x="389" y="172"/>
                    <a:pt x="386" y="173"/>
                  </a:cubicBezTo>
                  <a:cubicBezTo>
                    <a:pt x="383" y="174"/>
                    <a:pt x="382" y="178"/>
                    <a:pt x="383" y="180"/>
                  </a:cubicBezTo>
                  <a:cubicBezTo>
                    <a:pt x="384" y="182"/>
                    <a:pt x="386" y="181"/>
                    <a:pt x="387" y="181"/>
                  </a:cubicBezTo>
                  <a:cubicBezTo>
                    <a:pt x="389" y="182"/>
                    <a:pt x="387" y="187"/>
                    <a:pt x="386" y="188"/>
                  </a:cubicBezTo>
                  <a:cubicBezTo>
                    <a:pt x="386" y="188"/>
                    <a:pt x="388" y="190"/>
                    <a:pt x="386" y="192"/>
                  </a:cubicBezTo>
                  <a:cubicBezTo>
                    <a:pt x="384" y="193"/>
                    <a:pt x="382" y="196"/>
                    <a:pt x="383" y="197"/>
                  </a:cubicBezTo>
                  <a:cubicBezTo>
                    <a:pt x="384" y="198"/>
                    <a:pt x="390" y="199"/>
                    <a:pt x="393" y="201"/>
                  </a:cubicBezTo>
                  <a:cubicBezTo>
                    <a:pt x="395" y="202"/>
                    <a:pt x="394" y="205"/>
                    <a:pt x="396" y="207"/>
                  </a:cubicBezTo>
                  <a:cubicBezTo>
                    <a:pt x="398" y="210"/>
                    <a:pt x="400" y="208"/>
                    <a:pt x="401" y="210"/>
                  </a:cubicBezTo>
                  <a:cubicBezTo>
                    <a:pt x="402" y="211"/>
                    <a:pt x="398" y="217"/>
                    <a:pt x="396" y="218"/>
                  </a:cubicBezTo>
                  <a:cubicBezTo>
                    <a:pt x="394" y="218"/>
                    <a:pt x="388" y="211"/>
                    <a:pt x="386" y="210"/>
                  </a:cubicBezTo>
                  <a:cubicBezTo>
                    <a:pt x="384" y="208"/>
                    <a:pt x="377" y="206"/>
                    <a:pt x="373" y="204"/>
                  </a:cubicBezTo>
                  <a:cubicBezTo>
                    <a:pt x="370" y="202"/>
                    <a:pt x="367" y="203"/>
                    <a:pt x="363" y="200"/>
                  </a:cubicBezTo>
                  <a:cubicBezTo>
                    <a:pt x="359" y="197"/>
                    <a:pt x="355" y="196"/>
                    <a:pt x="348" y="196"/>
                  </a:cubicBezTo>
                  <a:cubicBezTo>
                    <a:pt x="340" y="196"/>
                    <a:pt x="336" y="194"/>
                    <a:pt x="333" y="195"/>
                  </a:cubicBezTo>
                  <a:cubicBezTo>
                    <a:pt x="331" y="195"/>
                    <a:pt x="332" y="192"/>
                    <a:pt x="327" y="190"/>
                  </a:cubicBezTo>
                  <a:cubicBezTo>
                    <a:pt x="323" y="188"/>
                    <a:pt x="320" y="186"/>
                    <a:pt x="317" y="187"/>
                  </a:cubicBezTo>
                  <a:cubicBezTo>
                    <a:pt x="315" y="188"/>
                    <a:pt x="316" y="193"/>
                    <a:pt x="320" y="194"/>
                  </a:cubicBezTo>
                  <a:cubicBezTo>
                    <a:pt x="324" y="194"/>
                    <a:pt x="322" y="196"/>
                    <a:pt x="326" y="196"/>
                  </a:cubicBezTo>
                  <a:cubicBezTo>
                    <a:pt x="330" y="196"/>
                    <a:pt x="331" y="197"/>
                    <a:pt x="331" y="200"/>
                  </a:cubicBezTo>
                  <a:cubicBezTo>
                    <a:pt x="331" y="202"/>
                    <a:pt x="333" y="205"/>
                    <a:pt x="334" y="206"/>
                  </a:cubicBezTo>
                  <a:cubicBezTo>
                    <a:pt x="336" y="208"/>
                    <a:pt x="335" y="211"/>
                    <a:pt x="332" y="211"/>
                  </a:cubicBezTo>
                  <a:cubicBezTo>
                    <a:pt x="329" y="211"/>
                    <a:pt x="325" y="211"/>
                    <a:pt x="326" y="214"/>
                  </a:cubicBezTo>
                  <a:cubicBezTo>
                    <a:pt x="328" y="216"/>
                    <a:pt x="326" y="216"/>
                    <a:pt x="322" y="215"/>
                  </a:cubicBezTo>
                  <a:cubicBezTo>
                    <a:pt x="319" y="214"/>
                    <a:pt x="321" y="212"/>
                    <a:pt x="322" y="210"/>
                  </a:cubicBezTo>
                  <a:cubicBezTo>
                    <a:pt x="324" y="209"/>
                    <a:pt x="319" y="208"/>
                    <a:pt x="317" y="207"/>
                  </a:cubicBezTo>
                  <a:cubicBezTo>
                    <a:pt x="315" y="206"/>
                    <a:pt x="307" y="212"/>
                    <a:pt x="305" y="213"/>
                  </a:cubicBezTo>
                  <a:cubicBezTo>
                    <a:pt x="303" y="214"/>
                    <a:pt x="297" y="212"/>
                    <a:pt x="292" y="213"/>
                  </a:cubicBezTo>
                  <a:cubicBezTo>
                    <a:pt x="286" y="214"/>
                    <a:pt x="286" y="219"/>
                    <a:pt x="284" y="218"/>
                  </a:cubicBezTo>
                  <a:cubicBezTo>
                    <a:pt x="282" y="218"/>
                    <a:pt x="276" y="219"/>
                    <a:pt x="273" y="218"/>
                  </a:cubicBezTo>
                  <a:cubicBezTo>
                    <a:pt x="271" y="216"/>
                    <a:pt x="273" y="215"/>
                    <a:pt x="275" y="215"/>
                  </a:cubicBezTo>
                  <a:cubicBezTo>
                    <a:pt x="278" y="216"/>
                    <a:pt x="279" y="215"/>
                    <a:pt x="277" y="213"/>
                  </a:cubicBezTo>
                  <a:cubicBezTo>
                    <a:pt x="276" y="211"/>
                    <a:pt x="279" y="209"/>
                    <a:pt x="279" y="208"/>
                  </a:cubicBezTo>
                  <a:cubicBezTo>
                    <a:pt x="279" y="206"/>
                    <a:pt x="270" y="210"/>
                    <a:pt x="268" y="211"/>
                  </a:cubicBezTo>
                  <a:cubicBezTo>
                    <a:pt x="266" y="212"/>
                    <a:pt x="268" y="215"/>
                    <a:pt x="266" y="215"/>
                  </a:cubicBezTo>
                  <a:cubicBezTo>
                    <a:pt x="265" y="216"/>
                    <a:pt x="265" y="214"/>
                    <a:pt x="263" y="213"/>
                  </a:cubicBezTo>
                  <a:cubicBezTo>
                    <a:pt x="261" y="213"/>
                    <a:pt x="247" y="216"/>
                    <a:pt x="244" y="219"/>
                  </a:cubicBezTo>
                  <a:cubicBezTo>
                    <a:pt x="242" y="222"/>
                    <a:pt x="237" y="222"/>
                    <a:pt x="237" y="223"/>
                  </a:cubicBezTo>
                  <a:cubicBezTo>
                    <a:pt x="237" y="225"/>
                    <a:pt x="230" y="225"/>
                    <a:pt x="228" y="226"/>
                  </a:cubicBezTo>
                  <a:cubicBezTo>
                    <a:pt x="225" y="227"/>
                    <a:pt x="227" y="232"/>
                    <a:pt x="226" y="235"/>
                  </a:cubicBezTo>
                  <a:cubicBezTo>
                    <a:pt x="225" y="237"/>
                    <a:pt x="215" y="236"/>
                    <a:pt x="212" y="236"/>
                  </a:cubicBezTo>
                  <a:cubicBezTo>
                    <a:pt x="209" y="237"/>
                    <a:pt x="208" y="231"/>
                    <a:pt x="206" y="230"/>
                  </a:cubicBezTo>
                  <a:cubicBezTo>
                    <a:pt x="204" y="230"/>
                    <a:pt x="205" y="227"/>
                    <a:pt x="206" y="225"/>
                  </a:cubicBezTo>
                  <a:cubicBezTo>
                    <a:pt x="207" y="224"/>
                    <a:pt x="208" y="225"/>
                    <a:pt x="211" y="223"/>
                  </a:cubicBezTo>
                  <a:cubicBezTo>
                    <a:pt x="214" y="221"/>
                    <a:pt x="217" y="224"/>
                    <a:pt x="219" y="223"/>
                  </a:cubicBezTo>
                  <a:cubicBezTo>
                    <a:pt x="220" y="221"/>
                    <a:pt x="214" y="218"/>
                    <a:pt x="214" y="215"/>
                  </a:cubicBezTo>
                  <a:cubicBezTo>
                    <a:pt x="213" y="212"/>
                    <a:pt x="207" y="211"/>
                    <a:pt x="203" y="212"/>
                  </a:cubicBezTo>
                  <a:cubicBezTo>
                    <a:pt x="200" y="213"/>
                    <a:pt x="196" y="212"/>
                    <a:pt x="193" y="211"/>
                  </a:cubicBezTo>
                  <a:cubicBezTo>
                    <a:pt x="191" y="210"/>
                    <a:pt x="191" y="213"/>
                    <a:pt x="195" y="214"/>
                  </a:cubicBezTo>
                  <a:cubicBezTo>
                    <a:pt x="199" y="215"/>
                    <a:pt x="197" y="218"/>
                    <a:pt x="197" y="220"/>
                  </a:cubicBezTo>
                  <a:cubicBezTo>
                    <a:pt x="198" y="222"/>
                    <a:pt x="196" y="226"/>
                    <a:pt x="194" y="229"/>
                  </a:cubicBezTo>
                  <a:cubicBezTo>
                    <a:pt x="192" y="232"/>
                    <a:pt x="194" y="232"/>
                    <a:pt x="197" y="232"/>
                  </a:cubicBezTo>
                  <a:cubicBezTo>
                    <a:pt x="200" y="231"/>
                    <a:pt x="200" y="236"/>
                    <a:pt x="200" y="239"/>
                  </a:cubicBezTo>
                  <a:cubicBezTo>
                    <a:pt x="200" y="242"/>
                    <a:pt x="197" y="243"/>
                    <a:pt x="197" y="245"/>
                  </a:cubicBezTo>
                  <a:cubicBezTo>
                    <a:pt x="197" y="247"/>
                    <a:pt x="195" y="244"/>
                    <a:pt x="194" y="245"/>
                  </a:cubicBezTo>
                  <a:cubicBezTo>
                    <a:pt x="193" y="246"/>
                    <a:pt x="192" y="244"/>
                    <a:pt x="191" y="242"/>
                  </a:cubicBezTo>
                  <a:cubicBezTo>
                    <a:pt x="191" y="240"/>
                    <a:pt x="186" y="242"/>
                    <a:pt x="183" y="241"/>
                  </a:cubicBezTo>
                  <a:cubicBezTo>
                    <a:pt x="181" y="240"/>
                    <a:pt x="180" y="241"/>
                    <a:pt x="178" y="243"/>
                  </a:cubicBezTo>
                  <a:cubicBezTo>
                    <a:pt x="177" y="245"/>
                    <a:pt x="173" y="246"/>
                    <a:pt x="171" y="246"/>
                  </a:cubicBezTo>
                  <a:cubicBezTo>
                    <a:pt x="169" y="247"/>
                    <a:pt x="165" y="251"/>
                    <a:pt x="163" y="252"/>
                  </a:cubicBezTo>
                  <a:cubicBezTo>
                    <a:pt x="161" y="253"/>
                    <a:pt x="161" y="256"/>
                    <a:pt x="164" y="259"/>
                  </a:cubicBezTo>
                  <a:cubicBezTo>
                    <a:pt x="167" y="262"/>
                    <a:pt x="167" y="264"/>
                    <a:pt x="167" y="265"/>
                  </a:cubicBezTo>
                  <a:cubicBezTo>
                    <a:pt x="167" y="267"/>
                    <a:pt x="159" y="266"/>
                    <a:pt x="158" y="265"/>
                  </a:cubicBezTo>
                  <a:cubicBezTo>
                    <a:pt x="156" y="263"/>
                    <a:pt x="151" y="262"/>
                    <a:pt x="149" y="263"/>
                  </a:cubicBezTo>
                  <a:cubicBezTo>
                    <a:pt x="147" y="263"/>
                    <a:pt x="143" y="257"/>
                    <a:pt x="140" y="257"/>
                  </a:cubicBezTo>
                  <a:cubicBezTo>
                    <a:pt x="138" y="257"/>
                    <a:pt x="136" y="260"/>
                    <a:pt x="135" y="262"/>
                  </a:cubicBezTo>
                  <a:cubicBezTo>
                    <a:pt x="134" y="263"/>
                    <a:pt x="136" y="264"/>
                    <a:pt x="138" y="266"/>
                  </a:cubicBezTo>
                  <a:cubicBezTo>
                    <a:pt x="139" y="269"/>
                    <a:pt x="143" y="269"/>
                    <a:pt x="145" y="269"/>
                  </a:cubicBezTo>
                  <a:cubicBezTo>
                    <a:pt x="148" y="269"/>
                    <a:pt x="147" y="273"/>
                    <a:pt x="146" y="274"/>
                  </a:cubicBezTo>
                  <a:cubicBezTo>
                    <a:pt x="145" y="276"/>
                    <a:pt x="141" y="277"/>
                    <a:pt x="140" y="275"/>
                  </a:cubicBezTo>
                  <a:cubicBezTo>
                    <a:pt x="139" y="274"/>
                    <a:pt x="134" y="275"/>
                    <a:pt x="134" y="273"/>
                  </a:cubicBezTo>
                  <a:cubicBezTo>
                    <a:pt x="134" y="271"/>
                    <a:pt x="130" y="268"/>
                    <a:pt x="126" y="269"/>
                  </a:cubicBezTo>
                  <a:cubicBezTo>
                    <a:pt x="123" y="270"/>
                    <a:pt x="122" y="267"/>
                    <a:pt x="122" y="264"/>
                  </a:cubicBezTo>
                  <a:cubicBezTo>
                    <a:pt x="122" y="261"/>
                    <a:pt x="120" y="260"/>
                    <a:pt x="120" y="259"/>
                  </a:cubicBezTo>
                  <a:cubicBezTo>
                    <a:pt x="120" y="257"/>
                    <a:pt x="119" y="255"/>
                    <a:pt x="121" y="253"/>
                  </a:cubicBezTo>
                  <a:cubicBezTo>
                    <a:pt x="122" y="252"/>
                    <a:pt x="121" y="250"/>
                    <a:pt x="121" y="248"/>
                  </a:cubicBezTo>
                  <a:cubicBezTo>
                    <a:pt x="121" y="246"/>
                    <a:pt x="118" y="244"/>
                    <a:pt x="115" y="244"/>
                  </a:cubicBezTo>
                  <a:cubicBezTo>
                    <a:pt x="112" y="244"/>
                    <a:pt x="113" y="241"/>
                    <a:pt x="110" y="240"/>
                  </a:cubicBezTo>
                  <a:cubicBezTo>
                    <a:pt x="108" y="240"/>
                    <a:pt x="103" y="235"/>
                    <a:pt x="102" y="234"/>
                  </a:cubicBezTo>
                  <a:cubicBezTo>
                    <a:pt x="102" y="232"/>
                    <a:pt x="98" y="232"/>
                    <a:pt x="99" y="231"/>
                  </a:cubicBezTo>
                  <a:cubicBezTo>
                    <a:pt x="101" y="230"/>
                    <a:pt x="104" y="231"/>
                    <a:pt x="106" y="233"/>
                  </a:cubicBezTo>
                  <a:cubicBezTo>
                    <a:pt x="108" y="235"/>
                    <a:pt x="111" y="237"/>
                    <a:pt x="117" y="238"/>
                  </a:cubicBezTo>
                  <a:cubicBezTo>
                    <a:pt x="123" y="239"/>
                    <a:pt x="125" y="241"/>
                    <a:pt x="131" y="242"/>
                  </a:cubicBezTo>
                  <a:cubicBezTo>
                    <a:pt x="137" y="244"/>
                    <a:pt x="141" y="244"/>
                    <a:pt x="150" y="246"/>
                  </a:cubicBezTo>
                  <a:cubicBezTo>
                    <a:pt x="159" y="247"/>
                    <a:pt x="171" y="238"/>
                    <a:pt x="173" y="235"/>
                  </a:cubicBezTo>
                  <a:cubicBezTo>
                    <a:pt x="176" y="233"/>
                    <a:pt x="172" y="228"/>
                    <a:pt x="172" y="226"/>
                  </a:cubicBezTo>
                  <a:cubicBezTo>
                    <a:pt x="172" y="224"/>
                    <a:pt x="168" y="224"/>
                    <a:pt x="168" y="222"/>
                  </a:cubicBezTo>
                  <a:cubicBezTo>
                    <a:pt x="167" y="221"/>
                    <a:pt x="165" y="218"/>
                    <a:pt x="161" y="218"/>
                  </a:cubicBezTo>
                  <a:cubicBezTo>
                    <a:pt x="158" y="218"/>
                    <a:pt x="157" y="214"/>
                    <a:pt x="154" y="215"/>
                  </a:cubicBezTo>
                  <a:cubicBezTo>
                    <a:pt x="152" y="215"/>
                    <a:pt x="150" y="213"/>
                    <a:pt x="143" y="209"/>
                  </a:cubicBezTo>
                  <a:cubicBezTo>
                    <a:pt x="136" y="204"/>
                    <a:pt x="126" y="200"/>
                    <a:pt x="124" y="201"/>
                  </a:cubicBezTo>
                  <a:cubicBezTo>
                    <a:pt x="122" y="202"/>
                    <a:pt x="121" y="203"/>
                    <a:pt x="120" y="201"/>
                  </a:cubicBezTo>
                  <a:cubicBezTo>
                    <a:pt x="119" y="199"/>
                    <a:pt x="116" y="199"/>
                    <a:pt x="114" y="201"/>
                  </a:cubicBezTo>
                  <a:cubicBezTo>
                    <a:pt x="112" y="202"/>
                    <a:pt x="110" y="199"/>
                    <a:pt x="107" y="200"/>
                  </a:cubicBezTo>
                  <a:cubicBezTo>
                    <a:pt x="103" y="201"/>
                    <a:pt x="101" y="199"/>
                    <a:pt x="102" y="198"/>
                  </a:cubicBezTo>
                  <a:cubicBezTo>
                    <a:pt x="103" y="196"/>
                    <a:pt x="108" y="197"/>
                    <a:pt x="108" y="196"/>
                  </a:cubicBezTo>
                  <a:cubicBezTo>
                    <a:pt x="108" y="194"/>
                    <a:pt x="106" y="196"/>
                    <a:pt x="103" y="193"/>
                  </a:cubicBezTo>
                  <a:cubicBezTo>
                    <a:pt x="99" y="191"/>
                    <a:pt x="98" y="193"/>
                    <a:pt x="97" y="195"/>
                  </a:cubicBezTo>
                  <a:cubicBezTo>
                    <a:pt x="96" y="196"/>
                    <a:pt x="94" y="196"/>
                    <a:pt x="92" y="194"/>
                  </a:cubicBezTo>
                  <a:cubicBezTo>
                    <a:pt x="92" y="194"/>
                    <a:pt x="92" y="194"/>
                    <a:pt x="91" y="194"/>
                  </a:cubicBezTo>
                  <a:cubicBezTo>
                    <a:pt x="91" y="197"/>
                    <a:pt x="89" y="197"/>
                    <a:pt x="87" y="197"/>
                  </a:cubicBezTo>
                  <a:cubicBezTo>
                    <a:pt x="85" y="196"/>
                    <a:pt x="83" y="200"/>
                    <a:pt x="81" y="200"/>
                  </a:cubicBezTo>
                  <a:cubicBezTo>
                    <a:pt x="78" y="200"/>
                    <a:pt x="76" y="203"/>
                    <a:pt x="75" y="205"/>
                  </a:cubicBezTo>
                  <a:cubicBezTo>
                    <a:pt x="75" y="207"/>
                    <a:pt x="72" y="206"/>
                    <a:pt x="72" y="207"/>
                  </a:cubicBezTo>
                  <a:cubicBezTo>
                    <a:pt x="72" y="208"/>
                    <a:pt x="72" y="210"/>
                    <a:pt x="71" y="211"/>
                  </a:cubicBezTo>
                  <a:cubicBezTo>
                    <a:pt x="70" y="213"/>
                    <a:pt x="71" y="213"/>
                    <a:pt x="72" y="216"/>
                  </a:cubicBezTo>
                  <a:cubicBezTo>
                    <a:pt x="73" y="218"/>
                    <a:pt x="76" y="218"/>
                    <a:pt x="77" y="219"/>
                  </a:cubicBezTo>
                  <a:cubicBezTo>
                    <a:pt x="78" y="219"/>
                    <a:pt x="83" y="223"/>
                    <a:pt x="83" y="225"/>
                  </a:cubicBezTo>
                  <a:cubicBezTo>
                    <a:pt x="83" y="226"/>
                    <a:pt x="79" y="230"/>
                    <a:pt x="78" y="231"/>
                  </a:cubicBezTo>
                  <a:cubicBezTo>
                    <a:pt x="76" y="232"/>
                    <a:pt x="75" y="234"/>
                    <a:pt x="75" y="235"/>
                  </a:cubicBezTo>
                  <a:cubicBezTo>
                    <a:pt x="76" y="237"/>
                    <a:pt x="80" y="243"/>
                    <a:pt x="83" y="247"/>
                  </a:cubicBezTo>
                  <a:cubicBezTo>
                    <a:pt x="86" y="252"/>
                    <a:pt x="82" y="250"/>
                    <a:pt x="80" y="252"/>
                  </a:cubicBezTo>
                  <a:cubicBezTo>
                    <a:pt x="79" y="254"/>
                    <a:pt x="81" y="257"/>
                    <a:pt x="82" y="258"/>
                  </a:cubicBezTo>
                  <a:cubicBezTo>
                    <a:pt x="82" y="260"/>
                    <a:pt x="80" y="260"/>
                    <a:pt x="80" y="261"/>
                  </a:cubicBezTo>
                  <a:cubicBezTo>
                    <a:pt x="80" y="262"/>
                    <a:pt x="84" y="262"/>
                    <a:pt x="84" y="263"/>
                  </a:cubicBezTo>
                  <a:cubicBezTo>
                    <a:pt x="84" y="264"/>
                    <a:pt x="81" y="266"/>
                    <a:pt x="83" y="267"/>
                  </a:cubicBezTo>
                  <a:cubicBezTo>
                    <a:pt x="84" y="269"/>
                    <a:pt x="87" y="269"/>
                    <a:pt x="87" y="272"/>
                  </a:cubicBezTo>
                  <a:cubicBezTo>
                    <a:pt x="87" y="274"/>
                    <a:pt x="82" y="274"/>
                    <a:pt x="82" y="276"/>
                  </a:cubicBezTo>
                  <a:cubicBezTo>
                    <a:pt x="82" y="278"/>
                    <a:pt x="89" y="281"/>
                    <a:pt x="92" y="284"/>
                  </a:cubicBezTo>
                  <a:cubicBezTo>
                    <a:pt x="95" y="288"/>
                    <a:pt x="95" y="289"/>
                    <a:pt x="94" y="291"/>
                  </a:cubicBezTo>
                  <a:cubicBezTo>
                    <a:pt x="93" y="294"/>
                    <a:pt x="84" y="298"/>
                    <a:pt x="82" y="302"/>
                  </a:cubicBezTo>
                  <a:cubicBezTo>
                    <a:pt x="80" y="306"/>
                    <a:pt x="73" y="309"/>
                    <a:pt x="70" y="312"/>
                  </a:cubicBezTo>
                  <a:cubicBezTo>
                    <a:pt x="69" y="313"/>
                    <a:pt x="67" y="315"/>
                    <a:pt x="66" y="317"/>
                  </a:cubicBezTo>
                  <a:cubicBezTo>
                    <a:pt x="68" y="316"/>
                    <a:pt x="69" y="316"/>
                    <a:pt x="70" y="316"/>
                  </a:cubicBezTo>
                  <a:cubicBezTo>
                    <a:pt x="71" y="315"/>
                    <a:pt x="73" y="319"/>
                    <a:pt x="75" y="321"/>
                  </a:cubicBezTo>
                  <a:cubicBezTo>
                    <a:pt x="77" y="322"/>
                    <a:pt x="80" y="321"/>
                    <a:pt x="82" y="322"/>
                  </a:cubicBezTo>
                  <a:cubicBezTo>
                    <a:pt x="83" y="324"/>
                    <a:pt x="81" y="324"/>
                    <a:pt x="78" y="323"/>
                  </a:cubicBezTo>
                  <a:cubicBezTo>
                    <a:pt x="75" y="323"/>
                    <a:pt x="74" y="325"/>
                    <a:pt x="70" y="326"/>
                  </a:cubicBezTo>
                  <a:cubicBezTo>
                    <a:pt x="67" y="327"/>
                    <a:pt x="67" y="328"/>
                    <a:pt x="66" y="329"/>
                  </a:cubicBezTo>
                  <a:cubicBezTo>
                    <a:pt x="68" y="332"/>
                    <a:pt x="66" y="332"/>
                    <a:pt x="65" y="334"/>
                  </a:cubicBezTo>
                  <a:cubicBezTo>
                    <a:pt x="63" y="337"/>
                    <a:pt x="62" y="337"/>
                    <a:pt x="62" y="339"/>
                  </a:cubicBezTo>
                  <a:cubicBezTo>
                    <a:pt x="62" y="340"/>
                    <a:pt x="62" y="341"/>
                    <a:pt x="62" y="343"/>
                  </a:cubicBezTo>
                  <a:cubicBezTo>
                    <a:pt x="63" y="345"/>
                    <a:pt x="63" y="346"/>
                    <a:pt x="64" y="347"/>
                  </a:cubicBezTo>
                  <a:cubicBezTo>
                    <a:pt x="65" y="349"/>
                    <a:pt x="63" y="349"/>
                    <a:pt x="62" y="350"/>
                  </a:cubicBezTo>
                  <a:cubicBezTo>
                    <a:pt x="61" y="351"/>
                    <a:pt x="62" y="353"/>
                    <a:pt x="63" y="354"/>
                  </a:cubicBezTo>
                  <a:cubicBezTo>
                    <a:pt x="65" y="356"/>
                    <a:pt x="65" y="358"/>
                    <a:pt x="64" y="359"/>
                  </a:cubicBezTo>
                  <a:cubicBezTo>
                    <a:pt x="63" y="360"/>
                    <a:pt x="65" y="362"/>
                    <a:pt x="67" y="364"/>
                  </a:cubicBezTo>
                  <a:cubicBezTo>
                    <a:pt x="68" y="365"/>
                    <a:pt x="68" y="368"/>
                    <a:pt x="69" y="369"/>
                  </a:cubicBezTo>
                  <a:cubicBezTo>
                    <a:pt x="70" y="370"/>
                    <a:pt x="71" y="371"/>
                    <a:pt x="73" y="370"/>
                  </a:cubicBezTo>
                  <a:cubicBezTo>
                    <a:pt x="75" y="370"/>
                    <a:pt x="76" y="371"/>
                    <a:pt x="77" y="372"/>
                  </a:cubicBezTo>
                  <a:cubicBezTo>
                    <a:pt x="78" y="374"/>
                    <a:pt x="79" y="373"/>
                    <a:pt x="81" y="372"/>
                  </a:cubicBezTo>
                  <a:cubicBezTo>
                    <a:pt x="83" y="371"/>
                    <a:pt x="88" y="374"/>
                    <a:pt x="89" y="374"/>
                  </a:cubicBezTo>
                  <a:cubicBezTo>
                    <a:pt x="90" y="375"/>
                    <a:pt x="89" y="378"/>
                    <a:pt x="90" y="380"/>
                  </a:cubicBezTo>
                  <a:cubicBezTo>
                    <a:pt x="90" y="382"/>
                    <a:pt x="88" y="384"/>
                    <a:pt x="90" y="386"/>
                  </a:cubicBezTo>
                  <a:cubicBezTo>
                    <a:pt x="92" y="387"/>
                    <a:pt x="92" y="390"/>
                    <a:pt x="94" y="391"/>
                  </a:cubicBezTo>
                  <a:cubicBezTo>
                    <a:pt x="96" y="392"/>
                    <a:pt x="97" y="395"/>
                    <a:pt x="99" y="395"/>
                  </a:cubicBezTo>
                  <a:cubicBezTo>
                    <a:pt x="100" y="395"/>
                    <a:pt x="103" y="398"/>
                    <a:pt x="103" y="399"/>
                  </a:cubicBezTo>
                  <a:cubicBezTo>
                    <a:pt x="104" y="401"/>
                    <a:pt x="101" y="402"/>
                    <a:pt x="99" y="403"/>
                  </a:cubicBezTo>
                  <a:cubicBezTo>
                    <a:pt x="98" y="404"/>
                    <a:pt x="95" y="401"/>
                    <a:pt x="93" y="402"/>
                  </a:cubicBezTo>
                  <a:cubicBezTo>
                    <a:pt x="92" y="403"/>
                    <a:pt x="94" y="406"/>
                    <a:pt x="95" y="410"/>
                  </a:cubicBezTo>
                  <a:cubicBezTo>
                    <a:pt x="96" y="413"/>
                    <a:pt x="96" y="414"/>
                    <a:pt x="98" y="414"/>
                  </a:cubicBezTo>
                  <a:cubicBezTo>
                    <a:pt x="100" y="414"/>
                    <a:pt x="101" y="413"/>
                    <a:pt x="102" y="412"/>
                  </a:cubicBezTo>
                  <a:cubicBezTo>
                    <a:pt x="103" y="411"/>
                    <a:pt x="106" y="412"/>
                    <a:pt x="107" y="412"/>
                  </a:cubicBezTo>
                  <a:cubicBezTo>
                    <a:pt x="108" y="411"/>
                    <a:pt x="113" y="411"/>
                    <a:pt x="114" y="412"/>
                  </a:cubicBezTo>
                  <a:cubicBezTo>
                    <a:pt x="115" y="414"/>
                    <a:pt x="116" y="417"/>
                    <a:pt x="115" y="418"/>
                  </a:cubicBezTo>
                  <a:cubicBezTo>
                    <a:pt x="114" y="420"/>
                    <a:pt x="116" y="421"/>
                    <a:pt x="117" y="423"/>
                  </a:cubicBezTo>
                  <a:cubicBezTo>
                    <a:pt x="118" y="425"/>
                    <a:pt x="121" y="424"/>
                    <a:pt x="123" y="424"/>
                  </a:cubicBezTo>
                  <a:cubicBezTo>
                    <a:pt x="124" y="425"/>
                    <a:pt x="127" y="429"/>
                    <a:pt x="126" y="431"/>
                  </a:cubicBezTo>
                  <a:cubicBezTo>
                    <a:pt x="126" y="432"/>
                    <a:pt x="128" y="433"/>
                    <a:pt x="129" y="432"/>
                  </a:cubicBezTo>
                  <a:cubicBezTo>
                    <a:pt x="130" y="432"/>
                    <a:pt x="132" y="433"/>
                    <a:pt x="133" y="434"/>
                  </a:cubicBezTo>
                  <a:cubicBezTo>
                    <a:pt x="134" y="435"/>
                    <a:pt x="136" y="434"/>
                    <a:pt x="137" y="434"/>
                  </a:cubicBezTo>
                  <a:cubicBezTo>
                    <a:pt x="139" y="433"/>
                    <a:pt x="141" y="432"/>
                    <a:pt x="142" y="433"/>
                  </a:cubicBezTo>
                  <a:cubicBezTo>
                    <a:pt x="142" y="434"/>
                    <a:pt x="145" y="437"/>
                    <a:pt x="145" y="438"/>
                  </a:cubicBezTo>
                  <a:cubicBezTo>
                    <a:pt x="145" y="438"/>
                    <a:pt x="150" y="438"/>
                    <a:pt x="152" y="439"/>
                  </a:cubicBezTo>
                  <a:cubicBezTo>
                    <a:pt x="154" y="440"/>
                    <a:pt x="156" y="439"/>
                    <a:pt x="159" y="440"/>
                  </a:cubicBezTo>
                  <a:cubicBezTo>
                    <a:pt x="161" y="442"/>
                    <a:pt x="163" y="442"/>
                    <a:pt x="163" y="443"/>
                  </a:cubicBezTo>
                  <a:cubicBezTo>
                    <a:pt x="163" y="445"/>
                    <a:pt x="161" y="446"/>
                    <a:pt x="161" y="447"/>
                  </a:cubicBezTo>
                  <a:cubicBezTo>
                    <a:pt x="161" y="447"/>
                    <a:pt x="163" y="448"/>
                    <a:pt x="163" y="449"/>
                  </a:cubicBezTo>
                  <a:cubicBezTo>
                    <a:pt x="163" y="450"/>
                    <a:pt x="160" y="450"/>
                    <a:pt x="160" y="451"/>
                  </a:cubicBezTo>
                  <a:cubicBezTo>
                    <a:pt x="160" y="452"/>
                    <a:pt x="161" y="453"/>
                    <a:pt x="162" y="454"/>
                  </a:cubicBezTo>
                  <a:cubicBezTo>
                    <a:pt x="162" y="455"/>
                    <a:pt x="160" y="458"/>
                    <a:pt x="160" y="459"/>
                  </a:cubicBezTo>
                  <a:cubicBezTo>
                    <a:pt x="160" y="460"/>
                    <a:pt x="155" y="459"/>
                    <a:pt x="154" y="459"/>
                  </a:cubicBezTo>
                  <a:cubicBezTo>
                    <a:pt x="152" y="459"/>
                    <a:pt x="149" y="463"/>
                    <a:pt x="147" y="463"/>
                  </a:cubicBezTo>
                  <a:cubicBezTo>
                    <a:pt x="146" y="463"/>
                    <a:pt x="147" y="465"/>
                    <a:pt x="147" y="467"/>
                  </a:cubicBezTo>
                  <a:cubicBezTo>
                    <a:pt x="151" y="466"/>
                    <a:pt x="155" y="466"/>
                    <a:pt x="156" y="466"/>
                  </a:cubicBezTo>
                  <a:cubicBezTo>
                    <a:pt x="156" y="468"/>
                    <a:pt x="147" y="472"/>
                    <a:pt x="146" y="472"/>
                  </a:cubicBezTo>
                  <a:cubicBezTo>
                    <a:pt x="144" y="473"/>
                    <a:pt x="149" y="475"/>
                    <a:pt x="149" y="477"/>
                  </a:cubicBezTo>
                  <a:cubicBezTo>
                    <a:pt x="149" y="478"/>
                    <a:pt x="143" y="479"/>
                    <a:pt x="144" y="481"/>
                  </a:cubicBezTo>
                  <a:cubicBezTo>
                    <a:pt x="144" y="484"/>
                    <a:pt x="142" y="485"/>
                    <a:pt x="139" y="485"/>
                  </a:cubicBezTo>
                  <a:cubicBezTo>
                    <a:pt x="137" y="485"/>
                    <a:pt x="136" y="487"/>
                    <a:pt x="137" y="487"/>
                  </a:cubicBezTo>
                  <a:cubicBezTo>
                    <a:pt x="139" y="487"/>
                    <a:pt x="139" y="491"/>
                    <a:pt x="144" y="492"/>
                  </a:cubicBezTo>
                  <a:cubicBezTo>
                    <a:pt x="149" y="493"/>
                    <a:pt x="154" y="498"/>
                    <a:pt x="159" y="503"/>
                  </a:cubicBezTo>
                  <a:cubicBezTo>
                    <a:pt x="159" y="503"/>
                    <a:pt x="160" y="504"/>
                    <a:pt x="161" y="504"/>
                  </a:cubicBezTo>
                  <a:cubicBezTo>
                    <a:pt x="162" y="504"/>
                    <a:pt x="163" y="503"/>
                    <a:pt x="164" y="503"/>
                  </a:cubicBezTo>
                  <a:cubicBezTo>
                    <a:pt x="166" y="503"/>
                    <a:pt x="171" y="504"/>
                    <a:pt x="173" y="506"/>
                  </a:cubicBezTo>
                  <a:cubicBezTo>
                    <a:pt x="176" y="508"/>
                    <a:pt x="185" y="505"/>
                    <a:pt x="186" y="507"/>
                  </a:cubicBezTo>
                  <a:cubicBezTo>
                    <a:pt x="187" y="508"/>
                    <a:pt x="189" y="510"/>
                    <a:pt x="191" y="510"/>
                  </a:cubicBezTo>
                  <a:cubicBezTo>
                    <a:pt x="193" y="510"/>
                    <a:pt x="194" y="514"/>
                    <a:pt x="196" y="513"/>
                  </a:cubicBezTo>
                  <a:cubicBezTo>
                    <a:pt x="197" y="512"/>
                    <a:pt x="203" y="512"/>
                    <a:pt x="204" y="512"/>
                  </a:cubicBezTo>
                  <a:cubicBezTo>
                    <a:pt x="205" y="512"/>
                    <a:pt x="205" y="513"/>
                    <a:pt x="207" y="513"/>
                  </a:cubicBezTo>
                  <a:cubicBezTo>
                    <a:pt x="208" y="513"/>
                    <a:pt x="208" y="518"/>
                    <a:pt x="209" y="518"/>
                  </a:cubicBezTo>
                  <a:cubicBezTo>
                    <a:pt x="210" y="517"/>
                    <a:pt x="214" y="521"/>
                    <a:pt x="217" y="521"/>
                  </a:cubicBezTo>
                  <a:cubicBezTo>
                    <a:pt x="219" y="522"/>
                    <a:pt x="222" y="526"/>
                    <a:pt x="223" y="525"/>
                  </a:cubicBezTo>
                  <a:cubicBezTo>
                    <a:pt x="224" y="525"/>
                    <a:pt x="226" y="527"/>
                    <a:pt x="226" y="525"/>
                  </a:cubicBezTo>
                  <a:cubicBezTo>
                    <a:pt x="227" y="524"/>
                    <a:pt x="231" y="525"/>
                    <a:pt x="232" y="522"/>
                  </a:cubicBezTo>
                  <a:cubicBezTo>
                    <a:pt x="227" y="516"/>
                    <a:pt x="222" y="510"/>
                    <a:pt x="222" y="508"/>
                  </a:cubicBezTo>
                  <a:cubicBezTo>
                    <a:pt x="223" y="504"/>
                    <a:pt x="224" y="501"/>
                    <a:pt x="219" y="497"/>
                  </a:cubicBezTo>
                  <a:cubicBezTo>
                    <a:pt x="214" y="492"/>
                    <a:pt x="220" y="490"/>
                    <a:pt x="223" y="485"/>
                  </a:cubicBezTo>
                  <a:cubicBezTo>
                    <a:pt x="227" y="481"/>
                    <a:pt x="233" y="479"/>
                    <a:pt x="238" y="476"/>
                  </a:cubicBezTo>
                  <a:cubicBezTo>
                    <a:pt x="237" y="476"/>
                    <a:pt x="236" y="475"/>
                    <a:pt x="235" y="475"/>
                  </a:cubicBezTo>
                  <a:cubicBezTo>
                    <a:pt x="232" y="473"/>
                    <a:pt x="231" y="472"/>
                    <a:pt x="233" y="471"/>
                  </a:cubicBezTo>
                  <a:cubicBezTo>
                    <a:pt x="236" y="471"/>
                    <a:pt x="235" y="469"/>
                    <a:pt x="232" y="466"/>
                  </a:cubicBezTo>
                  <a:cubicBezTo>
                    <a:pt x="230" y="463"/>
                    <a:pt x="229" y="461"/>
                    <a:pt x="227" y="461"/>
                  </a:cubicBezTo>
                  <a:cubicBezTo>
                    <a:pt x="226" y="461"/>
                    <a:pt x="224" y="460"/>
                    <a:pt x="221" y="461"/>
                  </a:cubicBezTo>
                  <a:cubicBezTo>
                    <a:pt x="219" y="462"/>
                    <a:pt x="220" y="459"/>
                    <a:pt x="220" y="457"/>
                  </a:cubicBezTo>
                  <a:cubicBezTo>
                    <a:pt x="220" y="454"/>
                    <a:pt x="216" y="454"/>
                    <a:pt x="215" y="453"/>
                  </a:cubicBezTo>
                  <a:cubicBezTo>
                    <a:pt x="215" y="452"/>
                    <a:pt x="217" y="449"/>
                    <a:pt x="217" y="448"/>
                  </a:cubicBezTo>
                  <a:cubicBezTo>
                    <a:pt x="218" y="448"/>
                    <a:pt x="220" y="447"/>
                    <a:pt x="220" y="446"/>
                  </a:cubicBezTo>
                  <a:cubicBezTo>
                    <a:pt x="220" y="445"/>
                    <a:pt x="216" y="444"/>
                    <a:pt x="218" y="442"/>
                  </a:cubicBezTo>
                  <a:cubicBezTo>
                    <a:pt x="219" y="439"/>
                    <a:pt x="222" y="439"/>
                    <a:pt x="222" y="437"/>
                  </a:cubicBezTo>
                  <a:cubicBezTo>
                    <a:pt x="222" y="434"/>
                    <a:pt x="224" y="432"/>
                    <a:pt x="226" y="434"/>
                  </a:cubicBezTo>
                  <a:cubicBezTo>
                    <a:pt x="229" y="436"/>
                    <a:pt x="230" y="441"/>
                    <a:pt x="233" y="439"/>
                  </a:cubicBezTo>
                  <a:cubicBezTo>
                    <a:pt x="236" y="438"/>
                    <a:pt x="234" y="436"/>
                    <a:pt x="234" y="434"/>
                  </a:cubicBezTo>
                  <a:cubicBezTo>
                    <a:pt x="233" y="433"/>
                    <a:pt x="233" y="431"/>
                    <a:pt x="236" y="430"/>
                  </a:cubicBezTo>
                  <a:cubicBezTo>
                    <a:pt x="239" y="429"/>
                    <a:pt x="238" y="426"/>
                    <a:pt x="240" y="426"/>
                  </a:cubicBezTo>
                  <a:cubicBezTo>
                    <a:pt x="243" y="426"/>
                    <a:pt x="247" y="423"/>
                    <a:pt x="249" y="422"/>
                  </a:cubicBezTo>
                  <a:cubicBezTo>
                    <a:pt x="250" y="422"/>
                    <a:pt x="253" y="420"/>
                    <a:pt x="255" y="421"/>
                  </a:cubicBezTo>
                  <a:cubicBezTo>
                    <a:pt x="256" y="421"/>
                    <a:pt x="258" y="423"/>
                    <a:pt x="259" y="421"/>
                  </a:cubicBezTo>
                  <a:cubicBezTo>
                    <a:pt x="260" y="418"/>
                    <a:pt x="264" y="419"/>
                    <a:pt x="265" y="421"/>
                  </a:cubicBezTo>
                  <a:cubicBezTo>
                    <a:pt x="265" y="422"/>
                    <a:pt x="272" y="422"/>
                    <a:pt x="274" y="423"/>
                  </a:cubicBezTo>
                  <a:cubicBezTo>
                    <a:pt x="276" y="425"/>
                    <a:pt x="281" y="428"/>
                    <a:pt x="281" y="429"/>
                  </a:cubicBezTo>
                  <a:cubicBezTo>
                    <a:pt x="281" y="431"/>
                    <a:pt x="283" y="433"/>
                    <a:pt x="283" y="430"/>
                  </a:cubicBezTo>
                  <a:cubicBezTo>
                    <a:pt x="283" y="428"/>
                    <a:pt x="285" y="428"/>
                    <a:pt x="287" y="430"/>
                  </a:cubicBezTo>
                  <a:cubicBezTo>
                    <a:pt x="290" y="432"/>
                    <a:pt x="294" y="431"/>
                    <a:pt x="295" y="429"/>
                  </a:cubicBezTo>
                  <a:cubicBezTo>
                    <a:pt x="296" y="428"/>
                    <a:pt x="301" y="426"/>
                    <a:pt x="303" y="427"/>
                  </a:cubicBezTo>
                  <a:cubicBezTo>
                    <a:pt x="305" y="428"/>
                    <a:pt x="305" y="429"/>
                    <a:pt x="307" y="427"/>
                  </a:cubicBezTo>
                  <a:cubicBezTo>
                    <a:pt x="310" y="425"/>
                    <a:pt x="315" y="426"/>
                    <a:pt x="315" y="428"/>
                  </a:cubicBezTo>
                  <a:cubicBezTo>
                    <a:pt x="316" y="430"/>
                    <a:pt x="319" y="430"/>
                    <a:pt x="321" y="430"/>
                  </a:cubicBezTo>
                  <a:cubicBezTo>
                    <a:pt x="323" y="430"/>
                    <a:pt x="323" y="433"/>
                    <a:pt x="325" y="433"/>
                  </a:cubicBezTo>
                  <a:cubicBezTo>
                    <a:pt x="326" y="432"/>
                    <a:pt x="326" y="428"/>
                    <a:pt x="327" y="429"/>
                  </a:cubicBezTo>
                  <a:cubicBezTo>
                    <a:pt x="329" y="429"/>
                    <a:pt x="331" y="431"/>
                    <a:pt x="333" y="431"/>
                  </a:cubicBezTo>
                  <a:cubicBezTo>
                    <a:pt x="336" y="431"/>
                    <a:pt x="338" y="431"/>
                    <a:pt x="338" y="428"/>
                  </a:cubicBezTo>
                  <a:cubicBezTo>
                    <a:pt x="338" y="426"/>
                    <a:pt x="338" y="423"/>
                    <a:pt x="336" y="423"/>
                  </a:cubicBezTo>
                  <a:cubicBezTo>
                    <a:pt x="335" y="423"/>
                    <a:pt x="333" y="421"/>
                    <a:pt x="331" y="421"/>
                  </a:cubicBezTo>
                  <a:cubicBezTo>
                    <a:pt x="329" y="421"/>
                    <a:pt x="326" y="417"/>
                    <a:pt x="329" y="417"/>
                  </a:cubicBezTo>
                  <a:cubicBezTo>
                    <a:pt x="331" y="416"/>
                    <a:pt x="334" y="414"/>
                    <a:pt x="333" y="412"/>
                  </a:cubicBezTo>
                  <a:cubicBezTo>
                    <a:pt x="333" y="411"/>
                    <a:pt x="332" y="407"/>
                    <a:pt x="335" y="407"/>
                  </a:cubicBezTo>
                  <a:cubicBezTo>
                    <a:pt x="338" y="406"/>
                    <a:pt x="344" y="406"/>
                    <a:pt x="343" y="405"/>
                  </a:cubicBezTo>
                  <a:cubicBezTo>
                    <a:pt x="343" y="404"/>
                    <a:pt x="337" y="403"/>
                    <a:pt x="336" y="402"/>
                  </a:cubicBezTo>
                  <a:cubicBezTo>
                    <a:pt x="335" y="400"/>
                    <a:pt x="335" y="396"/>
                    <a:pt x="336" y="395"/>
                  </a:cubicBezTo>
                  <a:cubicBezTo>
                    <a:pt x="337" y="394"/>
                    <a:pt x="341" y="395"/>
                    <a:pt x="343" y="395"/>
                  </a:cubicBezTo>
                  <a:cubicBezTo>
                    <a:pt x="345" y="394"/>
                    <a:pt x="350" y="396"/>
                    <a:pt x="352" y="393"/>
                  </a:cubicBezTo>
                  <a:cubicBezTo>
                    <a:pt x="355" y="391"/>
                    <a:pt x="361" y="391"/>
                    <a:pt x="365" y="391"/>
                  </a:cubicBezTo>
                  <a:cubicBezTo>
                    <a:pt x="368" y="391"/>
                    <a:pt x="370" y="389"/>
                    <a:pt x="373" y="388"/>
                  </a:cubicBezTo>
                  <a:cubicBezTo>
                    <a:pt x="375" y="388"/>
                    <a:pt x="382" y="387"/>
                    <a:pt x="384" y="386"/>
                  </a:cubicBezTo>
                  <a:cubicBezTo>
                    <a:pt x="386" y="386"/>
                    <a:pt x="396" y="384"/>
                    <a:pt x="396" y="382"/>
                  </a:cubicBezTo>
                  <a:cubicBezTo>
                    <a:pt x="396" y="381"/>
                    <a:pt x="404" y="379"/>
                    <a:pt x="406" y="380"/>
                  </a:cubicBezTo>
                  <a:cubicBezTo>
                    <a:pt x="408" y="381"/>
                    <a:pt x="410" y="382"/>
                    <a:pt x="412" y="381"/>
                  </a:cubicBezTo>
                  <a:cubicBezTo>
                    <a:pt x="414" y="380"/>
                    <a:pt x="418" y="382"/>
                    <a:pt x="417" y="384"/>
                  </a:cubicBezTo>
                  <a:cubicBezTo>
                    <a:pt x="417" y="386"/>
                    <a:pt x="419" y="388"/>
                    <a:pt x="419" y="390"/>
                  </a:cubicBezTo>
                  <a:cubicBezTo>
                    <a:pt x="419" y="392"/>
                    <a:pt x="417" y="392"/>
                    <a:pt x="418" y="393"/>
                  </a:cubicBezTo>
                  <a:cubicBezTo>
                    <a:pt x="419" y="395"/>
                    <a:pt x="424" y="394"/>
                    <a:pt x="425" y="392"/>
                  </a:cubicBezTo>
                  <a:cubicBezTo>
                    <a:pt x="427" y="390"/>
                    <a:pt x="428" y="393"/>
                    <a:pt x="428" y="394"/>
                  </a:cubicBezTo>
                  <a:cubicBezTo>
                    <a:pt x="428" y="395"/>
                    <a:pt x="431" y="396"/>
                    <a:pt x="431" y="395"/>
                  </a:cubicBezTo>
                  <a:cubicBezTo>
                    <a:pt x="431" y="393"/>
                    <a:pt x="433" y="394"/>
                    <a:pt x="434" y="395"/>
                  </a:cubicBezTo>
                  <a:cubicBezTo>
                    <a:pt x="435" y="396"/>
                    <a:pt x="439" y="394"/>
                    <a:pt x="439" y="396"/>
                  </a:cubicBezTo>
                  <a:cubicBezTo>
                    <a:pt x="439" y="397"/>
                    <a:pt x="434" y="399"/>
                    <a:pt x="436" y="401"/>
                  </a:cubicBezTo>
                  <a:cubicBezTo>
                    <a:pt x="438" y="403"/>
                    <a:pt x="439" y="398"/>
                    <a:pt x="442" y="399"/>
                  </a:cubicBezTo>
                  <a:cubicBezTo>
                    <a:pt x="444" y="400"/>
                    <a:pt x="448" y="396"/>
                    <a:pt x="450" y="396"/>
                  </a:cubicBezTo>
                  <a:cubicBezTo>
                    <a:pt x="453" y="395"/>
                    <a:pt x="456" y="393"/>
                    <a:pt x="458" y="392"/>
                  </a:cubicBezTo>
                  <a:cubicBezTo>
                    <a:pt x="460" y="390"/>
                    <a:pt x="465" y="391"/>
                    <a:pt x="463" y="392"/>
                  </a:cubicBezTo>
                  <a:cubicBezTo>
                    <a:pt x="462" y="394"/>
                    <a:pt x="460" y="396"/>
                    <a:pt x="465" y="398"/>
                  </a:cubicBezTo>
                  <a:cubicBezTo>
                    <a:pt x="471" y="400"/>
                    <a:pt x="477" y="411"/>
                    <a:pt x="480" y="416"/>
                  </a:cubicBezTo>
                  <a:cubicBezTo>
                    <a:pt x="484" y="421"/>
                    <a:pt x="487" y="430"/>
                    <a:pt x="489" y="430"/>
                  </a:cubicBezTo>
                  <a:cubicBezTo>
                    <a:pt x="490" y="430"/>
                    <a:pt x="491" y="426"/>
                    <a:pt x="493" y="425"/>
                  </a:cubicBezTo>
                  <a:cubicBezTo>
                    <a:pt x="496" y="425"/>
                    <a:pt x="497" y="429"/>
                    <a:pt x="500" y="429"/>
                  </a:cubicBezTo>
                  <a:cubicBezTo>
                    <a:pt x="502" y="430"/>
                    <a:pt x="505" y="431"/>
                    <a:pt x="507" y="431"/>
                  </a:cubicBezTo>
                  <a:cubicBezTo>
                    <a:pt x="509" y="430"/>
                    <a:pt x="514" y="428"/>
                    <a:pt x="515" y="428"/>
                  </a:cubicBezTo>
                  <a:cubicBezTo>
                    <a:pt x="517" y="429"/>
                    <a:pt x="519" y="429"/>
                    <a:pt x="521" y="433"/>
                  </a:cubicBezTo>
                  <a:cubicBezTo>
                    <a:pt x="522" y="436"/>
                    <a:pt x="524" y="437"/>
                    <a:pt x="526" y="437"/>
                  </a:cubicBezTo>
                  <a:cubicBezTo>
                    <a:pt x="527" y="437"/>
                    <a:pt x="527" y="438"/>
                    <a:pt x="527" y="440"/>
                  </a:cubicBezTo>
                  <a:cubicBezTo>
                    <a:pt x="527" y="441"/>
                    <a:pt x="530" y="443"/>
                    <a:pt x="531" y="443"/>
                  </a:cubicBezTo>
                  <a:cubicBezTo>
                    <a:pt x="533" y="443"/>
                    <a:pt x="537" y="443"/>
                    <a:pt x="538" y="442"/>
                  </a:cubicBezTo>
                  <a:cubicBezTo>
                    <a:pt x="539" y="441"/>
                    <a:pt x="540" y="441"/>
                    <a:pt x="541" y="442"/>
                  </a:cubicBezTo>
                  <a:cubicBezTo>
                    <a:pt x="541" y="444"/>
                    <a:pt x="543" y="446"/>
                    <a:pt x="544" y="446"/>
                  </a:cubicBezTo>
                  <a:cubicBezTo>
                    <a:pt x="546" y="446"/>
                    <a:pt x="549" y="448"/>
                    <a:pt x="549" y="446"/>
                  </a:cubicBezTo>
                  <a:cubicBezTo>
                    <a:pt x="549" y="445"/>
                    <a:pt x="553" y="445"/>
                    <a:pt x="554" y="444"/>
                  </a:cubicBezTo>
                  <a:cubicBezTo>
                    <a:pt x="556" y="444"/>
                    <a:pt x="561" y="443"/>
                    <a:pt x="562" y="441"/>
                  </a:cubicBezTo>
                  <a:cubicBezTo>
                    <a:pt x="563" y="439"/>
                    <a:pt x="567" y="439"/>
                    <a:pt x="568" y="437"/>
                  </a:cubicBezTo>
                  <a:cubicBezTo>
                    <a:pt x="569" y="436"/>
                    <a:pt x="572" y="435"/>
                    <a:pt x="573" y="434"/>
                  </a:cubicBezTo>
                  <a:cubicBezTo>
                    <a:pt x="574" y="432"/>
                    <a:pt x="578" y="433"/>
                    <a:pt x="579" y="432"/>
                  </a:cubicBezTo>
                  <a:cubicBezTo>
                    <a:pt x="579" y="430"/>
                    <a:pt x="583" y="430"/>
                    <a:pt x="584" y="431"/>
                  </a:cubicBezTo>
                  <a:cubicBezTo>
                    <a:pt x="586" y="431"/>
                    <a:pt x="594" y="433"/>
                    <a:pt x="596" y="432"/>
                  </a:cubicBezTo>
                  <a:cubicBezTo>
                    <a:pt x="597" y="432"/>
                    <a:pt x="597" y="437"/>
                    <a:pt x="598" y="437"/>
                  </a:cubicBezTo>
                  <a:cubicBezTo>
                    <a:pt x="599" y="437"/>
                    <a:pt x="604" y="441"/>
                    <a:pt x="605" y="440"/>
                  </a:cubicBezTo>
                  <a:cubicBezTo>
                    <a:pt x="606" y="439"/>
                    <a:pt x="609" y="438"/>
                    <a:pt x="611" y="439"/>
                  </a:cubicBezTo>
                  <a:cubicBezTo>
                    <a:pt x="614" y="441"/>
                    <a:pt x="616" y="442"/>
                    <a:pt x="617" y="441"/>
                  </a:cubicBezTo>
                  <a:cubicBezTo>
                    <a:pt x="618" y="439"/>
                    <a:pt x="623" y="438"/>
                    <a:pt x="624" y="437"/>
                  </a:cubicBezTo>
                  <a:cubicBezTo>
                    <a:pt x="624" y="437"/>
                    <a:pt x="625" y="434"/>
                    <a:pt x="624" y="433"/>
                  </a:cubicBezTo>
                  <a:cubicBezTo>
                    <a:pt x="623" y="432"/>
                    <a:pt x="621" y="428"/>
                    <a:pt x="621" y="426"/>
                  </a:cubicBezTo>
                  <a:cubicBezTo>
                    <a:pt x="621" y="424"/>
                    <a:pt x="624" y="424"/>
                    <a:pt x="624" y="422"/>
                  </a:cubicBezTo>
                  <a:cubicBezTo>
                    <a:pt x="625" y="420"/>
                    <a:pt x="628" y="420"/>
                    <a:pt x="629" y="419"/>
                  </a:cubicBezTo>
                  <a:cubicBezTo>
                    <a:pt x="630" y="418"/>
                    <a:pt x="630" y="416"/>
                    <a:pt x="631" y="417"/>
                  </a:cubicBezTo>
                  <a:cubicBezTo>
                    <a:pt x="633" y="417"/>
                    <a:pt x="637" y="418"/>
                    <a:pt x="637" y="419"/>
                  </a:cubicBezTo>
                  <a:cubicBezTo>
                    <a:pt x="638" y="420"/>
                    <a:pt x="641" y="420"/>
                    <a:pt x="642" y="420"/>
                  </a:cubicBezTo>
                  <a:cubicBezTo>
                    <a:pt x="644" y="420"/>
                    <a:pt x="647" y="422"/>
                    <a:pt x="648" y="422"/>
                  </a:cubicBezTo>
                  <a:cubicBezTo>
                    <a:pt x="650" y="423"/>
                    <a:pt x="655" y="423"/>
                    <a:pt x="656" y="425"/>
                  </a:cubicBezTo>
                  <a:cubicBezTo>
                    <a:pt x="657" y="426"/>
                    <a:pt x="656" y="430"/>
                    <a:pt x="657" y="432"/>
                  </a:cubicBezTo>
                  <a:cubicBezTo>
                    <a:pt x="658" y="433"/>
                    <a:pt x="661" y="436"/>
                    <a:pt x="662" y="436"/>
                  </a:cubicBezTo>
                  <a:cubicBezTo>
                    <a:pt x="663" y="435"/>
                    <a:pt x="668" y="438"/>
                    <a:pt x="669" y="438"/>
                  </a:cubicBezTo>
                  <a:cubicBezTo>
                    <a:pt x="671" y="437"/>
                    <a:pt x="674" y="435"/>
                    <a:pt x="675" y="435"/>
                  </a:cubicBezTo>
                  <a:cubicBezTo>
                    <a:pt x="676" y="435"/>
                    <a:pt x="681" y="434"/>
                    <a:pt x="682" y="434"/>
                  </a:cubicBezTo>
                  <a:cubicBezTo>
                    <a:pt x="684" y="434"/>
                    <a:pt x="689" y="436"/>
                    <a:pt x="690" y="436"/>
                  </a:cubicBezTo>
                  <a:cubicBezTo>
                    <a:pt x="690" y="435"/>
                    <a:pt x="695" y="436"/>
                    <a:pt x="696" y="437"/>
                  </a:cubicBezTo>
                  <a:cubicBezTo>
                    <a:pt x="697" y="439"/>
                    <a:pt x="703" y="439"/>
                    <a:pt x="703" y="440"/>
                  </a:cubicBezTo>
                  <a:cubicBezTo>
                    <a:pt x="703" y="442"/>
                    <a:pt x="706" y="443"/>
                    <a:pt x="707" y="445"/>
                  </a:cubicBezTo>
                  <a:cubicBezTo>
                    <a:pt x="708" y="447"/>
                    <a:pt x="716" y="446"/>
                    <a:pt x="717" y="447"/>
                  </a:cubicBezTo>
                  <a:cubicBezTo>
                    <a:pt x="718" y="448"/>
                    <a:pt x="728" y="448"/>
                    <a:pt x="728" y="447"/>
                  </a:cubicBezTo>
                  <a:cubicBezTo>
                    <a:pt x="728" y="446"/>
                    <a:pt x="737" y="445"/>
                    <a:pt x="738" y="444"/>
                  </a:cubicBezTo>
                  <a:cubicBezTo>
                    <a:pt x="740" y="443"/>
                    <a:pt x="744" y="443"/>
                    <a:pt x="745" y="442"/>
                  </a:cubicBezTo>
                  <a:cubicBezTo>
                    <a:pt x="745" y="440"/>
                    <a:pt x="749" y="439"/>
                    <a:pt x="751" y="437"/>
                  </a:cubicBezTo>
                  <a:cubicBezTo>
                    <a:pt x="753" y="436"/>
                    <a:pt x="761" y="436"/>
                    <a:pt x="761" y="438"/>
                  </a:cubicBezTo>
                  <a:cubicBezTo>
                    <a:pt x="762" y="440"/>
                    <a:pt x="766" y="440"/>
                    <a:pt x="768" y="439"/>
                  </a:cubicBezTo>
                  <a:cubicBezTo>
                    <a:pt x="770" y="439"/>
                    <a:pt x="775" y="440"/>
                    <a:pt x="776" y="441"/>
                  </a:cubicBezTo>
                  <a:cubicBezTo>
                    <a:pt x="776" y="443"/>
                    <a:pt x="782" y="444"/>
                    <a:pt x="783" y="443"/>
                  </a:cubicBezTo>
                  <a:cubicBezTo>
                    <a:pt x="785" y="443"/>
                    <a:pt x="789" y="440"/>
                    <a:pt x="791" y="439"/>
                  </a:cubicBezTo>
                  <a:cubicBezTo>
                    <a:pt x="793" y="439"/>
                    <a:pt x="795" y="437"/>
                    <a:pt x="795" y="436"/>
                  </a:cubicBezTo>
                  <a:cubicBezTo>
                    <a:pt x="794" y="434"/>
                    <a:pt x="798" y="429"/>
                    <a:pt x="798" y="427"/>
                  </a:cubicBezTo>
                  <a:cubicBezTo>
                    <a:pt x="799" y="426"/>
                    <a:pt x="802" y="420"/>
                    <a:pt x="803" y="420"/>
                  </a:cubicBezTo>
                  <a:cubicBezTo>
                    <a:pt x="805" y="419"/>
                    <a:pt x="807" y="417"/>
                    <a:pt x="807" y="416"/>
                  </a:cubicBezTo>
                  <a:cubicBezTo>
                    <a:pt x="807" y="414"/>
                    <a:pt x="806" y="410"/>
                    <a:pt x="805" y="410"/>
                  </a:cubicBezTo>
                  <a:cubicBezTo>
                    <a:pt x="803" y="410"/>
                    <a:pt x="801" y="410"/>
                    <a:pt x="804" y="406"/>
                  </a:cubicBezTo>
                  <a:cubicBezTo>
                    <a:pt x="807" y="401"/>
                    <a:pt x="813" y="403"/>
                    <a:pt x="814" y="403"/>
                  </a:cubicBezTo>
                  <a:cubicBezTo>
                    <a:pt x="815" y="403"/>
                    <a:pt x="823" y="401"/>
                    <a:pt x="826" y="402"/>
                  </a:cubicBezTo>
                  <a:cubicBezTo>
                    <a:pt x="829" y="403"/>
                    <a:pt x="831" y="401"/>
                    <a:pt x="835" y="403"/>
                  </a:cubicBezTo>
                  <a:cubicBezTo>
                    <a:pt x="839" y="405"/>
                    <a:pt x="844" y="404"/>
                    <a:pt x="845" y="406"/>
                  </a:cubicBezTo>
                  <a:cubicBezTo>
                    <a:pt x="846" y="408"/>
                    <a:pt x="851" y="409"/>
                    <a:pt x="850" y="412"/>
                  </a:cubicBezTo>
                  <a:cubicBezTo>
                    <a:pt x="849" y="415"/>
                    <a:pt x="853" y="413"/>
                    <a:pt x="854" y="419"/>
                  </a:cubicBezTo>
                  <a:cubicBezTo>
                    <a:pt x="855" y="425"/>
                    <a:pt x="858" y="426"/>
                    <a:pt x="859" y="429"/>
                  </a:cubicBezTo>
                  <a:cubicBezTo>
                    <a:pt x="859" y="432"/>
                    <a:pt x="863" y="437"/>
                    <a:pt x="863" y="438"/>
                  </a:cubicBezTo>
                  <a:cubicBezTo>
                    <a:pt x="862" y="440"/>
                    <a:pt x="862" y="443"/>
                    <a:pt x="866" y="443"/>
                  </a:cubicBezTo>
                  <a:cubicBezTo>
                    <a:pt x="870" y="443"/>
                    <a:pt x="873" y="446"/>
                    <a:pt x="874" y="446"/>
                  </a:cubicBezTo>
                  <a:cubicBezTo>
                    <a:pt x="874" y="445"/>
                    <a:pt x="879" y="447"/>
                    <a:pt x="882" y="449"/>
                  </a:cubicBezTo>
                  <a:cubicBezTo>
                    <a:pt x="884" y="452"/>
                    <a:pt x="888" y="451"/>
                    <a:pt x="887" y="453"/>
                  </a:cubicBezTo>
                  <a:cubicBezTo>
                    <a:pt x="887" y="456"/>
                    <a:pt x="889" y="458"/>
                    <a:pt x="889" y="460"/>
                  </a:cubicBezTo>
                  <a:cubicBezTo>
                    <a:pt x="889" y="462"/>
                    <a:pt x="894" y="464"/>
                    <a:pt x="897" y="463"/>
                  </a:cubicBezTo>
                  <a:cubicBezTo>
                    <a:pt x="900" y="463"/>
                    <a:pt x="903" y="464"/>
                    <a:pt x="904" y="461"/>
                  </a:cubicBezTo>
                  <a:cubicBezTo>
                    <a:pt x="905" y="459"/>
                    <a:pt x="910" y="460"/>
                    <a:pt x="912" y="459"/>
                  </a:cubicBezTo>
                  <a:cubicBezTo>
                    <a:pt x="913" y="457"/>
                    <a:pt x="918" y="456"/>
                    <a:pt x="918" y="460"/>
                  </a:cubicBezTo>
                  <a:cubicBezTo>
                    <a:pt x="918" y="465"/>
                    <a:pt x="921" y="466"/>
                    <a:pt x="918" y="467"/>
                  </a:cubicBezTo>
                  <a:cubicBezTo>
                    <a:pt x="916" y="468"/>
                    <a:pt x="915" y="475"/>
                    <a:pt x="914" y="477"/>
                  </a:cubicBezTo>
                  <a:cubicBezTo>
                    <a:pt x="913" y="480"/>
                    <a:pt x="910" y="481"/>
                    <a:pt x="909" y="483"/>
                  </a:cubicBezTo>
                  <a:cubicBezTo>
                    <a:pt x="909" y="486"/>
                    <a:pt x="906" y="486"/>
                    <a:pt x="906" y="489"/>
                  </a:cubicBezTo>
                  <a:cubicBezTo>
                    <a:pt x="906" y="491"/>
                    <a:pt x="901" y="490"/>
                    <a:pt x="898" y="489"/>
                  </a:cubicBezTo>
                  <a:cubicBezTo>
                    <a:pt x="896" y="487"/>
                    <a:pt x="894" y="492"/>
                    <a:pt x="892" y="492"/>
                  </a:cubicBezTo>
                  <a:cubicBezTo>
                    <a:pt x="890" y="492"/>
                    <a:pt x="890" y="496"/>
                    <a:pt x="891" y="497"/>
                  </a:cubicBezTo>
                  <a:cubicBezTo>
                    <a:pt x="891" y="499"/>
                    <a:pt x="890" y="501"/>
                    <a:pt x="891" y="504"/>
                  </a:cubicBezTo>
                  <a:cubicBezTo>
                    <a:pt x="892" y="506"/>
                    <a:pt x="891" y="508"/>
                    <a:pt x="892" y="512"/>
                  </a:cubicBezTo>
                  <a:cubicBezTo>
                    <a:pt x="895" y="510"/>
                    <a:pt x="897" y="508"/>
                    <a:pt x="898" y="508"/>
                  </a:cubicBezTo>
                  <a:cubicBezTo>
                    <a:pt x="901" y="508"/>
                    <a:pt x="904" y="513"/>
                    <a:pt x="908" y="513"/>
                  </a:cubicBezTo>
                  <a:cubicBezTo>
                    <a:pt x="911" y="513"/>
                    <a:pt x="926" y="503"/>
                    <a:pt x="926" y="502"/>
                  </a:cubicBezTo>
                  <a:cubicBezTo>
                    <a:pt x="926" y="500"/>
                    <a:pt x="935" y="492"/>
                    <a:pt x="939" y="487"/>
                  </a:cubicBezTo>
                  <a:cubicBezTo>
                    <a:pt x="943" y="483"/>
                    <a:pt x="949" y="476"/>
                    <a:pt x="951" y="471"/>
                  </a:cubicBezTo>
                  <a:cubicBezTo>
                    <a:pt x="952" y="468"/>
                    <a:pt x="958" y="462"/>
                    <a:pt x="960" y="460"/>
                  </a:cubicBezTo>
                  <a:cubicBezTo>
                    <a:pt x="961" y="458"/>
                    <a:pt x="962" y="457"/>
                    <a:pt x="965" y="452"/>
                  </a:cubicBezTo>
                  <a:cubicBezTo>
                    <a:pt x="967" y="446"/>
                    <a:pt x="967" y="432"/>
                    <a:pt x="968" y="431"/>
                  </a:cubicBezTo>
                  <a:cubicBezTo>
                    <a:pt x="969" y="430"/>
                    <a:pt x="968" y="427"/>
                    <a:pt x="970" y="426"/>
                  </a:cubicBezTo>
                  <a:cubicBezTo>
                    <a:pt x="971" y="424"/>
                    <a:pt x="970" y="422"/>
                    <a:pt x="973" y="420"/>
                  </a:cubicBezTo>
                  <a:cubicBezTo>
                    <a:pt x="975" y="418"/>
                    <a:pt x="974" y="416"/>
                    <a:pt x="974" y="415"/>
                  </a:cubicBezTo>
                  <a:cubicBezTo>
                    <a:pt x="973" y="413"/>
                    <a:pt x="974" y="410"/>
                    <a:pt x="973" y="408"/>
                  </a:cubicBezTo>
                  <a:cubicBezTo>
                    <a:pt x="973" y="407"/>
                    <a:pt x="973" y="407"/>
                    <a:pt x="974" y="406"/>
                  </a:cubicBezTo>
                  <a:cubicBezTo>
                    <a:pt x="976" y="405"/>
                    <a:pt x="973" y="403"/>
                    <a:pt x="971" y="402"/>
                  </a:cubicBezTo>
                  <a:cubicBezTo>
                    <a:pt x="969" y="401"/>
                    <a:pt x="967" y="400"/>
                    <a:pt x="967" y="398"/>
                  </a:cubicBezTo>
                  <a:cubicBezTo>
                    <a:pt x="966" y="396"/>
                    <a:pt x="963" y="393"/>
                    <a:pt x="960" y="393"/>
                  </a:cubicBezTo>
                  <a:cubicBezTo>
                    <a:pt x="958" y="394"/>
                    <a:pt x="953" y="392"/>
                    <a:pt x="953" y="394"/>
                  </a:cubicBezTo>
                  <a:cubicBezTo>
                    <a:pt x="954" y="395"/>
                    <a:pt x="953" y="397"/>
                    <a:pt x="952" y="396"/>
                  </a:cubicBezTo>
                  <a:cubicBezTo>
                    <a:pt x="950" y="396"/>
                    <a:pt x="950" y="397"/>
                    <a:pt x="948" y="399"/>
                  </a:cubicBezTo>
                  <a:cubicBezTo>
                    <a:pt x="947" y="402"/>
                    <a:pt x="941" y="402"/>
                    <a:pt x="944" y="400"/>
                  </a:cubicBezTo>
                  <a:cubicBezTo>
                    <a:pt x="946" y="398"/>
                    <a:pt x="943" y="397"/>
                    <a:pt x="943" y="395"/>
                  </a:cubicBezTo>
                  <a:cubicBezTo>
                    <a:pt x="944" y="393"/>
                    <a:pt x="946" y="390"/>
                    <a:pt x="943" y="392"/>
                  </a:cubicBezTo>
                  <a:cubicBezTo>
                    <a:pt x="940" y="393"/>
                    <a:pt x="940" y="397"/>
                    <a:pt x="938" y="398"/>
                  </a:cubicBezTo>
                  <a:cubicBezTo>
                    <a:pt x="936" y="398"/>
                    <a:pt x="937" y="391"/>
                    <a:pt x="937" y="389"/>
                  </a:cubicBezTo>
                  <a:cubicBezTo>
                    <a:pt x="938" y="388"/>
                    <a:pt x="933" y="389"/>
                    <a:pt x="928" y="389"/>
                  </a:cubicBezTo>
                  <a:cubicBezTo>
                    <a:pt x="923" y="389"/>
                    <a:pt x="924" y="385"/>
                    <a:pt x="928" y="383"/>
                  </a:cubicBezTo>
                  <a:cubicBezTo>
                    <a:pt x="933" y="381"/>
                    <a:pt x="932" y="379"/>
                    <a:pt x="934" y="378"/>
                  </a:cubicBezTo>
                  <a:cubicBezTo>
                    <a:pt x="936" y="377"/>
                    <a:pt x="941" y="374"/>
                    <a:pt x="944" y="372"/>
                  </a:cubicBezTo>
                  <a:cubicBezTo>
                    <a:pt x="947" y="370"/>
                    <a:pt x="948" y="368"/>
                    <a:pt x="949" y="366"/>
                  </a:cubicBezTo>
                  <a:cubicBezTo>
                    <a:pt x="949" y="364"/>
                    <a:pt x="955" y="362"/>
                    <a:pt x="960" y="358"/>
                  </a:cubicBezTo>
                  <a:cubicBezTo>
                    <a:pt x="965" y="353"/>
                    <a:pt x="968" y="351"/>
                    <a:pt x="969" y="349"/>
                  </a:cubicBezTo>
                  <a:cubicBezTo>
                    <a:pt x="970" y="346"/>
                    <a:pt x="978" y="343"/>
                    <a:pt x="978" y="341"/>
                  </a:cubicBezTo>
                  <a:cubicBezTo>
                    <a:pt x="978" y="339"/>
                    <a:pt x="987" y="334"/>
                    <a:pt x="993" y="333"/>
                  </a:cubicBezTo>
                  <a:cubicBezTo>
                    <a:pt x="999" y="332"/>
                    <a:pt x="1009" y="334"/>
                    <a:pt x="1010" y="335"/>
                  </a:cubicBezTo>
                  <a:cubicBezTo>
                    <a:pt x="1012" y="337"/>
                    <a:pt x="1013" y="336"/>
                    <a:pt x="1015" y="335"/>
                  </a:cubicBezTo>
                  <a:cubicBezTo>
                    <a:pt x="1016" y="334"/>
                    <a:pt x="1018" y="335"/>
                    <a:pt x="1022" y="335"/>
                  </a:cubicBezTo>
                  <a:cubicBezTo>
                    <a:pt x="1026" y="336"/>
                    <a:pt x="1027" y="333"/>
                    <a:pt x="1030" y="334"/>
                  </a:cubicBezTo>
                  <a:cubicBezTo>
                    <a:pt x="1032" y="335"/>
                    <a:pt x="1035" y="335"/>
                    <a:pt x="1036" y="332"/>
                  </a:cubicBezTo>
                  <a:cubicBezTo>
                    <a:pt x="1038" y="329"/>
                    <a:pt x="1046" y="330"/>
                    <a:pt x="1048" y="331"/>
                  </a:cubicBezTo>
                  <a:cubicBezTo>
                    <a:pt x="1050" y="332"/>
                    <a:pt x="1051" y="334"/>
                    <a:pt x="1054" y="332"/>
                  </a:cubicBezTo>
                  <a:cubicBezTo>
                    <a:pt x="1057" y="330"/>
                    <a:pt x="1057" y="334"/>
                    <a:pt x="1059" y="335"/>
                  </a:cubicBezTo>
                  <a:cubicBezTo>
                    <a:pt x="1062" y="335"/>
                    <a:pt x="1060" y="338"/>
                    <a:pt x="1058" y="337"/>
                  </a:cubicBezTo>
                  <a:cubicBezTo>
                    <a:pt x="1056" y="337"/>
                    <a:pt x="1053" y="339"/>
                    <a:pt x="1055" y="340"/>
                  </a:cubicBezTo>
                  <a:cubicBezTo>
                    <a:pt x="1058" y="342"/>
                    <a:pt x="1061" y="339"/>
                    <a:pt x="1063" y="339"/>
                  </a:cubicBezTo>
                  <a:cubicBezTo>
                    <a:pt x="1066" y="339"/>
                    <a:pt x="1069" y="339"/>
                    <a:pt x="1072" y="337"/>
                  </a:cubicBezTo>
                  <a:cubicBezTo>
                    <a:pt x="1075" y="336"/>
                    <a:pt x="1076" y="339"/>
                    <a:pt x="1078" y="337"/>
                  </a:cubicBezTo>
                  <a:cubicBezTo>
                    <a:pt x="1079" y="336"/>
                    <a:pt x="1084" y="335"/>
                    <a:pt x="1086" y="335"/>
                  </a:cubicBezTo>
                  <a:cubicBezTo>
                    <a:pt x="1088" y="335"/>
                    <a:pt x="1086" y="333"/>
                    <a:pt x="1083" y="333"/>
                  </a:cubicBezTo>
                  <a:cubicBezTo>
                    <a:pt x="1079" y="333"/>
                    <a:pt x="1079" y="331"/>
                    <a:pt x="1082" y="326"/>
                  </a:cubicBezTo>
                  <a:cubicBezTo>
                    <a:pt x="1085" y="321"/>
                    <a:pt x="1090" y="319"/>
                    <a:pt x="1094" y="316"/>
                  </a:cubicBezTo>
                  <a:cubicBezTo>
                    <a:pt x="1097" y="313"/>
                    <a:pt x="1100" y="314"/>
                    <a:pt x="1100" y="312"/>
                  </a:cubicBezTo>
                  <a:cubicBezTo>
                    <a:pt x="1100" y="310"/>
                    <a:pt x="1101" y="305"/>
                    <a:pt x="1104" y="305"/>
                  </a:cubicBezTo>
                  <a:cubicBezTo>
                    <a:pt x="1107" y="305"/>
                    <a:pt x="1113" y="306"/>
                    <a:pt x="1117" y="304"/>
                  </a:cubicBezTo>
                  <a:cubicBezTo>
                    <a:pt x="1121" y="301"/>
                    <a:pt x="1121" y="305"/>
                    <a:pt x="1123" y="306"/>
                  </a:cubicBezTo>
                  <a:cubicBezTo>
                    <a:pt x="1124" y="306"/>
                    <a:pt x="1127" y="302"/>
                    <a:pt x="1128" y="304"/>
                  </a:cubicBezTo>
                  <a:cubicBezTo>
                    <a:pt x="1130" y="305"/>
                    <a:pt x="1126" y="308"/>
                    <a:pt x="1125" y="311"/>
                  </a:cubicBezTo>
                  <a:cubicBezTo>
                    <a:pt x="1123" y="315"/>
                    <a:pt x="1127" y="313"/>
                    <a:pt x="1129" y="314"/>
                  </a:cubicBezTo>
                  <a:cubicBezTo>
                    <a:pt x="1131" y="315"/>
                    <a:pt x="1126" y="317"/>
                    <a:pt x="1127" y="317"/>
                  </a:cubicBezTo>
                  <a:cubicBezTo>
                    <a:pt x="1127" y="318"/>
                    <a:pt x="1131" y="318"/>
                    <a:pt x="1137" y="313"/>
                  </a:cubicBezTo>
                  <a:cubicBezTo>
                    <a:pt x="1142" y="308"/>
                    <a:pt x="1147" y="307"/>
                    <a:pt x="1150" y="307"/>
                  </a:cubicBezTo>
                  <a:cubicBezTo>
                    <a:pt x="1153" y="307"/>
                    <a:pt x="1151" y="304"/>
                    <a:pt x="1152" y="299"/>
                  </a:cubicBezTo>
                  <a:cubicBezTo>
                    <a:pt x="1152" y="294"/>
                    <a:pt x="1162" y="293"/>
                    <a:pt x="1165" y="294"/>
                  </a:cubicBezTo>
                  <a:cubicBezTo>
                    <a:pt x="1169" y="296"/>
                    <a:pt x="1169" y="297"/>
                    <a:pt x="1165" y="296"/>
                  </a:cubicBezTo>
                  <a:cubicBezTo>
                    <a:pt x="1162" y="295"/>
                    <a:pt x="1159" y="298"/>
                    <a:pt x="1159" y="302"/>
                  </a:cubicBezTo>
                  <a:cubicBezTo>
                    <a:pt x="1159" y="306"/>
                    <a:pt x="1156" y="308"/>
                    <a:pt x="1158" y="309"/>
                  </a:cubicBezTo>
                  <a:cubicBezTo>
                    <a:pt x="1159" y="311"/>
                    <a:pt x="1156" y="311"/>
                    <a:pt x="1156" y="313"/>
                  </a:cubicBezTo>
                  <a:cubicBezTo>
                    <a:pt x="1155" y="314"/>
                    <a:pt x="1156" y="316"/>
                    <a:pt x="1153" y="316"/>
                  </a:cubicBezTo>
                  <a:cubicBezTo>
                    <a:pt x="1151" y="317"/>
                    <a:pt x="1143" y="318"/>
                    <a:pt x="1143" y="321"/>
                  </a:cubicBezTo>
                  <a:cubicBezTo>
                    <a:pt x="1142" y="324"/>
                    <a:pt x="1138" y="324"/>
                    <a:pt x="1136" y="328"/>
                  </a:cubicBezTo>
                  <a:cubicBezTo>
                    <a:pt x="1134" y="332"/>
                    <a:pt x="1126" y="334"/>
                    <a:pt x="1121" y="342"/>
                  </a:cubicBezTo>
                  <a:cubicBezTo>
                    <a:pt x="1116" y="349"/>
                    <a:pt x="1108" y="349"/>
                    <a:pt x="1108" y="351"/>
                  </a:cubicBezTo>
                  <a:cubicBezTo>
                    <a:pt x="1108" y="352"/>
                    <a:pt x="1102" y="352"/>
                    <a:pt x="1101" y="352"/>
                  </a:cubicBezTo>
                  <a:cubicBezTo>
                    <a:pt x="1099" y="353"/>
                    <a:pt x="1102" y="357"/>
                    <a:pt x="1098" y="362"/>
                  </a:cubicBezTo>
                  <a:cubicBezTo>
                    <a:pt x="1093" y="367"/>
                    <a:pt x="1090" y="374"/>
                    <a:pt x="1090" y="381"/>
                  </a:cubicBezTo>
                  <a:cubicBezTo>
                    <a:pt x="1091" y="387"/>
                    <a:pt x="1093" y="407"/>
                    <a:pt x="1095" y="410"/>
                  </a:cubicBezTo>
                  <a:cubicBezTo>
                    <a:pt x="1097" y="414"/>
                    <a:pt x="1096" y="422"/>
                    <a:pt x="1097" y="424"/>
                  </a:cubicBezTo>
                  <a:cubicBezTo>
                    <a:pt x="1099" y="426"/>
                    <a:pt x="1098" y="429"/>
                    <a:pt x="1099" y="430"/>
                  </a:cubicBezTo>
                  <a:cubicBezTo>
                    <a:pt x="1101" y="431"/>
                    <a:pt x="1105" y="425"/>
                    <a:pt x="1108" y="423"/>
                  </a:cubicBezTo>
                  <a:cubicBezTo>
                    <a:pt x="1111" y="420"/>
                    <a:pt x="1110" y="419"/>
                    <a:pt x="1112" y="418"/>
                  </a:cubicBezTo>
                  <a:cubicBezTo>
                    <a:pt x="1114" y="417"/>
                    <a:pt x="1113" y="411"/>
                    <a:pt x="1114" y="410"/>
                  </a:cubicBezTo>
                  <a:cubicBezTo>
                    <a:pt x="1114" y="408"/>
                    <a:pt x="1118" y="408"/>
                    <a:pt x="1119" y="406"/>
                  </a:cubicBezTo>
                  <a:cubicBezTo>
                    <a:pt x="1120" y="405"/>
                    <a:pt x="1123" y="405"/>
                    <a:pt x="1125" y="405"/>
                  </a:cubicBezTo>
                  <a:cubicBezTo>
                    <a:pt x="1127" y="404"/>
                    <a:pt x="1125" y="400"/>
                    <a:pt x="1124" y="398"/>
                  </a:cubicBezTo>
                  <a:cubicBezTo>
                    <a:pt x="1124" y="396"/>
                    <a:pt x="1129" y="393"/>
                    <a:pt x="1132" y="391"/>
                  </a:cubicBezTo>
                  <a:cubicBezTo>
                    <a:pt x="1135" y="389"/>
                    <a:pt x="1139" y="392"/>
                    <a:pt x="1142" y="389"/>
                  </a:cubicBezTo>
                  <a:cubicBezTo>
                    <a:pt x="1145" y="386"/>
                    <a:pt x="1142" y="383"/>
                    <a:pt x="1140" y="381"/>
                  </a:cubicBezTo>
                  <a:cubicBezTo>
                    <a:pt x="1139" y="380"/>
                    <a:pt x="1144" y="372"/>
                    <a:pt x="1146" y="371"/>
                  </a:cubicBezTo>
                  <a:cubicBezTo>
                    <a:pt x="1149" y="371"/>
                    <a:pt x="1150" y="373"/>
                    <a:pt x="1152" y="371"/>
                  </a:cubicBezTo>
                  <a:cubicBezTo>
                    <a:pt x="1155" y="369"/>
                    <a:pt x="1150" y="365"/>
                    <a:pt x="1148" y="366"/>
                  </a:cubicBezTo>
                  <a:cubicBezTo>
                    <a:pt x="1147" y="366"/>
                    <a:pt x="1146" y="360"/>
                    <a:pt x="1150" y="357"/>
                  </a:cubicBezTo>
                  <a:cubicBezTo>
                    <a:pt x="1154" y="354"/>
                    <a:pt x="1152" y="353"/>
                    <a:pt x="1150" y="352"/>
                  </a:cubicBezTo>
                  <a:cubicBezTo>
                    <a:pt x="1147" y="352"/>
                    <a:pt x="1147" y="353"/>
                    <a:pt x="1145" y="353"/>
                  </a:cubicBezTo>
                  <a:cubicBezTo>
                    <a:pt x="1143" y="353"/>
                    <a:pt x="1141" y="349"/>
                    <a:pt x="1144" y="344"/>
                  </a:cubicBezTo>
                  <a:cubicBezTo>
                    <a:pt x="1147" y="340"/>
                    <a:pt x="1150" y="341"/>
                    <a:pt x="1151" y="337"/>
                  </a:cubicBezTo>
                  <a:cubicBezTo>
                    <a:pt x="1151" y="334"/>
                    <a:pt x="1156" y="329"/>
                    <a:pt x="1157" y="327"/>
                  </a:cubicBezTo>
                  <a:cubicBezTo>
                    <a:pt x="1158" y="325"/>
                    <a:pt x="1162" y="327"/>
                    <a:pt x="1164" y="327"/>
                  </a:cubicBezTo>
                  <a:cubicBezTo>
                    <a:pt x="1165" y="326"/>
                    <a:pt x="1165" y="330"/>
                    <a:pt x="1167" y="328"/>
                  </a:cubicBezTo>
                  <a:cubicBezTo>
                    <a:pt x="1169" y="326"/>
                    <a:pt x="1172" y="320"/>
                    <a:pt x="1175" y="320"/>
                  </a:cubicBezTo>
                  <a:cubicBezTo>
                    <a:pt x="1178" y="320"/>
                    <a:pt x="1176" y="325"/>
                    <a:pt x="1176" y="327"/>
                  </a:cubicBezTo>
                  <a:cubicBezTo>
                    <a:pt x="1177" y="330"/>
                    <a:pt x="1179" y="327"/>
                    <a:pt x="1184" y="323"/>
                  </a:cubicBezTo>
                  <a:cubicBezTo>
                    <a:pt x="1189" y="320"/>
                    <a:pt x="1201" y="320"/>
                    <a:pt x="1204" y="322"/>
                  </a:cubicBezTo>
                  <a:cubicBezTo>
                    <a:pt x="1208" y="323"/>
                    <a:pt x="1208" y="327"/>
                    <a:pt x="1210" y="327"/>
                  </a:cubicBezTo>
                  <a:cubicBezTo>
                    <a:pt x="1213" y="326"/>
                    <a:pt x="1210" y="323"/>
                    <a:pt x="1213" y="322"/>
                  </a:cubicBezTo>
                  <a:cubicBezTo>
                    <a:pt x="1216" y="321"/>
                    <a:pt x="1221" y="318"/>
                    <a:pt x="1225" y="315"/>
                  </a:cubicBezTo>
                  <a:cubicBezTo>
                    <a:pt x="1229" y="313"/>
                    <a:pt x="1228" y="315"/>
                    <a:pt x="1230" y="312"/>
                  </a:cubicBezTo>
                  <a:cubicBezTo>
                    <a:pt x="1232" y="310"/>
                    <a:pt x="1234" y="311"/>
                    <a:pt x="1234" y="309"/>
                  </a:cubicBezTo>
                  <a:cubicBezTo>
                    <a:pt x="1235" y="308"/>
                    <a:pt x="1240" y="305"/>
                    <a:pt x="1248" y="303"/>
                  </a:cubicBezTo>
                  <a:cubicBezTo>
                    <a:pt x="1255" y="301"/>
                    <a:pt x="1265" y="296"/>
                    <a:pt x="1265" y="295"/>
                  </a:cubicBezTo>
                  <a:cubicBezTo>
                    <a:pt x="1264" y="293"/>
                    <a:pt x="1268" y="293"/>
                    <a:pt x="1268" y="294"/>
                  </a:cubicBezTo>
                  <a:cubicBezTo>
                    <a:pt x="1268" y="296"/>
                    <a:pt x="1271" y="295"/>
                    <a:pt x="1275" y="296"/>
                  </a:cubicBezTo>
                  <a:cubicBezTo>
                    <a:pt x="1279" y="297"/>
                    <a:pt x="1281" y="298"/>
                    <a:pt x="1284" y="295"/>
                  </a:cubicBezTo>
                  <a:cubicBezTo>
                    <a:pt x="1287" y="292"/>
                    <a:pt x="1283" y="291"/>
                    <a:pt x="1284" y="289"/>
                  </a:cubicBezTo>
                  <a:cubicBezTo>
                    <a:pt x="1284" y="286"/>
                    <a:pt x="1278" y="284"/>
                    <a:pt x="1279" y="281"/>
                  </a:cubicBezTo>
                  <a:cubicBezTo>
                    <a:pt x="1280" y="279"/>
                    <a:pt x="1275" y="272"/>
                    <a:pt x="1274" y="274"/>
                  </a:cubicBezTo>
                  <a:cubicBezTo>
                    <a:pt x="1272" y="275"/>
                    <a:pt x="1269" y="272"/>
                    <a:pt x="1269" y="271"/>
                  </a:cubicBezTo>
                  <a:cubicBezTo>
                    <a:pt x="1269" y="269"/>
                    <a:pt x="1269" y="266"/>
                    <a:pt x="1266" y="268"/>
                  </a:cubicBezTo>
                  <a:cubicBezTo>
                    <a:pt x="1264" y="269"/>
                    <a:pt x="1260" y="269"/>
                    <a:pt x="1259" y="266"/>
                  </a:cubicBezTo>
                  <a:cubicBezTo>
                    <a:pt x="1259" y="264"/>
                    <a:pt x="1264" y="263"/>
                    <a:pt x="1267" y="264"/>
                  </a:cubicBezTo>
                  <a:cubicBezTo>
                    <a:pt x="1271" y="266"/>
                    <a:pt x="1270" y="267"/>
                    <a:pt x="1272" y="268"/>
                  </a:cubicBezTo>
                  <a:cubicBezTo>
                    <a:pt x="1274" y="269"/>
                    <a:pt x="1278" y="269"/>
                    <a:pt x="1281" y="267"/>
                  </a:cubicBezTo>
                  <a:cubicBezTo>
                    <a:pt x="1283" y="266"/>
                    <a:pt x="1290" y="264"/>
                    <a:pt x="1292" y="262"/>
                  </a:cubicBezTo>
                  <a:cubicBezTo>
                    <a:pt x="1293" y="260"/>
                    <a:pt x="1291" y="259"/>
                    <a:pt x="1294" y="258"/>
                  </a:cubicBezTo>
                  <a:cubicBezTo>
                    <a:pt x="1296" y="257"/>
                    <a:pt x="1294" y="254"/>
                    <a:pt x="1292" y="253"/>
                  </a:cubicBezTo>
                  <a:cubicBezTo>
                    <a:pt x="1290" y="252"/>
                    <a:pt x="1291" y="249"/>
                    <a:pt x="1293" y="249"/>
                  </a:cubicBezTo>
                  <a:cubicBezTo>
                    <a:pt x="1295" y="249"/>
                    <a:pt x="1295" y="247"/>
                    <a:pt x="1296" y="247"/>
                  </a:cubicBezTo>
                  <a:cubicBezTo>
                    <a:pt x="1297" y="246"/>
                    <a:pt x="1298" y="248"/>
                    <a:pt x="1300" y="246"/>
                  </a:cubicBezTo>
                  <a:cubicBezTo>
                    <a:pt x="1303" y="245"/>
                    <a:pt x="1300" y="248"/>
                    <a:pt x="1299" y="251"/>
                  </a:cubicBezTo>
                  <a:cubicBezTo>
                    <a:pt x="1298" y="253"/>
                    <a:pt x="1302" y="255"/>
                    <a:pt x="1302" y="256"/>
                  </a:cubicBezTo>
                  <a:cubicBezTo>
                    <a:pt x="1302" y="257"/>
                    <a:pt x="1308" y="258"/>
                    <a:pt x="1310" y="256"/>
                  </a:cubicBezTo>
                  <a:cubicBezTo>
                    <a:pt x="1313" y="255"/>
                    <a:pt x="1322" y="258"/>
                    <a:pt x="1323" y="260"/>
                  </a:cubicBezTo>
                  <a:cubicBezTo>
                    <a:pt x="1324" y="263"/>
                    <a:pt x="1325" y="265"/>
                    <a:pt x="1329" y="267"/>
                  </a:cubicBezTo>
                  <a:cubicBezTo>
                    <a:pt x="1332" y="269"/>
                    <a:pt x="1336" y="268"/>
                    <a:pt x="1337" y="270"/>
                  </a:cubicBezTo>
                  <a:cubicBezTo>
                    <a:pt x="1337" y="272"/>
                    <a:pt x="1339" y="273"/>
                    <a:pt x="1341" y="272"/>
                  </a:cubicBezTo>
                  <a:cubicBezTo>
                    <a:pt x="1343" y="272"/>
                    <a:pt x="1344" y="274"/>
                    <a:pt x="1346" y="273"/>
                  </a:cubicBezTo>
                  <a:cubicBezTo>
                    <a:pt x="1347" y="271"/>
                    <a:pt x="1348" y="274"/>
                    <a:pt x="1350" y="272"/>
                  </a:cubicBezTo>
                  <a:cubicBezTo>
                    <a:pt x="1352" y="270"/>
                    <a:pt x="1346" y="269"/>
                    <a:pt x="1347" y="268"/>
                  </a:cubicBezTo>
                  <a:cubicBezTo>
                    <a:pt x="1347" y="266"/>
                    <a:pt x="1349" y="269"/>
                    <a:pt x="1351" y="269"/>
                  </a:cubicBezTo>
                  <a:cubicBezTo>
                    <a:pt x="1352" y="268"/>
                    <a:pt x="1350" y="265"/>
                    <a:pt x="1351" y="265"/>
                  </a:cubicBezTo>
                  <a:cubicBezTo>
                    <a:pt x="1353" y="264"/>
                    <a:pt x="1352" y="257"/>
                    <a:pt x="1350" y="257"/>
                  </a:cubicBezTo>
                  <a:cubicBezTo>
                    <a:pt x="1349" y="256"/>
                    <a:pt x="1350" y="254"/>
                    <a:pt x="1353" y="256"/>
                  </a:cubicBezTo>
                  <a:cubicBezTo>
                    <a:pt x="1355" y="258"/>
                    <a:pt x="1360" y="258"/>
                    <a:pt x="1362" y="258"/>
                  </a:cubicBezTo>
                  <a:cubicBezTo>
                    <a:pt x="1364" y="258"/>
                    <a:pt x="1362" y="256"/>
                    <a:pt x="1360" y="255"/>
                  </a:cubicBezTo>
                  <a:cubicBezTo>
                    <a:pt x="1358" y="255"/>
                    <a:pt x="1360" y="253"/>
                    <a:pt x="1362" y="255"/>
                  </a:cubicBezTo>
                  <a:cubicBezTo>
                    <a:pt x="1363" y="256"/>
                    <a:pt x="1366" y="257"/>
                    <a:pt x="1366" y="255"/>
                  </a:cubicBezTo>
                  <a:cubicBezTo>
                    <a:pt x="1366" y="254"/>
                    <a:pt x="1368" y="251"/>
                    <a:pt x="1370" y="251"/>
                  </a:cubicBezTo>
                  <a:cubicBezTo>
                    <a:pt x="1373" y="251"/>
                    <a:pt x="1373" y="249"/>
                    <a:pt x="1371" y="249"/>
                  </a:cubicBezTo>
                  <a:close/>
                  <a:moveTo>
                    <a:pt x="708" y="405"/>
                  </a:moveTo>
                  <a:cubicBezTo>
                    <a:pt x="701" y="411"/>
                    <a:pt x="688" y="412"/>
                    <a:pt x="688" y="417"/>
                  </a:cubicBezTo>
                  <a:cubicBezTo>
                    <a:pt x="688" y="422"/>
                    <a:pt x="671" y="425"/>
                    <a:pt x="670" y="422"/>
                  </a:cubicBezTo>
                  <a:cubicBezTo>
                    <a:pt x="669" y="420"/>
                    <a:pt x="682" y="420"/>
                    <a:pt x="685" y="413"/>
                  </a:cubicBezTo>
                  <a:cubicBezTo>
                    <a:pt x="688" y="406"/>
                    <a:pt x="701" y="402"/>
                    <a:pt x="707" y="392"/>
                  </a:cubicBezTo>
                  <a:cubicBezTo>
                    <a:pt x="711" y="386"/>
                    <a:pt x="714" y="375"/>
                    <a:pt x="717" y="376"/>
                  </a:cubicBezTo>
                  <a:cubicBezTo>
                    <a:pt x="719" y="377"/>
                    <a:pt x="715" y="398"/>
                    <a:pt x="708" y="405"/>
                  </a:cubicBezTo>
                  <a:close/>
                  <a:moveTo>
                    <a:pt x="738" y="125"/>
                  </a:moveTo>
                  <a:cubicBezTo>
                    <a:pt x="737" y="127"/>
                    <a:pt x="732" y="127"/>
                    <a:pt x="733" y="129"/>
                  </a:cubicBezTo>
                  <a:cubicBezTo>
                    <a:pt x="736" y="132"/>
                    <a:pt x="748" y="130"/>
                    <a:pt x="748" y="127"/>
                  </a:cubicBezTo>
                  <a:cubicBezTo>
                    <a:pt x="748" y="123"/>
                    <a:pt x="739" y="123"/>
                    <a:pt x="738" y="125"/>
                  </a:cubicBezTo>
                  <a:close/>
                  <a:moveTo>
                    <a:pt x="305" y="8"/>
                  </a:moveTo>
                  <a:cubicBezTo>
                    <a:pt x="311" y="8"/>
                    <a:pt x="309" y="4"/>
                    <a:pt x="313" y="5"/>
                  </a:cubicBezTo>
                  <a:cubicBezTo>
                    <a:pt x="317" y="5"/>
                    <a:pt x="322" y="5"/>
                    <a:pt x="320" y="3"/>
                  </a:cubicBezTo>
                  <a:cubicBezTo>
                    <a:pt x="318" y="0"/>
                    <a:pt x="304" y="1"/>
                    <a:pt x="306" y="3"/>
                  </a:cubicBezTo>
                  <a:cubicBezTo>
                    <a:pt x="307" y="5"/>
                    <a:pt x="295" y="4"/>
                    <a:pt x="295" y="5"/>
                  </a:cubicBezTo>
                  <a:cubicBezTo>
                    <a:pt x="295" y="6"/>
                    <a:pt x="299" y="8"/>
                    <a:pt x="305" y="8"/>
                  </a:cubicBezTo>
                  <a:close/>
                  <a:moveTo>
                    <a:pt x="276" y="24"/>
                  </a:moveTo>
                  <a:cubicBezTo>
                    <a:pt x="276" y="20"/>
                    <a:pt x="263" y="24"/>
                    <a:pt x="266" y="25"/>
                  </a:cubicBezTo>
                  <a:cubicBezTo>
                    <a:pt x="268" y="26"/>
                    <a:pt x="276" y="28"/>
                    <a:pt x="276" y="24"/>
                  </a:cubicBezTo>
                  <a:close/>
                  <a:moveTo>
                    <a:pt x="306" y="21"/>
                  </a:moveTo>
                  <a:cubicBezTo>
                    <a:pt x="307" y="23"/>
                    <a:pt x="305" y="23"/>
                    <a:pt x="300" y="23"/>
                  </a:cubicBezTo>
                  <a:cubicBezTo>
                    <a:pt x="296" y="23"/>
                    <a:pt x="293" y="25"/>
                    <a:pt x="296" y="28"/>
                  </a:cubicBezTo>
                  <a:cubicBezTo>
                    <a:pt x="299" y="30"/>
                    <a:pt x="311" y="29"/>
                    <a:pt x="313" y="26"/>
                  </a:cubicBezTo>
                  <a:cubicBezTo>
                    <a:pt x="315" y="23"/>
                    <a:pt x="321" y="26"/>
                    <a:pt x="322" y="23"/>
                  </a:cubicBezTo>
                  <a:cubicBezTo>
                    <a:pt x="323" y="20"/>
                    <a:pt x="306" y="19"/>
                    <a:pt x="306" y="21"/>
                  </a:cubicBezTo>
                  <a:close/>
                  <a:moveTo>
                    <a:pt x="347" y="16"/>
                  </a:moveTo>
                  <a:cubicBezTo>
                    <a:pt x="349" y="14"/>
                    <a:pt x="344" y="14"/>
                    <a:pt x="343" y="12"/>
                  </a:cubicBezTo>
                  <a:cubicBezTo>
                    <a:pt x="343" y="10"/>
                    <a:pt x="330" y="9"/>
                    <a:pt x="330" y="12"/>
                  </a:cubicBezTo>
                  <a:cubicBezTo>
                    <a:pt x="331" y="14"/>
                    <a:pt x="321" y="17"/>
                    <a:pt x="324" y="19"/>
                  </a:cubicBezTo>
                  <a:cubicBezTo>
                    <a:pt x="330" y="23"/>
                    <a:pt x="345" y="18"/>
                    <a:pt x="347" y="16"/>
                  </a:cubicBezTo>
                  <a:close/>
                  <a:moveTo>
                    <a:pt x="309" y="12"/>
                  </a:moveTo>
                  <a:cubicBezTo>
                    <a:pt x="310" y="7"/>
                    <a:pt x="302" y="11"/>
                    <a:pt x="295" y="9"/>
                  </a:cubicBezTo>
                  <a:cubicBezTo>
                    <a:pt x="289" y="6"/>
                    <a:pt x="286" y="6"/>
                    <a:pt x="290" y="10"/>
                  </a:cubicBezTo>
                  <a:cubicBezTo>
                    <a:pt x="292" y="12"/>
                    <a:pt x="279" y="13"/>
                    <a:pt x="281" y="15"/>
                  </a:cubicBezTo>
                  <a:cubicBezTo>
                    <a:pt x="286" y="19"/>
                    <a:pt x="309" y="17"/>
                    <a:pt x="309" y="12"/>
                  </a:cubicBezTo>
                  <a:close/>
                  <a:moveTo>
                    <a:pt x="274" y="144"/>
                  </a:moveTo>
                  <a:cubicBezTo>
                    <a:pt x="274" y="147"/>
                    <a:pt x="273" y="148"/>
                    <a:pt x="268" y="148"/>
                  </a:cubicBezTo>
                  <a:cubicBezTo>
                    <a:pt x="264" y="148"/>
                    <a:pt x="270" y="151"/>
                    <a:pt x="271" y="154"/>
                  </a:cubicBezTo>
                  <a:cubicBezTo>
                    <a:pt x="271" y="156"/>
                    <a:pt x="266" y="154"/>
                    <a:pt x="266" y="159"/>
                  </a:cubicBezTo>
                  <a:cubicBezTo>
                    <a:pt x="266" y="163"/>
                    <a:pt x="257" y="159"/>
                    <a:pt x="256" y="164"/>
                  </a:cubicBezTo>
                  <a:cubicBezTo>
                    <a:pt x="255" y="169"/>
                    <a:pt x="260" y="168"/>
                    <a:pt x="264" y="169"/>
                  </a:cubicBezTo>
                  <a:cubicBezTo>
                    <a:pt x="268" y="169"/>
                    <a:pt x="263" y="172"/>
                    <a:pt x="265" y="174"/>
                  </a:cubicBezTo>
                  <a:cubicBezTo>
                    <a:pt x="268" y="177"/>
                    <a:pt x="270" y="176"/>
                    <a:pt x="269" y="172"/>
                  </a:cubicBezTo>
                  <a:cubicBezTo>
                    <a:pt x="267" y="168"/>
                    <a:pt x="279" y="173"/>
                    <a:pt x="275" y="176"/>
                  </a:cubicBezTo>
                  <a:cubicBezTo>
                    <a:pt x="271" y="179"/>
                    <a:pt x="281" y="182"/>
                    <a:pt x="285" y="182"/>
                  </a:cubicBezTo>
                  <a:cubicBezTo>
                    <a:pt x="290" y="182"/>
                    <a:pt x="306" y="186"/>
                    <a:pt x="306" y="182"/>
                  </a:cubicBezTo>
                  <a:cubicBezTo>
                    <a:pt x="306" y="180"/>
                    <a:pt x="300" y="178"/>
                    <a:pt x="295" y="172"/>
                  </a:cubicBezTo>
                  <a:cubicBezTo>
                    <a:pt x="290" y="167"/>
                    <a:pt x="287" y="159"/>
                    <a:pt x="292" y="155"/>
                  </a:cubicBezTo>
                  <a:cubicBezTo>
                    <a:pt x="298" y="151"/>
                    <a:pt x="293" y="150"/>
                    <a:pt x="299" y="146"/>
                  </a:cubicBezTo>
                  <a:cubicBezTo>
                    <a:pt x="304" y="142"/>
                    <a:pt x="301" y="138"/>
                    <a:pt x="306" y="137"/>
                  </a:cubicBezTo>
                  <a:cubicBezTo>
                    <a:pt x="311" y="137"/>
                    <a:pt x="305" y="133"/>
                    <a:pt x="310" y="132"/>
                  </a:cubicBezTo>
                  <a:cubicBezTo>
                    <a:pt x="315" y="131"/>
                    <a:pt x="316" y="126"/>
                    <a:pt x="315" y="124"/>
                  </a:cubicBezTo>
                  <a:cubicBezTo>
                    <a:pt x="314" y="122"/>
                    <a:pt x="320" y="124"/>
                    <a:pt x="323" y="121"/>
                  </a:cubicBezTo>
                  <a:cubicBezTo>
                    <a:pt x="325" y="119"/>
                    <a:pt x="332" y="120"/>
                    <a:pt x="333" y="116"/>
                  </a:cubicBezTo>
                  <a:cubicBezTo>
                    <a:pt x="335" y="112"/>
                    <a:pt x="363" y="103"/>
                    <a:pt x="378" y="100"/>
                  </a:cubicBezTo>
                  <a:cubicBezTo>
                    <a:pt x="394" y="96"/>
                    <a:pt x="404" y="90"/>
                    <a:pt x="399" y="85"/>
                  </a:cubicBezTo>
                  <a:cubicBezTo>
                    <a:pt x="393" y="81"/>
                    <a:pt x="378" y="87"/>
                    <a:pt x="374" y="90"/>
                  </a:cubicBezTo>
                  <a:cubicBezTo>
                    <a:pt x="370" y="93"/>
                    <a:pt x="365" y="91"/>
                    <a:pt x="361" y="93"/>
                  </a:cubicBezTo>
                  <a:cubicBezTo>
                    <a:pt x="357" y="95"/>
                    <a:pt x="349" y="97"/>
                    <a:pt x="345" y="95"/>
                  </a:cubicBezTo>
                  <a:cubicBezTo>
                    <a:pt x="341" y="92"/>
                    <a:pt x="336" y="98"/>
                    <a:pt x="333" y="97"/>
                  </a:cubicBezTo>
                  <a:cubicBezTo>
                    <a:pt x="330" y="97"/>
                    <a:pt x="327" y="101"/>
                    <a:pt x="323" y="100"/>
                  </a:cubicBezTo>
                  <a:cubicBezTo>
                    <a:pt x="320" y="100"/>
                    <a:pt x="313" y="103"/>
                    <a:pt x="313" y="105"/>
                  </a:cubicBezTo>
                  <a:cubicBezTo>
                    <a:pt x="312" y="107"/>
                    <a:pt x="307" y="106"/>
                    <a:pt x="307" y="109"/>
                  </a:cubicBezTo>
                  <a:cubicBezTo>
                    <a:pt x="307" y="111"/>
                    <a:pt x="302" y="113"/>
                    <a:pt x="300" y="111"/>
                  </a:cubicBezTo>
                  <a:cubicBezTo>
                    <a:pt x="297" y="109"/>
                    <a:pt x="295" y="113"/>
                    <a:pt x="298" y="116"/>
                  </a:cubicBezTo>
                  <a:cubicBezTo>
                    <a:pt x="301" y="120"/>
                    <a:pt x="292" y="120"/>
                    <a:pt x="293" y="122"/>
                  </a:cubicBezTo>
                  <a:cubicBezTo>
                    <a:pt x="295" y="124"/>
                    <a:pt x="290" y="125"/>
                    <a:pt x="291" y="127"/>
                  </a:cubicBezTo>
                  <a:cubicBezTo>
                    <a:pt x="292" y="129"/>
                    <a:pt x="288" y="130"/>
                    <a:pt x="284" y="130"/>
                  </a:cubicBezTo>
                  <a:cubicBezTo>
                    <a:pt x="280" y="131"/>
                    <a:pt x="279" y="136"/>
                    <a:pt x="283" y="136"/>
                  </a:cubicBezTo>
                  <a:cubicBezTo>
                    <a:pt x="288" y="136"/>
                    <a:pt x="280" y="137"/>
                    <a:pt x="281" y="141"/>
                  </a:cubicBezTo>
                  <a:cubicBezTo>
                    <a:pt x="281" y="144"/>
                    <a:pt x="274" y="142"/>
                    <a:pt x="274" y="14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nvGrpSpPr>
            <p:cNvPr id="208" name="Group 207">
              <a:extLst>
                <a:ext uri="{FF2B5EF4-FFF2-40B4-BE49-F238E27FC236}">
                  <a16:creationId xmlns:a16="http://schemas.microsoft.com/office/drawing/2014/main" id="{2780527C-2773-45AF-BFC0-428E07C24C92}"/>
                </a:ext>
              </a:extLst>
            </p:cNvPr>
            <p:cNvGrpSpPr/>
            <p:nvPr/>
          </p:nvGrpSpPr>
          <p:grpSpPr>
            <a:xfrm>
              <a:off x="2235200" y="1676289"/>
              <a:ext cx="8248805" cy="4068623"/>
              <a:chOff x="1785409" y="1960529"/>
              <a:chExt cx="6680161" cy="3294909"/>
            </a:xfrm>
            <a:grpFill/>
          </p:grpSpPr>
          <p:sp>
            <p:nvSpPr>
              <p:cNvPr id="209" name="Freeform 5">
                <a:extLst>
                  <a:ext uri="{FF2B5EF4-FFF2-40B4-BE49-F238E27FC236}">
                    <a16:creationId xmlns:a16="http://schemas.microsoft.com/office/drawing/2014/main" id="{99561CFB-789B-4A23-B9C8-6022C6FB9524}"/>
                  </a:ext>
                </a:extLst>
              </p:cNvPr>
              <p:cNvSpPr>
                <a:spLocks/>
              </p:cNvSpPr>
              <p:nvPr/>
            </p:nvSpPr>
            <p:spPr bwMode="auto">
              <a:xfrm>
                <a:off x="5139291" y="4409753"/>
                <a:ext cx="235888" cy="234634"/>
              </a:xfrm>
              <a:custGeom>
                <a:avLst/>
                <a:gdLst>
                  <a:gd name="T0" fmla="*/ 38 w 102"/>
                  <a:gd name="T1" fmla="*/ 98 h 102"/>
                  <a:gd name="T2" fmla="*/ 43 w 102"/>
                  <a:gd name="T3" fmla="*/ 95 h 102"/>
                  <a:gd name="T4" fmla="*/ 47 w 102"/>
                  <a:gd name="T5" fmla="*/ 101 h 102"/>
                  <a:gd name="T6" fmla="*/ 57 w 102"/>
                  <a:gd name="T7" fmla="*/ 101 h 102"/>
                  <a:gd name="T8" fmla="*/ 62 w 102"/>
                  <a:gd name="T9" fmla="*/ 95 h 102"/>
                  <a:gd name="T10" fmla="*/ 62 w 102"/>
                  <a:gd name="T11" fmla="*/ 42 h 102"/>
                  <a:gd name="T12" fmla="*/ 70 w 102"/>
                  <a:gd name="T13" fmla="*/ 39 h 102"/>
                  <a:gd name="T14" fmla="*/ 70 w 102"/>
                  <a:gd name="T15" fmla="*/ 12 h 102"/>
                  <a:gd name="T16" fmla="*/ 78 w 102"/>
                  <a:gd name="T17" fmla="*/ 11 h 102"/>
                  <a:gd name="T18" fmla="*/ 87 w 102"/>
                  <a:gd name="T19" fmla="*/ 8 h 102"/>
                  <a:gd name="T20" fmla="*/ 91 w 102"/>
                  <a:gd name="T21" fmla="*/ 11 h 102"/>
                  <a:gd name="T22" fmla="*/ 97 w 102"/>
                  <a:gd name="T23" fmla="*/ 8 h 102"/>
                  <a:gd name="T24" fmla="*/ 102 w 102"/>
                  <a:gd name="T25" fmla="*/ 7 h 102"/>
                  <a:gd name="T26" fmla="*/ 102 w 102"/>
                  <a:gd name="T27" fmla="*/ 5 h 102"/>
                  <a:gd name="T28" fmla="*/ 85 w 102"/>
                  <a:gd name="T29" fmla="*/ 6 h 102"/>
                  <a:gd name="T30" fmla="*/ 72 w 102"/>
                  <a:gd name="T31" fmla="*/ 7 h 102"/>
                  <a:gd name="T32" fmla="*/ 55 w 102"/>
                  <a:gd name="T33" fmla="*/ 7 h 102"/>
                  <a:gd name="T34" fmla="*/ 52 w 102"/>
                  <a:gd name="T35" fmla="*/ 4 h 102"/>
                  <a:gd name="T36" fmla="*/ 24 w 102"/>
                  <a:gd name="T37" fmla="*/ 4 h 102"/>
                  <a:gd name="T38" fmla="*/ 17 w 102"/>
                  <a:gd name="T39" fmla="*/ 2 h 102"/>
                  <a:gd name="T40" fmla="*/ 9 w 102"/>
                  <a:gd name="T41" fmla="*/ 2 h 102"/>
                  <a:gd name="T42" fmla="*/ 6 w 102"/>
                  <a:gd name="T43" fmla="*/ 0 h 102"/>
                  <a:gd name="T44" fmla="*/ 3 w 102"/>
                  <a:gd name="T45" fmla="*/ 2 h 102"/>
                  <a:gd name="T46" fmla="*/ 0 w 102"/>
                  <a:gd name="T47" fmla="*/ 3 h 102"/>
                  <a:gd name="T48" fmla="*/ 5 w 102"/>
                  <a:gd name="T49" fmla="*/ 13 h 102"/>
                  <a:gd name="T50" fmla="*/ 13 w 102"/>
                  <a:gd name="T51" fmla="*/ 30 h 102"/>
                  <a:gd name="T52" fmla="*/ 21 w 102"/>
                  <a:gd name="T53" fmla="*/ 46 h 102"/>
                  <a:gd name="T54" fmla="*/ 21 w 102"/>
                  <a:gd name="T55" fmla="*/ 60 h 102"/>
                  <a:gd name="T56" fmla="*/ 24 w 102"/>
                  <a:gd name="T57" fmla="*/ 72 h 102"/>
                  <a:gd name="T58" fmla="*/ 30 w 102"/>
                  <a:gd name="T59" fmla="*/ 92 h 102"/>
                  <a:gd name="T60" fmla="*/ 35 w 102"/>
                  <a:gd name="T61" fmla="*/ 98 h 102"/>
                  <a:gd name="T62" fmla="*/ 38 w 102"/>
                  <a:gd name="T63" fmla="*/ 9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2" h="102">
                    <a:moveTo>
                      <a:pt x="38" y="98"/>
                    </a:moveTo>
                    <a:cubicBezTo>
                      <a:pt x="38" y="96"/>
                      <a:pt x="41" y="93"/>
                      <a:pt x="43" y="95"/>
                    </a:cubicBezTo>
                    <a:cubicBezTo>
                      <a:pt x="44" y="98"/>
                      <a:pt x="44" y="101"/>
                      <a:pt x="47" y="101"/>
                    </a:cubicBezTo>
                    <a:cubicBezTo>
                      <a:pt x="50" y="101"/>
                      <a:pt x="56" y="102"/>
                      <a:pt x="57" y="101"/>
                    </a:cubicBezTo>
                    <a:cubicBezTo>
                      <a:pt x="58" y="99"/>
                      <a:pt x="62" y="98"/>
                      <a:pt x="62" y="95"/>
                    </a:cubicBezTo>
                    <a:cubicBezTo>
                      <a:pt x="62" y="93"/>
                      <a:pt x="62" y="44"/>
                      <a:pt x="62" y="42"/>
                    </a:cubicBezTo>
                    <a:cubicBezTo>
                      <a:pt x="62" y="40"/>
                      <a:pt x="70" y="42"/>
                      <a:pt x="70" y="39"/>
                    </a:cubicBezTo>
                    <a:cubicBezTo>
                      <a:pt x="70" y="36"/>
                      <a:pt x="70" y="12"/>
                      <a:pt x="70" y="12"/>
                    </a:cubicBezTo>
                    <a:cubicBezTo>
                      <a:pt x="70" y="12"/>
                      <a:pt x="76" y="11"/>
                      <a:pt x="78" y="11"/>
                    </a:cubicBezTo>
                    <a:cubicBezTo>
                      <a:pt x="80" y="10"/>
                      <a:pt x="86" y="7"/>
                      <a:pt x="87" y="8"/>
                    </a:cubicBezTo>
                    <a:cubicBezTo>
                      <a:pt x="89" y="9"/>
                      <a:pt x="90" y="12"/>
                      <a:pt x="91" y="11"/>
                    </a:cubicBezTo>
                    <a:cubicBezTo>
                      <a:pt x="92" y="10"/>
                      <a:pt x="95" y="8"/>
                      <a:pt x="97" y="8"/>
                    </a:cubicBezTo>
                    <a:cubicBezTo>
                      <a:pt x="98" y="8"/>
                      <a:pt x="100" y="7"/>
                      <a:pt x="102" y="7"/>
                    </a:cubicBezTo>
                    <a:cubicBezTo>
                      <a:pt x="102" y="6"/>
                      <a:pt x="102" y="5"/>
                      <a:pt x="102" y="5"/>
                    </a:cubicBezTo>
                    <a:cubicBezTo>
                      <a:pt x="102" y="3"/>
                      <a:pt x="87" y="5"/>
                      <a:pt x="85" y="6"/>
                    </a:cubicBezTo>
                    <a:cubicBezTo>
                      <a:pt x="83" y="7"/>
                      <a:pt x="75" y="8"/>
                      <a:pt x="72" y="7"/>
                    </a:cubicBezTo>
                    <a:cubicBezTo>
                      <a:pt x="70" y="6"/>
                      <a:pt x="55" y="7"/>
                      <a:pt x="55" y="7"/>
                    </a:cubicBezTo>
                    <a:cubicBezTo>
                      <a:pt x="52" y="4"/>
                      <a:pt x="52" y="4"/>
                      <a:pt x="52" y="4"/>
                    </a:cubicBezTo>
                    <a:cubicBezTo>
                      <a:pt x="52" y="4"/>
                      <a:pt x="27" y="4"/>
                      <a:pt x="24" y="4"/>
                    </a:cubicBezTo>
                    <a:cubicBezTo>
                      <a:pt x="21" y="4"/>
                      <a:pt x="19" y="4"/>
                      <a:pt x="17" y="2"/>
                    </a:cubicBezTo>
                    <a:cubicBezTo>
                      <a:pt x="15" y="0"/>
                      <a:pt x="12" y="0"/>
                      <a:pt x="9" y="2"/>
                    </a:cubicBezTo>
                    <a:cubicBezTo>
                      <a:pt x="7" y="3"/>
                      <a:pt x="8" y="0"/>
                      <a:pt x="6" y="0"/>
                    </a:cubicBezTo>
                    <a:cubicBezTo>
                      <a:pt x="4" y="0"/>
                      <a:pt x="3" y="2"/>
                      <a:pt x="3" y="2"/>
                    </a:cubicBezTo>
                    <a:cubicBezTo>
                      <a:pt x="0" y="3"/>
                      <a:pt x="0" y="3"/>
                      <a:pt x="0" y="3"/>
                    </a:cubicBezTo>
                    <a:cubicBezTo>
                      <a:pt x="0" y="5"/>
                      <a:pt x="2" y="10"/>
                      <a:pt x="5" y="13"/>
                    </a:cubicBezTo>
                    <a:cubicBezTo>
                      <a:pt x="8" y="17"/>
                      <a:pt x="11" y="24"/>
                      <a:pt x="13" y="30"/>
                    </a:cubicBezTo>
                    <a:cubicBezTo>
                      <a:pt x="15" y="35"/>
                      <a:pt x="20" y="42"/>
                      <a:pt x="21" y="46"/>
                    </a:cubicBezTo>
                    <a:cubicBezTo>
                      <a:pt x="22" y="51"/>
                      <a:pt x="20" y="57"/>
                      <a:pt x="21" y="60"/>
                    </a:cubicBezTo>
                    <a:cubicBezTo>
                      <a:pt x="23" y="63"/>
                      <a:pt x="23" y="68"/>
                      <a:pt x="24" y="72"/>
                    </a:cubicBezTo>
                    <a:cubicBezTo>
                      <a:pt x="25" y="77"/>
                      <a:pt x="25" y="88"/>
                      <a:pt x="30" y="92"/>
                    </a:cubicBezTo>
                    <a:cubicBezTo>
                      <a:pt x="31" y="94"/>
                      <a:pt x="33" y="96"/>
                      <a:pt x="35" y="98"/>
                    </a:cubicBezTo>
                    <a:cubicBezTo>
                      <a:pt x="37" y="99"/>
                      <a:pt x="38" y="99"/>
                      <a:pt x="38" y="9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 name="Freeform 6">
                <a:extLst>
                  <a:ext uri="{FF2B5EF4-FFF2-40B4-BE49-F238E27FC236}">
                    <a16:creationId xmlns:a16="http://schemas.microsoft.com/office/drawing/2014/main" id="{7A0DF6EB-2359-465E-97D9-31DDB91769E2}"/>
                  </a:ext>
                </a:extLst>
              </p:cNvPr>
              <p:cNvSpPr>
                <a:spLocks/>
              </p:cNvSpPr>
              <p:nvPr/>
            </p:nvSpPr>
            <p:spPr bwMode="auto">
              <a:xfrm>
                <a:off x="5375180" y="4383404"/>
                <a:ext cx="149312" cy="129237"/>
              </a:xfrm>
              <a:custGeom>
                <a:avLst/>
                <a:gdLst>
                  <a:gd name="T0" fmla="*/ 43 w 65"/>
                  <a:gd name="T1" fmla="*/ 2 h 56"/>
                  <a:gd name="T2" fmla="*/ 42 w 65"/>
                  <a:gd name="T3" fmla="*/ 0 h 56"/>
                  <a:gd name="T4" fmla="*/ 35 w 65"/>
                  <a:gd name="T5" fmla="*/ 0 h 56"/>
                  <a:gd name="T6" fmla="*/ 31 w 65"/>
                  <a:gd name="T7" fmla="*/ 4 h 56"/>
                  <a:gd name="T8" fmla="*/ 23 w 65"/>
                  <a:gd name="T9" fmla="*/ 10 h 56"/>
                  <a:gd name="T10" fmla="*/ 15 w 65"/>
                  <a:gd name="T11" fmla="*/ 19 h 56"/>
                  <a:gd name="T12" fmla="*/ 5 w 65"/>
                  <a:gd name="T13" fmla="*/ 17 h 56"/>
                  <a:gd name="T14" fmla="*/ 0 w 65"/>
                  <a:gd name="T15" fmla="*/ 18 h 56"/>
                  <a:gd name="T16" fmla="*/ 5 w 65"/>
                  <a:gd name="T17" fmla="*/ 22 h 56"/>
                  <a:gd name="T18" fmla="*/ 9 w 65"/>
                  <a:gd name="T19" fmla="*/ 32 h 56"/>
                  <a:gd name="T20" fmla="*/ 18 w 65"/>
                  <a:gd name="T21" fmla="*/ 37 h 56"/>
                  <a:gd name="T22" fmla="*/ 21 w 65"/>
                  <a:gd name="T23" fmla="*/ 44 h 56"/>
                  <a:gd name="T24" fmla="*/ 26 w 65"/>
                  <a:gd name="T25" fmla="*/ 49 h 56"/>
                  <a:gd name="T26" fmla="*/ 32 w 65"/>
                  <a:gd name="T27" fmla="*/ 53 h 56"/>
                  <a:gd name="T28" fmla="*/ 40 w 65"/>
                  <a:gd name="T29" fmla="*/ 54 h 56"/>
                  <a:gd name="T30" fmla="*/ 49 w 65"/>
                  <a:gd name="T31" fmla="*/ 56 h 56"/>
                  <a:gd name="T32" fmla="*/ 57 w 65"/>
                  <a:gd name="T33" fmla="*/ 48 h 56"/>
                  <a:gd name="T34" fmla="*/ 59 w 65"/>
                  <a:gd name="T35" fmla="*/ 40 h 56"/>
                  <a:gd name="T36" fmla="*/ 63 w 65"/>
                  <a:gd name="T37" fmla="*/ 34 h 56"/>
                  <a:gd name="T38" fmla="*/ 61 w 65"/>
                  <a:gd name="T39" fmla="*/ 28 h 56"/>
                  <a:gd name="T40" fmla="*/ 63 w 65"/>
                  <a:gd name="T41" fmla="*/ 20 h 56"/>
                  <a:gd name="T42" fmla="*/ 63 w 65"/>
                  <a:gd name="T43" fmla="*/ 8 h 56"/>
                  <a:gd name="T44" fmla="*/ 53 w 65"/>
                  <a:gd name="T45" fmla="*/ 5 h 56"/>
                  <a:gd name="T46" fmla="*/ 43 w 65"/>
                  <a:gd name="T4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56">
                    <a:moveTo>
                      <a:pt x="43" y="2"/>
                    </a:moveTo>
                    <a:cubicBezTo>
                      <a:pt x="42" y="0"/>
                      <a:pt x="42" y="0"/>
                      <a:pt x="42" y="0"/>
                    </a:cubicBezTo>
                    <a:cubicBezTo>
                      <a:pt x="35" y="0"/>
                      <a:pt x="35" y="0"/>
                      <a:pt x="35" y="0"/>
                    </a:cubicBezTo>
                    <a:cubicBezTo>
                      <a:pt x="31" y="1"/>
                      <a:pt x="31" y="2"/>
                      <a:pt x="31" y="4"/>
                    </a:cubicBezTo>
                    <a:cubicBezTo>
                      <a:pt x="31" y="5"/>
                      <a:pt x="26" y="9"/>
                      <a:pt x="23" y="10"/>
                    </a:cubicBezTo>
                    <a:cubicBezTo>
                      <a:pt x="20" y="11"/>
                      <a:pt x="17" y="18"/>
                      <a:pt x="15" y="19"/>
                    </a:cubicBezTo>
                    <a:cubicBezTo>
                      <a:pt x="13" y="20"/>
                      <a:pt x="6" y="17"/>
                      <a:pt x="5" y="17"/>
                    </a:cubicBezTo>
                    <a:cubicBezTo>
                      <a:pt x="4" y="17"/>
                      <a:pt x="2" y="17"/>
                      <a:pt x="0" y="18"/>
                    </a:cubicBezTo>
                    <a:cubicBezTo>
                      <a:pt x="2" y="20"/>
                      <a:pt x="4" y="22"/>
                      <a:pt x="5" y="22"/>
                    </a:cubicBezTo>
                    <a:cubicBezTo>
                      <a:pt x="6" y="22"/>
                      <a:pt x="7" y="31"/>
                      <a:pt x="9" y="32"/>
                    </a:cubicBezTo>
                    <a:cubicBezTo>
                      <a:pt x="12" y="33"/>
                      <a:pt x="18" y="36"/>
                      <a:pt x="18" y="37"/>
                    </a:cubicBezTo>
                    <a:cubicBezTo>
                      <a:pt x="18" y="39"/>
                      <a:pt x="21" y="41"/>
                      <a:pt x="21" y="44"/>
                    </a:cubicBezTo>
                    <a:cubicBezTo>
                      <a:pt x="21" y="46"/>
                      <a:pt x="24" y="49"/>
                      <a:pt x="26" y="49"/>
                    </a:cubicBezTo>
                    <a:cubicBezTo>
                      <a:pt x="32" y="49"/>
                      <a:pt x="32" y="51"/>
                      <a:pt x="32" y="53"/>
                    </a:cubicBezTo>
                    <a:cubicBezTo>
                      <a:pt x="32" y="54"/>
                      <a:pt x="39" y="53"/>
                      <a:pt x="40" y="54"/>
                    </a:cubicBezTo>
                    <a:cubicBezTo>
                      <a:pt x="41" y="55"/>
                      <a:pt x="47" y="55"/>
                      <a:pt x="49" y="56"/>
                    </a:cubicBezTo>
                    <a:cubicBezTo>
                      <a:pt x="52" y="53"/>
                      <a:pt x="56" y="49"/>
                      <a:pt x="57" y="48"/>
                    </a:cubicBezTo>
                    <a:cubicBezTo>
                      <a:pt x="59" y="45"/>
                      <a:pt x="57" y="41"/>
                      <a:pt x="59" y="40"/>
                    </a:cubicBezTo>
                    <a:cubicBezTo>
                      <a:pt x="61" y="39"/>
                      <a:pt x="65" y="34"/>
                      <a:pt x="63" y="34"/>
                    </a:cubicBezTo>
                    <a:cubicBezTo>
                      <a:pt x="62" y="33"/>
                      <a:pt x="63" y="30"/>
                      <a:pt x="61" y="28"/>
                    </a:cubicBezTo>
                    <a:cubicBezTo>
                      <a:pt x="59" y="25"/>
                      <a:pt x="63" y="24"/>
                      <a:pt x="63" y="20"/>
                    </a:cubicBezTo>
                    <a:cubicBezTo>
                      <a:pt x="63" y="17"/>
                      <a:pt x="64" y="9"/>
                      <a:pt x="63" y="8"/>
                    </a:cubicBezTo>
                    <a:cubicBezTo>
                      <a:pt x="62" y="7"/>
                      <a:pt x="57" y="7"/>
                      <a:pt x="53" y="5"/>
                    </a:cubicBezTo>
                    <a:cubicBezTo>
                      <a:pt x="50" y="3"/>
                      <a:pt x="43" y="2"/>
                      <a:pt x="4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7">
                <a:extLst>
                  <a:ext uri="{FF2B5EF4-FFF2-40B4-BE49-F238E27FC236}">
                    <a16:creationId xmlns:a16="http://schemas.microsoft.com/office/drawing/2014/main" id="{45CDC157-C2FE-4B36-9285-7BBC2F537343}"/>
                  </a:ext>
                </a:extLst>
              </p:cNvPr>
              <p:cNvSpPr>
                <a:spLocks/>
              </p:cNvSpPr>
              <p:nvPr/>
            </p:nvSpPr>
            <p:spPr bwMode="auto">
              <a:xfrm>
                <a:off x="5282330" y="4424810"/>
                <a:ext cx="165624" cy="178171"/>
              </a:xfrm>
              <a:custGeom>
                <a:avLst/>
                <a:gdLst>
                  <a:gd name="T0" fmla="*/ 66 w 72"/>
                  <a:gd name="T1" fmla="*/ 31 h 77"/>
                  <a:gd name="T2" fmla="*/ 61 w 72"/>
                  <a:gd name="T3" fmla="*/ 26 h 77"/>
                  <a:gd name="T4" fmla="*/ 58 w 72"/>
                  <a:gd name="T5" fmla="*/ 19 h 77"/>
                  <a:gd name="T6" fmla="*/ 49 w 72"/>
                  <a:gd name="T7" fmla="*/ 14 h 77"/>
                  <a:gd name="T8" fmla="*/ 45 w 72"/>
                  <a:gd name="T9" fmla="*/ 4 h 77"/>
                  <a:gd name="T10" fmla="*/ 40 w 72"/>
                  <a:gd name="T11" fmla="*/ 0 h 77"/>
                  <a:gd name="T12" fmla="*/ 35 w 72"/>
                  <a:gd name="T13" fmla="*/ 1 h 77"/>
                  <a:gd name="T14" fmla="*/ 29 w 72"/>
                  <a:gd name="T15" fmla="*/ 4 h 77"/>
                  <a:gd name="T16" fmla="*/ 25 w 72"/>
                  <a:gd name="T17" fmla="*/ 1 h 77"/>
                  <a:gd name="T18" fmla="*/ 16 w 72"/>
                  <a:gd name="T19" fmla="*/ 4 h 77"/>
                  <a:gd name="T20" fmla="*/ 8 w 72"/>
                  <a:gd name="T21" fmla="*/ 5 h 77"/>
                  <a:gd name="T22" fmla="*/ 8 w 72"/>
                  <a:gd name="T23" fmla="*/ 32 h 77"/>
                  <a:gd name="T24" fmla="*/ 0 w 72"/>
                  <a:gd name="T25" fmla="*/ 35 h 77"/>
                  <a:gd name="T26" fmla="*/ 0 w 72"/>
                  <a:gd name="T27" fmla="*/ 59 h 77"/>
                  <a:gd name="T28" fmla="*/ 4 w 72"/>
                  <a:gd name="T29" fmla="*/ 62 h 77"/>
                  <a:gd name="T30" fmla="*/ 7 w 72"/>
                  <a:gd name="T31" fmla="*/ 71 h 77"/>
                  <a:gd name="T32" fmla="*/ 5 w 72"/>
                  <a:gd name="T33" fmla="*/ 72 h 77"/>
                  <a:gd name="T34" fmla="*/ 7 w 72"/>
                  <a:gd name="T35" fmla="*/ 76 h 77"/>
                  <a:gd name="T36" fmla="*/ 15 w 72"/>
                  <a:gd name="T37" fmla="*/ 76 h 77"/>
                  <a:gd name="T38" fmla="*/ 22 w 72"/>
                  <a:gd name="T39" fmla="*/ 67 h 77"/>
                  <a:gd name="T40" fmla="*/ 27 w 72"/>
                  <a:gd name="T41" fmla="*/ 63 h 77"/>
                  <a:gd name="T42" fmla="*/ 37 w 72"/>
                  <a:gd name="T43" fmla="*/ 66 h 77"/>
                  <a:gd name="T44" fmla="*/ 45 w 72"/>
                  <a:gd name="T45" fmla="*/ 62 h 77"/>
                  <a:gd name="T46" fmla="*/ 48 w 72"/>
                  <a:gd name="T47" fmla="*/ 57 h 77"/>
                  <a:gd name="T48" fmla="*/ 55 w 72"/>
                  <a:gd name="T49" fmla="*/ 52 h 77"/>
                  <a:gd name="T50" fmla="*/ 58 w 72"/>
                  <a:gd name="T51" fmla="*/ 46 h 77"/>
                  <a:gd name="T52" fmla="*/ 64 w 72"/>
                  <a:gd name="T53" fmla="*/ 41 h 77"/>
                  <a:gd name="T54" fmla="*/ 69 w 72"/>
                  <a:gd name="T55" fmla="*/ 38 h 77"/>
                  <a:gd name="T56" fmla="*/ 72 w 72"/>
                  <a:gd name="T57" fmla="*/ 35 h 77"/>
                  <a:gd name="T58" fmla="*/ 72 w 72"/>
                  <a:gd name="T59" fmla="*/ 35 h 77"/>
                  <a:gd name="T60" fmla="*/ 66 w 72"/>
                  <a:gd name="T61"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7">
                    <a:moveTo>
                      <a:pt x="66" y="31"/>
                    </a:moveTo>
                    <a:cubicBezTo>
                      <a:pt x="64" y="31"/>
                      <a:pt x="61" y="28"/>
                      <a:pt x="61" y="26"/>
                    </a:cubicBezTo>
                    <a:cubicBezTo>
                      <a:pt x="61" y="23"/>
                      <a:pt x="58" y="21"/>
                      <a:pt x="58" y="19"/>
                    </a:cubicBezTo>
                    <a:cubicBezTo>
                      <a:pt x="58" y="18"/>
                      <a:pt x="52" y="15"/>
                      <a:pt x="49" y="14"/>
                    </a:cubicBezTo>
                    <a:cubicBezTo>
                      <a:pt x="47" y="13"/>
                      <a:pt x="46" y="4"/>
                      <a:pt x="45" y="4"/>
                    </a:cubicBezTo>
                    <a:cubicBezTo>
                      <a:pt x="44" y="4"/>
                      <a:pt x="42" y="2"/>
                      <a:pt x="40" y="0"/>
                    </a:cubicBezTo>
                    <a:cubicBezTo>
                      <a:pt x="38" y="0"/>
                      <a:pt x="36" y="1"/>
                      <a:pt x="35" y="1"/>
                    </a:cubicBezTo>
                    <a:cubicBezTo>
                      <a:pt x="33" y="1"/>
                      <a:pt x="30" y="3"/>
                      <a:pt x="29" y="4"/>
                    </a:cubicBezTo>
                    <a:cubicBezTo>
                      <a:pt x="28" y="5"/>
                      <a:pt x="27" y="2"/>
                      <a:pt x="25" y="1"/>
                    </a:cubicBezTo>
                    <a:cubicBezTo>
                      <a:pt x="24" y="0"/>
                      <a:pt x="18" y="3"/>
                      <a:pt x="16" y="4"/>
                    </a:cubicBezTo>
                    <a:cubicBezTo>
                      <a:pt x="14" y="4"/>
                      <a:pt x="8" y="5"/>
                      <a:pt x="8" y="5"/>
                    </a:cubicBezTo>
                    <a:cubicBezTo>
                      <a:pt x="8" y="5"/>
                      <a:pt x="8" y="29"/>
                      <a:pt x="8" y="32"/>
                    </a:cubicBezTo>
                    <a:cubicBezTo>
                      <a:pt x="8" y="35"/>
                      <a:pt x="0" y="33"/>
                      <a:pt x="0" y="35"/>
                    </a:cubicBezTo>
                    <a:cubicBezTo>
                      <a:pt x="0" y="36"/>
                      <a:pt x="0" y="47"/>
                      <a:pt x="0" y="59"/>
                    </a:cubicBezTo>
                    <a:cubicBezTo>
                      <a:pt x="2" y="60"/>
                      <a:pt x="4" y="61"/>
                      <a:pt x="4" y="62"/>
                    </a:cubicBezTo>
                    <a:cubicBezTo>
                      <a:pt x="5" y="64"/>
                      <a:pt x="7" y="69"/>
                      <a:pt x="7" y="71"/>
                    </a:cubicBezTo>
                    <a:cubicBezTo>
                      <a:pt x="6" y="72"/>
                      <a:pt x="5" y="71"/>
                      <a:pt x="5" y="72"/>
                    </a:cubicBezTo>
                    <a:cubicBezTo>
                      <a:pt x="5" y="74"/>
                      <a:pt x="4" y="76"/>
                      <a:pt x="7" y="76"/>
                    </a:cubicBezTo>
                    <a:cubicBezTo>
                      <a:pt x="9" y="76"/>
                      <a:pt x="13" y="77"/>
                      <a:pt x="15" y="76"/>
                    </a:cubicBezTo>
                    <a:cubicBezTo>
                      <a:pt x="16" y="74"/>
                      <a:pt x="22" y="69"/>
                      <a:pt x="22" y="67"/>
                    </a:cubicBezTo>
                    <a:cubicBezTo>
                      <a:pt x="22" y="65"/>
                      <a:pt x="23" y="60"/>
                      <a:pt x="27" y="63"/>
                    </a:cubicBezTo>
                    <a:cubicBezTo>
                      <a:pt x="32" y="66"/>
                      <a:pt x="32" y="66"/>
                      <a:pt x="37" y="66"/>
                    </a:cubicBezTo>
                    <a:cubicBezTo>
                      <a:pt x="42" y="66"/>
                      <a:pt x="44" y="66"/>
                      <a:pt x="45" y="62"/>
                    </a:cubicBezTo>
                    <a:cubicBezTo>
                      <a:pt x="46" y="59"/>
                      <a:pt x="45" y="57"/>
                      <a:pt x="48" y="57"/>
                    </a:cubicBezTo>
                    <a:cubicBezTo>
                      <a:pt x="51" y="57"/>
                      <a:pt x="55" y="54"/>
                      <a:pt x="55" y="52"/>
                    </a:cubicBezTo>
                    <a:cubicBezTo>
                      <a:pt x="55" y="49"/>
                      <a:pt x="56" y="46"/>
                      <a:pt x="58" y="46"/>
                    </a:cubicBezTo>
                    <a:cubicBezTo>
                      <a:pt x="60" y="46"/>
                      <a:pt x="64" y="44"/>
                      <a:pt x="64" y="41"/>
                    </a:cubicBezTo>
                    <a:cubicBezTo>
                      <a:pt x="65" y="39"/>
                      <a:pt x="68" y="40"/>
                      <a:pt x="69" y="38"/>
                    </a:cubicBezTo>
                    <a:cubicBezTo>
                      <a:pt x="70" y="38"/>
                      <a:pt x="71" y="36"/>
                      <a:pt x="72" y="35"/>
                    </a:cubicBezTo>
                    <a:cubicBezTo>
                      <a:pt x="72" y="35"/>
                      <a:pt x="72" y="35"/>
                      <a:pt x="72" y="35"/>
                    </a:cubicBezTo>
                    <a:cubicBezTo>
                      <a:pt x="72" y="33"/>
                      <a:pt x="72" y="31"/>
                      <a:pt x="66"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8">
                <a:extLst>
                  <a:ext uri="{FF2B5EF4-FFF2-40B4-BE49-F238E27FC236}">
                    <a16:creationId xmlns:a16="http://schemas.microsoft.com/office/drawing/2014/main" id="{C81324F5-201D-4284-8888-95FF9B08820D}"/>
                  </a:ext>
                </a:extLst>
              </p:cNvPr>
              <p:cNvSpPr>
                <a:spLocks/>
              </p:cNvSpPr>
              <p:nvPr/>
            </p:nvSpPr>
            <p:spPr bwMode="auto">
              <a:xfrm>
                <a:off x="5478067" y="4580396"/>
                <a:ext cx="25095" cy="28859"/>
              </a:xfrm>
              <a:custGeom>
                <a:avLst/>
                <a:gdLst>
                  <a:gd name="T0" fmla="*/ 5 w 11"/>
                  <a:gd name="T1" fmla="*/ 0 h 13"/>
                  <a:gd name="T2" fmla="*/ 0 w 11"/>
                  <a:gd name="T3" fmla="*/ 5 h 13"/>
                  <a:gd name="T4" fmla="*/ 5 w 11"/>
                  <a:gd name="T5" fmla="*/ 13 h 13"/>
                  <a:gd name="T6" fmla="*/ 9 w 11"/>
                  <a:gd name="T7" fmla="*/ 11 h 13"/>
                  <a:gd name="T8" fmla="*/ 11 w 11"/>
                  <a:gd name="T9" fmla="*/ 9 h 13"/>
                  <a:gd name="T10" fmla="*/ 10 w 11"/>
                  <a:gd name="T11" fmla="*/ 2 h 13"/>
                  <a:gd name="T12" fmla="*/ 5 w 11"/>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1" h="13">
                    <a:moveTo>
                      <a:pt x="5" y="0"/>
                    </a:moveTo>
                    <a:cubicBezTo>
                      <a:pt x="3" y="0"/>
                      <a:pt x="0" y="4"/>
                      <a:pt x="0" y="5"/>
                    </a:cubicBezTo>
                    <a:cubicBezTo>
                      <a:pt x="0" y="6"/>
                      <a:pt x="2" y="13"/>
                      <a:pt x="5" y="13"/>
                    </a:cubicBezTo>
                    <a:cubicBezTo>
                      <a:pt x="7" y="13"/>
                      <a:pt x="9" y="13"/>
                      <a:pt x="9" y="11"/>
                    </a:cubicBezTo>
                    <a:cubicBezTo>
                      <a:pt x="9" y="10"/>
                      <a:pt x="10" y="9"/>
                      <a:pt x="11" y="9"/>
                    </a:cubicBezTo>
                    <a:cubicBezTo>
                      <a:pt x="10" y="7"/>
                      <a:pt x="10" y="4"/>
                      <a:pt x="10" y="2"/>
                    </a:cubicBezTo>
                    <a:cubicBezTo>
                      <a:pt x="8" y="1"/>
                      <a:pt x="7" y="0"/>
                      <a:pt x="5"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9">
                <a:extLst>
                  <a:ext uri="{FF2B5EF4-FFF2-40B4-BE49-F238E27FC236}">
                    <a16:creationId xmlns:a16="http://schemas.microsoft.com/office/drawing/2014/main" id="{5ADC209C-A8E7-4A30-B5BC-49FCA0BFA0D9}"/>
                  </a:ext>
                </a:extLst>
              </p:cNvPr>
              <p:cNvSpPr>
                <a:spLocks/>
              </p:cNvSpPr>
              <p:nvPr/>
            </p:nvSpPr>
            <p:spPr bwMode="auto">
              <a:xfrm>
                <a:off x="5411567" y="4633094"/>
                <a:ext cx="41406" cy="43915"/>
              </a:xfrm>
              <a:custGeom>
                <a:avLst/>
                <a:gdLst>
                  <a:gd name="T0" fmla="*/ 13 w 18"/>
                  <a:gd name="T1" fmla="*/ 2 h 19"/>
                  <a:gd name="T2" fmla="*/ 5 w 18"/>
                  <a:gd name="T3" fmla="*/ 5 h 19"/>
                  <a:gd name="T4" fmla="*/ 0 w 18"/>
                  <a:gd name="T5" fmla="*/ 12 h 19"/>
                  <a:gd name="T6" fmla="*/ 5 w 18"/>
                  <a:gd name="T7" fmla="*/ 19 h 19"/>
                  <a:gd name="T8" fmla="*/ 8 w 18"/>
                  <a:gd name="T9" fmla="*/ 19 h 19"/>
                  <a:gd name="T10" fmla="*/ 10 w 18"/>
                  <a:gd name="T11" fmla="*/ 15 h 19"/>
                  <a:gd name="T12" fmla="*/ 15 w 18"/>
                  <a:gd name="T13" fmla="*/ 13 h 19"/>
                  <a:gd name="T14" fmla="*/ 18 w 18"/>
                  <a:gd name="T15" fmla="*/ 8 h 19"/>
                  <a:gd name="T16" fmla="*/ 13 w 18"/>
                  <a:gd name="T1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9">
                    <a:moveTo>
                      <a:pt x="13" y="2"/>
                    </a:moveTo>
                    <a:cubicBezTo>
                      <a:pt x="12" y="0"/>
                      <a:pt x="5" y="3"/>
                      <a:pt x="5" y="5"/>
                    </a:cubicBezTo>
                    <a:cubicBezTo>
                      <a:pt x="4" y="7"/>
                      <a:pt x="0" y="12"/>
                      <a:pt x="0" y="12"/>
                    </a:cubicBezTo>
                    <a:cubicBezTo>
                      <a:pt x="5" y="19"/>
                      <a:pt x="5" y="19"/>
                      <a:pt x="5" y="19"/>
                    </a:cubicBezTo>
                    <a:cubicBezTo>
                      <a:pt x="8" y="19"/>
                      <a:pt x="8" y="19"/>
                      <a:pt x="8" y="19"/>
                    </a:cubicBezTo>
                    <a:cubicBezTo>
                      <a:pt x="8" y="19"/>
                      <a:pt x="9" y="17"/>
                      <a:pt x="10" y="15"/>
                    </a:cubicBezTo>
                    <a:cubicBezTo>
                      <a:pt x="11" y="13"/>
                      <a:pt x="15" y="15"/>
                      <a:pt x="15" y="13"/>
                    </a:cubicBezTo>
                    <a:cubicBezTo>
                      <a:pt x="15" y="11"/>
                      <a:pt x="18" y="10"/>
                      <a:pt x="18" y="8"/>
                    </a:cubicBezTo>
                    <a:cubicBezTo>
                      <a:pt x="18" y="6"/>
                      <a:pt x="14" y="3"/>
                      <a:pt x="1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10">
                <a:extLst>
                  <a:ext uri="{FF2B5EF4-FFF2-40B4-BE49-F238E27FC236}">
                    <a16:creationId xmlns:a16="http://schemas.microsoft.com/office/drawing/2014/main" id="{1E35FBEE-6A9F-4128-8E85-379AA616F4BA}"/>
                  </a:ext>
                </a:extLst>
              </p:cNvPr>
              <p:cNvSpPr>
                <a:spLocks noEditPoints="1"/>
              </p:cNvSpPr>
              <p:nvPr/>
            </p:nvSpPr>
            <p:spPr bwMode="auto">
              <a:xfrm>
                <a:off x="5220849" y="4506367"/>
                <a:ext cx="297370" cy="259728"/>
              </a:xfrm>
              <a:custGeom>
                <a:avLst/>
                <a:gdLst>
                  <a:gd name="T0" fmla="*/ 123 w 129"/>
                  <a:gd name="T1" fmla="*/ 42 h 113"/>
                  <a:gd name="T2" fmla="*/ 123 w 129"/>
                  <a:gd name="T3" fmla="*/ 41 h 113"/>
                  <a:gd name="T4" fmla="*/ 121 w 129"/>
                  <a:gd name="T5" fmla="*/ 43 h 113"/>
                  <a:gd name="T6" fmla="*/ 117 w 129"/>
                  <a:gd name="T7" fmla="*/ 45 h 113"/>
                  <a:gd name="T8" fmla="*/ 112 w 129"/>
                  <a:gd name="T9" fmla="*/ 37 h 113"/>
                  <a:gd name="T10" fmla="*/ 117 w 129"/>
                  <a:gd name="T11" fmla="*/ 32 h 113"/>
                  <a:gd name="T12" fmla="*/ 122 w 129"/>
                  <a:gd name="T13" fmla="*/ 34 h 113"/>
                  <a:gd name="T14" fmla="*/ 122 w 129"/>
                  <a:gd name="T15" fmla="*/ 33 h 113"/>
                  <a:gd name="T16" fmla="*/ 121 w 129"/>
                  <a:gd name="T17" fmla="*/ 18 h 113"/>
                  <a:gd name="T18" fmla="*/ 116 w 129"/>
                  <a:gd name="T19" fmla="*/ 3 h 113"/>
                  <a:gd name="T20" fmla="*/ 107 w 129"/>
                  <a:gd name="T21" fmla="*/ 1 h 113"/>
                  <a:gd name="T22" fmla="*/ 99 w 129"/>
                  <a:gd name="T23" fmla="*/ 0 h 113"/>
                  <a:gd name="T24" fmla="*/ 96 w 129"/>
                  <a:gd name="T25" fmla="*/ 3 h 113"/>
                  <a:gd name="T26" fmla="*/ 91 w 129"/>
                  <a:gd name="T27" fmla="*/ 6 h 113"/>
                  <a:gd name="T28" fmla="*/ 85 w 129"/>
                  <a:gd name="T29" fmla="*/ 11 h 113"/>
                  <a:gd name="T30" fmla="*/ 82 w 129"/>
                  <a:gd name="T31" fmla="*/ 17 h 113"/>
                  <a:gd name="T32" fmla="*/ 75 w 129"/>
                  <a:gd name="T33" fmla="*/ 22 h 113"/>
                  <a:gd name="T34" fmla="*/ 72 w 129"/>
                  <a:gd name="T35" fmla="*/ 27 h 113"/>
                  <a:gd name="T36" fmla="*/ 64 w 129"/>
                  <a:gd name="T37" fmla="*/ 31 h 113"/>
                  <a:gd name="T38" fmla="*/ 54 w 129"/>
                  <a:gd name="T39" fmla="*/ 28 h 113"/>
                  <a:gd name="T40" fmla="*/ 49 w 129"/>
                  <a:gd name="T41" fmla="*/ 32 h 113"/>
                  <a:gd name="T42" fmla="*/ 42 w 129"/>
                  <a:gd name="T43" fmla="*/ 41 h 113"/>
                  <a:gd name="T44" fmla="*/ 34 w 129"/>
                  <a:gd name="T45" fmla="*/ 41 h 113"/>
                  <a:gd name="T46" fmla="*/ 32 w 129"/>
                  <a:gd name="T47" fmla="*/ 37 h 113"/>
                  <a:gd name="T48" fmla="*/ 34 w 129"/>
                  <a:gd name="T49" fmla="*/ 36 h 113"/>
                  <a:gd name="T50" fmla="*/ 31 w 129"/>
                  <a:gd name="T51" fmla="*/ 27 h 113"/>
                  <a:gd name="T52" fmla="*/ 27 w 129"/>
                  <a:gd name="T53" fmla="*/ 24 h 113"/>
                  <a:gd name="T54" fmla="*/ 27 w 129"/>
                  <a:gd name="T55" fmla="*/ 53 h 113"/>
                  <a:gd name="T56" fmla="*/ 22 w 129"/>
                  <a:gd name="T57" fmla="*/ 59 h 113"/>
                  <a:gd name="T58" fmla="*/ 12 w 129"/>
                  <a:gd name="T59" fmla="*/ 59 h 113"/>
                  <a:gd name="T60" fmla="*/ 8 w 129"/>
                  <a:gd name="T61" fmla="*/ 53 h 113"/>
                  <a:gd name="T62" fmla="*/ 3 w 129"/>
                  <a:gd name="T63" fmla="*/ 56 h 113"/>
                  <a:gd name="T64" fmla="*/ 0 w 129"/>
                  <a:gd name="T65" fmla="*/ 56 h 113"/>
                  <a:gd name="T66" fmla="*/ 6 w 129"/>
                  <a:gd name="T67" fmla="*/ 69 h 113"/>
                  <a:gd name="T68" fmla="*/ 13 w 129"/>
                  <a:gd name="T69" fmla="*/ 85 h 113"/>
                  <a:gd name="T70" fmla="*/ 13 w 129"/>
                  <a:gd name="T71" fmla="*/ 93 h 113"/>
                  <a:gd name="T72" fmla="*/ 14 w 129"/>
                  <a:gd name="T73" fmla="*/ 99 h 113"/>
                  <a:gd name="T74" fmla="*/ 16 w 129"/>
                  <a:gd name="T75" fmla="*/ 106 h 113"/>
                  <a:gd name="T76" fmla="*/ 20 w 129"/>
                  <a:gd name="T77" fmla="*/ 108 h 113"/>
                  <a:gd name="T78" fmla="*/ 24 w 129"/>
                  <a:gd name="T79" fmla="*/ 112 h 113"/>
                  <a:gd name="T80" fmla="*/ 29 w 129"/>
                  <a:gd name="T81" fmla="*/ 111 h 113"/>
                  <a:gd name="T82" fmla="*/ 39 w 129"/>
                  <a:gd name="T83" fmla="*/ 109 h 113"/>
                  <a:gd name="T84" fmla="*/ 46 w 129"/>
                  <a:gd name="T85" fmla="*/ 106 h 113"/>
                  <a:gd name="T86" fmla="*/ 58 w 129"/>
                  <a:gd name="T87" fmla="*/ 106 h 113"/>
                  <a:gd name="T88" fmla="*/ 66 w 129"/>
                  <a:gd name="T89" fmla="*/ 105 h 113"/>
                  <a:gd name="T90" fmla="*/ 71 w 129"/>
                  <a:gd name="T91" fmla="*/ 104 h 113"/>
                  <a:gd name="T92" fmla="*/ 78 w 129"/>
                  <a:gd name="T93" fmla="*/ 101 h 113"/>
                  <a:gd name="T94" fmla="*/ 94 w 129"/>
                  <a:gd name="T95" fmla="*/ 91 h 113"/>
                  <a:gd name="T96" fmla="*/ 113 w 129"/>
                  <a:gd name="T97" fmla="*/ 67 h 113"/>
                  <a:gd name="T98" fmla="*/ 125 w 129"/>
                  <a:gd name="T99" fmla="*/ 55 h 113"/>
                  <a:gd name="T100" fmla="*/ 129 w 129"/>
                  <a:gd name="T101" fmla="*/ 41 h 113"/>
                  <a:gd name="T102" fmla="*/ 123 w 129"/>
                  <a:gd name="T103" fmla="*/ 42 h 113"/>
                  <a:gd name="T104" fmla="*/ 98 w 129"/>
                  <a:gd name="T105" fmla="*/ 68 h 113"/>
                  <a:gd name="T106" fmla="*/ 93 w 129"/>
                  <a:gd name="T107" fmla="*/ 70 h 113"/>
                  <a:gd name="T108" fmla="*/ 91 w 129"/>
                  <a:gd name="T109" fmla="*/ 74 h 113"/>
                  <a:gd name="T110" fmla="*/ 88 w 129"/>
                  <a:gd name="T111" fmla="*/ 74 h 113"/>
                  <a:gd name="T112" fmla="*/ 83 w 129"/>
                  <a:gd name="T113" fmla="*/ 67 h 113"/>
                  <a:gd name="T114" fmla="*/ 88 w 129"/>
                  <a:gd name="T115" fmla="*/ 60 h 113"/>
                  <a:gd name="T116" fmla="*/ 96 w 129"/>
                  <a:gd name="T117" fmla="*/ 57 h 113"/>
                  <a:gd name="T118" fmla="*/ 101 w 129"/>
                  <a:gd name="T119" fmla="*/ 63 h 113"/>
                  <a:gd name="T120" fmla="*/ 98 w 129"/>
                  <a:gd name="T121" fmla="*/ 68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9" h="113">
                    <a:moveTo>
                      <a:pt x="123" y="42"/>
                    </a:moveTo>
                    <a:cubicBezTo>
                      <a:pt x="123" y="42"/>
                      <a:pt x="123" y="41"/>
                      <a:pt x="123" y="41"/>
                    </a:cubicBezTo>
                    <a:cubicBezTo>
                      <a:pt x="122" y="41"/>
                      <a:pt x="121" y="42"/>
                      <a:pt x="121" y="43"/>
                    </a:cubicBezTo>
                    <a:cubicBezTo>
                      <a:pt x="121" y="45"/>
                      <a:pt x="119" y="45"/>
                      <a:pt x="117" y="45"/>
                    </a:cubicBezTo>
                    <a:cubicBezTo>
                      <a:pt x="114" y="45"/>
                      <a:pt x="112" y="38"/>
                      <a:pt x="112" y="37"/>
                    </a:cubicBezTo>
                    <a:cubicBezTo>
                      <a:pt x="112" y="36"/>
                      <a:pt x="115" y="32"/>
                      <a:pt x="117" y="32"/>
                    </a:cubicBezTo>
                    <a:cubicBezTo>
                      <a:pt x="119" y="32"/>
                      <a:pt x="120" y="33"/>
                      <a:pt x="122" y="34"/>
                    </a:cubicBezTo>
                    <a:cubicBezTo>
                      <a:pt x="122" y="33"/>
                      <a:pt x="122" y="33"/>
                      <a:pt x="122" y="33"/>
                    </a:cubicBezTo>
                    <a:cubicBezTo>
                      <a:pt x="122" y="31"/>
                      <a:pt x="123" y="19"/>
                      <a:pt x="121" y="18"/>
                    </a:cubicBezTo>
                    <a:cubicBezTo>
                      <a:pt x="119" y="17"/>
                      <a:pt x="117" y="4"/>
                      <a:pt x="116" y="3"/>
                    </a:cubicBezTo>
                    <a:cubicBezTo>
                      <a:pt x="115" y="2"/>
                      <a:pt x="108" y="2"/>
                      <a:pt x="107" y="1"/>
                    </a:cubicBezTo>
                    <a:cubicBezTo>
                      <a:pt x="106" y="0"/>
                      <a:pt x="99" y="1"/>
                      <a:pt x="99" y="0"/>
                    </a:cubicBezTo>
                    <a:cubicBezTo>
                      <a:pt x="98" y="1"/>
                      <a:pt x="97" y="3"/>
                      <a:pt x="96" y="3"/>
                    </a:cubicBezTo>
                    <a:cubicBezTo>
                      <a:pt x="95" y="5"/>
                      <a:pt x="92" y="4"/>
                      <a:pt x="91" y="6"/>
                    </a:cubicBezTo>
                    <a:cubicBezTo>
                      <a:pt x="91" y="9"/>
                      <a:pt x="87" y="11"/>
                      <a:pt x="85" y="11"/>
                    </a:cubicBezTo>
                    <a:cubicBezTo>
                      <a:pt x="83" y="11"/>
                      <a:pt x="82" y="14"/>
                      <a:pt x="82" y="17"/>
                    </a:cubicBezTo>
                    <a:cubicBezTo>
                      <a:pt x="82" y="19"/>
                      <a:pt x="78" y="22"/>
                      <a:pt x="75" y="22"/>
                    </a:cubicBezTo>
                    <a:cubicBezTo>
                      <a:pt x="72" y="22"/>
                      <a:pt x="73" y="24"/>
                      <a:pt x="72" y="27"/>
                    </a:cubicBezTo>
                    <a:cubicBezTo>
                      <a:pt x="71" y="31"/>
                      <a:pt x="69" y="31"/>
                      <a:pt x="64" y="31"/>
                    </a:cubicBezTo>
                    <a:cubicBezTo>
                      <a:pt x="59" y="31"/>
                      <a:pt x="59" y="31"/>
                      <a:pt x="54" y="28"/>
                    </a:cubicBezTo>
                    <a:cubicBezTo>
                      <a:pt x="50" y="25"/>
                      <a:pt x="49" y="30"/>
                      <a:pt x="49" y="32"/>
                    </a:cubicBezTo>
                    <a:cubicBezTo>
                      <a:pt x="49" y="34"/>
                      <a:pt x="43" y="39"/>
                      <a:pt x="42" y="41"/>
                    </a:cubicBezTo>
                    <a:cubicBezTo>
                      <a:pt x="40" y="42"/>
                      <a:pt x="36" y="41"/>
                      <a:pt x="34" y="41"/>
                    </a:cubicBezTo>
                    <a:cubicBezTo>
                      <a:pt x="31" y="41"/>
                      <a:pt x="32" y="39"/>
                      <a:pt x="32" y="37"/>
                    </a:cubicBezTo>
                    <a:cubicBezTo>
                      <a:pt x="32" y="36"/>
                      <a:pt x="33" y="37"/>
                      <a:pt x="34" y="36"/>
                    </a:cubicBezTo>
                    <a:cubicBezTo>
                      <a:pt x="34" y="34"/>
                      <a:pt x="32" y="29"/>
                      <a:pt x="31" y="27"/>
                    </a:cubicBezTo>
                    <a:cubicBezTo>
                      <a:pt x="31" y="26"/>
                      <a:pt x="29" y="25"/>
                      <a:pt x="27" y="24"/>
                    </a:cubicBezTo>
                    <a:cubicBezTo>
                      <a:pt x="27" y="38"/>
                      <a:pt x="27" y="52"/>
                      <a:pt x="27" y="53"/>
                    </a:cubicBezTo>
                    <a:cubicBezTo>
                      <a:pt x="27" y="56"/>
                      <a:pt x="23" y="57"/>
                      <a:pt x="22" y="59"/>
                    </a:cubicBezTo>
                    <a:cubicBezTo>
                      <a:pt x="21" y="60"/>
                      <a:pt x="15" y="59"/>
                      <a:pt x="12" y="59"/>
                    </a:cubicBezTo>
                    <a:cubicBezTo>
                      <a:pt x="9" y="59"/>
                      <a:pt x="9" y="56"/>
                      <a:pt x="8" y="53"/>
                    </a:cubicBezTo>
                    <a:cubicBezTo>
                      <a:pt x="6" y="51"/>
                      <a:pt x="3" y="54"/>
                      <a:pt x="3" y="56"/>
                    </a:cubicBezTo>
                    <a:cubicBezTo>
                      <a:pt x="3" y="57"/>
                      <a:pt x="2" y="57"/>
                      <a:pt x="0" y="56"/>
                    </a:cubicBezTo>
                    <a:cubicBezTo>
                      <a:pt x="2" y="61"/>
                      <a:pt x="5" y="65"/>
                      <a:pt x="6" y="69"/>
                    </a:cubicBezTo>
                    <a:cubicBezTo>
                      <a:pt x="8" y="76"/>
                      <a:pt x="12" y="81"/>
                      <a:pt x="13" y="85"/>
                    </a:cubicBezTo>
                    <a:cubicBezTo>
                      <a:pt x="15" y="89"/>
                      <a:pt x="16" y="92"/>
                      <a:pt x="13" y="93"/>
                    </a:cubicBezTo>
                    <a:cubicBezTo>
                      <a:pt x="11" y="93"/>
                      <a:pt x="11" y="95"/>
                      <a:pt x="14" y="99"/>
                    </a:cubicBezTo>
                    <a:cubicBezTo>
                      <a:pt x="16" y="103"/>
                      <a:pt x="14" y="106"/>
                      <a:pt x="16" y="106"/>
                    </a:cubicBezTo>
                    <a:cubicBezTo>
                      <a:pt x="18" y="107"/>
                      <a:pt x="18" y="108"/>
                      <a:pt x="20" y="108"/>
                    </a:cubicBezTo>
                    <a:cubicBezTo>
                      <a:pt x="21" y="108"/>
                      <a:pt x="23" y="110"/>
                      <a:pt x="24" y="112"/>
                    </a:cubicBezTo>
                    <a:cubicBezTo>
                      <a:pt x="25" y="113"/>
                      <a:pt x="28" y="113"/>
                      <a:pt x="29" y="111"/>
                    </a:cubicBezTo>
                    <a:cubicBezTo>
                      <a:pt x="30" y="109"/>
                      <a:pt x="34" y="109"/>
                      <a:pt x="39" y="109"/>
                    </a:cubicBezTo>
                    <a:cubicBezTo>
                      <a:pt x="43" y="109"/>
                      <a:pt x="42" y="107"/>
                      <a:pt x="46" y="106"/>
                    </a:cubicBezTo>
                    <a:cubicBezTo>
                      <a:pt x="50" y="105"/>
                      <a:pt x="55" y="104"/>
                      <a:pt x="58" y="106"/>
                    </a:cubicBezTo>
                    <a:cubicBezTo>
                      <a:pt x="62" y="107"/>
                      <a:pt x="64" y="106"/>
                      <a:pt x="66" y="105"/>
                    </a:cubicBezTo>
                    <a:cubicBezTo>
                      <a:pt x="68" y="104"/>
                      <a:pt x="71" y="106"/>
                      <a:pt x="71" y="104"/>
                    </a:cubicBezTo>
                    <a:cubicBezTo>
                      <a:pt x="71" y="101"/>
                      <a:pt x="75" y="101"/>
                      <a:pt x="78" y="101"/>
                    </a:cubicBezTo>
                    <a:cubicBezTo>
                      <a:pt x="81" y="101"/>
                      <a:pt x="88" y="96"/>
                      <a:pt x="94" y="91"/>
                    </a:cubicBezTo>
                    <a:cubicBezTo>
                      <a:pt x="100" y="85"/>
                      <a:pt x="110" y="73"/>
                      <a:pt x="113" y="67"/>
                    </a:cubicBezTo>
                    <a:cubicBezTo>
                      <a:pt x="117" y="62"/>
                      <a:pt x="122" y="57"/>
                      <a:pt x="125" y="55"/>
                    </a:cubicBezTo>
                    <a:cubicBezTo>
                      <a:pt x="127" y="53"/>
                      <a:pt x="128" y="46"/>
                      <a:pt x="129" y="41"/>
                    </a:cubicBezTo>
                    <a:cubicBezTo>
                      <a:pt x="126" y="41"/>
                      <a:pt x="123" y="42"/>
                      <a:pt x="123" y="42"/>
                    </a:cubicBezTo>
                    <a:close/>
                    <a:moveTo>
                      <a:pt x="98" y="68"/>
                    </a:moveTo>
                    <a:cubicBezTo>
                      <a:pt x="98" y="70"/>
                      <a:pt x="94" y="68"/>
                      <a:pt x="93" y="70"/>
                    </a:cubicBezTo>
                    <a:cubicBezTo>
                      <a:pt x="92" y="72"/>
                      <a:pt x="91" y="74"/>
                      <a:pt x="91" y="74"/>
                    </a:cubicBezTo>
                    <a:cubicBezTo>
                      <a:pt x="88" y="74"/>
                      <a:pt x="88" y="74"/>
                      <a:pt x="88" y="74"/>
                    </a:cubicBezTo>
                    <a:cubicBezTo>
                      <a:pt x="83" y="67"/>
                      <a:pt x="83" y="67"/>
                      <a:pt x="83" y="67"/>
                    </a:cubicBezTo>
                    <a:cubicBezTo>
                      <a:pt x="83" y="67"/>
                      <a:pt x="87" y="62"/>
                      <a:pt x="88" y="60"/>
                    </a:cubicBezTo>
                    <a:cubicBezTo>
                      <a:pt x="88" y="58"/>
                      <a:pt x="95" y="55"/>
                      <a:pt x="96" y="57"/>
                    </a:cubicBezTo>
                    <a:cubicBezTo>
                      <a:pt x="97" y="58"/>
                      <a:pt x="101" y="61"/>
                      <a:pt x="101" y="63"/>
                    </a:cubicBezTo>
                    <a:cubicBezTo>
                      <a:pt x="101" y="65"/>
                      <a:pt x="98" y="66"/>
                      <a:pt x="98" y="6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11">
                <a:extLst>
                  <a:ext uri="{FF2B5EF4-FFF2-40B4-BE49-F238E27FC236}">
                    <a16:creationId xmlns:a16="http://schemas.microsoft.com/office/drawing/2014/main" id="{D1198E76-B30B-433B-AF07-FB3ECE541C5F}"/>
                  </a:ext>
                </a:extLst>
              </p:cNvPr>
              <p:cNvSpPr>
                <a:spLocks/>
              </p:cNvSpPr>
              <p:nvPr/>
            </p:nvSpPr>
            <p:spPr bwMode="auto">
              <a:xfrm>
                <a:off x="5139291" y="4197704"/>
                <a:ext cx="217068" cy="229615"/>
              </a:xfrm>
              <a:custGeom>
                <a:avLst/>
                <a:gdLst>
                  <a:gd name="T0" fmla="*/ 6 w 94"/>
                  <a:gd name="T1" fmla="*/ 92 h 100"/>
                  <a:gd name="T2" fmla="*/ 9 w 94"/>
                  <a:gd name="T3" fmla="*/ 94 h 100"/>
                  <a:gd name="T4" fmla="*/ 17 w 94"/>
                  <a:gd name="T5" fmla="*/ 94 h 100"/>
                  <a:gd name="T6" fmla="*/ 24 w 94"/>
                  <a:gd name="T7" fmla="*/ 96 h 100"/>
                  <a:gd name="T8" fmla="*/ 52 w 94"/>
                  <a:gd name="T9" fmla="*/ 96 h 100"/>
                  <a:gd name="T10" fmla="*/ 55 w 94"/>
                  <a:gd name="T11" fmla="*/ 99 h 100"/>
                  <a:gd name="T12" fmla="*/ 72 w 94"/>
                  <a:gd name="T13" fmla="*/ 99 h 100"/>
                  <a:gd name="T14" fmla="*/ 85 w 94"/>
                  <a:gd name="T15" fmla="*/ 98 h 100"/>
                  <a:gd name="T16" fmla="*/ 87 w 94"/>
                  <a:gd name="T17" fmla="*/ 97 h 100"/>
                  <a:gd name="T18" fmla="*/ 78 w 94"/>
                  <a:gd name="T19" fmla="*/ 85 h 100"/>
                  <a:gd name="T20" fmla="*/ 79 w 94"/>
                  <a:gd name="T21" fmla="*/ 58 h 100"/>
                  <a:gd name="T22" fmla="*/ 91 w 94"/>
                  <a:gd name="T23" fmla="*/ 59 h 100"/>
                  <a:gd name="T24" fmla="*/ 93 w 94"/>
                  <a:gd name="T25" fmla="*/ 57 h 100"/>
                  <a:gd name="T26" fmla="*/ 94 w 94"/>
                  <a:gd name="T27" fmla="*/ 41 h 100"/>
                  <a:gd name="T28" fmla="*/ 92 w 94"/>
                  <a:gd name="T29" fmla="*/ 40 h 100"/>
                  <a:gd name="T30" fmla="*/ 85 w 94"/>
                  <a:gd name="T31" fmla="*/ 41 h 100"/>
                  <a:gd name="T32" fmla="*/ 81 w 94"/>
                  <a:gd name="T33" fmla="*/ 43 h 100"/>
                  <a:gd name="T34" fmla="*/ 81 w 94"/>
                  <a:gd name="T35" fmla="*/ 37 h 100"/>
                  <a:gd name="T36" fmla="*/ 77 w 94"/>
                  <a:gd name="T37" fmla="*/ 30 h 100"/>
                  <a:gd name="T38" fmla="*/ 78 w 94"/>
                  <a:gd name="T39" fmla="*/ 19 h 100"/>
                  <a:gd name="T40" fmla="*/ 77 w 94"/>
                  <a:gd name="T41" fmla="*/ 13 h 100"/>
                  <a:gd name="T42" fmla="*/ 71 w 94"/>
                  <a:gd name="T43" fmla="*/ 12 h 100"/>
                  <a:gd name="T44" fmla="*/ 67 w 94"/>
                  <a:gd name="T45" fmla="*/ 10 h 100"/>
                  <a:gd name="T46" fmla="*/ 61 w 94"/>
                  <a:gd name="T47" fmla="*/ 10 h 100"/>
                  <a:gd name="T48" fmla="*/ 58 w 94"/>
                  <a:gd name="T49" fmla="*/ 17 h 100"/>
                  <a:gd name="T50" fmla="*/ 48 w 94"/>
                  <a:gd name="T51" fmla="*/ 18 h 100"/>
                  <a:gd name="T52" fmla="*/ 42 w 94"/>
                  <a:gd name="T53" fmla="*/ 13 h 100"/>
                  <a:gd name="T54" fmla="*/ 38 w 94"/>
                  <a:gd name="T55" fmla="*/ 7 h 100"/>
                  <a:gd name="T56" fmla="*/ 37 w 94"/>
                  <a:gd name="T57" fmla="*/ 1 h 100"/>
                  <a:gd name="T58" fmla="*/ 11 w 94"/>
                  <a:gd name="T59" fmla="*/ 1 h 100"/>
                  <a:gd name="T60" fmla="*/ 6 w 94"/>
                  <a:gd name="T61" fmla="*/ 3 h 100"/>
                  <a:gd name="T62" fmla="*/ 13 w 94"/>
                  <a:gd name="T63" fmla="*/ 20 h 100"/>
                  <a:gd name="T64" fmla="*/ 12 w 94"/>
                  <a:gd name="T65" fmla="*/ 28 h 100"/>
                  <a:gd name="T66" fmla="*/ 17 w 94"/>
                  <a:gd name="T67" fmla="*/ 45 h 100"/>
                  <a:gd name="T68" fmla="*/ 11 w 94"/>
                  <a:gd name="T69" fmla="*/ 57 h 100"/>
                  <a:gd name="T70" fmla="*/ 6 w 94"/>
                  <a:gd name="T71" fmla="*/ 72 h 100"/>
                  <a:gd name="T72" fmla="*/ 1 w 94"/>
                  <a:gd name="T73" fmla="*/ 83 h 100"/>
                  <a:gd name="T74" fmla="*/ 0 w 94"/>
                  <a:gd name="T75" fmla="*/ 94 h 100"/>
                  <a:gd name="T76" fmla="*/ 0 w 94"/>
                  <a:gd name="T77" fmla="*/ 95 h 100"/>
                  <a:gd name="T78" fmla="*/ 3 w 94"/>
                  <a:gd name="T79" fmla="*/ 94 h 100"/>
                  <a:gd name="T80" fmla="*/ 6 w 94"/>
                  <a:gd name="T81" fmla="*/ 92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4" h="100">
                    <a:moveTo>
                      <a:pt x="6" y="92"/>
                    </a:moveTo>
                    <a:cubicBezTo>
                      <a:pt x="8" y="92"/>
                      <a:pt x="7" y="95"/>
                      <a:pt x="9" y="94"/>
                    </a:cubicBezTo>
                    <a:cubicBezTo>
                      <a:pt x="12" y="92"/>
                      <a:pt x="15" y="92"/>
                      <a:pt x="17" y="94"/>
                    </a:cubicBezTo>
                    <a:cubicBezTo>
                      <a:pt x="19" y="96"/>
                      <a:pt x="21" y="96"/>
                      <a:pt x="24" y="96"/>
                    </a:cubicBezTo>
                    <a:cubicBezTo>
                      <a:pt x="27" y="96"/>
                      <a:pt x="52" y="96"/>
                      <a:pt x="52" y="96"/>
                    </a:cubicBezTo>
                    <a:cubicBezTo>
                      <a:pt x="55" y="99"/>
                      <a:pt x="55" y="99"/>
                      <a:pt x="55" y="99"/>
                    </a:cubicBezTo>
                    <a:cubicBezTo>
                      <a:pt x="55" y="99"/>
                      <a:pt x="70" y="98"/>
                      <a:pt x="72" y="99"/>
                    </a:cubicBezTo>
                    <a:cubicBezTo>
                      <a:pt x="75" y="100"/>
                      <a:pt x="83" y="99"/>
                      <a:pt x="85" y="98"/>
                    </a:cubicBezTo>
                    <a:cubicBezTo>
                      <a:pt x="85" y="98"/>
                      <a:pt x="86" y="98"/>
                      <a:pt x="87" y="97"/>
                    </a:cubicBezTo>
                    <a:cubicBezTo>
                      <a:pt x="78" y="85"/>
                      <a:pt x="78" y="85"/>
                      <a:pt x="78" y="85"/>
                    </a:cubicBezTo>
                    <a:cubicBezTo>
                      <a:pt x="79" y="58"/>
                      <a:pt x="79" y="58"/>
                      <a:pt x="79" y="58"/>
                    </a:cubicBezTo>
                    <a:cubicBezTo>
                      <a:pt x="91" y="59"/>
                      <a:pt x="91" y="59"/>
                      <a:pt x="91" y="59"/>
                    </a:cubicBezTo>
                    <a:cubicBezTo>
                      <a:pt x="93" y="57"/>
                      <a:pt x="93" y="57"/>
                      <a:pt x="93" y="57"/>
                    </a:cubicBezTo>
                    <a:cubicBezTo>
                      <a:pt x="94" y="41"/>
                      <a:pt x="94" y="41"/>
                      <a:pt x="94" y="41"/>
                    </a:cubicBezTo>
                    <a:cubicBezTo>
                      <a:pt x="94" y="40"/>
                      <a:pt x="93" y="40"/>
                      <a:pt x="92" y="40"/>
                    </a:cubicBezTo>
                    <a:cubicBezTo>
                      <a:pt x="90" y="42"/>
                      <a:pt x="88" y="41"/>
                      <a:pt x="85" y="41"/>
                    </a:cubicBezTo>
                    <a:cubicBezTo>
                      <a:pt x="83" y="41"/>
                      <a:pt x="82" y="44"/>
                      <a:pt x="81" y="43"/>
                    </a:cubicBezTo>
                    <a:cubicBezTo>
                      <a:pt x="79" y="43"/>
                      <a:pt x="81" y="39"/>
                      <a:pt x="81" y="37"/>
                    </a:cubicBezTo>
                    <a:cubicBezTo>
                      <a:pt x="81" y="35"/>
                      <a:pt x="79" y="32"/>
                      <a:pt x="77" y="30"/>
                    </a:cubicBezTo>
                    <a:cubicBezTo>
                      <a:pt x="75" y="29"/>
                      <a:pt x="79" y="20"/>
                      <a:pt x="78" y="19"/>
                    </a:cubicBezTo>
                    <a:cubicBezTo>
                      <a:pt x="77" y="18"/>
                      <a:pt x="77" y="15"/>
                      <a:pt x="77" y="13"/>
                    </a:cubicBezTo>
                    <a:cubicBezTo>
                      <a:pt x="77" y="10"/>
                      <a:pt x="75" y="12"/>
                      <a:pt x="71" y="12"/>
                    </a:cubicBezTo>
                    <a:cubicBezTo>
                      <a:pt x="68" y="12"/>
                      <a:pt x="67" y="10"/>
                      <a:pt x="67" y="10"/>
                    </a:cubicBezTo>
                    <a:cubicBezTo>
                      <a:pt x="67" y="10"/>
                      <a:pt x="63" y="9"/>
                      <a:pt x="61" y="10"/>
                    </a:cubicBezTo>
                    <a:cubicBezTo>
                      <a:pt x="59" y="11"/>
                      <a:pt x="59" y="17"/>
                      <a:pt x="58" y="17"/>
                    </a:cubicBezTo>
                    <a:cubicBezTo>
                      <a:pt x="56" y="17"/>
                      <a:pt x="52" y="17"/>
                      <a:pt x="48" y="18"/>
                    </a:cubicBezTo>
                    <a:cubicBezTo>
                      <a:pt x="45" y="19"/>
                      <a:pt x="43" y="18"/>
                      <a:pt x="42" y="13"/>
                    </a:cubicBezTo>
                    <a:cubicBezTo>
                      <a:pt x="40" y="9"/>
                      <a:pt x="38" y="10"/>
                      <a:pt x="38" y="7"/>
                    </a:cubicBezTo>
                    <a:cubicBezTo>
                      <a:pt x="39" y="4"/>
                      <a:pt x="37" y="1"/>
                      <a:pt x="37" y="1"/>
                    </a:cubicBezTo>
                    <a:cubicBezTo>
                      <a:pt x="37" y="1"/>
                      <a:pt x="13" y="0"/>
                      <a:pt x="11" y="1"/>
                    </a:cubicBezTo>
                    <a:cubicBezTo>
                      <a:pt x="10" y="1"/>
                      <a:pt x="8" y="2"/>
                      <a:pt x="6" y="3"/>
                    </a:cubicBezTo>
                    <a:cubicBezTo>
                      <a:pt x="8" y="8"/>
                      <a:pt x="12" y="18"/>
                      <a:pt x="13" y="20"/>
                    </a:cubicBezTo>
                    <a:cubicBezTo>
                      <a:pt x="15" y="22"/>
                      <a:pt x="12" y="24"/>
                      <a:pt x="12" y="28"/>
                    </a:cubicBezTo>
                    <a:cubicBezTo>
                      <a:pt x="12" y="32"/>
                      <a:pt x="17" y="40"/>
                      <a:pt x="17" y="45"/>
                    </a:cubicBezTo>
                    <a:cubicBezTo>
                      <a:pt x="18" y="50"/>
                      <a:pt x="14" y="53"/>
                      <a:pt x="11" y="57"/>
                    </a:cubicBezTo>
                    <a:cubicBezTo>
                      <a:pt x="9" y="60"/>
                      <a:pt x="6" y="68"/>
                      <a:pt x="6" y="72"/>
                    </a:cubicBezTo>
                    <a:cubicBezTo>
                      <a:pt x="6" y="77"/>
                      <a:pt x="1" y="81"/>
                      <a:pt x="1" y="83"/>
                    </a:cubicBezTo>
                    <a:cubicBezTo>
                      <a:pt x="2" y="86"/>
                      <a:pt x="1" y="92"/>
                      <a:pt x="0" y="94"/>
                    </a:cubicBezTo>
                    <a:cubicBezTo>
                      <a:pt x="0" y="94"/>
                      <a:pt x="0" y="95"/>
                      <a:pt x="0" y="95"/>
                    </a:cubicBezTo>
                    <a:cubicBezTo>
                      <a:pt x="3" y="94"/>
                      <a:pt x="3" y="94"/>
                      <a:pt x="3" y="94"/>
                    </a:cubicBezTo>
                    <a:cubicBezTo>
                      <a:pt x="3" y="94"/>
                      <a:pt x="4" y="92"/>
                      <a:pt x="6" y="9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12">
                <a:extLst>
                  <a:ext uri="{FF2B5EF4-FFF2-40B4-BE49-F238E27FC236}">
                    <a16:creationId xmlns:a16="http://schemas.microsoft.com/office/drawing/2014/main" id="{0A37CE45-017D-42DB-B62E-4BDC5504EB19}"/>
                  </a:ext>
                </a:extLst>
              </p:cNvPr>
              <p:cNvSpPr>
                <a:spLocks/>
              </p:cNvSpPr>
              <p:nvPr/>
            </p:nvSpPr>
            <p:spPr bwMode="auto">
              <a:xfrm>
                <a:off x="5319972" y="4240365"/>
                <a:ext cx="213303" cy="189464"/>
              </a:xfrm>
              <a:custGeom>
                <a:avLst/>
                <a:gdLst>
                  <a:gd name="T0" fmla="*/ 71 w 93"/>
                  <a:gd name="T1" fmla="*/ 3 h 82"/>
                  <a:gd name="T2" fmla="*/ 65 w 93"/>
                  <a:gd name="T3" fmla="*/ 0 h 82"/>
                  <a:gd name="T4" fmla="*/ 56 w 93"/>
                  <a:gd name="T5" fmla="*/ 1 h 82"/>
                  <a:gd name="T6" fmla="*/ 54 w 93"/>
                  <a:gd name="T7" fmla="*/ 7 h 82"/>
                  <a:gd name="T8" fmla="*/ 52 w 93"/>
                  <a:gd name="T9" fmla="*/ 11 h 82"/>
                  <a:gd name="T10" fmla="*/ 52 w 93"/>
                  <a:gd name="T11" fmla="*/ 20 h 82"/>
                  <a:gd name="T12" fmla="*/ 50 w 93"/>
                  <a:gd name="T13" fmla="*/ 28 h 82"/>
                  <a:gd name="T14" fmla="*/ 56 w 93"/>
                  <a:gd name="T15" fmla="*/ 34 h 82"/>
                  <a:gd name="T16" fmla="*/ 61 w 93"/>
                  <a:gd name="T17" fmla="*/ 32 h 82"/>
                  <a:gd name="T18" fmla="*/ 62 w 93"/>
                  <a:gd name="T19" fmla="*/ 38 h 82"/>
                  <a:gd name="T20" fmla="*/ 61 w 93"/>
                  <a:gd name="T21" fmla="*/ 41 h 82"/>
                  <a:gd name="T22" fmla="*/ 55 w 93"/>
                  <a:gd name="T23" fmla="*/ 41 h 82"/>
                  <a:gd name="T24" fmla="*/ 52 w 93"/>
                  <a:gd name="T25" fmla="*/ 35 h 82"/>
                  <a:gd name="T26" fmla="*/ 46 w 93"/>
                  <a:gd name="T27" fmla="*/ 33 h 82"/>
                  <a:gd name="T28" fmla="*/ 41 w 93"/>
                  <a:gd name="T29" fmla="*/ 29 h 82"/>
                  <a:gd name="T30" fmla="*/ 39 w 93"/>
                  <a:gd name="T31" fmla="*/ 30 h 82"/>
                  <a:gd name="T32" fmla="*/ 35 w 93"/>
                  <a:gd name="T33" fmla="*/ 31 h 82"/>
                  <a:gd name="T34" fmla="*/ 28 w 93"/>
                  <a:gd name="T35" fmla="*/ 29 h 82"/>
                  <a:gd name="T36" fmla="*/ 26 w 93"/>
                  <a:gd name="T37" fmla="*/ 25 h 82"/>
                  <a:gd name="T38" fmla="*/ 21 w 93"/>
                  <a:gd name="T39" fmla="*/ 25 h 82"/>
                  <a:gd name="T40" fmla="*/ 19 w 93"/>
                  <a:gd name="T41" fmla="*/ 24 h 82"/>
                  <a:gd name="T42" fmla="*/ 16 w 93"/>
                  <a:gd name="T43" fmla="*/ 22 h 82"/>
                  <a:gd name="T44" fmla="*/ 15 w 93"/>
                  <a:gd name="T45" fmla="*/ 38 h 82"/>
                  <a:gd name="T46" fmla="*/ 13 w 93"/>
                  <a:gd name="T47" fmla="*/ 40 h 82"/>
                  <a:gd name="T48" fmla="*/ 1 w 93"/>
                  <a:gd name="T49" fmla="*/ 39 h 82"/>
                  <a:gd name="T50" fmla="*/ 0 w 93"/>
                  <a:gd name="T51" fmla="*/ 66 h 82"/>
                  <a:gd name="T52" fmla="*/ 9 w 93"/>
                  <a:gd name="T53" fmla="*/ 78 h 82"/>
                  <a:gd name="T54" fmla="*/ 24 w 93"/>
                  <a:gd name="T55" fmla="*/ 78 h 82"/>
                  <a:gd name="T56" fmla="*/ 24 w 93"/>
                  <a:gd name="T57" fmla="*/ 80 h 82"/>
                  <a:gd name="T58" fmla="*/ 29 w 93"/>
                  <a:gd name="T59" fmla="*/ 79 h 82"/>
                  <a:gd name="T60" fmla="*/ 39 w 93"/>
                  <a:gd name="T61" fmla="*/ 81 h 82"/>
                  <a:gd name="T62" fmla="*/ 47 w 93"/>
                  <a:gd name="T63" fmla="*/ 72 h 82"/>
                  <a:gd name="T64" fmla="*/ 55 w 93"/>
                  <a:gd name="T65" fmla="*/ 66 h 82"/>
                  <a:gd name="T66" fmla="*/ 59 w 93"/>
                  <a:gd name="T67" fmla="*/ 62 h 82"/>
                  <a:gd name="T68" fmla="*/ 66 w 93"/>
                  <a:gd name="T69" fmla="*/ 62 h 82"/>
                  <a:gd name="T70" fmla="*/ 66 w 93"/>
                  <a:gd name="T71" fmla="*/ 62 h 82"/>
                  <a:gd name="T72" fmla="*/ 65 w 93"/>
                  <a:gd name="T73" fmla="*/ 56 h 82"/>
                  <a:gd name="T74" fmla="*/ 87 w 93"/>
                  <a:gd name="T75" fmla="*/ 48 h 82"/>
                  <a:gd name="T76" fmla="*/ 86 w 93"/>
                  <a:gd name="T77" fmla="*/ 44 h 82"/>
                  <a:gd name="T78" fmla="*/ 87 w 93"/>
                  <a:gd name="T79" fmla="*/ 36 h 82"/>
                  <a:gd name="T80" fmla="*/ 90 w 93"/>
                  <a:gd name="T81" fmla="*/ 34 h 82"/>
                  <a:gd name="T82" fmla="*/ 90 w 93"/>
                  <a:gd name="T83" fmla="*/ 21 h 82"/>
                  <a:gd name="T84" fmla="*/ 93 w 93"/>
                  <a:gd name="T85" fmla="*/ 19 h 82"/>
                  <a:gd name="T86" fmla="*/ 89 w 93"/>
                  <a:gd name="T87" fmla="*/ 11 h 82"/>
                  <a:gd name="T88" fmla="*/ 79 w 93"/>
                  <a:gd name="T89" fmla="*/ 6 h 82"/>
                  <a:gd name="T90" fmla="*/ 71 w 93"/>
                  <a:gd name="T91" fmla="*/ 3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3" h="82">
                    <a:moveTo>
                      <a:pt x="71" y="3"/>
                    </a:moveTo>
                    <a:cubicBezTo>
                      <a:pt x="70" y="3"/>
                      <a:pt x="68" y="2"/>
                      <a:pt x="65" y="0"/>
                    </a:cubicBezTo>
                    <a:cubicBezTo>
                      <a:pt x="64" y="2"/>
                      <a:pt x="58" y="1"/>
                      <a:pt x="56" y="1"/>
                    </a:cubicBezTo>
                    <a:cubicBezTo>
                      <a:pt x="53" y="1"/>
                      <a:pt x="55" y="5"/>
                      <a:pt x="54" y="7"/>
                    </a:cubicBezTo>
                    <a:cubicBezTo>
                      <a:pt x="52" y="8"/>
                      <a:pt x="51" y="10"/>
                      <a:pt x="52" y="11"/>
                    </a:cubicBezTo>
                    <a:cubicBezTo>
                      <a:pt x="54" y="12"/>
                      <a:pt x="52" y="18"/>
                      <a:pt x="52" y="20"/>
                    </a:cubicBezTo>
                    <a:cubicBezTo>
                      <a:pt x="52" y="22"/>
                      <a:pt x="49" y="27"/>
                      <a:pt x="50" y="28"/>
                    </a:cubicBezTo>
                    <a:cubicBezTo>
                      <a:pt x="51" y="28"/>
                      <a:pt x="53" y="33"/>
                      <a:pt x="56" y="34"/>
                    </a:cubicBezTo>
                    <a:cubicBezTo>
                      <a:pt x="58" y="35"/>
                      <a:pt x="60" y="32"/>
                      <a:pt x="61" y="32"/>
                    </a:cubicBezTo>
                    <a:cubicBezTo>
                      <a:pt x="62" y="32"/>
                      <a:pt x="62" y="35"/>
                      <a:pt x="62" y="38"/>
                    </a:cubicBezTo>
                    <a:cubicBezTo>
                      <a:pt x="62" y="40"/>
                      <a:pt x="61" y="41"/>
                      <a:pt x="61" y="41"/>
                    </a:cubicBezTo>
                    <a:cubicBezTo>
                      <a:pt x="61" y="41"/>
                      <a:pt x="57" y="43"/>
                      <a:pt x="55" y="41"/>
                    </a:cubicBezTo>
                    <a:cubicBezTo>
                      <a:pt x="53" y="40"/>
                      <a:pt x="52" y="36"/>
                      <a:pt x="52" y="35"/>
                    </a:cubicBezTo>
                    <a:cubicBezTo>
                      <a:pt x="52" y="33"/>
                      <a:pt x="47" y="33"/>
                      <a:pt x="46" y="33"/>
                    </a:cubicBezTo>
                    <a:cubicBezTo>
                      <a:pt x="44" y="33"/>
                      <a:pt x="42" y="30"/>
                      <a:pt x="41" y="29"/>
                    </a:cubicBezTo>
                    <a:cubicBezTo>
                      <a:pt x="41" y="27"/>
                      <a:pt x="39" y="29"/>
                      <a:pt x="39" y="30"/>
                    </a:cubicBezTo>
                    <a:cubicBezTo>
                      <a:pt x="39" y="31"/>
                      <a:pt x="37" y="31"/>
                      <a:pt x="35" y="31"/>
                    </a:cubicBezTo>
                    <a:cubicBezTo>
                      <a:pt x="33" y="31"/>
                      <a:pt x="30" y="28"/>
                      <a:pt x="28" y="29"/>
                    </a:cubicBezTo>
                    <a:cubicBezTo>
                      <a:pt x="27" y="30"/>
                      <a:pt x="25" y="26"/>
                      <a:pt x="26" y="25"/>
                    </a:cubicBezTo>
                    <a:cubicBezTo>
                      <a:pt x="26" y="24"/>
                      <a:pt x="22" y="25"/>
                      <a:pt x="21" y="25"/>
                    </a:cubicBezTo>
                    <a:cubicBezTo>
                      <a:pt x="19" y="26"/>
                      <a:pt x="19" y="24"/>
                      <a:pt x="19" y="24"/>
                    </a:cubicBezTo>
                    <a:cubicBezTo>
                      <a:pt x="19" y="24"/>
                      <a:pt x="18" y="22"/>
                      <a:pt x="16" y="22"/>
                    </a:cubicBezTo>
                    <a:cubicBezTo>
                      <a:pt x="15" y="38"/>
                      <a:pt x="15" y="38"/>
                      <a:pt x="15" y="38"/>
                    </a:cubicBezTo>
                    <a:cubicBezTo>
                      <a:pt x="13" y="40"/>
                      <a:pt x="13" y="40"/>
                      <a:pt x="13" y="40"/>
                    </a:cubicBezTo>
                    <a:cubicBezTo>
                      <a:pt x="1" y="39"/>
                      <a:pt x="1" y="39"/>
                      <a:pt x="1" y="39"/>
                    </a:cubicBezTo>
                    <a:cubicBezTo>
                      <a:pt x="0" y="66"/>
                      <a:pt x="0" y="66"/>
                      <a:pt x="0" y="66"/>
                    </a:cubicBezTo>
                    <a:cubicBezTo>
                      <a:pt x="9" y="78"/>
                      <a:pt x="9" y="78"/>
                      <a:pt x="9" y="78"/>
                    </a:cubicBezTo>
                    <a:cubicBezTo>
                      <a:pt x="14" y="77"/>
                      <a:pt x="24" y="76"/>
                      <a:pt x="24" y="78"/>
                    </a:cubicBezTo>
                    <a:cubicBezTo>
                      <a:pt x="24" y="78"/>
                      <a:pt x="24" y="79"/>
                      <a:pt x="24" y="80"/>
                    </a:cubicBezTo>
                    <a:cubicBezTo>
                      <a:pt x="26" y="79"/>
                      <a:pt x="28" y="79"/>
                      <a:pt x="29" y="79"/>
                    </a:cubicBezTo>
                    <a:cubicBezTo>
                      <a:pt x="30" y="79"/>
                      <a:pt x="37" y="82"/>
                      <a:pt x="39" y="81"/>
                    </a:cubicBezTo>
                    <a:cubicBezTo>
                      <a:pt x="41" y="80"/>
                      <a:pt x="44" y="73"/>
                      <a:pt x="47" y="72"/>
                    </a:cubicBezTo>
                    <a:cubicBezTo>
                      <a:pt x="50" y="71"/>
                      <a:pt x="55" y="67"/>
                      <a:pt x="55" y="66"/>
                    </a:cubicBezTo>
                    <a:cubicBezTo>
                      <a:pt x="55" y="64"/>
                      <a:pt x="55" y="63"/>
                      <a:pt x="59" y="62"/>
                    </a:cubicBezTo>
                    <a:cubicBezTo>
                      <a:pt x="66" y="62"/>
                      <a:pt x="66" y="62"/>
                      <a:pt x="66" y="62"/>
                    </a:cubicBezTo>
                    <a:cubicBezTo>
                      <a:pt x="66" y="62"/>
                      <a:pt x="66" y="62"/>
                      <a:pt x="66" y="62"/>
                    </a:cubicBezTo>
                    <a:cubicBezTo>
                      <a:pt x="65" y="56"/>
                      <a:pt x="65" y="56"/>
                      <a:pt x="65" y="56"/>
                    </a:cubicBezTo>
                    <a:cubicBezTo>
                      <a:pt x="65" y="56"/>
                      <a:pt x="86" y="48"/>
                      <a:pt x="87" y="48"/>
                    </a:cubicBezTo>
                    <a:cubicBezTo>
                      <a:pt x="86" y="46"/>
                      <a:pt x="85" y="44"/>
                      <a:pt x="86" y="44"/>
                    </a:cubicBezTo>
                    <a:cubicBezTo>
                      <a:pt x="86" y="44"/>
                      <a:pt x="87" y="38"/>
                      <a:pt x="87" y="36"/>
                    </a:cubicBezTo>
                    <a:cubicBezTo>
                      <a:pt x="87" y="35"/>
                      <a:pt x="92" y="36"/>
                      <a:pt x="90" y="34"/>
                    </a:cubicBezTo>
                    <a:cubicBezTo>
                      <a:pt x="88" y="33"/>
                      <a:pt x="89" y="23"/>
                      <a:pt x="90" y="21"/>
                    </a:cubicBezTo>
                    <a:cubicBezTo>
                      <a:pt x="91" y="19"/>
                      <a:pt x="93" y="21"/>
                      <a:pt x="93" y="19"/>
                    </a:cubicBezTo>
                    <a:cubicBezTo>
                      <a:pt x="93" y="18"/>
                      <a:pt x="90" y="12"/>
                      <a:pt x="89" y="11"/>
                    </a:cubicBezTo>
                    <a:cubicBezTo>
                      <a:pt x="88" y="10"/>
                      <a:pt x="81" y="7"/>
                      <a:pt x="79" y="6"/>
                    </a:cubicBezTo>
                    <a:cubicBezTo>
                      <a:pt x="77" y="6"/>
                      <a:pt x="73" y="3"/>
                      <a:pt x="71"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7" name="Freeform 13">
                <a:extLst>
                  <a:ext uri="{FF2B5EF4-FFF2-40B4-BE49-F238E27FC236}">
                    <a16:creationId xmlns:a16="http://schemas.microsoft.com/office/drawing/2014/main" id="{B558557B-871C-467C-9ECB-FC9F291A5C67}"/>
                  </a:ext>
                </a:extLst>
              </p:cNvPr>
              <p:cNvSpPr>
                <a:spLocks/>
              </p:cNvSpPr>
              <p:nvPr/>
            </p:nvSpPr>
            <p:spPr bwMode="auto">
              <a:xfrm>
                <a:off x="5446699" y="4107364"/>
                <a:ext cx="36387" cy="32623"/>
              </a:xfrm>
              <a:custGeom>
                <a:avLst/>
                <a:gdLst>
                  <a:gd name="T0" fmla="*/ 13 w 16"/>
                  <a:gd name="T1" fmla="*/ 0 h 14"/>
                  <a:gd name="T2" fmla="*/ 8 w 16"/>
                  <a:gd name="T3" fmla="*/ 2 h 14"/>
                  <a:gd name="T4" fmla="*/ 4 w 16"/>
                  <a:gd name="T5" fmla="*/ 2 h 14"/>
                  <a:gd name="T6" fmla="*/ 3 w 16"/>
                  <a:gd name="T7" fmla="*/ 3 h 14"/>
                  <a:gd name="T8" fmla="*/ 2 w 16"/>
                  <a:gd name="T9" fmla="*/ 8 h 14"/>
                  <a:gd name="T10" fmla="*/ 0 w 16"/>
                  <a:gd name="T11" fmla="*/ 11 h 14"/>
                  <a:gd name="T12" fmla="*/ 2 w 16"/>
                  <a:gd name="T13" fmla="*/ 13 h 14"/>
                  <a:gd name="T14" fmla="*/ 4 w 16"/>
                  <a:gd name="T15" fmla="*/ 13 h 14"/>
                  <a:gd name="T16" fmla="*/ 8 w 16"/>
                  <a:gd name="T17" fmla="*/ 11 h 14"/>
                  <a:gd name="T18" fmla="*/ 15 w 16"/>
                  <a:gd name="T19" fmla="*/ 9 h 14"/>
                  <a:gd name="T20" fmla="*/ 14 w 16"/>
                  <a:gd name="T21" fmla="*/ 4 h 14"/>
                  <a:gd name="T22" fmla="*/ 13 w 16"/>
                  <a:gd name="T23"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 h="14">
                    <a:moveTo>
                      <a:pt x="13" y="0"/>
                    </a:moveTo>
                    <a:cubicBezTo>
                      <a:pt x="11" y="1"/>
                      <a:pt x="9" y="1"/>
                      <a:pt x="8" y="2"/>
                    </a:cubicBezTo>
                    <a:cubicBezTo>
                      <a:pt x="7" y="2"/>
                      <a:pt x="7" y="3"/>
                      <a:pt x="4" y="2"/>
                    </a:cubicBezTo>
                    <a:cubicBezTo>
                      <a:pt x="4" y="3"/>
                      <a:pt x="4" y="3"/>
                      <a:pt x="3" y="3"/>
                    </a:cubicBezTo>
                    <a:cubicBezTo>
                      <a:pt x="1" y="4"/>
                      <a:pt x="2" y="8"/>
                      <a:pt x="2" y="8"/>
                    </a:cubicBezTo>
                    <a:cubicBezTo>
                      <a:pt x="2" y="8"/>
                      <a:pt x="0" y="8"/>
                      <a:pt x="0" y="11"/>
                    </a:cubicBezTo>
                    <a:cubicBezTo>
                      <a:pt x="0" y="12"/>
                      <a:pt x="1" y="13"/>
                      <a:pt x="2" y="13"/>
                    </a:cubicBezTo>
                    <a:cubicBezTo>
                      <a:pt x="3" y="13"/>
                      <a:pt x="4" y="13"/>
                      <a:pt x="4" y="13"/>
                    </a:cubicBezTo>
                    <a:cubicBezTo>
                      <a:pt x="9" y="14"/>
                      <a:pt x="8" y="11"/>
                      <a:pt x="8" y="11"/>
                    </a:cubicBezTo>
                    <a:cubicBezTo>
                      <a:pt x="8" y="11"/>
                      <a:pt x="15" y="11"/>
                      <a:pt x="15" y="9"/>
                    </a:cubicBezTo>
                    <a:cubicBezTo>
                      <a:pt x="16" y="7"/>
                      <a:pt x="14" y="4"/>
                      <a:pt x="14" y="4"/>
                    </a:cubicBezTo>
                    <a:lnTo>
                      <a:pt x="13" y="0"/>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8" name="Freeform 14">
                <a:extLst>
                  <a:ext uri="{FF2B5EF4-FFF2-40B4-BE49-F238E27FC236}">
                    <a16:creationId xmlns:a16="http://schemas.microsoft.com/office/drawing/2014/main" id="{D15AE1B2-A2E5-4BDD-97B9-8E3F8F6B6CC8}"/>
                  </a:ext>
                </a:extLst>
              </p:cNvPr>
              <p:cNvSpPr>
                <a:spLocks/>
              </p:cNvSpPr>
              <p:nvPr/>
            </p:nvSpPr>
            <p:spPr bwMode="auto">
              <a:xfrm>
                <a:off x="5670041" y="3857674"/>
                <a:ext cx="190718" cy="258473"/>
              </a:xfrm>
              <a:custGeom>
                <a:avLst/>
                <a:gdLst>
                  <a:gd name="T0" fmla="*/ 19 w 83"/>
                  <a:gd name="T1" fmla="*/ 21 h 112"/>
                  <a:gd name="T2" fmla="*/ 25 w 83"/>
                  <a:gd name="T3" fmla="*/ 26 h 112"/>
                  <a:gd name="T4" fmla="*/ 41 w 83"/>
                  <a:gd name="T5" fmla="*/ 32 h 112"/>
                  <a:gd name="T6" fmla="*/ 52 w 83"/>
                  <a:gd name="T7" fmla="*/ 34 h 112"/>
                  <a:gd name="T8" fmla="*/ 55 w 83"/>
                  <a:gd name="T9" fmla="*/ 36 h 112"/>
                  <a:gd name="T10" fmla="*/ 33 w 83"/>
                  <a:gd name="T11" fmla="*/ 58 h 112"/>
                  <a:gd name="T12" fmla="*/ 24 w 83"/>
                  <a:gd name="T13" fmla="*/ 59 h 112"/>
                  <a:gd name="T14" fmla="*/ 14 w 83"/>
                  <a:gd name="T15" fmla="*/ 65 h 112"/>
                  <a:gd name="T16" fmla="*/ 7 w 83"/>
                  <a:gd name="T17" fmla="*/ 66 h 112"/>
                  <a:gd name="T18" fmla="*/ 4 w 83"/>
                  <a:gd name="T19" fmla="*/ 71 h 112"/>
                  <a:gd name="T20" fmla="*/ 0 w 83"/>
                  <a:gd name="T21" fmla="*/ 77 h 112"/>
                  <a:gd name="T22" fmla="*/ 0 w 83"/>
                  <a:gd name="T23" fmla="*/ 106 h 112"/>
                  <a:gd name="T24" fmla="*/ 4 w 83"/>
                  <a:gd name="T25" fmla="*/ 112 h 112"/>
                  <a:gd name="T26" fmla="*/ 22 w 83"/>
                  <a:gd name="T27" fmla="*/ 93 h 112"/>
                  <a:gd name="T28" fmla="*/ 36 w 83"/>
                  <a:gd name="T29" fmla="*/ 83 h 112"/>
                  <a:gd name="T30" fmla="*/ 56 w 83"/>
                  <a:gd name="T31" fmla="*/ 63 h 112"/>
                  <a:gd name="T32" fmla="*/ 65 w 83"/>
                  <a:gd name="T33" fmla="*/ 48 h 112"/>
                  <a:gd name="T34" fmla="*/ 73 w 83"/>
                  <a:gd name="T35" fmla="*/ 36 h 112"/>
                  <a:gd name="T36" fmla="*/ 80 w 83"/>
                  <a:gd name="T37" fmla="*/ 20 h 112"/>
                  <a:gd name="T38" fmla="*/ 83 w 83"/>
                  <a:gd name="T39" fmla="*/ 6 h 112"/>
                  <a:gd name="T40" fmla="*/ 78 w 83"/>
                  <a:gd name="T41" fmla="*/ 3 h 112"/>
                  <a:gd name="T42" fmla="*/ 60 w 83"/>
                  <a:gd name="T43" fmla="*/ 8 h 112"/>
                  <a:gd name="T44" fmla="*/ 47 w 83"/>
                  <a:gd name="T45" fmla="*/ 11 h 112"/>
                  <a:gd name="T46" fmla="*/ 36 w 83"/>
                  <a:gd name="T47" fmla="*/ 13 h 112"/>
                  <a:gd name="T48" fmla="*/ 23 w 83"/>
                  <a:gd name="T49" fmla="*/ 12 h 112"/>
                  <a:gd name="T50" fmla="*/ 19 w 83"/>
                  <a:gd name="T51" fmla="*/ 7 h 112"/>
                  <a:gd name="T52" fmla="*/ 14 w 83"/>
                  <a:gd name="T53" fmla="*/ 14 h 112"/>
                  <a:gd name="T54" fmla="*/ 19 w 83"/>
                  <a:gd name="T55" fmla="*/ 2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3" h="112">
                    <a:moveTo>
                      <a:pt x="19" y="21"/>
                    </a:moveTo>
                    <a:cubicBezTo>
                      <a:pt x="21" y="22"/>
                      <a:pt x="23" y="26"/>
                      <a:pt x="25" y="26"/>
                    </a:cubicBezTo>
                    <a:cubicBezTo>
                      <a:pt x="26" y="27"/>
                      <a:pt x="35" y="30"/>
                      <a:pt x="41" y="32"/>
                    </a:cubicBezTo>
                    <a:cubicBezTo>
                      <a:pt x="47" y="34"/>
                      <a:pt x="50" y="34"/>
                      <a:pt x="52" y="34"/>
                    </a:cubicBezTo>
                    <a:cubicBezTo>
                      <a:pt x="54" y="34"/>
                      <a:pt x="56" y="35"/>
                      <a:pt x="55" y="36"/>
                    </a:cubicBezTo>
                    <a:cubicBezTo>
                      <a:pt x="53" y="37"/>
                      <a:pt x="36" y="55"/>
                      <a:pt x="33" y="58"/>
                    </a:cubicBezTo>
                    <a:cubicBezTo>
                      <a:pt x="31" y="60"/>
                      <a:pt x="30" y="59"/>
                      <a:pt x="24" y="59"/>
                    </a:cubicBezTo>
                    <a:cubicBezTo>
                      <a:pt x="19" y="59"/>
                      <a:pt x="15" y="65"/>
                      <a:pt x="14" y="65"/>
                    </a:cubicBezTo>
                    <a:cubicBezTo>
                      <a:pt x="13" y="65"/>
                      <a:pt x="10" y="65"/>
                      <a:pt x="7" y="66"/>
                    </a:cubicBezTo>
                    <a:cubicBezTo>
                      <a:pt x="4" y="71"/>
                      <a:pt x="4" y="71"/>
                      <a:pt x="4" y="71"/>
                    </a:cubicBezTo>
                    <a:cubicBezTo>
                      <a:pt x="0" y="77"/>
                      <a:pt x="0" y="77"/>
                      <a:pt x="0" y="77"/>
                    </a:cubicBezTo>
                    <a:cubicBezTo>
                      <a:pt x="0" y="106"/>
                      <a:pt x="0" y="106"/>
                      <a:pt x="0" y="106"/>
                    </a:cubicBezTo>
                    <a:cubicBezTo>
                      <a:pt x="4" y="112"/>
                      <a:pt x="4" y="112"/>
                      <a:pt x="4" y="112"/>
                    </a:cubicBezTo>
                    <a:cubicBezTo>
                      <a:pt x="7" y="108"/>
                      <a:pt x="16" y="100"/>
                      <a:pt x="22" y="93"/>
                    </a:cubicBezTo>
                    <a:cubicBezTo>
                      <a:pt x="29" y="86"/>
                      <a:pt x="32" y="85"/>
                      <a:pt x="36" y="83"/>
                    </a:cubicBezTo>
                    <a:cubicBezTo>
                      <a:pt x="40" y="81"/>
                      <a:pt x="50" y="71"/>
                      <a:pt x="56" y="63"/>
                    </a:cubicBezTo>
                    <a:cubicBezTo>
                      <a:pt x="60" y="58"/>
                      <a:pt x="65" y="52"/>
                      <a:pt x="65" y="48"/>
                    </a:cubicBezTo>
                    <a:cubicBezTo>
                      <a:pt x="66" y="44"/>
                      <a:pt x="70" y="39"/>
                      <a:pt x="73" y="36"/>
                    </a:cubicBezTo>
                    <a:cubicBezTo>
                      <a:pt x="75" y="32"/>
                      <a:pt x="80" y="23"/>
                      <a:pt x="80" y="20"/>
                    </a:cubicBezTo>
                    <a:cubicBezTo>
                      <a:pt x="80" y="17"/>
                      <a:pt x="83" y="11"/>
                      <a:pt x="83" y="6"/>
                    </a:cubicBezTo>
                    <a:cubicBezTo>
                      <a:pt x="83" y="1"/>
                      <a:pt x="79" y="0"/>
                      <a:pt x="78" y="3"/>
                    </a:cubicBezTo>
                    <a:cubicBezTo>
                      <a:pt x="76" y="6"/>
                      <a:pt x="66" y="8"/>
                      <a:pt x="60" y="8"/>
                    </a:cubicBezTo>
                    <a:cubicBezTo>
                      <a:pt x="53" y="8"/>
                      <a:pt x="49" y="9"/>
                      <a:pt x="47" y="11"/>
                    </a:cubicBezTo>
                    <a:cubicBezTo>
                      <a:pt x="44" y="13"/>
                      <a:pt x="38" y="10"/>
                      <a:pt x="36" y="13"/>
                    </a:cubicBezTo>
                    <a:cubicBezTo>
                      <a:pt x="34" y="15"/>
                      <a:pt x="26" y="17"/>
                      <a:pt x="23" y="12"/>
                    </a:cubicBezTo>
                    <a:cubicBezTo>
                      <a:pt x="22" y="9"/>
                      <a:pt x="20" y="8"/>
                      <a:pt x="19" y="7"/>
                    </a:cubicBezTo>
                    <a:cubicBezTo>
                      <a:pt x="17" y="9"/>
                      <a:pt x="14" y="13"/>
                      <a:pt x="14" y="14"/>
                    </a:cubicBezTo>
                    <a:cubicBezTo>
                      <a:pt x="15" y="16"/>
                      <a:pt x="18" y="21"/>
                      <a:pt x="19"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9" name="Freeform 15">
                <a:extLst>
                  <a:ext uri="{FF2B5EF4-FFF2-40B4-BE49-F238E27FC236}">
                    <a16:creationId xmlns:a16="http://schemas.microsoft.com/office/drawing/2014/main" id="{D1D4A05E-89F8-4735-8323-CF681D6459FF}"/>
                  </a:ext>
                </a:extLst>
              </p:cNvPr>
              <p:cNvSpPr>
                <a:spLocks/>
              </p:cNvSpPr>
              <p:nvPr/>
            </p:nvSpPr>
            <p:spPr bwMode="auto">
              <a:xfrm>
                <a:off x="4678807" y="3385897"/>
                <a:ext cx="223341" cy="179426"/>
              </a:xfrm>
              <a:custGeom>
                <a:avLst/>
                <a:gdLst>
                  <a:gd name="T0" fmla="*/ 36 w 97"/>
                  <a:gd name="T1" fmla="*/ 78 h 78"/>
                  <a:gd name="T2" fmla="*/ 36 w 97"/>
                  <a:gd name="T3" fmla="*/ 67 h 78"/>
                  <a:gd name="T4" fmla="*/ 49 w 97"/>
                  <a:gd name="T5" fmla="*/ 58 h 78"/>
                  <a:gd name="T6" fmla="*/ 54 w 97"/>
                  <a:gd name="T7" fmla="*/ 57 h 78"/>
                  <a:gd name="T8" fmla="*/ 61 w 97"/>
                  <a:gd name="T9" fmla="*/ 55 h 78"/>
                  <a:gd name="T10" fmla="*/ 65 w 97"/>
                  <a:gd name="T11" fmla="*/ 50 h 78"/>
                  <a:gd name="T12" fmla="*/ 71 w 97"/>
                  <a:gd name="T13" fmla="*/ 48 h 78"/>
                  <a:gd name="T14" fmla="*/ 75 w 97"/>
                  <a:gd name="T15" fmla="*/ 46 h 78"/>
                  <a:gd name="T16" fmla="*/ 76 w 97"/>
                  <a:gd name="T17" fmla="*/ 41 h 78"/>
                  <a:gd name="T18" fmla="*/ 78 w 97"/>
                  <a:gd name="T19" fmla="*/ 39 h 78"/>
                  <a:gd name="T20" fmla="*/ 83 w 97"/>
                  <a:gd name="T21" fmla="*/ 36 h 78"/>
                  <a:gd name="T22" fmla="*/ 95 w 97"/>
                  <a:gd name="T23" fmla="*/ 35 h 78"/>
                  <a:gd name="T24" fmla="*/ 97 w 97"/>
                  <a:gd name="T25" fmla="*/ 32 h 78"/>
                  <a:gd name="T26" fmla="*/ 94 w 97"/>
                  <a:gd name="T27" fmla="*/ 27 h 78"/>
                  <a:gd name="T28" fmla="*/ 93 w 97"/>
                  <a:gd name="T29" fmla="*/ 19 h 78"/>
                  <a:gd name="T30" fmla="*/ 91 w 97"/>
                  <a:gd name="T31" fmla="*/ 11 h 78"/>
                  <a:gd name="T32" fmla="*/ 89 w 97"/>
                  <a:gd name="T33" fmla="*/ 9 h 78"/>
                  <a:gd name="T34" fmla="*/ 80 w 97"/>
                  <a:gd name="T35" fmla="*/ 6 h 78"/>
                  <a:gd name="T36" fmla="*/ 66 w 97"/>
                  <a:gd name="T37" fmla="*/ 5 h 78"/>
                  <a:gd name="T38" fmla="*/ 59 w 97"/>
                  <a:gd name="T39" fmla="*/ 2 h 78"/>
                  <a:gd name="T40" fmla="*/ 50 w 97"/>
                  <a:gd name="T41" fmla="*/ 18 h 78"/>
                  <a:gd name="T42" fmla="*/ 38 w 97"/>
                  <a:gd name="T43" fmla="*/ 24 h 78"/>
                  <a:gd name="T44" fmla="*/ 32 w 97"/>
                  <a:gd name="T45" fmla="*/ 31 h 78"/>
                  <a:gd name="T46" fmla="*/ 27 w 97"/>
                  <a:gd name="T47" fmla="*/ 38 h 78"/>
                  <a:gd name="T48" fmla="*/ 27 w 97"/>
                  <a:gd name="T49" fmla="*/ 51 h 78"/>
                  <a:gd name="T50" fmla="*/ 18 w 97"/>
                  <a:gd name="T51" fmla="*/ 64 h 78"/>
                  <a:gd name="T52" fmla="*/ 6 w 97"/>
                  <a:gd name="T53" fmla="*/ 72 h 78"/>
                  <a:gd name="T54" fmla="*/ 0 w 97"/>
                  <a:gd name="T55" fmla="*/ 75 h 78"/>
                  <a:gd name="T56" fmla="*/ 30 w 97"/>
                  <a:gd name="T57" fmla="*/ 75 h 78"/>
                  <a:gd name="T58" fmla="*/ 36 w 97"/>
                  <a:gd name="T59"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7" h="78">
                    <a:moveTo>
                      <a:pt x="36" y="78"/>
                    </a:moveTo>
                    <a:cubicBezTo>
                      <a:pt x="36" y="72"/>
                      <a:pt x="36" y="67"/>
                      <a:pt x="36" y="67"/>
                    </a:cubicBezTo>
                    <a:cubicBezTo>
                      <a:pt x="36" y="66"/>
                      <a:pt x="47" y="59"/>
                      <a:pt x="49" y="58"/>
                    </a:cubicBezTo>
                    <a:cubicBezTo>
                      <a:pt x="50" y="57"/>
                      <a:pt x="54" y="59"/>
                      <a:pt x="54" y="57"/>
                    </a:cubicBezTo>
                    <a:cubicBezTo>
                      <a:pt x="54" y="55"/>
                      <a:pt x="58" y="56"/>
                      <a:pt x="61" y="55"/>
                    </a:cubicBezTo>
                    <a:cubicBezTo>
                      <a:pt x="63" y="55"/>
                      <a:pt x="65" y="53"/>
                      <a:pt x="65" y="50"/>
                    </a:cubicBezTo>
                    <a:cubicBezTo>
                      <a:pt x="65" y="48"/>
                      <a:pt x="69" y="49"/>
                      <a:pt x="71" y="48"/>
                    </a:cubicBezTo>
                    <a:cubicBezTo>
                      <a:pt x="73" y="48"/>
                      <a:pt x="73" y="46"/>
                      <a:pt x="75" y="46"/>
                    </a:cubicBezTo>
                    <a:cubicBezTo>
                      <a:pt x="76" y="46"/>
                      <a:pt x="76" y="44"/>
                      <a:pt x="76" y="41"/>
                    </a:cubicBezTo>
                    <a:cubicBezTo>
                      <a:pt x="76" y="38"/>
                      <a:pt x="76" y="39"/>
                      <a:pt x="78" y="39"/>
                    </a:cubicBezTo>
                    <a:cubicBezTo>
                      <a:pt x="81" y="39"/>
                      <a:pt x="83" y="38"/>
                      <a:pt x="83" y="36"/>
                    </a:cubicBezTo>
                    <a:cubicBezTo>
                      <a:pt x="83" y="34"/>
                      <a:pt x="93" y="35"/>
                      <a:pt x="95" y="35"/>
                    </a:cubicBezTo>
                    <a:cubicBezTo>
                      <a:pt x="97" y="35"/>
                      <a:pt x="97" y="34"/>
                      <a:pt x="97" y="32"/>
                    </a:cubicBezTo>
                    <a:cubicBezTo>
                      <a:pt x="97" y="31"/>
                      <a:pt x="95" y="27"/>
                      <a:pt x="94" y="27"/>
                    </a:cubicBezTo>
                    <a:cubicBezTo>
                      <a:pt x="92" y="27"/>
                      <a:pt x="93" y="23"/>
                      <a:pt x="93" y="19"/>
                    </a:cubicBezTo>
                    <a:cubicBezTo>
                      <a:pt x="93" y="16"/>
                      <a:pt x="93" y="13"/>
                      <a:pt x="91" y="11"/>
                    </a:cubicBezTo>
                    <a:cubicBezTo>
                      <a:pt x="90" y="11"/>
                      <a:pt x="90" y="10"/>
                      <a:pt x="89" y="9"/>
                    </a:cubicBezTo>
                    <a:cubicBezTo>
                      <a:pt x="87" y="9"/>
                      <a:pt x="83" y="6"/>
                      <a:pt x="80" y="6"/>
                    </a:cubicBezTo>
                    <a:cubicBezTo>
                      <a:pt x="76" y="6"/>
                      <a:pt x="69" y="8"/>
                      <a:pt x="66" y="5"/>
                    </a:cubicBezTo>
                    <a:cubicBezTo>
                      <a:pt x="63" y="2"/>
                      <a:pt x="61" y="0"/>
                      <a:pt x="59" y="2"/>
                    </a:cubicBezTo>
                    <a:cubicBezTo>
                      <a:pt x="57" y="3"/>
                      <a:pt x="53" y="14"/>
                      <a:pt x="50" y="18"/>
                    </a:cubicBezTo>
                    <a:cubicBezTo>
                      <a:pt x="48" y="21"/>
                      <a:pt x="41" y="24"/>
                      <a:pt x="38" y="24"/>
                    </a:cubicBezTo>
                    <a:cubicBezTo>
                      <a:pt x="35" y="24"/>
                      <a:pt x="34" y="29"/>
                      <a:pt x="32" y="31"/>
                    </a:cubicBezTo>
                    <a:cubicBezTo>
                      <a:pt x="29" y="33"/>
                      <a:pt x="30" y="36"/>
                      <a:pt x="27" y="38"/>
                    </a:cubicBezTo>
                    <a:cubicBezTo>
                      <a:pt x="24" y="41"/>
                      <a:pt x="26" y="48"/>
                      <a:pt x="27" y="51"/>
                    </a:cubicBezTo>
                    <a:cubicBezTo>
                      <a:pt x="29" y="53"/>
                      <a:pt x="22" y="61"/>
                      <a:pt x="18" y="64"/>
                    </a:cubicBezTo>
                    <a:cubicBezTo>
                      <a:pt x="14" y="66"/>
                      <a:pt x="12" y="71"/>
                      <a:pt x="6" y="72"/>
                    </a:cubicBezTo>
                    <a:cubicBezTo>
                      <a:pt x="4" y="72"/>
                      <a:pt x="2" y="73"/>
                      <a:pt x="0" y="75"/>
                    </a:cubicBezTo>
                    <a:cubicBezTo>
                      <a:pt x="10" y="75"/>
                      <a:pt x="25" y="75"/>
                      <a:pt x="30" y="75"/>
                    </a:cubicBezTo>
                    <a:cubicBezTo>
                      <a:pt x="36" y="75"/>
                      <a:pt x="35" y="76"/>
                      <a:pt x="36" y="7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C20E01FC-2900-482D-8CCA-BE89728DCD9C}"/>
                  </a:ext>
                </a:extLst>
              </p:cNvPr>
              <p:cNvSpPr>
                <a:spLocks/>
              </p:cNvSpPr>
              <p:nvPr/>
            </p:nvSpPr>
            <p:spPr bwMode="auto">
              <a:xfrm>
                <a:off x="5058989" y="3355784"/>
                <a:ext cx="80302" cy="149312"/>
              </a:xfrm>
              <a:custGeom>
                <a:avLst/>
                <a:gdLst>
                  <a:gd name="T0" fmla="*/ 10 w 35"/>
                  <a:gd name="T1" fmla="*/ 16 h 65"/>
                  <a:gd name="T2" fmla="*/ 7 w 35"/>
                  <a:gd name="T3" fmla="*/ 25 h 65"/>
                  <a:gd name="T4" fmla="*/ 2 w 35"/>
                  <a:gd name="T5" fmla="*/ 30 h 65"/>
                  <a:gd name="T6" fmla="*/ 5 w 35"/>
                  <a:gd name="T7" fmla="*/ 39 h 65"/>
                  <a:gd name="T8" fmla="*/ 9 w 35"/>
                  <a:gd name="T9" fmla="*/ 44 h 65"/>
                  <a:gd name="T10" fmla="*/ 15 w 35"/>
                  <a:gd name="T11" fmla="*/ 49 h 65"/>
                  <a:gd name="T12" fmla="*/ 19 w 35"/>
                  <a:gd name="T13" fmla="*/ 63 h 65"/>
                  <a:gd name="T14" fmla="*/ 19 w 35"/>
                  <a:gd name="T15" fmla="*/ 65 h 65"/>
                  <a:gd name="T16" fmla="*/ 23 w 35"/>
                  <a:gd name="T17" fmla="*/ 62 h 65"/>
                  <a:gd name="T18" fmla="*/ 24 w 35"/>
                  <a:gd name="T19" fmla="*/ 56 h 65"/>
                  <a:gd name="T20" fmla="*/ 25 w 35"/>
                  <a:gd name="T21" fmla="*/ 52 h 65"/>
                  <a:gd name="T22" fmla="*/ 31 w 35"/>
                  <a:gd name="T23" fmla="*/ 46 h 65"/>
                  <a:gd name="T24" fmla="*/ 34 w 35"/>
                  <a:gd name="T25" fmla="*/ 44 h 65"/>
                  <a:gd name="T26" fmla="*/ 35 w 35"/>
                  <a:gd name="T27" fmla="*/ 39 h 65"/>
                  <a:gd name="T28" fmla="*/ 32 w 35"/>
                  <a:gd name="T29" fmla="*/ 36 h 65"/>
                  <a:gd name="T30" fmla="*/ 28 w 35"/>
                  <a:gd name="T31" fmla="*/ 33 h 65"/>
                  <a:gd name="T32" fmla="*/ 22 w 35"/>
                  <a:gd name="T33" fmla="*/ 31 h 65"/>
                  <a:gd name="T34" fmla="*/ 28 w 35"/>
                  <a:gd name="T35" fmla="*/ 25 h 65"/>
                  <a:gd name="T36" fmla="*/ 29 w 35"/>
                  <a:gd name="T37" fmla="*/ 14 h 65"/>
                  <a:gd name="T38" fmla="*/ 30 w 35"/>
                  <a:gd name="T39" fmla="*/ 7 h 65"/>
                  <a:gd name="T40" fmla="*/ 29 w 35"/>
                  <a:gd name="T41" fmla="*/ 4 h 65"/>
                  <a:gd name="T42" fmla="*/ 25 w 35"/>
                  <a:gd name="T43" fmla="*/ 3 h 65"/>
                  <a:gd name="T44" fmla="*/ 14 w 35"/>
                  <a:gd name="T45" fmla="*/ 2 h 65"/>
                  <a:gd name="T46" fmla="*/ 10 w 35"/>
                  <a:gd name="T47" fmla="*/ 4 h 65"/>
                  <a:gd name="T48" fmla="*/ 10 w 35"/>
                  <a:gd name="T49" fmla="*/ 1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5" h="65">
                    <a:moveTo>
                      <a:pt x="10" y="16"/>
                    </a:moveTo>
                    <a:cubicBezTo>
                      <a:pt x="12" y="19"/>
                      <a:pt x="9" y="24"/>
                      <a:pt x="7" y="25"/>
                    </a:cubicBezTo>
                    <a:cubicBezTo>
                      <a:pt x="5" y="26"/>
                      <a:pt x="4" y="30"/>
                      <a:pt x="2" y="30"/>
                    </a:cubicBezTo>
                    <a:cubicBezTo>
                      <a:pt x="0" y="30"/>
                      <a:pt x="2" y="37"/>
                      <a:pt x="5" y="39"/>
                    </a:cubicBezTo>
                    <a:cubicBezTo>
                      <a:pt x="9" y="40"/>
                      <a:pt x="9" y="42"/>
                      <a:pt x="9" y="44"/>
                    </a:cubicBezTo>
                    <a:cubicBezTo>
                      <a:pt x="9" y="45"/>
                      <a:pt x="13" y="47"/>
                      <a:pt x="15" y="49"/>
                    </a:cubicBezTo>
                    <a:cubicBezTo>
                      <a:pt x="16" y="50"/>
                      <a:pt x="19" y="59"/>
                      <a:pt x="19" y="63"/>
                    </a:cubicBezTo>
                    <a:cubicBezTo>
                      <a:pt x="19" y="64"/>
                      <a:pt x="19" y="64"/>
                      <a:pt x="19" y="65"/>
                    </a:cubicBezTo>
                    <a:cubicBezTo>
                      <a:pt x="21" y="64"/>
                      <a:pt x="22" y="63"/>
                      <a:pt x="23" y="62"/>
                    </a:cubicBezTo>
                    <a:cubicBezTo>
                      <a:pt x="24" y="60"/>
                      <a:pt x="25" y="56"/>
                      <a:pt x="24" y="56"/>
                    </a:cubicBezTo>
                    <a:cubicBezTo>
                      <a:pt x="24" y="55"/>
                      <a:pt x="24" y="53"/>
                      <a:pt x="25" y="52"/>
                    </a:cubicBezTo>
                    <a:cubicBezTo>
                      <a:pt x="26" y="51"/>
                      <a:pt x="30" y="47"/>
                      <a:pt x="31" y="46"/>
                    </a:cubicBezTo>
                    <a:cubicBezTo>
                      <a:pt x="32" y="46"/>
                      <a:pt x="35" y="46"/>
                      <a:pt x="34" y="44"/>
                    </a:cubicBezTo>
                    <a:cubicBezTo>
                      <a:pt x="34" y="43"/>
                      <a:pt x="35" y="41"/>
                      <a:pt x="35" y="39"/>
                    </a:cubicBezTo>
                    <a:cubicBezTo>
                      <a:pt x="33" y="38"/>
                      <a:pt x="32" y="37"/>
                      <a:pt x="32" y="36"/>
                    </a:cubicBezTo>
                    <a:cubicBezTo>
                      <a:pt x="32" y="35"/>
                      <a:pt x="29" y="32"/>
                      <a:pt x="28" y="33"/>
                    </a:cubicBezTo>
                    <a:cubicBezTo>
                      <a:pt x="27" y="35"/>
                      <a:pt x="23" y="34"/>
                      <a:pt x="22" y="31"/>
                    </a:cubicBezTo>
                    <a:cubicBezTo>
                      <a:pt x="21" y="28"/>
                      <a:pt x="25" y="28"/>
                      <a:pt x="28" y="25"/>
                    </a:cubicBezTo>
                    <a:cubicBezTo>
                      <a:pt x="32" y="22"/>
                      <a:pt x="32" y="17"/>
                      <a:pt x="29" y="14"/>
                    </a:cubicBezTo>
                    <a:cubicBezTo>
                      <a:pt x="25" y="11"/>
                      <a:pt x="27" y="10"/>
                      <a:pt x="30" y="7"/>
                    </a:cubicBezTo>
                    <a:cubicBezTo>
                      <a:pt x="32" y="5"/>
                      <a:pt x="30" y="3"/>
                      <a:pt x="29" y="4"/>
                    </a:cubicBezTo>
                    <a:cubicBezTo>
                      <a:pt x="28" y="5"/>
                      <a:pt x="25" y="6"/>
                      <a:pt x="25" y="3"/>
                    </a:cubicBezTo>
                    <a:cubicBezTo>
                      <a:pt x="25" y="0"/>
                      <a:pt x="17" y="0"/>
                      <a:pt x="14" y="2"/>
                    </a:cubicBezTo>
                    <a:cubicBezTo>
                      <a:pt x="13" y="3"/>
                      <a:pt x="11" y="4"/>
                      <a:pt x="10" y="4"/>
                    </a:cubicBezTo>
                    <a:cubicBezTo>
                      <a:pt x="9" y="8"/>
                      <a:pt x="8" y="14"/>
                      <a:pt x="10" y="1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1" name="Freeform 17">
                <a:extLst>
                  <a:ext uri="{FF2B5EF4-FFF2-40B4-BE49-F238E27FC236}">
                    <a16:creationId xmlns:a16="http://schemas.microsoft.com/office/drawing/2014/main" id="{571FE884-4A1E-403B-B184-759F9539A00D}"/>
                  </a:ext>
                </a:extLst>
              </p:cNvPr>
              <p:cNvSpPr>
                <a:spLocks/>
              </p:cNvSpPr>
              <p:nvPr/>
            </p:nvSpPr>
            <p:spPr bwMode="auto">
              <a:xfrm>
                <a:off x="4761619" y="3360803"/>
                <a:ext cx="385201" cy="370144"/>
              </a:xfrm>
              <a:custGeom>
                <a:avLst/>
                <a:gdLst>
                  <a:gd name="T0" fmla="*/ 57 w 167"/>
                  <a:gd name="T1" fmla="*/ 30 h 161"/>
                  <a:gd name="T2" fmla="*/ 58 w 167"/>
                  <a:gd name="T3" fmla="*/ 38 h 161"/>
                  <a:gd name="T4" fmla="*/ 61 w 167"/>
                  <a:gd name="T5" fmla="*/ 43 h 161"/>
                  <a:gd name="T6" fmla="*/ 59 w 167"/>
                  <a:gd name="T7" fmla="*/ 46 h 161"/>
                  <a:gd name="T8" fmla="*/ 47 w 167"/>
                  <a:gd name="T9" fmla="*/ 47 h 161"/>
                  <a:gd name="T10" fmla="*/ 42 w 167"/>
                  <a:gd name="T11" fmla="*/ 50 h 161"/>
                  <a:gd name="T12" fmla="*/ 40 w 167"/>
                  <a:gd name="T13" fmla="*/ 52 h 161"/>
                  <a:gd name="T14" fmla="*/ 39 w 167"/>
                  <a:gd name="T15" fmla="*/ 57 h 161"/>
                  <a:gd name="T16" fmla="*/ 35 w 167"/>
                  <a:gd name="T17" fmla="*/ 59 h 161"/>
                  <a:gd name="T18" fmla="*/ 29 w 167"/>
                  <a:gd name="T19" fmla="*/ 61 h 161"/>
                  <a:gd name="T20" fmla="*/ 25 w 167"/>
                  <a:gd name="T21" fmla="*/ 66 h 161"/>
                  <a:gd name="T22" fmla="*/ 18 w 167"/>
                  <a:gd name="T23" fmla="*/ 68 h 161"/>
                  <a:gd name="T24" fmla="*/ 13 w 167"/>
                  <a:gd name="T25" fmla="*/ 69 h 161"/>
                  <a:gd name="T26" fmla="*/ 0 w 167"/>
                  <a:gd name="T27" fmla="*/ 78 h 161"/>
                  <a:gd name="T28" fmla="*/ 0 w 167"/>
                  <a:gd name="T29" fmla="*/ 89 h 161"/>
                  <a:gd name="T30" fmla="*/ 1 w 167"/>
                  <a:gd name="T31" fmla="*/ 90 h 161"/>
                  <a:gd name="T32" fmla="*/ 79 w 167"/>
                  <a:gd name="T33" fmla="*/ 142 h 161"/>
                  <a:gd name="T34" fmla="*/ 85 w 167"/>
                  <a:gd name="T35" fmla="*/ 149 h 161"/>
                  <a:gd name="T36" fmla="*/ 94 w 167"/>
                  <a:gd name="T37" fmla="*/ 152 h 161"/>
                  <a:gd name="T38" fmla="*/ 98 w 167"/>
                  <a:gd name="T39" fmla="*/ 161 h 161"/>
                  <a:gd name="T40" fmla="*/ 105 w 167"/>
                  <a:gd name="T41" fmla="*/ 159 h 161"/>
                  <a:gd name="T42" fmla="*/ 118 w 167"/>
                  <a:gd name="T43" fmla="*/ 155 h 161"/>
                  <a:gd name="T44" fmla="*/ 133 w 167"/>
                  <a:gd name="T45" fmla="*/ 143 h 161"/>
                  <a:gd name="T46" fmla="*/ 167 w 167"/>
                  <a:gd name="T47" fmla="*/ 122 h 161"/>
                  <a:gd name="T48" fmla="*/ 167 w 167"/>
                  <a:gd name="T49" fmla="*/ 122 h 161"/>
                  <a:gd name="T50" fmla="*/ 163 w 167"/>
                  <a:gd name="T51" fmla="*/ 115 h 161"/>
                  <a:gd name="T52" fmla="*/ 157 w 167"/>
                  <a:gd name="T53" fmla="*/ 113 h 161"/>
                  <a:gd name="T54" fmla="*/ 152 w 167"/>
                  <a:gd name="T55" fmla="*/ 110 h 161"/>
                  <a:gd name="T56" fmla="*/ 151 w 167"/>
                  <a:gd name="T57" fmla="*/ 104 h 161"/>
                  <a:gd name="T58" fmla="*/ 147 w 167"/>
                  <a:gd name="T59" fmla="*/ 99 h 161"/>
                  <a:gd name="T60" fmla="*/ 151 w 167"/>
                  <a:gd name="T61" fmla="*/ 95 h 161"/>
                  <a:gd name="T62" fmla="*/ 149 w 167"/>
                  <a:gd name="T63" fmla="*/ 91 h 161"/>
                  <a:gd name="T64" fmla="*/ 149 w 167"/>
                  <a:gd name="T65" fmla="*/ 86 h 161"/>
                  <a:gd name="T66" fmla="*/ 150 w 167"/>
                  <a:gd name="T67" fmla="*/ 80 h 161"/>
                  <a:gd name="T68" fmla="*/ 150 w 167"/>
                  <a:gd name="T69" fmla="*/ 72 h 161"/>
                  <a:gd name="T70" fmla="*/ 147 w 167"/>
                  <a:gd name="T71" fmla="*/ 65 h 161"/>
                  <a:gd name="T72" fmla="*/ 148 w 167"/>
                  <a:gd name="T73" fmla="*/ 63 h 161"/>
                  <a:gd name="T74" fmla="*/ 148 w 167"/>
                  <a:gd name="T75" fmla="*/ 61 h 161"/>
                  <a:gd name="T76" fmla="*/ 144 w 167"/>
                  <a:gd name="T77" fmla="*/ 47 h 161"/>
                  <a:gd name="T78" fmla="*/ 138 w 167"/>
                  <a:gd name="T79" fmla="*/ 42 h 161"/>
                  <a:gd name="T80" fmla="*/ 134 w 167"/>
                  <a:gd name="T81" fmla="*/ 37 h 161"/>
                  <a:gd name="T82" fmla="*/ 131 w 167"/>
                  <a:gd name="T83" fmla="*/ 28 h 161"/>
                  <a:gd name="T84" fmla="*/ 136 w 167"/>
                  <a:gd name="T85" fmla="*/ 23 h 161"/>
                  <a:gd name="T86" fmla="*/ 139 w 167"/>
                  <a:gd name="T87" fmla="*/ 14 h 161"/>
                  <a:gd name="T88" fmla="*/ 139 w 167"/>
                  <a:gd name="T89" fmla="*/ 2 h 161"/>
                  <a:gd name="T90" fmla="*/ 131 w 167"/>
                  <a:gd name="T91" fmla="*/ 0 h 161"/>
                  <a:gd name="T92" fmla="*/ 123 w 167"/>
                  <a:gd name="T93" fmla="*/ 1 h 161"/>
                  <a:gd name="T94" fmla="*/ 112 w 167"/>
                  <a:gd name="T95" fmla="*/ 3 h 161"/>
                  <a:gd name="T96" fmla="*/ 82 w 167"/>
                  <a:gd name="T97" fmla="*/ 5 h 161"/>
                  <a:gd name="T98" fmla="*/ 69 w 167"/>
                  <a:gd name="T99" fmla="*/ 12 h 161"/>
                  <a:gd name="T100" fmla="*/ 56 w 167"/>
                  <a:gd name="T101" fmla="*/ 18 h 161"/>
                  <a:gd name="T102" fmla="*/ 53 w 167"/>
                  <a:gd name="T103" fmla="*/ 20 h 161"/>
                  <a:gd name="T104" fmla="*/ 55 w 167"/>
                  <a:gd name="T105" fmla="*/ 22 h 161"/>
                  <a:gd name="T106" fmla="*/ 57 w 167"/>
                  <a:gd name="T107" fmla="*/ 3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7" h="161">
                    <a:moveTo>
                      <a:pt x="57" y="30"/>
                    </a:moveTo>
                    <a:cubicBezTo>
                      <a:pt x="57" y="34"/>
                      <a:pt x="56" y="38"/>
                      <a:pt x="58" y="38"/>
                    </a:cubicBezTo>
                    <a:cubicBezTo>
                      <a:pt x="59" y="38"/>
                      <a:pt x="61" y="42"/>
                      <a:pt x="61" y="43"/>
                    </a:cubicBezTo>
                    <a:cubicBezTo>
                      <a:pt x="61" y="45"/>
                      <a:pt x="61" y="46"/>
                      <a:pt x="59" y="46"/>
                    </a:cubicBezTo>
                    <a:cubicBezTo>
                      <a:pt x="57" y="46"/>
                      <a:pt x="47" y="45"/>
                      <a:pt x="47" y="47"/>
                    </a:cubicBezTo>
                    <a:cubicBezTo>
                      <a:pt x="47" y="49"/>
                      <a:pt x="45" y="50"/>
                      <a:pt x="42" y="50"/>
                    </a:cubicBezTo>
                    <a:cubicBezTo>
                      <a:pt x="40" y="50"/>
                      <a:pt x="40" y="49"/>
                      <a:pt x="40" y="52"/>
                    </a:cubicBezTo>
                    <a:cubicBezTo>
                      <a:pt x="40" y="55"/>
                      <a:pt x="40" y="57"/>
                      <a:pt x="39" y="57"/>
                    </a:cubicBezTo>
                    <a:cubicBezTo>
                      <a:pt x="37" y="57"/>
                      <a:pt x="37" y="59"/>
                      <a:pt x="35" y="59"/>
                    </a:cubicBezTo>
                    <a:cubicBezTo>
                      <a:pt x="33" y="60"/>
                      <a:pt x="29" y="59"/>
                      <a:pt x="29" y="61"/>
                    </a:cubicBezTo>
                    <a:cubicBezTo>
                      <a:pt x="29" y="64"/>
                      <a:pt x="27" y="66"/>
                      <a:pt x="25" y="66"/>
                    </a:cubicBezTo>
                    <a:cubicBezTo>
                      <a:pt x="22" y="67"/>
                      <a:pt x="18" y="66"/>
                      <a:pt x="18" y="68"/>
                    </a:cubicBezTo>
                    <a:cubicBezTo>
                      <a:pt x="18" y="70"/>
                      <a:pt x="14" y="68"/>
                      <a:pt x="13" y="69"/>
                    </a:cubicBezTo>
                    <a:cubicBezTo>
                      <a:pt x="11" y="70"/>
                      <a:pt x="0" y="77"/>
                      <a:pt x="0" y="78"/>
                    </a:cubicBezTo>
                    <a:cubicBezTo>
                      <a:pt x="0" y="78"/>
                      <a:pt x="0" y="83"/>
                      <a:pt x="0" y="89"/>
                    </a:cubicBezTo>
                    <a:cubicBezTo>
                      <a:pt x="0" y="89"/>
                      <a:pt x="1" y="90"/>
                      <a:pt x="1" y="90"/>
                    </a:cubicBezTo>
                    <a:cubicBezTo>
                      <a:pt x="5" y="92"/>
                      <a:pt x="77" y="140"/>
                      <a:pt x="79" y="142"/>
                    </a:cubicBezTo>
                    <a:cubicBezTo>
                      <a:pt x="82" y="144"/>
                      <a:pt x="85" y="149"/>
                      <a:pt x="85" y="149"/>
                    </a:cubicBezTo>
                    <a:cubicBezTo>
                      <a:pt x="85" y="149"/>
                      <a:pt x="90" y="150"/>
                      <a:pt x="94" y="152"/>
                    </a:cubicBezTo>
                    <a:cubicBezTo>
                      <a:pt x="98" y="155"/>
                      <a:pt x="98" y="161"/>
                      <a:pt x="98" y="161"/>
                    </a:cubicBezTo>
                    <a:cubicBezTo>
                      <a:pt x="98" y="161"/>
                      <a:pt x="103" y="160"/>
                      <a:pt x="105" y="159"/>
                    </a:cubicBezTo>
                    <a:cubicBezTo>
                      <a:pt x="108" y="158"/>
                      <a:pt x="118" y="155"/>
                      <a:pt x="118" y="155"/>
                    </a:cubicBezTo>
                    <a:cubicBezTo>
                      <a:pt x="133" y="143"/>
                      <a:pt x="133" y="143"/>
                      <a:pt x="133" y="143"/>
                    </a:cubicBezTo>
                    <a:cubicBezTo>
                      <a:pt x="167" y="122"/>
                      <a:pt x="167" y="122"/>
                      <a:pt x="167" y="122"/>
                    </a:cubicBezTo>
                    <a:cubicBezTo>
                      <a:pt x="167" y="122"/>
                      <a:pt x="167" y="122"/>
                      <a:pt x="167" y="122"/>
                    </a:cubicBezTo>
                    <a:cubicBezTo>
                      <a:pt x="166" y="118"/>
                      <a:pt x="165" y="115"/>
                      <a:pt x="163" y="115"/>
                    </a:cubicBezTo>
                    <a:cubicBezTo>
                      <a:pt x="161" y="115"/>
                      <a:pt x="160" y="113"/>
                      <a:pt x="157" y="113"/>
                    </a:cubicBezTo>
                    <a:cubicBezTo>
                      <a:pt x="155" y="113"/>
                      <a:pt x="152" y="112"/>
                      <a:pt x="152" y="110"/>
                    </a:cubicBezTo>
                    <a:cubicBezTo>
                      <a:pt x="151" y="108"/>
                      <a:pt x="152" y="106"/>
                      <a:pt x="151" y="104"/>
                    </a:cubicBezTo>
                    <a:cubicBezTo>
                      <a:pt x="149" y="101"/>
                      <a:pt x="147" y="100"/>
                      <a:pt x="147" y="99"/>
                    </a:cubicBezTo>
                    <a:cubicBezTo>
                      <a:pt x="147" y="97"/>
                      <a:pt x="150" y="95"/>
                      <a:pt x="151" y="95"/>
                    </a:cubicBezTo>
                    <a:cubicBezTo>
                      <a:pt x="151" y="94"/>
                      <a:pt x="149" y="92"/>
                      <a:pt x="149" y="91"/>
                    </a:cubicBezTo>
                    <a:cubicBezTo>
                      <a:pt x="149" y="90"/>
                      <a:pt x="148" y="87"/>
                      <a:pt x="149" y="86"/>
                    </a:cubicBezTo>
                    <a:cubicBezTo>
                      <a:pt x="151" y="84"/>
                      <a:pt x="151" y="83"/>
                      <a:pt x="150" y="80"/>
                    </a:cubicBezTo>
                    <a:cubicBezTo>
                      <a:pt x="149" y="78"/>
                      <a:pt x="152" y="75"/>
                      <a:pt x="150" y="72"/>
                    </a:cubicBezTo>
                    <a:cubicBezTo>
                      <a:pt x="149" y="69"/>
                      <a:pt x="146" y="66"/>
                      <a:pt x="147" y="65"/>
                    </a:cubicBezTo>
                    <a:cubicBezTo>
                      <a:pt x="147" y="64"/>
                      <a:pt x="147" y="64"/>
                      <a:pt x="148" y="63"/>
                    </a:cubicBezTo>
                    <a:cubicBezTo>
                      <a:pt x="148" y="62"/>
                      <a:pt x="148" y="62"/>
                      <a:pt x="148" y="61"/>
                    </a:cubicBezTo>
                    <a:cubicBezTo>
                      <a:pt x="148" y="57"/>
                      <a:pt x="145" y="48"/>
                      <a:pt x="144" y="47"/>
                    </a:cubicBezTo>
                    <a:cubicBezTo>
                      <a:pt x="142" y="45"/>
                      <a:pt x="138" y="43"/>
                      <a:pt x="138" y="42"/>
                    </a:cubicBezTo>
                    <a:cubicBezTo>
                      <a:pt x="138" y="40"/>
                      <a:pt x="138" y="38"/>
                      <a:pt x="134" y="37"/>
                    </a:cubicBezTo>
                    <a:cubicBezTo>
                      <a:pt x="131" y="35"/>
                      <a:pt x="129" y="28"/>
                      <a:pt x="131" y="28"/>
                    </a:cubicBezTo>
                    <a:cubicBezTo>
                      <a:pt x="133" y="28"/>
                      <a:pt x="134" y="24"/>
                      <a:pt x="136" y="23"/>
                    </a:cubicBezTo>
                    <a:cubicBezTo>
                      <a:pt x="138" y="22"/>
                      <a:pt x="141" y="17"/>
                      <a:pt x="139" y="14"/>
                    </a:cubicBezTo>
                    <a:cubicBezTo>
                      <a:pt x="137" y="12"/>
                      <a:pt x="138" y="6"/>
                      <a:pt x="139" y="2"/>
                    </a:cubicBezTo>
                    <a:cubicBezTo>
                      <a:pt x="136" y="2"/>
                      <a:pt x="132" y="0"/>
                      <a:pt x="131" y="0"/>
                    </a:cubicBezTo>
                    <a:cubicBezTo>
                      <a:pt x="130" y="0"/>
                      <a:pt x="126" y="1"/>
                      <a:pt x="123" y="1"/>
                    </a:cubicBezTo>
                    <a:cubicBezTo>
                      <a:pt x="120" y="1"/>
                      <a:pt x="114" y="5"/>
                      <a:pt x="112" y="3"/>
                    </a:cubicBezTo>
                    <a:cubicBezTo>
                      <a:pt x="110" y="1"/>
                      <a:pt x="88" y="5"/>
                      <a:pt x="82" y="5"/>
                    </a:cubicBezTo>
                    <a:cubicBezTo>
                      <a:pt x="75" y="5"/>
                      <a:pt x="73" y="12"/>
                      <a:pt x="69" y="12"/>
                    </a:cubicBezTo>
                    <a:cubicBezTo>
                      <a:pt x="65" y="12"/>
                      <a:pt x="60" y="15"/>
                      <a:pt x="56" y="18"/>
                    </a:cubicBezTo>
                    <a:cubicBezTo>
                      <a:pt x="56" y="19"/>
                      <a:pt x="55" y="20"/>
                      <a:pt x="53" y="20"/>
                    </a:cubicBezTo>
                    <a:cubicBezTo>
                      <a:pt x="54" y="21"/>
                      <a:pt x="54" y="22"/>
                      <a:pt x="55" y="22"/>
                    </a:cubicBezTo>
                    <a:cubicBezTo>
                      <a:pt x="57" y="24"/>
                      <a:pt x="57" y="27"/>
                      <a:pt x="57" y="3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2" name="Freeform 18">
                <a:extLst>
                  <a:ext uri="{FF2B5EF4-FFF2-40B4-BE49-F238E27FC236}">
                    <a16:creationId xmlns:a16="http://schemas.microsoft.com/office/drawing/2014/main" id="{D03776E1-C0F0-4B1C-B8D0-6EEE18F6D96C}"/>
                  </a:ext>
                </a:extLst>
              </p:cNvPr>
              <p:cNvSpPr>
                <a:spLocks/>
              </p:cNvSpPr>
              <p:nvPr/>
            </p:nvSpPr>
            <p:spPr bwMode="auto">
              <a:xfrm>
                <a:off x="5097886" y="3446124"/>
                <a:ext cx="283568" cy="271021"/>
              </a:xfrm>
              <a:custGeom>
                <a:avLst/>
                <a:gdLst>
                  <a:gd name="T0" fmla="*/ 14 w 123"/>
                  <a:gd name="T1" fmla="*/ 7 h 118"/>
                  <a:gd name="T2" fmla="*/ 8 w 123"/>
                  <a:gd name="T3" fmla="*/ 13 h 118"/>
                  <a:gd name="T4" fmla="*/ 7 w 123"/>
                  <a:gd name="T5" fmla="*/ 17 h 118"/>
                  <a:gd name="T6" fmla="*/ 6 w 123"/>
                  <a:gd name="T7" fmla="*/ 23 h 118"/>
                  <a:gd name="T8" fmla="*/ 1 w 123"/>
                  <a:gd name="T9" fmla="*/ 28 h 118"/>
                  <a:gd name="T10" fmla="*/ 4 w 123"/>
                  <a:gd name="T11" fmla="*/ 35 h 118"/>
                  <a:gd name="T12" fmla="*/ 4 w 123"/>
                  <a:gd name="T13" fmla="*/ 43 h 118"/>
                  <a:gd name="T14" fmla="*/ 3 w 123"/>
                  <a:gd name="T15" fmla="*/ 49 h 118"/>
                  <a:gd name="T16" fmla="*/ 3 w 123"/>
                  <a:gd name="T17" fmla="*/ 54 h 118"/>
                  <a:gd name="T18" fmla="*/ 5 w 123"/>
                  <a:gd name="T19" fmla="*/ 58 h 118"/>
                  <a:gd name="T20" fmla="*/ 1 w 123"/>
                  <a:gd name="T21" fmla="*/ 62 h 118"/>
                  <a:gd name="T22" fmla="*/ 5 w 123"/>
                  <a:gd name="T23" fmla="*/ 67 h 118"/>
                  <a:gd name="T24" fmla="*/ 6 w 123"/>
                  <a:gd name="T25" fmla="*/ 73 h 118"/>
                  <a:gd name="T26" fmla="*/ 11 w 123"/>
                  <a:gd name="T27" fmla="*/ 76 h 118"/>
                  <a:gd name="T28" fmla="*/ 17 w 123"/>
                  <a:gd name="T29" fmla="*/ 78 h 118"/>
                  <a:gd name="T30" fmla="*/ 21 w 123"/>
                  <a:gd name="T31" fmla="*/ 85 h 118"/>
                  <a:gd name="T32" fmla="*/ 33 w 123"/>
                  <a:gd name="T33" fmla="*/ 87 h 118"/>
                  <a:gd name="T34" fmla="*/ 38 w 123"/>
                  <a:gd name="T35" fmla="*/ 92 h 118"/>
                  <a:gd name="T36" fmla="*/ 52 w 123"/>
                  <a:gd name="T37" fmla="*/ 85 h 118"/>
                  <a:gd name="T38" fmla="*/ 113 w 123"/>
                  <a:gd name="T39" fmla="*/ 118 h 118"/>
                  <a:gd name="T40" fmla="*/ 113 w 123"/>
                  <a:gd name="T41" fmla="*/ 113 h 118"/>
                  <a:gd name="T42" fmla="*/ 120 w 123"/>
                  <a:gd name="T43" fmla="*/ 113 h 118"/>
                  <a:gd name="T44" fmla="*/ 120 w 123"/>
                  <a:gd name="T45" fmla="*/ 35 h 118"/>
                  <a:gd name="T46" fmla="*/ 120 w 123"/>
                  <a:gd name="T47" fmla="*/ 23 h 118"/>
                  <a:gd name="T48" fmla="*/ 121 w 123"/>
                  <a:gd name="T49" fmla="*/ 13 h 118"/>
                  <a:gd name="T50" fmla="*/ 122 w 123"/>
                  <a:gd name="T51" fmla="*/ 11 h 118"/>
                  <a:gd name="T52" fmla="*/ 122 w 123"/>
                  <a:gd name="T53" fmla="*/ 10 h 118"/>
                  <a:gd name="T54" fmla="*/ 111 w 123"/>
                  <a:gd name="T55" fmla="*/ 8 h 118"/>
                  <a:gd name="T56" fmla="*/ 99 w 123"/>
                  <a:gd name="T57" fmla="*/ 1 h 118"/>
                  <a:gd name="T58" fmla="*/ 81 w 123"/>
                  <a:gd name="T59" fmla="*/ 10 h 118"/>
                  <a:gd name="T60" fmla="*/ 82 w 123"/>
                  <a:gd name="T61" fmla="*/ 21 h 118"/>
                  <a:gd name="T62" fmla="*/ 70 w 123"/>
                  <a:gd name="T63" fmla="*/ 21 h 118"/>
                  <a:gd name="T64" fmla="*/ 55 w 123"/>
                  <a:gd name="T65" fmla="*/ 16 h 118"/>
                  <a:gd name="T66" fmla="*/ 47 w 123"/>
                  <a:gd name="T67" fmla="*/ 10 h 118"/>
                  <a:gd name="T68" fmla="*/ 42 w 123"/>
                  <a:gd name="T69" fmla="*/ 5 h 118"/>
                  <a:gd name="T70" fmla="*/ 27 w 123"/>
                  <a:gd name="T71" fmla="*/ 2 h 118"/>
                  <a:gd name="T72" fmla="*/ 18 w 123"/>
                  <a:gd name="T73" fmla="*/ 0 h 118"/>
                  <a:gd name="T74" fmla="*/ 17 w 123"/>
                  <a:gd name="T75" fmla="*/ 5 h 118"/>
                  <a:gd name="T76" fmla="*/ 14 w 123"/>
                  <a:gd name="T77" fmla="*/ 7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3" h="118">
                    <a:moveTo>
                      <a:pt x="14" y="7"/>
                    </a:moveTo>
                    <a:cubicBezTo>
                      <a:pt x="13" y="8"/>
                      <a:pt x="9" y="12"/>
                      <a:pt x="8" y="13"/>
                    </a:cubicBezTo>
                    <a:cubicBezTo>
                      <a:pt x="7" y="14"/>
                      <a:pt x="7" y="16"/>
                      <a:pt x="7" y="17"/>
                    </a:cubicBezTo>
                    <a:cubicBezTo>
                      <a:pt x="8" y="17"/>
                      <a:pt x="7" y="21"/>
                      <a:pt x="6" y="23"/>
                    </a:cubicBezTo>
                    <a:cubicBezTo>
                      <a:pt x="5" y="25"/>
                      <a:pt x="1" y="26"/>
                      <a:pt x="1" y="28"/>
                    </a:cubicBezTo>
                    <a:cubicBezTo>
                      <a:pt x="0" y="29"/>
                      <a:pt x="3" y="32"/>
                      <a:pt x="4" y="35"/>
                    </a:cubicBezTo>
                    <a:cubicBezTo>
                      <a:pt x="6" y="38"/>
                      <a:pt x="3" y="41"/>
                      <a:pt x="4" y="43"/>
                    </a:cubicBezTo>
                    <a:cubicBezTo>
                      <a:pt x="5" y="46"/>
                      <a:pt x="5" y="47"/>
                      <a:pt x="3" y="49"/>
                    </a:cubicBezTo>
                    <a:cubicBezTo>
                      <a:pt x="2" y="50"/>
                      <a:pt x="3" y="53"/>
                      <a:pt x="3" y="54"/>
                    </a:cubicBezTo>
                    <a:cubicBezTo>
                      <a:pt x="3" y="55"/>
                      <a:pt x="5" y="57"/>
                      <a:pt x="5" y="58"/>
                    </a:cubicBezTo>
                    <a:cubicBezTo>
                      <a:pt x="4" y="58"/>
                      <a:pt x="1" y="60"/>
                      <a:pt x="1" y="62"/>
                    </a:cubicBezTo>
                    <a:cubicBezTo>
                      <a:pt x="1" y="63"/>
                      <a:pt x="3" y="64"/>
                      <a:pt x="5" y="67"/>
                    </a:cubicBezTo>
                    <a:cubicBezTo>
                      <a:pt x="6" y="69"/>
                      <a:pt x="5" y="71"/>
                      <a:pt x="6" y="73"/>
                    </a:cubicBezTo>
                    <a:cubicBezTo>
                      <a:pt x="6" y="75"/>
                      <a:pt x="9" y="76"/>
                      <a:pt x="11" y="76"/>
                    </a:cubicBezTo>
                    <a:cubicBezTo>
                      <a:pt x="14" y="76"/>
                      <a:pt x="15" y="78"/>
                      <a:pt x="17" y="78"/>
                    </a:cubicBezTo>
                    <a:cubicBezTo>
                      <a:pt x="19" y="78"/>
                      <a:pt x="20" y="81"/>
                      <a:pt x="21" y="85"/>
                    </a:cubicBezTo>
                    <a:cubicBezTo>
                      <a:pt x="22" y="85"/>
                      <a:pt x="30" y="85"/>
                      <a:pt x="33" y="87"/>
                    </a:cubicBezTo>
                    <a:cubicBezTo>
                      <a:pt x="36" y="89"/>
                      <a:pt x="38" y="92"/>
                      <a:pt x="38" y="92"/>
                    </a:cubicBezTo>
                    <a:cubicBezTo>
                      <a:pt x="52" y="85"/>
                      <a:pt x="52" y="85"/>
                      <a:pt x="52" y="85"/>
                    </a:cubicBezTo>
                    <a:cubicBezTo>
                      <a:pt x="113" y="118"/>
                      <a:pt x="113" y="118"/>
                      <a:pt x="113" y="118"/>
                    </a:cubicBezTo>
                    <a:cubicBezTo>
                      <a:pt x="113" y="113"/>
                      <a:pt x="113" y="113"/>
                      <a:pt x="113" y="113"/>
                    </a:cubicBezTo>
                    <a:cubicBezTo>
                      <a:pt x="120" y="113"/>
                      <a:pt x="120" y="113"/>
                      <a:pt x="120" y="113"/>
                    </a:cubicBezTo>
                    <a:cubicBezTo>
                      <a:pt x="120" y="113"/>
                      <a:pt x="120" y="40"/>
                      <a:pt x="120" y="35"/>
                    </a:cubicBezTo>
                    <a:cubicBezTo>
                      <a:pt x="120" y="29"/>
                      <a:pt x="118" y="26"/>
                      <a:pt x="120" y="23"/>
                    </a:cubicBezTo>
                    <a:cubicBezTo>
                      <a:pt x="123" y="20"/>
                      <a:pt x="119" y="18"/>
                      <a:pt x="121" y="13"/>
                    </a:cubicBezTo>
                    <a:cubicBezTo>
                      <a:pt x="122" y="12"/>
                      <a:pt x="122" y="11"/>
                      <a:pt x="122" y="11"/>
                    </a:cubicBezTo>
                    <a:cubicBezTo>
                      <a:pt x="122" y="11"/>
                      <a:pt x="122" y="11"/>
                      <a:pt x="122" y="10"/>
                    </a:cubicBezTo>
                    <a:cubicBezTo>
                      <a:pt x="121" y="9"/>
                      <a:pt x="118" y="9"/>
                      <a:pt x="111" y="8"/>
                    </a:cubicBezTo>
                    <a:cubicBezTo>
                      <a:pt x="104" y="7"/>
                      <a:pt x="107" y="2"/>
                      <a:pt x="99" y="1"/>
                    </a:cubicBezTo>
                    <a:cubicBezTo>
                      <a:pt x="91" y="1"/>
                      <a:pt x="81" y="7"/>
                      <a:pt x="81" y="10"/>
                    </a:cubicBezTo>
                    <a:cubicBezTo>
                      <a:pt x="81" y="14"/>
                      <a:pt x="85" y="17"/>
                      <a:pt x="82" y="21"/>
                    </a:cubicBezTo>
                    <a:cubicBezTo>
                      <a:pt x="79" y="24"/>
                      <a:pt x="74" y="25"/>
                      <a:pt x="70" y="21"/>
                    </a:cubicBezTo>
                    <a:cubicBezTo>
                      <a:pt x="66" y="17"/>
                      <a:pt x="60" y="16"/>
                      <a:pt x="55" y="16"/>
                    </a:cubicBezTo>
                    <a:cubicBezTo>
                      <a:pt x="50" y="16"/>
                      <a:pt x="46" y="13"/>
                      <a:pt x="47" y="10"/>
                    </a:cubicBezTo>
                    <a:cubicBezTo>
                      <a:pt x="47" y="7"/>
                      <a:pt x="46" y="6"/>
                      <a:pt x="42" y="5"/>
                    </a:cubicBezTo>
                    <a:cubicBezTo>
                      <a:pt x="38" y="5"/>
                      <a:pt x="34" y="1"/>
                      <a:pt x="27" y="2"/>
                    </a:cubicBezTo>
                    <a:cubicBezTo>
                      <a:pt x="23" y="3"/>
                      <a:pt x="20" y="2"/>
                      <a:pt x="18" y="0"/>
                    </a:cubicBezTo>
                    <a:cubicBezTo>
                      <a:pt x="18" y="2"/>
                      <a:pt x="17" y="4"/>
                      <a:pt x="17" y="5"/>
                    </a:cubicBezTo>
                    <a:cubicBezTo>
                      <a:pt x="18" y="7"/>
                      <a:pt x="15" y="7"/>
                      <a:pt x="14"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3" name="Freeform 19">
                <a:extLst>
                  <a:ext uri="{FF2B5EF4-FFF2-40B4-BE49-F238E27FC236}">
                    <a16:creationId xmlns:a16="http://schemas.microsoft.com/office/drawing/2014/main" id="{A3EB4280-7A5D-4341-B873-31506CAF54D3}"/>
                  </a:ext>
                </a:extLst>
              </p:cNvPr>
              <p:cNvSpPr>
                <a:spLocks/>
              </p:cNvSpPr>
              <p:nvPr/>
            </p:nvSpPr>
            <p:spPr bwMode="auto">
              <a:xfrm>
                <a:off x="4612307" y="3823796"/>
                <a:ext cx="55208" cy="18821"/>
              </a:xfrm>
              <a:custGeom>
                <a:avLst/>
                <a:gdLst>
                  <a:gd name="T0" fmla="*/ 12 w 24"/>
                  <a:gd name="T1" fmla="*/ 5 h 8"/>
                  <a:gd name="T2" fmla="*/ 19 w 24"/>
                  <a:gd name="T3" fmla="*/ 7 h 8"/>
                  <a:gd name="T4" fmla="*/ 24 w 24"/>
                  <a:gd name="T5" fmla="*/ 6 h 8"/>
                  <a:gd name="T6" fmla="*/ 19 w 24"/>
                  <a:gd name="T7" fmla="*/ 5 h 8"/>
                  <a:gd name="T8" fmla="*/ 12 w 24"/>
                  <a:gd name="T9" fmla="*/ 2 h 8"/>
                  <a:gd name="T10" fmla="*/ 1 w 24"/>
                  <a:gd name="T11" fmla="*/ 4 h 8"/>
                  <a:gd name="T12" fmla="*/ 0 w 24"/>
                  <a:gd name="T13" fmla="*/ 8 h 8"/>
                  <a:gd name="T14" fmla="*/ 3 w 24"/>
                  <a:gd name="T15" fmla="*/ 8 h 8"/>
                  <a:gd name="T16" fmla="*/ 12 w 24"/>
                  <a:gd name="T1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8">
                    <a:moveTo>
                      <a:pt x="12" y="5"/>
                    </a:moveTo>
                    <a:cubicBezTo>
                      <a:pt x="14" y="4"/>
                      <a:pt x="16" y="7"/>
                      <a:pt x="19" y="7"/>
                    </a:cubicBezTo>
                    <a:cubicBezTo>
                      <a:pt x="21" y="7"/>
                      <a:pt x="24" y="6"/>
                      <a:pt x="24" y="6"/>
                    </a:cubicBezTo>
                    <a:cubicBezTo>
                      <a:pt x="24" y="6"/>
                      <a:pt x="23" y="5"/>
                      <a:pt x="19" y="5"/>
                    </a:cubicBezTo>
                    <a:cubicBezTo>
                      <a:pt x="15" y="5"/>
                      <a:pt x="15" y="0"/>
                      <a:pt x="12" y="2"/>
                    </a:cubicBezTo>
                    <a:cubicBezTo>
                      <a:pt x="8" y="4"/>
                      <a:pt x="6" y="4"/>
                      <a:pt x="1" y="4"/>
                    </a:cubicBezTo>
                    <a:cubicBezTo>
                      <a:pt x="1" y="5"/>
                      <a:pt x="1" y="7"/>
                      <a:pt x="0" y="8"/>
                    </a:cubicBezTo>
                    <a:cubicBezTo>
                      <a:pt x="2" y="8"/>
                      <a:pt x="2" y="8"/>
                      <a:pt x="3" y="8"/>
                    </a:cubicBezTo>
                    <a:cubicBezTo>
                      <a:pt x="5" y="8"/>
                      <a:pt x="10" y="7"/>
                      <a:pt x="12"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4" name="Freeform 20">
                <a:extLst>
                  <a:ext uri="{FF2B5EF4-FFF2-40B4-BE49-F238E27FC236}">
                    <a16:creationId xmlns:a16="http://schemas.microsoft.com/office/drawing/2014/main" id="{7ACB97B2-81D6-49C3-AE4E-BEE2BCAE24C3}"/>
                  </a:ext>
                </a:extLst>
              </p:cNvPr>
              <p:cNvSpPr>
                <a:spLocks/>
              </p:cNvSpPr>
              <p:nvPr/>
            </p:nvSpPr>
            <p:spPr bwMode="auto">
              <a:xfrm>
                <a:off x="4599759" y="3772353"/>
                <a:ext cx="111671" cy="87831"/>
              </a:xfrm>
              <a:custGeom>
                <a:avLst/>
                <a:gdLst>
                  <a:gd name="T0" fmla="*/ 11 w 48"/>
                  <a:gd name="T1" fmla="*/ 36 h 38"/>
                  <a:gd name="T2" fmla="*/ 16 w 48"/>
                  <a:gd name="T3" fmla="*/ 34 h 38"/>
                  <a:gd name="T4" fmla="*/ 27 w 48"/>
                  <a:gd name="T5" fmla="*/ 33 h 38"/>
                  <a:gd name="T6" fmla="*/ 30 w 48"/>
                  <a:gd name="T7" fmla="*/ 34 h 38"/>
                  <a:gd name="T8" fmla="*/ 30 w 48"/>
                  <a:gd name="T9" fmla="*/ 33 h 38"/>
                  <a:gd name="T10" fmla="*/ 35 w 48"/>
                  <a:gd name="T11" fmla="*/ 36 h 38"/>
                  <a:gd name="T12" fmla="*/ 47 w 48"/>
                  <a:gd name="T13" fmla="*/ 36 h 38"/>
                  <a:gd name="T14" fmla="*/ 48 w 48"/>
                  <a:gd name="T15" fmla="*/ 36 h 38"/>
                  <a:gd name="T16" fmla="*/ 48 w 48"/>
                  <a:gd name="T17" fmla="*/ 31 h 38"/>
                  <a:gd name="T18" fmla="*/ 44 w 48"/>
                  <a:gd name="T19" fmla="*/ 26 h 38"/>
                  <a:gd name="T20" fmla="*/ 42 w 48"/>
                  <a:gd name="T21" fmla="*/ 21 h 38"/>
                  <a:gd name="T22" fmla="*/ 41 w 48"/>
                  <a:gd name="T23" fmla="*/ 18 h 38"/>
                  <a:gd name="T24" fmla="*/ 36 w 48"/>
                  <a:gd name="T25" fmla="*/ 13 h 38"/>
                  <a:gd name="T26" fmla="*/ 31 w 48"/>
                  <a:gd name="T27" fmla="*/ 5 h 38"/>
                  <a:gd name="T28" fmla="*/ 28 w 48"/>
                  <a:gd name="T29" fmla="*/ 5 h 38"/>
                  <a:gd name="T30" fmla="*/ 23 w 48"/>
                  <a:gd name="T31" fmla="*/ 2 h 38"/>
                  <a:gd name="T32" fmla="*/ 17 w 48"/>
                  <a:gd name="T33" fmla="*/ 2 h 38"/>
                  <a:gd name="T34" fmla="*/ 10 w 48"/>
                  <a:gd name="T35" fmla="*/ 2 h 38"/>
                  <a:gd name="T36" fmla="*/ 5 w 48"/>
                  <a:gd name="T37" fmla="*/ 6 h 38"/>
                  <a:gd name="T38" fmla="*/ 5 w 48"/>
                  <a:gd name="T39" fmla="*/ 6 h 38"/>
                  <a:gd name="T40" fmla="*/ 3 w 48"/>
                  <a:gd name="T41" fmla="*/ 13 h 38"/>
                  <a:gd name="T42" fmla="*/ 6 w 48"/>
                  <a:gd name="T43" fmla="*/ 24 h 38"/>
                  <a:gd name="T44" fmla="*/ 6 w 48"/>
                  <a:gd name="T45" fmla="*/ 26 h 38"/>
                  <a:gd name="T46" fmla="*/ 17 w 48"/>
                  <a:gd name="T47" fmla="*/ 24 h 38"/>
                  <a:gd name="T48" fmla="*/ 24 w 48"/>
                  <a:gd name="T49" fmla="*/ 27 h 38"/>
                  <a:gd name="T50" fmla="*/ 29 w 48"/>
                  <a:gd name="T51" fmla="*/ 28 h 38"/>
                  <a:gd name="T52" fmla="*/ 24 w 48"/>
                  <a:gd name="T53" fmla="*/ 29 h 38"/>
                  <a:gd name="T54" fmla="*/ 17 w 48"/>
                  <a:gd name="T55" fmla="*/ 27 h 38"/>
                  <a:gd name="T56" fmla="*/ 8 w 48"/>
                  <a:gd name="T57" fmla="*/ 30 h 38"/>
                  <a:gd name="T58" fmla="*/ 5 w 48"/>
                  <a:gd name="T59" fmla="*/ 30 h 38"/>
                  <a:gd name="T60" fmla="*/ 6 w 48"/>
                  <a:gd name="T61" fmla="*/ 34 h 38"/>
                  <a:gd name="T62" fmla="*/ 7 w 48"/>
                  <a:gd name="T63" fmla="*/ 35 h 38"/>
                  <a:gd name="T64" fmla="*/ 11 w 48"/>
                  <a:gd name="T65" fmla="*/ 3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 h="38">
                    <a:moveTo>
                      <a:pt x="11" y="36"/>
                    </a:moveTo>
                    <a:cubicBezTo>
                      <a:pt x="13" y="36"/>
                      <a:pt x="16" y="34"/>
                      <a:pt x="16" y="34"/>
                    </a:cubicBezTo>
                    <a:cubicBezTo>
                      <a:pt x="16" y="34"/>
                      <a:pt x="26" y="34"/>
                      <a:pt x="27" y="33"/>
                    </a:cubicBezTo>
                    <a:cubicBezTo>
                      <a:pt x="28" y="33"/>
                      <a:pt x="29" y="34"/>
                      <a:pt x="30" y="34"/>
                    </a:cubicBezTo>
                    <a:cubicBezTo>
                      <a:pt x="30" y="34"/>
                      <a:pt x="30" y="33"/>
                      <a:pt x="30" y="33"/>
                    </a:cubicBezTo>
                    <a:cubicBezTo>
                      <a:pt x="30" y="33"/>
                      <a:pt x="35" y="34"/>
                      <a:pt x="35" y="36"/>
                    </a:cubicBezTo>
                    <a:cubicBezTo>
                      <a:pt x="36" y="37"/>
                      <a:pt x="43" y="38"/>
                      <a:pt x="47" y="36"/>
                    </a:cubicBezTo>
                    <a:cubicBezTo>
                      <a:pt x="47" y="36"/>
                      <a:pt x="48" y="36"/>
                      <a:pt x="48" y="36"/>
                    </a:cubicBezTo>
                    <a:cubicBezTo>
                      <a:pt x="48" y="34"/>
                      <a:pt x="48" y="32"/>
                      <a:pt x="48" y="31"/>
                    </a:cubicBezTo>
                    <a:cubicBezTo>
                      <a:pt x="48" y="30"/>
                      <a:pt x="45" y="27"/>
                      <a:pt x="44" y="26"/>
                    </a:cubicBezTo>
                    <a:cubicBezTo>
                      <a:pt x="42" y="24"/>
                      <a:pt x="42" y="21"/>
                      <a:pt x="42" y="21"/>
                    </a:cubicBezTo>
                    <a:cubicBezTo>
                      <a:pt x="41" y="18"/>
                      <a:pt x="41" y="18"/>
                      <a:pt x="41" y="18"/>
                    </a:cubicBezTo>
                    <a:cubicBezTo>
                      <a:pt x="41" y="18"/>
                      <a:pt x="40" y="14"/>
                      <a:pt x="36" y="13"/>
                    </a:cubicBezTo>
                    <a:cubicBezTo>
                      <a:pt x="33" y="12"/>
                      <a:pt x="31" y="5"/>
                      <a:pt x="31" y="5"/>
                    </a:cubicBezTo>
                    <a:cubicBezTo>
                      <a:pt x="28" y="5"/>
                      <a:pt x="28" y="5"/>
                      <a:pt x="28" y="5"/>
                    </a:cubicBezTo>
                    <a:cubicBezTo>
                      <a:pt x="28" y="5"/>
                      <a:pt x="26" y="3"/>
                      <a:pt x="23" y="2"/>
                    </a:cubicBezTo>
                    <a:cubicBezTo>
                      <a:pt x="21" y="0"/>
                      <a:pt x="17" y="2"/>
                      <a:pt x="17" y="2"/>
                    </a:cubicBezTo>
                    <a:cubicBezTo>
                      <a:pt x="17" y="2"/>
                      <a:pt x="13" y="3"/>
                      <a:pt x="10" y="2"/>
                    </a:cubicBezTo>
                    <a:cubicBezTo>
                      <a:pt x="7" y="2"/>
                      <a:pt x="8" y="5"/>
                      <a:pt x="5" y="6"/>
                    </a:cubicBezTo>
                    <a:cubicBezTo>
                      <a:pt x="5" y="6"/>
                      <a:pt x="5" y="6"/>
                      <a:pt x="5" y="6"/>
                    </a:cubicBezTo>
                    <a:cubicBezTo>
                      <a:pt x="5" y="8"/>
                      <a:pt x="4" y="11"/>
                      <a:pt x="3" y="13"/>
                    </a:cubicBezTo>
                    <a:cubicBezTo>
                      <a:pt x="0" y="17"/>
                      <a:pt x="4" y="22"/>
                      <a:pt x="6" y="24"/>
                    </a:cubicBezTo>
                    <a:cubicBezTo>
                      <a:pt x="6" y="24"/>
                      <a:pt x="7" y="25"/>
                      <a:pt x="6" y="26"/>
                    </a:cubicBezTo>
                    <a:cubicBezTo>
                      <a:pt x="11" y="26"/>
                      <a:pt x="13" y="26"/>
                      <a:pt x="17" y="24"/>
                    </a:cubicBezTo>
                    <a:cubicBezTo>
                      <a:pt x="20" y="22"/>
                      <a:pt x="20" y="27"/>
                      <a:pt x="24" y="27"/>
                    </a:cubicBezTo>
                    <a:cubicBezTo>
                      <a:pt x="28" y="27"/>
                      <a:pt x="29" y="28"/>
                      <a:pt x="29" y="28"/>
                    </a:cubicBezTo>
                    <a:cubicBezTo>
                      <a:pt x="29" y="28"/>
                      <a:pt x="26" y="29"/>
                      <a:pt x="24" y="29"/>
                    </a:cubicBezTo>
                    <a:cubicBezTo>
                      <a:pt x="21" y="29"/>
                      <a:pt x="19" y="26"/>
                      <a:pt x="17" y="27"/>
                    </a:cubicBezTo>
                    <a:cubicBezTo>
                      <a:pt x="15" y="29"/>
                      <a:pt x="10" y="30"/>
                      <a:pt x="8" y="30"/>
                    </a:cubicBezTo>
                    <a:cubicBezTo>
                      <a:pt x="7" y="30"/>
                      <a:pt x="7" y="30"/>
                      <a:pt x="5" y="30"/>
                    </a:cubicBezTo>
                    <a:cubicBezTo>
                      <a:pt x="5" y="32"/>
                      <a:pt x="5" y="33"/>
                      <a:pt x="6" y="34"/>
                    </a:cubicBezTo>
                    <a:cubicBezTo>
                      <a:pt x="7" y="34"/>
                      <a:pt x="7" y="35"/>
                      <a:pt x="7" y="35"/>
                    </a:cubicBezTo>
                    <a:cubicBezTo>
                      <a:pt x="11" y="34"/>
                      <a:pt x="10" y="36"/>
                      <a:pt x="11" y="3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5" name="Freeform 21">
                <a:extLst>
                  <a:ext uri="{FF2B5EF4-FFF2-40B4-BE49-F238E27FC236}">
                    <a16:creationId xmlns:a16="http://schemas.microsoft.com/office/drawing/2014/main" id="{6E767A31-D2EC-4C31-8A0F-FCA2A8034DBE}"/>
                  </a:ext>
                </a:extLst>
              </p:cNvPr>
              <p:cNvSpPr>
                <a:spLocks/>
              </p:cNvSpPr>
              <p:nvPr/>
            </p:nvSpPr>
            <p:spPr bwMode="auto">
              <a:xfrm>
                <a:off x="4616071" y="3848891"/>
                <a:ext cx="52698" cy="32623"/>
              </a:xfrm>
              <a:custGeom>
                <a:avLst/>
                <a:gdLst>
                  <a:gd name="T0" fmla="*/ 12 w 23"/>
                  <a:gd name="T1" fmla="*/ 13 h 14"/>
                  <a:gd name="T2" fmla="*/ 18 w 23"/>
                  <a:gd name="T3" fmla="*/ 9 h 14"/>
                  <a:gd name="T4" fmla="*/ 21 w 23"/>
                  <a:gd name="T5" fmla="*/ 8 h 14"/>
                  <a:gd name="T6" fmla="*/ 21 w 23"/>
                  <a:gd name="T7" fmla="*/ 4 h 14"/>
                  <a:gd name="T8" fmla="*/ 23 w 23"/>
                  <a:gd name="T9" fmla="*/ 1 h 14"/>
                  <a:gd name="T10" fmla="*/ 20 w 23"/>
                  <a:gd name="T11" fmla="*/ 0 h 14"/>
                  <a:gd name="T12" fmla="*/ 9 w 23"/>
                  <a:gd name="T13" fmla="*/ 1 h 14"/>
                  <a:gd name="T14" fmla="*/ 4 w 23"/>
                  <a:gd name="T15" fmla="*/ 3 h 14"/>
                  <a:gd name="T16" fmla="*/ 0 w 23"/>
                  <a:gd name="T17" fmla="*/ 2 h 14"/>
                  <a:gd name="T18" fmla="*/ 7 w 23"/>
                  <a:gd name="T19" fmla="*/ 7 h 14"/>
                  <a:gd name="T20" fmla="*/ 10 w 23"/>
                  <a:gd name="T21" fmla="*/ 13 h 14"/>
                  <a:gd name="T22" fmla="*/ 11 w 23"/>
                  <a:gd name="T23" fmla="*/ 14 h 14"/>
                  <a:gd name="T24" fmla="*/ 12 w 23"/>
                  <a:gd name="T25"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 h="14">
                    <a:moveTo>
                      <a:pt x="12" y="13"/>
                    </a:moveTo>
                    <a:cubicBezTo>
                      <a:pt x="14" y="12"/>
                      <a:pt x="17" y="8"/>
                      <a:pt x="18" y="9"/>
                    </a:cubicBezTo>
                    <a:cubicBezTo>
                      <a:pt x="20" y="10"/>
                      <a:pt x="21" y="8"/>
                      <a:pt x="21" y="8"/>
                    </a:cubicBezTo>
                    <a:cubicBezTo>
                      <a:pt x="21" y="7"/>
                      <a:pt x="19" y="5"/>
                      <a:pt x="21" y="4"/>
                    </a:cubicBezTo>
                    <a:cubicBezTo>
                      <a:pt x="22" y="4"/>
                      <a:pt x="22" y="2"/>
                      <a:pt x="23" y="1"/>
                    </a:cubicBezTo>
                    <a:cubicBezTo>
                      <a:pt x="22" y="1"/>
                      <a:pt x="21" y="0"/>
                      <a:pt x="20" y="0"/>
                    </a:cubicBezTo>
                    <a:cubicBezTo>
                      <a:pt x="19" y="1"/>
                      <a:pt x="9" y="1"/>
                      <a:pt x="9" y="1"/>
                    </a:cubicBezTo>
                    <a:cubicBezTo>
                      <a:pt x="9" y="1"/>
                      <a:pt x="6" y="3"/>
                      <a:pt x="4" y="3"/>
                    </a:cubicBezTo>
                    <a:cubicBezTo>
                      <a:pt x="3" y="3"/>
                      <a:pt x="4" y="1"/>
                      <a:pt x="0" y="2"/>
                    </a:cubicBezTo>
                    <a:cubicBezTo>
                      <a:pt x="2" y="5"/>
                      <a:pt x="2" y="6"/>
                      <a:pt x="7" y="7"/>
                    </a:cubicBezTo>
                    <a:cubicBezTo>
                      <a:pt x="11" y="8"/>
                      <a:pt x="6" y="11"/>
                      <a:pt x="10" y="13"/>
                    </a:cubicBezTo>
                    <a:cubicBezTo>
                      <a:pt x="10" y="13"/>
                      <a:pt x="11" y="14"/>
                      <a:pt x="11" y="14"/>
                    </a:cubicBezTo>
                    <a:cubicBezTo>
                      <a:pt x="11" y="13"/>
                      <a:pt x="12" y="13"/>
                      <a:pt x="12"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6" name="Freeform 22">
                <a:extLst>
                  <a:ext uri="{FF2B5EF4-FFF2-40B4-BE49-F238E27FC236}">
                    <a16:creationId xmlns:a16="http://schemas.microsoft.com/office/drawing/2014/main" id="{D22E562F-F50A-4B34-8D0A-49DB668C5F47}"/>
                  </a:ext>
                </a:extLst>
              </p:cNvPr>
              <p:cNvSpPr>
                <a:spLocks/>
              </p:cNvSpPr>
              <p:nvPr/>
            </p:nvSpPr>
            <p:spPr bwMode="auto">
              <a:xfrm>
                <a:off x="5190735" y="3876495"/>
                <a:ext cx="228360" cy="161860"/>
              </a:xfrm>
              <a:custGeom>
                <a:avLst/>
                <a:gdLst>
                  <a:gd name="T0" fmla="*/ 91 w 99"/>
                  <a:gd name="T1" fmla="*/ 40 h 70"/>
                  <a:gd name="T2" fmla="*/ 88 w 99"/>
                  <a:gd name="T3" fmla="*/ 35 h 70"/>
                  <a:gd name="T4" fmla="*/ 83 w 99"/>
                  <a:gd name="T5" fmla="*/ 30 h 70"/>
                  <a:gd name="T6" fmla="*/ 80 w 99"/>
                  <a:gd name="T7" fmla="*/ 25 h 70"/>
                  <a:gd name="T8" fmla="*/ 74 w 99"/>
                  <a:gd name="T9" fmla="*/ 22 h 70"/>
                  <a:gd name="T10" fmla="*/ 73 w 99"/>
                  <a:gd name="T11" fmla="*/ 20 h 70"/>
                  <a:gd name="T12" fmla="*/ 69 w 99"/>
                  <a:gd name="T13" fmla="*/ 19 h 70"/>
                  <a:gd name="T14" fmla="*/ 70 w 99"/>
                  <a:gd name="T15" fmla="*/ 16 h 70"/>
                  <a:gd name="T16" fmla="*/ 70 w 99"/>
                  <a:gd name="T17" fmla="*/ 9 h 70"/>
                  <a:gd name="T18" fmla="*/ 64 w 99"/>
                  <a:gd name="T19" fmla="*/ 2 h 70"/>
                  <a:gd name="T20" fmla="*/ 62 w 99"/>
                  <a:gd name="T21" fmla="*/ 1 h 70"/>
                  <a:gd name="T22" fmla="*/ 56 w 99"/>
                  <a:gd name="T23" fmla="*/ 4 h 70"/>
                  <a:gd name="T24" fmla="*/ 54 w 99"/>
                  <a:gd name="T25" fmla="*/ 8 h 70"/>
                  <a:gd name="T26" fmla="*/ 46 w 99"/>
                  <a:gd name="T27" fmla="*/ 16 h 70"/>
                  <a:gd name="T28" fmla="*/ 35 w 99"/>
                  <a:gd name="T29" fmla="*/ 18 h 70"/>
                  <a:gd name="T30" fmla="*/ 34 w 99"/>
                  <a:gd name="T31" fmla="*/ 23 h 70"/>
                  <a:gd name="T32" fmla="*/ 27 w 99"/>
                  <a:gd name="T33" fmla="*/ 26 h 70"/>
                  <a:gd name="T34" fmla="*/ 18 w 99"/>
                  <a:gd name="T35" fmla="*/ 29 h 70"/>
                  <a:gd name="T36" fmla="*/ 13 w 99"/>
                  <a:gd name="T37" fmla="*/ 29 h 70"/>
                  <a:gd name="T38" fmla="*/ 9 w 99"/>
                  <a:gd name="T39" fmla="*/ 31 h 70"/>
                  <a:gd name="T40" fmla="*/ 8 w 99"/>
                  <a:gd name="T41" fmla="*/ 30 h 70"/>
                  <a:gd name="T42" fmla="*/ 4 w 99"/>
                  <a:gd name="T43" fmla="*/ 35 h 70"/>
                  <a:gd name="T44" fmla="*/ 0 w 99"/>
                  <a:gd name="T45" fmla="*/ 43 h 70"/>
                  <a:gd name="T46" fmla="*/ 1 w 99"/>
                  <a:gd name="T47" fmla="*/ 50 h 70"/>
                  <a:gd name="T48" fmla="*/ 3 w 99"/>
                  <a:gd name="T49" fmla="*/ 56 h 70"/>
                  <a:gd name="T50" fmla="*/ 5 w 99"/>
                  <a:gd name="T51" fmla="*/ 61 h 70"/>
                  <a:gd name="T52" fmla="*/ 6 w 99"/>
                  <a:gd name="T53" fmla="*/ 64 h 70"/>
                  <a:gd name="T54" fmla="*/ 12 w 99"/>
                  <a:gd name="T55" fmla="*/ 69 h 70"/>
                  <a:gd name="T56" fmla="*/ 13 w 99"/>
                  <a:gd name="T57" fmla="*/ 70 h 70"/>
                  <a:gd name="T58" fmla="*/ 14 w 99"/>
                  <a:gd name="T59" fmla="*/ 69 h 70"/>
                  <a:gd name="T60" fmla="*/ 15 w 99"/>
                  <a:gd name="T61" fmla="*/ 63 h 70"/>
                  <a:gd name="T62" fmla="*/ 19 w 99"/>
                  <a:gd name="T63" fmla="*/ 62 h 70"/>
                  <a:gd name="T64" fmla="*/ 23 w 99"/>
                  <a:gd name="T65" fmla="*/ 61 h 70"/>
                  <a:gd name="T66" fmla="*/ 30 w 99"/>
                  <a:gd name="T67" fmla="*/ 62 h 70"/>
                  <a:gd name="T68" fmla="*/ 30 w 99"/>
                  <a:gd name="T69" fmla="*/ 57 h 70"/>
                  <a:gd name="T70" fmla="*/ 38 w 99"/>
                  <a:gd name="T71" fmla="*/ 50 h 70"/>
                  <a:gd name="T72" fmla="*/ 45 w 99"/>
                  <a:gd name="T73" fmla="*/ 55 h 70"/>
                  <a:gd name="T74" fmla="*/ 60 w 99"/>
                  <a:gd name="T75" fmla="*/ 58 h 70"/>
                  <a:gd name="T76" fmla="*/ 63 w 99"/>
                  <a:gd name="T77" fmla="*/ 52 h 70"/>
                  <a:gd name="T78" fmla="*/ 69 w 99"/>
                  <a:gd name="T79" fmla="*/ 52 h 70"/>
                  <a:gd name="T80" fmla="*/ 77 w 99"/>
                  <a:gd name="T81" fmla="*/ 50 h 70"/>
                  <a:gd name="T82" fmla="*/ 84 w 99"/>
                  <a:gd name="T83" fmla="*/ 49 h 70"/>
                  <a:gd name="T84" fmla="*/ 93 w 99"/>
                  <a:gd name="T85" fmla="*/ 50 h 70"/>
                  <a:gd name="T86" fmla="*/ 99 w 99"/>
                  <a:gd name="T87" fmla="*/ 49 h 70"/>
                  <a:gd name="T88" fmla="*/ 97 w 99"/>
                  <a:gd name="T89" fmla="*/ 44 h 70"/>
                  <a:gd name="T90" fmla="*/ 91 w 99"/>
                  <a:gd name="T91" fmla="*/ 4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9" h="70">
                    <a:moveTo>
                      <a:pt x="91" y="40"/>
                    </a:moveTo>
                    <a:cubicBezTo>
                      <a:pt x="91" y="39"/>
                      <a:pt x="91" y="37"/>
                      <a:pt x="88" y="35"/>
                    </a:cubicBezTo>
                    <a:cubicBezTo>
                      <a:pt x="85" y="32"/>
                      <a:pt x="83" y="32"/>
                      <a:pt x="83" y="30"/>
                    </a:cubicBezTo>
                    <a:cubicBezTo>
                      <a:pt x="83" y="29"/>
                      <a:pt x="82" y="28"/>
                      <a:pt x="80" y="25"/>
                    </a:cubicBezTo>
                    <a:cubicBezTo>
                      <a:pt x="77" y="22"/>
                      <a:pt x="74" y="22"/>
                      <a:pt x="74" y="22"/>
                    </a:cubicBezTo>
                    <a:cubicBezTo>
                      <a:pt x="73" y="20"/>
                      <a:pt x="73" y="20"/>
                      <a:pt x="73" y="20"/>
                    </a:cubicBezTo>
                    <a:cubicBezTo>
                      <a:pt x="69" y="19"/>
                      <a:pt x="69" y="19"/>
                      <a:pt x="69" y="19"/>
                    </a:cubicBezTo>
                    <a:cubicBezTo>
                      <a:pt x="69" y="19"/>
                      <a:pt x="67" y="18"/>
                      <a:pt x="70" y="16"/>
                    </a:cubicBezTo>
                    <a:cubicBezTo>
                      <a:pt x="73" y="15"/>
                      <a:pt x="70" y="11"/>
                      <a:pt x="70" y="9"/>
                    </a:cubicBezTo>
                    <a:cubicBezTo>
                      <a:pt x="69" y="8"/>
                      <a:pt x="65" y="3"/>
                      <a:pt x="64" y="2"/>
                    </a:cubicBezTo>
                    <a:cubicBezTo>
                      <a:pt x="63" y="2"/>
                      <a:pt x="63" y="2"/>
                      <a:pt x="62" y="1"/>
                    </a:cubicBezTo>
                    <a:cubicBezTo>
                      <a:pt x="61" y="0"/>
                      <a:pt x="57" y="2"/>
                      <a:pt x="56" y="4"/>
                    </a:cubicBezTo>
                    <a:cubicBezTo>
                      <a:pt x="54" y="6"/>
                      <a:pt x="55" y="7"/>
                      <a:pt x="54" y="8"/>
                    </a:cubicBezTo>
                    <a:cubicBezTo>
                      <a:pt x="53" y="9"/>
                      <a:pt x="49" y="13"/>
                      <a:pt x="46" y="16"/>
                    </a:cubicBezTo>
                    <a:cubicBezTo>
                      <a:pt x="44" y="19"/>
                      <a:pt x="37" y="17"/>
                      <a:pt x="35" y="18"/>
                    </a:cubicBezTo>
                    <a:cubicBezTo>
                      <a:pt x="33" y="19"/>
                      <a:pt x="36" y="21"/>
                      <a:pt x="34" y="23"/>
                    </a:cubicBezTo>
                    <a:cubicBezTo>
                      <a:pt x="33" y="24"/>
                      <a:pt x="29" y="26"/>
                      <a:pt x="27" y="26"/>
                    </a:cubicBezTo>
                    <a:cubicBezTo>
                      <a:pt x="26" y="27"/>
                      <a:pt x="20" y="27"/>
                      <a:pt x="18" y="29"/>
                    </a:cubicBezTo>
                    <a:cubicBezTo>
                      <a:pt x="17" y="31"/>
                      <a:pt x="15" y="27"/>
                      <a:pt x="13" y="29"/>
                    </a:cubicBezTo>
                    <a:cubicBezTo>
                      <a:pt x="12" y="31"/>
                      <a:pt x="10" y="32"/>
                      <a:pt x="9" y="31"/>
                    </a:cubicBezTo>
                    <a:cubicBezTo>
                      <a:pt x="8" y="31"/>
                      <a:pt x="8" y="30"/>
                      <a:pt x="8" y="30"/>
                    </a:cubicBezTo>
                    <a:cubicBezTo>
                      <a:pt x="6" y="31"/>
                      <a:pt x="5" y="33"/>
                      <a:pt x="4" y="35"/>
                    </a:cubicBezTo>
                    <a:cubicBezTo>
                      <a:pt x="3" y="38"/>
                      <a:pt x="0" y="41"/>
                      <a:pt x="0" y="43"/>
                    </a:cubicBezTo>
                    <a:cubicBezTo>
                      <a:pt x="0" y="45"/>
                      <a:pt x="1" y="47"/>
                      <a:pt x="1" y="50"/>
                    </a:cubicBezTo>
                    <a:cubicBezTo>
                      <a:pt x="1" y="52"/>
                      <a:pt x="2" y="54"/>
                      <a:pt x="3" y="56"/>
                    </a:cubicBezTo>
                    <a:cubicBezTo>
                      <a:pt x="5" y="58"/>
                      <a:pt x="5" y="61"/>
                      <a:pt x="5" y="61"/>
                    </a:cubicBezTo>
                    <a:cubicBezTo>
                      <a:pt x="5" y="61"/>
                      <a:pt x="5" y="62"/>
                      <a:pt x="6" y="64"/>
                    </a:cubicBezTo>
                    <a:cubicBezTo>
                      <a:pt x="8" y="65"/>
                      <a:pt x="11" y="67"/>
                      <a:pt x="12" y="69"/>
                    </a:cubicBezTo>
                    <a:cubicBezTo>
                      <a:pt x="12" y="69"/>
                      <a:pt x="12" y="70"/>
                      <a:pt x="13" y="70"/>
                    </a:cubicBezTo>
                    <a:cubicBezTo>
                      <a:pt x="13" y="70"/>
                      <a:pt x="13" y="70"/>
                      <a:pt x="14" y="69"/>
                    </a:cubicBezTo>
                    <a:cubicBezTo>
                      <a:pt x="15" y="67"/>
                      <a:pt x="15" y="63"/>
                      <a:pt x="15" y="63"/>
                    </a:cubicBezTo>
                    <a:cubicBezTo>
                      <a:pt x="19" y="62"/>
                      <a:pt x="19" y="62"/>
                      <a:pt x="19" y="62"/>
                    </a:cubicBezTo>
                    <a:cubicBezTo>
                      <a:pt x="23" y="61"/>
                      <a:pt x="23" y="61"/>
                      <a:pt x="23" y="61"/>
                    </a:cubicBezTo>
                    <a:cubicBezTo>
                      <a:pt x="30" y="62"/>
                      <a:pt x="30" y="62"/>
                      <a:pt x="30" y="62"/>
                    </a:cubicBezTo>
                    <a:cubicBezTo>
                      <a:pt x="30" y="57"/>
                      <a:pt x="30" y="57"/>
                      <a:pt x="30" y="57"/>
                    </a:cubicBezTo>
                    <a:cubicBezTo>
                      <a:pt x="30" y="57"/>
                      <a:pt x="35" y="50"/>
                      <a:pt x="38" y="50"/>
                    </a:cubicBezTo>
                    <a:cubicBezTo>
                      <a:pt x="42" y="50"/>
                      <a:pt x="45" y="55"/>
                      <a:pt x="45" y="55"/>
                    </a:cubicBezTo>
                    <a:cubicBezTo>
                      <a:pt x="60" y="58"/>
                      <a:pt x="60" y="58"/>
                      <a:pt x="60" y="58"/>
                    </a:cubicBezTo>
                    <a:cubicBezTo>
                      <a:pt x="60" y="58"/>
                      <a:pt x="61" y="53"/>
                      <a:pt x="63" y="52"/>
                    </a:cubicBezTo>
                    <a:cubicBezTo>
                      <a:pt x="64" y="51"/>
                      <a:pt x="67" y="53"/>
                      <a:pt x="69" y="52"/>
                    </a:cubicBezTo>
                    <a:cubicBezTo>
                      <a:pt x="71" y="51"/>
                      <a:pt x="74" y="50"/>
                      <a:pt x="77" y="50"/>
                    </a:cubicBezTo>
                    <a:cubicBezTo>
                      <a:pt x="81" y="50"/>
                      <a:pt x="82" y="52"/>
                      <a:pt x="84" y="49"/>
                    </a:cubicBezTo>
                    <a:cubicBezTo>
                      <a:pt x="85" y="46"/>
                      <a:pt x="93" y="50"/>
                      <a:pt x="93" y="50"/>
                    </a:cubicBezTo>
                    <a:cubicBezTo>
                      <a:pt x="99" y="49"/>
                      <a:pt x="99" y="49"/>
                      <a:pt x="99" y="49"/>
                    </a:cubicBezTo>
                    <a:cubicBezTo>
                      <a:pt x="97" y="44"/>
                      <a:pt x="97" y="44"/>
                      <a:pt x="97" y="44"/>
                    </a:cubicBezTo>
                    <a:cubicBezTo>
                      <a:pt x="97" y="44"/>
                      <a:pt x="91" y="42"/>
                      <a:pt x="91" y="4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7" name="Freeform 23">
                <a:extLst>
                  <a:ext uri="{FF2B5EF4-FFF2-40B4-BE49-F238E27FC236}">
                    <a16:creationId xmlns:a16="http://schemas.microsoft.com/office/drawing/2014/main" id="{E6613EBA-CBB4-407C-8806-B431A840661F}"/>
                  </a:ext>
                </a:extLst>
              </p:cNvPr>
              <p:cNvSpPr>
                <a:spLocks/>
              </p:cNvSpPr>
              <p:nvPr/>
            </p:nvSpPr>
            <p:spPr bwMode="auto">
              <a:xfrm>
                <a:off x="4973668" y="3826306"/>
                <a:ext cx="220832" cy="181935"/>
              </a:xfrm>
              <a:custGeom>
                <a:avLst/>
                <a:gdLst>
                  <a:gd name="T0" fmla="*/ 59 w 96"/>
                  <a:gd name="T1" fmla="*/ 58 h 79"/>
                  <a:gd name="T2" fmla="*/ 64 w 96"/>
                  <a:gd name="T3" fmla="*/ 57 h 79"/>
                  <a:gd name="T4" fmla="*/ 69 w 96"/>
                  <a:gd name="T5" fmla="*/ 61 h 79"/>
                  <a:gd name="T6" fmla="*/ 73 w 96"/>
                  <a:gd name="T7" fmla="*/ 57 h 79"/>
                  <a:gd name="T8" fmla="*/ 79 w 96"/>
                  <a:gd name="T9" fmla="*/ 45 h 79"/>
                  <a:gd name="T10" fmla="*/ 83 w 96"/>
                  <a:gd name="T11" fmla="*/ 40 h 79"/>
                  <a:gd name="T12" fmla="*/ 83 w 96"/>
                  <a:gd name="T13" fmla="*/ 36 h 79"/>
                  <a:gd name="T14" fmla="*/ 85 w 96"/>
                  <a:gd name="T15" fmla="*/ 31 h 79"/>
                  <a:gd name="T16" fmla="*/ 90 w 96"/>
                  <a:gd name="T17" fmla="*/ 22 h 79"/>
                  <a:gd name="T18" fmla="*/ 95 w 96"/>
                  <a:gd name="T19" fmla="*/ 19 h 79"/>
                  <a:gd name="T20" fmla="*/ 94 w 96"/>
                  <a:gd name="T21" fmla="*/ 14 h 79"/>
                  <a:gd name="T22" fmla="*/ 91 w 96"/>
                  <a:gd name="T23" fmla="*/ 11 h 79"/>
                  <a:gd name="T24" fmla="*/ 92 w 96"/>
                  <a:gd name="T25" fmla="*/ 7 h 79"/>
                  <a:gd name="T26" fmla="*/ 88 w 96"/>
                  <a:gd name="T27" fmla="*/ 3 h 79"/>
                  <a:gd name="T28" fmla="*/ 86 w 96"/>
                  <a:gd name="T29" fmla="*/ 2 h 79"/>
                  <a:gd name="T30" fmla="*/ 80 w 96"/>
                  <a:gd name="T31" fmla="*/ 7 h 79"/>
                  <a:gd name="T32" fmla="*/ 73 w 96"/>
                  <a:gd name="T33" fmla="*/ 5 h 79"/>
                  <a:gd name="T34" fmla="*/ 63 w 96"/>
                  <a:gd name="T35" fmla="*/ 5 h 79"/>
                  <a:gd name="T36" fmla="*/ 57 w 96"/>
                  <a:gd name="T37" fmla="*/ 9 h 79"/>
                  <a:gd name="T38" fmla="*/ 49 w 96"/>
                  <a:gd name="T39" fmla="*/ 9 h 79"/>
                  <a:gd name="T40" fmla="*/ 43 w 96"/>
                  <a:gd name="T41" fmla="*/ 6 h 79"/>
                  <a:gd name="T42" fmla="*/ 36 w 96"/>
                  <a:gd name="T43" fmla="*/ 7 h 79"/>
                  <a:gd name="T44" fmla="*/ 32 w 96"/>
                  <a:gd name="T45" fmla="*/ 3 h 79"/>
                  <a:gd name="T46" fmla="*/ 25 w 96"/>
                  <a:gd name="T47" fmla="*/ 1 h 79"/>
                  <a:gd name="T48" fmla="*/ 21 w 96"/>
                  <a:gd name="T49" fmla="*/ 3 h 79"/>
                  <a:gd name="T50" fmla="*/ 13 w 96"/>
                  <a:gd name="T51" fmla="*/ 3 h 79"/>
                  <a:gd name="T52" fmla="*/ 11 w 96"/>
                  <a:gd name="T53" fmla="*/ 9 h 79"/>
                  <a:gd name="T54" fmla="*/ 8 w 96"/>
                  <a:gd name="T55" fmla="*/ 15 h 79"/>
                  <a:gd name="T56" fmla="*/ 7 w 96"/>
                  <a:gd name="T57" fmla="*/ 17 h 79"/>
                  <a:gd name="T58" fmla="*/ 8 w 96"/>
                  <a:gd name="T59" fmla="*/ 22 h 79"/>
                  <a:gd name="T60" fmla="*/ 7 w 96"/>
                  <a:gd name="T61" fmla="*/ 33 h 79"/>
                  <a:gd name="T62" fmla="*/ 4 w 96"/>
                  <a:gd name="T63" fmla="*/ 38 h 79"/>
                  <a:gd name="T64" fmla="*/ 1 w 96"/>
                  <a:gd name="T65" fmla="*/ 44 h 79"/>
                  <a:gd name="T66" fmla="*/ 1 w 96"/>
                  <a:gd name="T67" fmla="*/ 53 h 79"/>
                  <a:gd name="T68" fmla="*/ 3 w 96"/>
                  <a:gd name="T69" fmla="*/ 60 h 79"/>
                  <a:gd name="T70" fmla="*/ 3 w 96"/>
                  <a:gd name="T71" fmla="*/ 60 h 79"/>
                  <a:gd name="T72" fmla="*/ 15 w 96"/>
                  <a:gd name="T73" fmla="*/ 63 h 79"/>
                  <a:gd name="T74" fmla="*/ 23 w 96"/>
                  <a:gd name="T75" fmla="*/ 71 h 79"/>
                  <a:gd name="T76" fmla="*/ 27 w 96"/>
                  <a:gd name="T77" fmla="*/ 78 h 79"/>
                  <a:gd name="T78" fmla="*/ 35 w 96"/>
                  <a:gd name="T79" fmla="*/ 76 h 79"/>
                  <a:gd name="T80" fmla="*/ 46 w 96"/>
                  <a:gd name="T81" fmla="*/ 75 h 79"/>
                  <a:gd name="T82" fmla="*/ 47 w 96"/>
                  <a:gd name="T83" fmla="*/ 75 h 79"/>
                  <a:gd name="T84" fmla="*/ 50 w 96"/>
                  <a:gd name="T85" fmla="*/ 66 h 79"/>
                  <a:gd name="T86" fmla="*/ 59 w 96"/>
                  <a:gd name="T87" fmla="*/ 5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 h="79">
                    <a:moveTo>
                      <a:pt x="59" y="58"/>
                    </a:moveTo>
                    <a:cubicBezTo>
                      <a:pt x="60" y="57"/>
                      <a:pt x="62" y="58"/>
                      <a:pt x="64" y="57"/>
                    </a:cubicBezTo>
                    <a:cubicBezTo>
                      <a:pt x="65" y="56"/>
                      <a:pt x="69" y="59"/>
                      <a:pt x="69" y="61"/>
                    </a:cubicBezTo>
                    <a:cubicBezTo>
                      <a:pt x="70" y="63"/>
                      <a:pt x="71" y="60"/>
                      <a:pt x="73" y="57"/>
                    </a:cubicBezTo>
                    <a:cubicBezTo>
                      <a:pt x="74" y="55"/>
                      <a:pt x="79" y="47"/>
                      <a:pt x="79" y="45"/>
                    </a:cubicBezTo>
                    <a:cubicBezTo>
                      <a:pt x="79" y="43"/>
                      <a:pt x="83" y="41"/>
                      <a:pt x="83" y="40"/>
                    </a:cubicBezTo>
                    <a:cubicBezTo>
                      <a:pt x="83" y="39"/>
                      <a:pt x="82" y="36"/>
                      <a:pt x="83" y="36"/>
                    </a:cubicBezTo>
                    <a:cubicBezTo>
                      <a:pt x="85" y="35"/>
                      <a:pt x="86" y="32"/>
                      <a:pt x="85" y="31"/>
                    </a:cubicBezTo>
                    <a:cubicBezTo>
                      <a:pt x="85" y="30"/>
                      <a:pt x="89" y="23"/>
                      <a:pt x="90" y="22"/>
                    </a:cubicBezTo>
                    <a:cubicBezTo>
                      <a:pt x="91" y="21"/>
                      <a:pt x="95" y="21"/>
                      <a:pt x="95" y="19"/>
                    </a:cubicBezTo>
                    <a:cubicBezTo>
                      <a:pt x="95" y="17"/>
                      <a:pt x="96" y="15"/>
                      <a:pt x="94" y="14"/>
                    </a:cubicBezTo>
                    <a:cubicBezTo>
                      <a:pt x="93" y="14"/>
                      <a:pt x="91" y="12"/>
                      <a:pt x="91" y="11"/>
                    </a:cubicBezTo>
                    <a:cubicBezTo>
                      <a:pt x="91" y="10"/>
                      <a:pt x="91" y="8"/>
                      <a:pt x="92" y="7"/>
                    </a:cubicBezTo>
                    <a:cubicBezTo>
                      <a:pt x="90" y="6"/>
                      <a:pt x="90" y="4"/>
                      <a:pt x="88" y="3"/>
                    </a:cubicBezTo>
                    <a:cubicBezTo>
                      <a:pt x="87" y="2"/>
                      <a:pt x="87" y="1"/>
                      <a:pt x="86" y="2"/>
                    </a:cubicBezTo>
                    <a:cubicBezTo>
                      <a:pt x="84" y="2"/>
                      <a:pt x="82" y="6"/>
                      <a:pt x="80" y="7"/>
                    </a:cubicBezTo>
                    <a:cubicBezTo>
                      <a:pt x="78" y="8"/>
                      <a:pt x="75" y="6"/>
                      <a:pt x="73" y="5"/>
                    </a:cubicBezTo>
                    <a:cubicBezTo>
                      <a:pt x="72" y="5"/>
                      <a:pt x="65" y="5"/>
                      <a:pt x="63" y="5"/>
                    </a:cubicBezTo>
                    <a:cubicBezTo>
                      <a:pt x="61" y="5"/>
                      <a:pt x="59" y="8"/>
                      <a:pt x="57" y="9"/>
                    </a:cubicBezTo>
                    <a:cubicBezTo>
                      <a:pt x="55" y="10"/>
                      <a:pt x="51" y="9"/>
                      <a:pt x="49" y="9"/>
                    </a:cubicBezTo>
                    <a:cubicBezTo>
                      <a:pt x="48" y="8"/>
                      <a:pt x="44" y="6"/>
                      <a:pt x="43" y="6"/>
                    </a:cubicBezTo>
                    <a:cubicBezTo>
                      <a:pt x="42" y="6"/>
                      <a:pt x="39" y="6"/>
                      <a:pt x="36" y="7"/>
                    </a:cubicBezTo>
                    <a:cubicBezTo>
                      <a:pt x="34" y="9"/>
                      <a:pt x="33" y="5"/>
                      <a:pt x="32" y="3"/>
                    </a:cubicBezTo>
                    <a:cubicBezTo>
                      <a:pt x="30" y="1"/>
                      <a:pt x="27" y="3"/>
                      <a:pt x="25" y="1"/>
                    </a:cubicBezTo>
                    <a:cubicBezTo>
                      <a:pt x="24" y="0"/>
                      <a:pt x="22" y="3"/>
                      <a:pt x="21" y="3"/>
                    </a:cubicBezTo>
                    <a:cubicBezTo>
                      <a:pt x="19" y="3"/>
                      <a:pt x="15" y="2"/>
                      <a:pt x="13" y="3"/>
                    </a:cubicBezTo>
                    <a:cubicBezTo>
                      <a:pt x="12" y="4"/>
                      <a:pt x="12" y="9"/>
                      <a:pt x="11" y="9"/>
                    </a:cubicBezTo>
                    <a:cubicBezTo>
                      <a:pt x="11" y="10"/>
                      <a:pt x="8" y="13"/>
                      <a:pt x="8" y="15"/>
                    </a:cubicBezTo>
                    <a:cubicBezTo>
                      <a:pt x="8" y="16"/>
                      <a:pt x="8" y="16"/>
                      <a:pt x="7" y="17"/>
                    </a:cubicBezTo>
                    <a:cubicBezTo>
                      <a:pt x="7" y="19"/>
                      <a:pt x="8" y="21"/>
                      <a:pt x="8" y="22"/>
                    </a:cubicBezTo>
                    <a:cubicBezTo>
                      <a:pt x="8" y="24"/>
                      <a:pt x="9" y="32"/>
                      <a:pt x="7" y="33"/>
                    </a:cubicBezTo>
                    <a:cubicBezTo>
                      <a:pt x="5" y="35"/>
                      <a:pt x="4" y="38"/>
                      <a:pt x="4" y="38"/>
                    </a:cubicBezTo>
                    <a:cubicBezTo>
                      <a:pt x="4" y="38"/>
                      <a:pt x="1" y="40"/>
                      <a:pt x="1" y="44"/>
                    </a:cubicBezTo>
                    <a:cubicBezTo>
                      <a:pt x="0" y="48"/>
                      <a:pt x="1" y="50"/>
                      <a:pt x="1" y="53"/>
                    </a:cubicBezTo>
                    <a:cubicBezTo>
                      <a:pt x="1" y="56"/>
                      <a:pt x="2" y="57"/>
                      <a:pt x="3" y="60"/>
                    </a:cubicBezTo>
                    <a:cubicBezTo>
                      <a:pt x="3" y="60"/>
                      <a:pt x="3" y="60"/>
                      <a:pt x="3" y="60"/>
                    </a:cubicBezTo>
                    <a:cubicBezTo>
                      <a:pt x="5" y="62"/>
                      <a:pt x="12" y="62"/>
                      <a:pt x="15" y="63"/>
                    </a:cubicBezTo>
                    <a:cubicBezTo>
                      <a:pt x="19" y="64"/>
                      <a:pt x="23" y="69"/>
                      <a:pt x="23" y="71"/>
                    </a:cubicBezTo>
                    <a:cubicBezTo>
                      <a:pt x="23" y="73"/>
                      <a:pt x="25" y="77"/>
                      <a:pt x="27" y="78"/>
                    </a:cubicBezTo>
                    <a:cubicBezTo>
                      <a:pt x="29" y="79"/>
                      <a:pt x="33" y="76"/>
                      <a:pt x="35" y="76"/>
                    </a:cubicBezTo>
                    <a:cubicBezTo>
                      <a:pt x="37" y="76"/>
                      <a:pt x="45" y="76"/>
                      <a:pt x="46" y="75"/>
                    </a:cubicBezTo>
                    <a:cubicBezTo>
                      <a:pt x="47" y="75"/>
                      <a:pt x="47" y="75"/>
                      <a:pt x="47" y="75"/>
                    </a:cubicBezTo>
                    <a:cubicBezTo>
                      <a:pt x="49" y="70"/>
                      <a:pt x="50" y="66"/>
                      <a:pt x="50" y="66"/>
                    </a:cubicBezTo>
                    <a:cubicBezTo>
                      <a:pt x="50" y="66"/>
                      <a:pt x="58" y="58"/>
                      <a:pt x="59" y="5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8" name="Freeform 24">
                <a:extLst>
                  <a:ext uri="{FF2B5EF4-FFF2-40B4-BE49-F238E27FC236}">
                    <a16:creationId xmlns:a16="http://schemas.microsoft.com/office/drawing/2014/main" id="{9B7E9B4C-FC9E-4A3C-B375-BA3B89EF82D8}"/>
                  </a:ext>
                </a:extLst>
              </p:cNvPr>
              <p:cNvSpPr>
                <a:spLocks/>
              </p:cNvSpPr>
              <p:nvPr/>
            </p:nvSpPr>
            <p:spPr bwMode="auto">
              <a:xfrm>
                <a:off x="4937281" y="3853910"/>
                <a:ext cx="56463" cy="115435"/>
              </a:xfrm>
              <a:custGeom>
                <a:avLst/>
                <a:gdLst>
                  <a:gd name="T0" fmla="*/ 17 w 25"/>
                  <a:gd name="T1" fmla="*/ 32 h 50"/>
                  <a:gd name="T2" fmla="*/ 20 w 25"/>
                  <a:gd name="T3" fmla="*/ 26 h 50"/>
                  <a:gd name="T4" fmla="*/ 23 w 25"/>
                  <a:gd name="T5" fmla="*/ 21 h 50"/>
                  <a:gd name="T6" fmla="*/ 24 w 25"/>
                  <a:gd name="T7" fmla="*/ 10 h 50"/>
                  <a:gd name="T8" fmla="*/ 23 w 25"/>
                  <a:gd name="T9" fmla="*/ 5 h 50"/>
                  <a:gd name="T10" fmla="*/ 21 w 25"/>
                  <a:gd name="T11" fmla="*/ 4 h 50"/>
                  <a:gd name="T12" fmla="*/ 18 w 25"/>
                  <a:gd name="T13" fmla="*/ 1 h 50"/>
                  <a:gd name="T14" fmla="*/ 15 w 25"/>
                  <a:gd name="T15" fmla="*/ 4 h 50"/>
                  <a:gd name="T16" fmla="*/ 13 w 25"/>
                  <a:gd name="T17" fmla="*/ 8 h 50"/>
                  <a:gd name="T18" fmla="*/ 6 w 25"/>
                  <a:gd name="T19" fmla="*/ 9 h 50"/>
                  <a:gd name="T20" fmla="*/ 2 w 25"/>
                  <a:gd name="T21" fmla="*/ 12 h 50"/>
                  <a:gd name="T22" fmla="*/ 0 w 25"/>
                  <a:gd name="T23" fmla="*/ 12 h 50"/>
                  <a:gd name="T24" fmla="*/ 5 w 25"/>
                  <a:gd name="T25" fmla="*/ 20 h 50"/>
                  <a:gd name="T26" fmla="*/ 6 w 25"/>
                  <a:gd name="T27" fmla="*/ 26 h 50"/>
                  <a:gd name="T28" fmla="*/ 8 w 25"/>
                  <a:gd name="T29" fmla="*/ 35 h 50"/>
                  <a:gd name="T30" fmla="*/ 8 w 25"/>
                  <a:gd name="T31" fmla="*/ 50 h 50"/>
                  <a:gd name="T32" fmla="*/ 14 w 25"/>
                  <a:gd name="T33" fmla="*/ 50 h 50"/>
                  <a:gd name="T34" fmla="*/ 19 w 25"/>
                  <a:gd name="T35" fmla="*/ 48 h 50"/>
                  <a:gd name="T36" fmla="*/ 17 w 25"/>
                  <a:gd name="T37" fmla="*/ 41 h 50"/>
                  <a:gd name="T38" fmla="*/ 17 w 25"/>
                  <a:gd name="T39"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 h="50">
                    <a:moveTo>
                      <a:pt x="17" y="32"/>
                    </a:moveTo>
                    <a:cubicBezTo>
                      <a:pt x="17" y="28"/>
                      <a:pt x="20" y="26"/>
                      <a:pt x="20" y="26"/>
                    </a:cubicBezTo>
                    <a:cubicBezTo>
                      <a:pt x="20" y="26"/>
                      <a:pt x="21" y="23"/>
                      <a:pt x="23" y="21"/>
                    </a:cubicBezTo>
                    <a:cubicBezTo>
                      <a:pt x="25" y="20"/>
                      <a:pt x="24" y="12"/>
                      <a:pt x="24" y="10"/>
                    </a:cubicBezTo>
                    <a:cubicBezTo>
                      <a:pt x="24" y="9"/>
                      <a:pt x="23" y="7"/>
                      <a:pt x="23" y="5"/>
                    </a:cubicBezTo>
                    <a:cubicBezTo>
                      <a:pt x="23" y="5"/>
                      <a:pt x="22" y="5"/>
                      <a:pt x="21" y="4"/>
                    </a:cubicBezTo>
                    <a:cubicBezTo>
                      <a:pt x="18" y="4"/>
                      <a:pt x="20" y="1"/>
                      <a:pt x="18" y="1"/>
                    </a:cubicBezTo>
                    <a:cubicBezTo>
                      <a:pt x="16" y="0"/>
                      <a:pt x="15" y="3"/>
                      <a:pt x="15" y="4"/>
                    </a:cubicBezTo>
                    <a:cubicBezTo>
                      <a:pt x="16" y="6"/>
                      <a:pt x="14" y="6"/>
                      <a:pt x="13" y="8"/>
                    </a:cubicBezTo>
                    <a:cubicBezTo>
                      <a:pt x="12" y="9"/>
                      <a:pt x="8" y="9"/>
                      <a:pt x="6" y="9"/>
                    </a:cubicBezTo>
                    <a:cubicBezTo>
                      <a:pt x="5" y="9"/>
                      <a:pt x="3" y="12"/>
                      <a:pt x="2" y="12"/>
                    </a:cubicBezTo>
                    <a:cubicBezTo>
                      <a:pt x="1" y="12"/>
                      <a:pt x="1" y="12"/>
                      <a:pt x="0" y="12"/>
                    </a:cubicBezTo>
                    <a:cubicBezTo>
                      <a:pt x="1" y="18"/>
                      <a:pt x="2" y="18"/>
                      <a:pt x="5" y="20"/>
                    </a:cubicBezTo>
                    <a:cubicBezTo>
                      <a:pt x="8" y="22"/>
                      <a:pt x="5" y="24"/>
                      <a:pt x="6" y="26"/>
                    </a:cubicBezTo>
                    <a:cubicBezTo>
                      <a:pt x="8" y="27"/>
                      <a:pt x="7" y="31"/>
                      <a:pt x="8" y="35"/>
                    </a:cubicBezTo>
                    <a:cubicBezTo>
                      <a:pt x="8" y="38"/>
                      <a:pt x="8" y="45"/>
                      <a:pt x="8" y="50"/>
                    </a:cubicBezTo>
                    <a:cubicBezTo>
                      <a:pt x="10" y="50"/>
                      <a:pt x="12" y="50"/>
                      <a:pt x="14" y="50"/>
                    </a:cubicBezTo>
                    <a:cubicBezTo>
                      <a:pt x="16" y="50"/>
                      <a:pt x="18" y="46"/>
                      <a:pt x="19" y="48"/>
                    </a:cubicBezTo>
                    <a:cubicBezTo>
                      <a:pt x="18" y="45"/>
                      <a:pt x="17" y="44"/>
                      <a:pt x="17" y="41"/>
                    </a:cubicBezTo>
                    <a:cubicBezTo>
                      <a:pt x="17" y="38"/>
                      <a:pt x="16" y="36"/>
                      <a:pt x="17" y="3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29" name="Freeform 25">
                <a:extLst>
                  <a:ext uri="{FF2B5EF4-FFF2-40B4-BE49-F238E27FC236}">
                    <a16:creationId xmlns:a16="http://schemas.microsoft.com/office/drawing/2014/main" id="{B226C2BC-3080-4FC1-8129-4F10D69BDB6F}"/>
                  </a:ext>
                </a:extLst>
              </p:cNvPr>
              <p:cNvSpPr>
                <a:spLocks/>
              </p:cNvSpPr>
              <p:nvPr/>
            </p:nvSpPr>
            <p:spPr bwMode="auto">
              <a:xfrm>
                <a:off x="4920969" y="3879004"/>
                <a:ext cx="33878" cy="96614"/>
              </a:xfrm>
              <a:custGeom>
                <a:avLst/>
                <a:gdLst>
                  <a:gd name="T0" fmla="*/ 13 w 15"/>
                  <a:gd name="T1" fmla="*/ 15 h 42"/>
                  <a:gd name="T2" fmla="*/ 12 w 15"/>
                  <a:gd name="T3" fmla="*/ 9 h 42"/>
                  <a:gd name="T4" fmla="*/ 7 w 15"/>
                  <a:gd name="T5" fmla="*/ 1 h 42"/>
                  <a:gd name="T6" fmla="*/ 1 w 15"/>
                  <a:gd name="T7" fmla="*/ 0 h 42"/>
                  <a:gd name="T8" fmla="*/ 0 w 15"/>
                  <a:gd name="T9" fmla="*/ 0 h 42"/>
                  <a:gd name="T10" fmla="*/ 2 w 15"/>
                  <a:gd name="T11" fmla="*/ 5 h 42"/>
                  <a:gd name="T12" fmla="*/ 4 w 15"/>
                  <a:gd name="T13" fmla="*/ 10 h 42"/>
                  <a:gd name="T14" fmla="*/ 4 w 15"/>
                  <a:gd name="T15" fmla="*/ 22 h 42"/>
                  <a:gd name="T16" fmla="*/ 6 w 15"/>
                  <a:gd name="T17" fmla="*/ 33 h 42"/>
                  <a:gd name="T18" fmla="*/ 9 w 15"/>
                  <a:gd name="T19" fmla="*/ 42 h 42"/>
                  <a:gd name="T20" fmla="*/ 11 w 15"/>
                  <a:gd name="T21" fmla="*/ 41 h 42"/>
                  <a:gd name="T22" fmla="*/ 15 w 15"/>
                  <a:gd name="T23" fmla="*/ 39 h 42"/>
                  <a:gd name="T24" fmla="*/ 15 w 15"/>
                  <a:gd name="T25" fmla="*/ 24 h 42"/>
                  <a:gd name="T26" fmla="*/ 13 w 15"/>
                  <a:gd name="T27" fmla="*/ 1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42">
                    <a:moveTo>
                      <a:pt x="13" y="15"/>
                    </a:moveTo>
                    <a:cubicBezTo>
                      <a:pt x="12" y="13"/>
                      <a:pt x="15" y="11"/>
                      <a:pt x="12" y="9"/>
                    </a:cubicBezTo>
                    <a:cubicBezTo>
                      <a:pt x="9" y="7"/>
                      <a:pt x="8" y="7"/>
                      <a:pt x="7" y="1"/>
                    </a:cubicBezTo>
                    <a:cubicBezTo>
                      <a:pt x="6" y="1"/>
                      <a:pt x="3" y="0"/>
                      <a:pt x="1" y="0"/>
                    </a:cubicBezTo>
                    <a:cubicBezTo>
                      <a:pt x="1" y="0"/>
                      <a:pt x="1" y="0"/>
                      <a:pt x="0" y="0"/>
                    </a:cubicBezTo>
                    <a:cubicBezTo>
                      <a:pt x="1" y="3"/>
                      <a:pt x="1" y="5"/>
                      <a:pt x="2" y="5"/>
                    </a:cubicBezTo>
                    <a:cubicBezTo>
                      <a:pt x="3" y="6"/>
                      <a:pt x="4" y="8"/>
                      <a:pt x="4" y="10"/>
                    </a:cubicBezTo>
                    <a:cubicBezTo>
                      <a:pt x="4" y="13"/>
                      <a:pt x="3" y="19"/>
                      <a:pt x="4" y="22"/>
                    </a:cubicBezTo>
                    <a:cubicBezTo>
                      <a:pt x="5" y="24"/>
                      <a:pt x="6" y="28"/>
                      <a:pt x="6" y="33"/>
                    </a:cubicBezTo>
                    <a:cubicBezTo>
                      <a:pt x="6" y="35"/>
                      <a:pt x="8" y="39"/>
                      <a:pt x="9" y="42"/>
                    </a:cubicBezTo>
                    <a:cubicBezTo>
                      <a:pt x="10" y="41"/>
                      <a:pt x="10" y="41"/>
                      <a:pt x="11" y="41"/>
                    </a:cubicBezTo>
                    <a:cubicBezTo>
                      <a:pt x="12" y="40"/>
                      <a:pt x="14" y="39"/>
                      <a:pt x="15" y="39"/>
                    </a:cubicBezTo>
                    <a:cubicBezTo>
                      <a:pt x="15" y="34"/>
                      <a:pt x="15" y="27"/>
                      <a:pt x="15" y="24"/>
                    </a:cubicBezTo>
                    <a:cubicBezTo>
                      <a:pt x="14" y="20"/>
                      <a:pt x="15" y="16"/>
                      <a:pt x="13"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0" name="Freeform 26">
                <a:extLst>
                  <a:ext uri="{FF2B5EF4-FFF2-40B4-BE49-F238E27FC236}">
                    <a16:creationId xmlns:a16="http://schemas.microsoft.com/office/drawing/2014/main" id="{D3C41865-341D-493A-8B9E-31A51B569851}"/>
                  </a:ext>
                </a:extLst>
              </p:cNvPr>
              <p:cNvSpPr>
                <a:spLocks/>
              </p:cNvSpPr>
              <p:nvPr/>
            </p:nvSpPr>
            <p:spPr bwMode="auto">
              <a:xfrm>
                <a:off x="5081574" y="3842617"/>
                <a:ext cx="139275" cy="212049"/>
              </a:xfrm>
              <a:custGeom>
                <a:avLst/>
                <a:gdLst>
                  <a:gd name="T0" fmla="*/ 25 w 60"/>
                  <a:gd name="T1" fmla="*/ 88 h 92"/>
                  <a:gd name="T2" fmla="*/ 47 w 60"/>
                  <a:gd name="T3" fmla="*/ 88 h 92"/>
                  <a:gd name="T4" fmla="*/ 58 w 60"/>
                  <a:gd name="T5" fmla="*/ 92 h 92"/>
                  <a:gd name="T6" fmla="*/ 60 w 60"/>
                  <a:gd name="T7" fmla="*/ 85 h 92"/>
                  <a:gd name="T8" fmla="*/ 59 w 60"/>
                  <a:gd name="T9" fmla="*/ 84 h 92"/>
                  <a:gd name="T10" fmla="*/ 53 w 60"/>
                  <a:gd name="T11" fmla="*/ 79 h 92"/>
                  <a:gd name="T12" fmla="*/ 52 w 60"/>
                  <a:gd name="T13" fmla="*/ 76 h 92"/>
                  <a:gd name="T14" fmla="*/ 50 w 60"/>
                  <a:gd name="T15" fmla="*/ 71 h 92"/>
                  <a:gd name="T16" fmla="*/ 48 w 60"/>
                  <a:gd name="T17" fmla="*/ 65 h 92"/>
                  <a:gd name="T18" fmla="*/ 47 w 60"/>
                  <a:gd name="T19" fmla="*/ 58 h 92"/>
                  <a:gd name="T20" fmla="*/ 51 w 60"/>
                  <a:gd name="T21" fmla="*/ 50 h 92"/>
                  <a:gd name="T22" fmla="*/ 55 w 60"/>
                  <a:gd name="T23" fmla="*/ 45 h 92"/>
                  <a:gd name="T24" fmla="*/ 53 w 60"/>
                  <a:gd name="T25" fmla="*/ 39 h 92"/>
                  <a:gd name="T26" fmla="*/ 46 w 60"/>
                  <a:gd name="T27" fmla="*/ 32 h 92"/>
                  <a:gd name="T28" fmla="*/ 44 w 60"/>
                  <a:gd name="T29" fmla="*/ 27 h 92"/>
                  <a:gd name="T30" fmla="*/ 51 w 60"/>
                  <a:gd name="T31" fmla="*/ 26 h 92"/>
                  <a:gd name="T32" fmla="*/ 54 w 60"/>
                  <a:gd name="T33" fmla="*/ 24 h 92"/>
                  <a:gd name="T34" fmla="*/ 51 w 60"/>
                  <a:gd name="T35" fmla="*/ 14 h 92"/>
                  <a:gd name="T36" fmla="*/ 50 w 60"/>
                  <a:gd name="T37" fmla="*/ 7 h 92"/>
                  <a:gd name="T38" fmla="*/ 45 w 60"/>
                  <a:gd name="T39" fmla="*/ 0 h 92"/>
                  <a:gd name="T40" fmla="*/ 45 w 60"/>
                  <a:gd name="T41" fmla="*/ 0 h 92"/>
                  <a:gd name="T42" fmla="*/ 44 w 60"/>
                  <a:gd name="T43" fmla="*/ 4 h 92"/>
                  <a:gd name="T44" fmla="*/ 47 w 60"/>
                  <a:gd name="T45" fmla="*/ 7 h 92"/>
                  <a:gd name="T46" fmla="*/ 48 w 60"/>
                  <a:gd name="T47" fmla="*/ 12 h 92"/>
                  <a:gd name="T48" fmla="*/ 43 w 60"/>
                  <a:gd name="T49" fmla="*/ 15 h 92"/>
                  <a:gd name="T50" fmla="*/ 38 w 60"/>
                  <a:gd name="T51" fmla="*/ 24 h 92"/>
                  <a:gd name="T52" fmla="*/ 36 w 60"/>
                  <a:gd name="T53" fmla="*/ 29 h 92"/>
                  <a:gd name="T54" fmla="*/ 36 w 60"/>
                  <a:gd name="T55" fmla="*/ 33 h 92"/>
                  <a:gd name="T56" fmla="*/ 32 w 60"/>
                  <a:gd name="T57" fmla="*/ 38 h 92"/>
                  <a:gd name="T58" fmla="*/ 26 w 60"/>
                  <a:gd name="T59" fmla="*/ 50 h 92"/>
                  <a:gd name="T60" fmla="*/ 22 w 60"/>
                  <a:gd name="T61" fmla="*/ 54 h 92"/>
                  <a:gd name="T62" fmla="*/ 17 w 60"/>
                  <a:gd name="T63" fmla="*/ 50 h 92"/>
                  <a:gd name="T64" fmla="*/ 12 w 60"/>
                  <a:gd name="T65" fmla="*/ 51 h 92"/>
                  <a:gd name="T66" fmla="*/ 3 w 60"/>
                  <a:gd name="T67" fmla="*/ 59 h 92"/>
                  <a:gd name="T68" fmla="*/ 0 w 60"/>
                  <a:gd name="T69" fmla="*/ 68 h 92"/>
                  <a:gd name="T70" fmla="*/ 4 w 60"/>
                  <a:gd name="T71" fmla="*/ 72 h 92"/>
                  <a:gd name="T72" fmla="*/ 10 w 60"/>
                  <a:gd name="T73" fmla="*/ 74 h 92"/>
                  <a:gd name="T74" fmla="*/ 12 w 60"/>
                  <a:gd name="T75" fmla="*/ 82 h 92"/>
                  <a:gd name="T76" fmla="*/ 11 w 60"/>
                  <a:gd name="T77" fmla="*/ 89 h 92"/>
                  <a:gd name="T78" fmla="*/ 22 w 60"/>
                  <a:gd name="T79" fmla="*/ 89 h 92"/>
                  <a:gd name="T80" fmla="*/ 25 w 60"/>
                  <a:gd name="T81" fmla="*/ 8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92">
                    <a:moveTo>
                      <a:pt x="25" y="88"/>
                    </a:moveTo>
                    <a:cubicBezTo>
                      <a:pt x="25" y="88"/>
                      <a:pt x="44" y="89"/>
                      <a:pt x="47" y="88"/>
                    </a:cubicBezTo>
                    <a:cubicBezTo>
                      <a:pt x="49" y="88"/>
                      <a:pt x="58" y="92"/>
                      <a:pt x="58" y="92"/>
                    </a:cubicBezTo>
                    <a:cubicBezTo>
                      <a:pt x="58" y="92"/>
                      <a:pt x="58" y="88"/>
                      <a:pt x="60" y="85"/>
                    </a:cubicBezTo>
                    <a:cubicBezTo>
                      <a:pt x="59" y="85"/>
                      <a:pt x="59" y="84"/>
                      <a:pt x="59" y="84"/>
                    </a:cubicBezTo>
                    <a:cubicBezTo>
                      <a:pt x="58" y="82"/>
                      <a:pt x="55" y="80"/>
                      <a:pt x="53" y="79"/>
                    </a:cubicBezTo>
                    <a:cubicBezTo>
                      <a:pt x="52" y="77"/>
                      <a:pt x="52" y="76"/>
                      <a:pt x="52" y="76"/>
                    </a:cubicBezTo>
                    <a:cubicBezTo>
                      <a:pt x="52" y="76"/>
                      <a:pt x="52" y="73"/>
                      <a:pt x="50" y="71"/>
                    </a:cubicBezTo>
                    <a:cubicBezTo>
                      <a:pt x="49" y="69"/>
                      <a:pt x="48" y="67"/>
                      <a:pt x="48" y="65"/>
                    </a:cubicBezTo>
                    <a:cubicBezTo>
                      <a:pt x="48" y="62"/>
                      <a:pt x="47" y="60"/>
                      <a:pt x="47" y="58"/>
                    </a:cubicBezTo>
                    <a:cubicBezTo>
                      <a:pt x="47" y="56"/>
                      <a:pt x="50" y="53"/>
                      <a:pt x="51" y="50"/>
                    </a:cubicBezTo>
                    <a:cubicBezTo>
                      <a:pt x="52" y="48"/>
                      <a:pt x="53" y="46"/>
                      <a:pt x="55" y="45"/>
                    </a:cubicBezTo>
                    <a:cubicBezTo>
                      <a:pt x="54" y="44"/>
                      <a:pt x="53" y="42"/>
                      <a:pt x="53" y="39"/>
                    </a:cubicBezTo>
                    <a:cubicBezTo>
                      <a:pt x="52" y="36"/>
                      <a:pt x="49" y="35"/>
                      <a:pt x="46" y="32"/>
                    </a:cubicBezTo>
                    <a:cubicBezTo>
                      <a:pt x="43" y="29"/>
                      <a:pt x="44" y="28"/>
                      <a:pt x="44" y="27"/>
                    </a:cubicBezTo>
                    <a:cubicBezTo>
                      <a:pt x="44" y="25"/>
                      <a:pt x="48" y="25"/>
                      <a:pt x="51" y="26"/>
                    </a:cubicBezTo>
                    <a:cubicBezTo>
                      <a:pt x="54" y="26"/>
                      <a:pt x="55" y="25"/>
                      <a:pt x="54" y="24"/>
                    </a:cubicBezTo>
                    <a:cubicBezTo>
                      <a:pt x="53" y="24"/>
                      <a:pt x="51" y="18"/>
                      <a:pt x="51" y="14"/>
                    </a:cubicBezTo>
                    <a:cubicBezTo>
                      <a:pt x="51" y="11"/>
                      <a:pt x="50" y="9"/>
                      <a:pt x="50" y="7"/>
                    </a:cubicBezTo>
                    <a:cubicBezTo>
                      <a:pt x="50" y="5"/>
                      <a:pt x="47" y="0"/>
                      <a:pt x="45" y="0"/>
                    </a:cubicBezTo>
                    <a:cubicBezTo>
                      <a:pt x="45" y="0"/>
                      <a:pt x="45" y="0"/>
                      <a:pt x="45" y="0"/>
                    </a:cubicBezTo>
                    <a:cubicBezTo>
                      <a:pt x="44" y="1"/>
                      <a:pt x="44" y="3"/>
                      <a:pt x="44" y="4"/>
                    </a:cubicBezTo>
                    <a:cubicBezTo>
                      <a:pt x="44" y="5"/>
                      <a:pt x="46" y="7"/>
                      <a:pt x="47" y="7"/>
                    </a:cubicBezTo>
                    <a:cubicBezTo>
                      <a:pt x="49" y="8"/>
                      <a:pt x="48" y="10"/>
                      <a:pt x="48" y="12"/>
                    </a:cubicBezTo>
                    <a:cubicBezTo>
                      <a:pt x="48" y="14"/>
                      <a:pt x="44" y="14"/>
                      <a:pt x="43" y="15"/>
                    </a:cubicBezTo>
                    <a:cubicBezTo>
                      <a:pt x="42" y="16"/>
                      <a:pt x="38" y="23"/>
                      <a:pt x="38" y="24"/>
                    </a:cubicBezTo>
                    <a:cubicBezTo>
                      <a:pt x="39" y="25"/>
                      <a:pt x="38" y="28"/>
                      <a:pt x="36" y="29"/>
                    </a:cubicBezTo>
                    <a:cubicBezTo>
                      <a:pt x="35" y="29"/>
                      <a:pt x="36" y="32"/>
                      <a:pt x="36" y="33"/>
                    </a:cubicBezTo>
                    <a:cubicBezTo>
                      <a:pt x="36" y="34"/>
                      <a:pt x="32" y="36"/>
                      <a:pt x="32" y="38"/>
                    </a:cubicBezTo>
                    <a:cubicBezTo>
                      <a:pt x="32" y="40"/>
                      <a:pt x="27" y="48"/>
                      <a:pt x="26" y="50"/>
                    </a:cubicBezTo>
                    <a:cubicBezTo>
                      <a:pt x="24" y="53"/>
                      <a:pt x="23" y="56"/>
                      <a:pt x="22" y="54"/>
                    </a:cubicBezTo>
                    <a:cubicBezTo>
                      <a:pt x="22" y="52"/>
                      <a:pt x="18" y="49"/>
                      <a:pt x="17" y="50"/>
                    </a:cubicBezTo>
                    <a:cubicBezTo>
                      <a:pt x="15" y="51"/>
                      <a:pt x="13" y="50"/>
                      <a:pt x="12" y="51"/>
                    </a:cubicBezTo>
                    <a:cubicBezTo>
                      <a:pt x="11" y="51"/>
                      <a:pt x="3" y="59"/>
                      <a:pt x="3" y="59"/>
                    </a:cubicBezTo>
                    <a:cubicBezTo>
                      <a:pt x="3" y="59"/>
                      <a:pt x="2" y="63"/>
                      <a:pt x="0" y="68"/>
                    </a:cubicBezTo>
                    <a:cubicBezTo>
                      <a:pt x="1" y="69"/>
                      <a:pt x="3" y="71"/>
                      <a:pt x="4" y="72"/>
                    </a:cubicBezTo>
                    <a:cubicBezTo>
                      <a:pt x="5" y="75"/>
                      <a:pt x="9" y="73"/>
                      <a:pt x="10" y="74"/>
                    </a:cubicBezTo>
                    <a:cubicBezTo>
                      <a:pt x="11" y="74"/>
                      <a:pt x="13" y="80"/>
                      <a:pt x="12" y="82"/>
                    </a:cubicBezTo>
                    <a:cubicBezTo>
                      <a:pt x="12" y="83"/>
                      <a:pt x="10" y="87"/>
                      <a:pt x="11" y="89"/>
                    </a:cubicBezTo>
                    <a:cubicBezTo>
                      <a:pt x="22" y="89"/>
                      <a:pt x="22" y="89"/>
                      <a:pt x="22" y="89"/>
                    </a:cubicBezTo>
                    <a:lnTo>
                      <a:pt x="25" y="8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1" name="Freeform 27">
                <a:extLst>
                  <a:ext uri="{FF2B5EF4-FFF2-40B4-BE49-F238E27FC236}">
                    <a16:creationId xmlns:a16="http://schemas.microsoft.com/office/drawing/2014/main" id="{C0C25430-6E1D-49CD-9B8B-2D007336412F}"/>
                  </a:ext>
                </a:extLst>
              </p:cNvPr>
              <p:cNvSpPr>
                <a:spLocks/>
              </p:cNvSpPr>
              <p:nvPr/>
            </p:nvSpPr>
            <p:spPr bwMode="auto">
              <a:xfrm>
                <a:off x="4761619" y="3886533"/>
                <a:ext cx="115435" cy="116689"/>
              </a:xfrm>
              <a:custGeom>
                <a:avLst/>
                <a:gdLst>
                  <a:gd name="T0" fmla="*/ 47 w 50"/>
                  <a:gd name="T1" fmla="*/ 43 h 51"/>
                  <a:gd name="T2" fmla="*/ 44 w 50"/>
                  <a:gd name="T3" fmla="*/ 34 h 51"/>
                  <a:gd name="T4" fmla="*/ 47 w 50"/>
                  <a:gd name="T5" fmla="*/ 26 h 51"/>
                  <a:gd name="T6" fmla="*/ 50 w 50"/>
                  <a:gd name="T7" fmla="*/ 21 h 51"/>
                  <a:gd name="T8" fmla="*/ 47 w 50"/>
                  <a:gd name="T9" fmla="*/ 8 h 51"/>
                  <a:gd name="T10" fmla="*/ 46 w 50"/>
                  <a:gd name="T11" fmla="*/ 8 h 51"/>
                  <a:gd name="T12" fmla="*/ 36 w 50"/>
                  <a:gd name="T13" fmla="*/ 9 h 51"/>
                  <a:gd name="T14" fmla="*/ 29 w 50"/>
                  <a:gd name="T15" fmla="*/ 5 h 51"/>
                  <a:gd name="T16" fmla="*/ 23 w 50"/>
                  <a:gd name="T17" fmla="*/ 3 h 51"/>
                  <a:gd name="T18" fmla="*/ 20 w 50"/>
                  <a:gd name="T19" fmla="*/ 2 h 51"/>
                  <a:gd name="T20" fmla="*/ 16 w 50"/>
                  <a:gd name="T21" fmla="*/ 3 h 51"/>
                  <a:gd name="T22" fmla="*/ 12 w 50"/>
                  <a:gd name="T23" fmla="*/ 5 h 51"/>
                  <a:gd name="T24" fmla="*/ 8 w 50"/>
                  <a:gd name="T25" fmla="*/ 4 h 51"/>
                  <a:gd name="T26" fmla="*/ 5 w 50"/>
                  <a:gd name="T27" fmla="*/ 4 h 51"/>
                  <a:gd name="T28" fmla="*/ 5 w 50"/>
                  <a:gd name="T29" fmla="*/ 11 h 51"/>
                  <a:gd name="T30" fmla="*/ 6 w 50"/>
                  <a:gd name="T31" fmla="*/ 15 h 51"/>
                  <a:gd name="T32" fmla="*/ 8 w 50"/>
                  <a:gd name="T33" fmla="*/ 20 h 51"/>
                  <a:gd name="T34" fmla="*/ 4 w 50"/>
                  <a:gd name="T35" fmla="*/ 20 h 51"/>
                  <a:gd name="T36" fmla="*/ 5 w 50"/>
                  <a:gd name="T37" fmla="*/ 25 h 51"/>
                  <a:gd name="T38" fmla="*/ 2 w 50"/>
                  <a:gd name="T39" fmla="*/ 29 h 51"/>
                  <a:gd name="T40" fmla="*/ 1 w 50"/>
                  <a:gd name="T41" fmla="*/ 35 h 51"/>
                  <a:gd name="T42" fmla="*/ 4 w 50"/>
                  <a:gd name="T43" fmla="*/ 38 h 51"/>
                  <a:gd name="T44" fmla="*/ 10 w 50"/>
                  <a:gd name="T45" fmla="*/ 44 h 51"/>
                  <a:gd name="T46" fmla="*/ 8 w 50"/>
                  <a:gd name="T47" fmla="*/ 51 h 51"/>
                  <a:gd name="T48" fmla="*/ 32 w 50"/>
                  <a:gd name="T49" fmla="*/ 46 h 51"/>
                  <a:gd name="T50" fmla="*/ 47 w 50"/>
                  <a:gd name="T51" fmla="*/ 47 h 51"/>
                  <a:gd name="T52" fmla="*/ 47 w 50"/>
                  <a:gd name="T53" fmla="*/ 4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0" h="51">
                    <a:moveTo>
                      <a:pt x="47" y="43"/>
                    </a:moveTo>
                    <a:cubicBezTo>
                      <a:pt x="46" y="42"/>
                      <a:pt x="44" y="35"/>
                      <a:pt x="44" y="34"/>
                    </a:cubicBezTo>
                    <a:cubicBezTo>
                      <a:pt x="44" y="33"/>
                      <a:pt x="47" y="28"/>
                      <a:pt x="47" y="26"/>
                    </a:cubicBezTo>
                    <a:cubicBezTo>
                      <a:pt x="47" y="24"/>
                      <a:pt x="50" y="23"/>
                      <a:pt x="50" y="21"/>
                    </a:cubicBezTo>
                    <a:cubicBezTo>
                      <a:pt x="50" y="19"/>
                      <a:pt x="49" y="13"/>
                      <a:pt x="47" y="8"/>
                    </a:cubicBezTo>
                    <a:cubicBezTo>
                      <a:pt x="47" y="8"/>
                      <a:pt x="46" y="8"/>
                      <a:pt x="46" y="8"/>
                    </a:cubicBezTo>
                    <a:cubicBezTo>
                      <a:pt x="44" y="6"/>
                      <a:pt x="38" y="6"/>
                      <a:pt x="36" y="9"/>
                    </a:cubicBezTo>
                    <a:cubicBezTo>
                      <a:pt x="34" y="11"/>
                      <a:pt x="30" y="7"/>
                      <a:pt x="29" y="5"/>
                    </a:cubicBezTo>
                    <a:cubicBezTo>
                      <a:pt x="29" y="4"/>
                      <a:pt x="25" y="2"/>
                      <a:pt x="23" y="3"/>
                    </a:cubicBezTo>
                    <a:cubicBezTo>
                      <a:pt x="21" y="5"/>
                      <a:pt x="20" y="4"/>
                      <a:pt x="20" y="2"/>
                    </a:cubicBezTo>
                    <a:cubicBezTo>
                      <a:pt x="20" y="0"/>
                      <a:pt x="17" y="1"/>
                      <a:pt x="16" y="3"/>
                    </a:cubicBezTo>
                    <a:cubicBezTo>
                      <a:pt x="16" y="5"/>
                      <a:pt x="13" y="6"/>
                      <a:pt x="12" y="5"/>
                    </a:cubicBezTo>
                    <a:cubicBezTo>
                      <a:pt x="11" y="4"/>
                      <a:pt x="9" y="2"/>
                      <a:pt x="8" y="4"/>
                    </a:cubicBezTo>
                    <a:cubicBezTo>
                      <a:pt x="7" y="5"/>
                      <a:pt x="6" y="5"/>
                      <a:pt x="5" y="4"/>
                    </a:cubicBezTo>
                    <a:cubicBezTo>
                      <a:pt x="4" y="7"/>
                      <a:pt x="4" y="10"/>
                      <a:pt x="5" y="11"/>
                    </a:cubicBezTo>
                    <a:cubicBezTo>
                      <a:pt x="6" y="12"/>
                      <a:pt x="7" y="14"/>
                      <a:pt x="6" y="15"/>
                    </a:cubicBezTo>
                    <a:cubicBezTo>
                      <a:pt x="6" y="16"/>
                      <a:pt x="9" y="18"/>
                      <a:pt x="8" y="20"/>
                    </a:cubicBezTo>
                    <a:cubicBezTo>
                      <a:pt x="6" y="21"/>
                      <a:pt x="5" y="18"/>
                      <a:pt x="4" y="20"/>
                    </a:cubicBezTo>
                    <a:cubicBezTo>
                      <a:pt x="3" y="22"/>
                      <a:pt x="6" y="24"/>
                      <a:pt x="5" y="25"/>
                    </a:cubicBezTo>
                    <a:cubicBezTo>
                      <a:pt x="4" y="26"/>
                      <a:pt x="2" y="27"/>
                      <a:pt x="2" y="29"/>
                    </a:cubicBezTo>
                    <a:cubicBezTo>
                      <a:pt x="3" y="32"/>
                      <a:pt x="3" y="34"/>
                      <a:pt x="1" y="35"/>
                    </a:cubicBezTo>
                    <a:cubicBezTo>
                      <a:pt x="0" y="36"/>
                      <a:pt x="2" y="36"/>
                      <a:pt x="4" y="38"/>
                    </a:cubicBezTo>
                    <a:cubicBezTo>
                      <a:pt x="7" y="39"/>
                      <a:pt x="11" y="41"/>
                      <a:pt x="10" y="44"/>
                    </a:cubicBezTo>
                    <a:cubicBezTo>
                      <a:pt x="10" y="46"/>
                      <a:pt x="9" y="47"/>
                      <a:pt x="8" y="51"/>
                    </a:cubicBezTo>
                    <a:cubicBezTo>
                      <a:pt x="13" y="51"/>
                      <a:pt x="22" y="48"/>
                      <a:pt x="32" y="46"/>
                    </a:cubicBezTo>
                    <a:cubicBezTo>
                      <a:pt x="38" y="45"/>
                      <a:pt x="43" y="46"/>
                      <a:pt x="47" y="47"/>
                    </a:cubicBezTo>
                    <a:cubicBezTo>
                      <a:pt x="48" y="45"/>
                      <a:pt x="48" y="44"/>
                      <a:pt x="47" y="4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2" name="Freeform 28">
                <a:extLst>
                  <a:ext uri="{FF2B5EF4-FFF2-40B4-BE49-F238E27FC236}">
                    <a16:creationId xmlns:a16="http://schemas.microsoft.com/office/drawing/2014/main" id="{BC0F3890-7774-4285-B53B-4370ACD070DC}"/>
                  </a:ext>
                </a:extLst>
              </p:cNvPr>
              <p:cNvSpPr>
                <a:spLocks/>
              </p:cNvSpPr>
              <p:nvPr/>
            </p:nvSpPr>
            <p:spPr bwMode="auto">
              <a:xfrm>
                <a:off x="4863252" y="3879004"/>
                <a:ext cx="77793" cy="120454"/>
              </a:xfrm>
              <a:custGeom>
                <a:avLst/>
                <a:gdLst>
                  <a:gd name="T0" fmla="*/ 29 w 34"/>
                  <a:gd name="T1" fmla="*/ 22 h 52"/>
                  <a:gd name="T2" fmla="*/ 29 w 34"/>
                  <a:gd name="T3" fmla="*/ 10 h 52"/>
                  <a:gd name="T4" fmla="*/ 27 w 34"/>
                  <a:gd name="T5" fmla="*/ 5 h 52"/>
                  <a:gd name="T6" fmla="*/ 25 w 34"/>
                  <a:gd name="T7" fmla="*/ 0 h 52"/>
                  <a:gd name="T8" fmla="*/ 23 w 34"/>
                  <a:gd name="T9" fmla="*/ 2 h 52"/>
                  <a:gd name="T10" fmla="*/ 3 w 34"/>
                  <a:gd name="T11" fmla="*/ 2 h 52"/>
                  <a:gd name="T12" fmla="*/ 4 w 34"/>
                  <a:gd name="T13" fmla="*/ 10 h 52"/>
                  <a:gd name="T14" fmla="*/ 3 w 34"/>
                  <a:gd name="T15" fmla="*/ 11 h 52"/>
                  <a:gd name="T16" fmla="*/ 6 w 34"/>
                  <a:gd name="T17" fmla="*/ 24 h 52"/>
                  <a:gd name="T18" fmla="*/ 3 w 34"/>
                  <a:gd name="T19" fmla="*/ 29 h 52"/>
                  <a:gd name="T20" fmla="*/ 0 w 34"/>
                  <a:gd name="T21" fmla="*/ 37 h 52"/>
                  <a:gd name="T22" fmla="*/ 3 w 34"/>
                  <a:gd name="T23" fmla="*/ 46 h 52"/>
                  <a:gd name="T24" fmla="*/ 3 w 34"/>
                  <a:gd name="T25" fmla="*/ 50 h 52"/>
                  <a:gd name="T26" fmla="*/ 9 w 34"/>
                  <a:gd name="T27" fmla="*/ 52 h 52"/>
                  <a:gd name="T28" fmla="*/ 25 w 34"/>
                  <a:gd name="T29" fmla="*/ 46 h 52"/>
                  <a:gd name="T30" fmla="*/ 34 w 34"/>
                  <a:gd name="T31" fmla="*/ 42 h 52"/>
                  <a:gd name="T32" fmla="*/ 31 w 34"/>
                  <a:gd name="T33" fmla="*/ 33 h 52"/>
                  <a:gd name="T34" fmla="*/ 29 w 34"/>
                  <a:gd name="T35" fmla="*/ 2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52">
                    <a:moveTo>
                      <a:pt x="29" y="22"/>
                    </a:moveTo>
                    <a:cubicBezTo>
                      <a:pt x="28" y="19"/>
                      <a:pt x="29" y="13"/>
                      <a:pt x="29" y="10"/>
                    </a:cubicBezTo>
                    <a:cubicBezTo>
                      <a:pt x="29" y="8"/>
                      <a:pt x="28" y="6"/>
                      <a:pt x="27" y="5"/>
                    </a:cubicBezTo>
                    <a:cubicBezTo>
                      <a:pt x="26" y="5"/>
                      <a:pt x="26" y="3"/>
                      <a:pt x="25" y="0"/>
                    </a:cubicBezTo>
                    <a:cubicBezTo>
                      <a:pt x="24" y="1"/>
                      <a:pt x="24" y="3"/>
                      <a:pt x="23" y="2"/>
                    </a:cubicBezTo>
                    <a:cubicBezTo>
                      <a:pt x="23" y="1"/>
                      <a:pt x="4" y="0"/>
                      <a:pt x="3" y="2"/>
                    </a:cubicBezTo>
                    <a:cubicBezTo>
                      <a:pt x="2" y="3"/>
                      <a:pt x="5" y="8"/>
                      <a:pt x="4" y="10"/>
                    </a:cubicBezTo>
                    <a:cubicBezTo>
                      <a:pt x="4" y="11"/>
                      <a:pt x="4" y="11"/>
                      <a:pt x="3" y="11"/>
                    </a:cubicBezTo>
                    <a:cubicBezTo>
                      <a:pt x="5" y="16"/>
                      <a:pt x="6" y="22"/>
                      <a:pt x="6" y="24"/>
                    </a:cubicBezTo>
                    <a:cubicBezTo>
                      <a:pt x="6" y="26"/>
                      <a:pt x="3" y="27"/>
                      <a:pt x="3" y="29"/>
                    </a:cubicBezTo>
                    <a:cubicBezTo>
                      <a:pt x="3" y="31"/>
                      <a:pt x="0" y="36"/>
                      <a:pt x="0" y="37"/>
                    </a:cubicBezTo>
                    <a:cubicBezTo>
                      <a:pt x="0" y="38"/>
                      <a:pt x="2" y="45"/>
                      <a:pt x="3" y="46"/>
                    </a:cubicBezTo>
                    <a:cubicBezTo>
                      <a:pt x="4" y="47"/>
                      <a:pt x="4" y="48"/>
                      <a:pt x="3" y="50"/>
                    </a:cubicBezTo>
                    <a:cubicBezTo>
                      <a:pt x="7" y="51"/>
                      <a:pt x="9" y="52"/>
                      <a:pt x="9" y="52"/>
                    </a:cubicBezTo>
                    <a:cubicBezTo>
                      <a:pt x="11" y="52"/>
                      <a:pt x="21" y="48"/>
                      <a:pt x="25" y="46"/>
                    </a:cubicBezTo>
                    <a:cubicBezTo>
                      <a:pt x="28" y="44"/>
                      <a:pt x="32" y="43"/>
                      <a:pt x="34" y="42"/>
                    </a:cubicBezTo>
                    <a:cubicBezTo>
                      <a:pt x="33" y="39"/>
                      <a:pt x="31" y="35"/>
                      <a:pt x="31" y="33"/>
                    </a:cubicBezTo>
                    <a:cubicBezTo>
                      <a:pt x="31" y="28"/>
                      <a:pt x="30" y="24"/>
                      <a:pt x="29"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3" name="Freeform 29">
                <a:extLst>
                  <a:ext uri="{FF2B5EF4-FFF2-40B4-BE49-F238E27FC236}">
                    <a16:creationId xmlns:a16="http://schemas.microsoft.com/office/drawing/2014/main" id="{575CECD2-8A40-4478-9071-E8AC630159C6}"/>
                  </a:ext>
                </a:extLst>
              </p:cNvPr>
              <p:cNvSpPr>
                <a:spLocks/>
              </p:cNvSpPr>
              <p:nvPr/>
            </p:nvSpPr>
            <p:spPr bwMode="auto">
              <a:xfrm>
                <a:off x="4641165" y="3848891"/>
                <a:ext cx="140529" cy="106652"/>
              </a:xfrm>
              <a:custGeom>
                <a:avLst/>
                <a:gdLst>
                  <a:gd name="T0" fmla="*/ 20 w 61"/>
                  <a:gd name="T1" fmla="*/ 25 h 46"/>
                  <a:gd name="T2" fmla="*/ 24 w 61"/>
                  <a:gd name="T3" fmla="*/ 24 h 46"/>
                  <a:gd name="T4" fmla="*/ 30 w 61"/>
                  <a:gd name="T5" fmla="*/ 23 h 46"/>
                  <a:gd name="T6" fmla="*/ 37 w 61"/>
                  <a:gd name="T7" fmla="*/ 31 h 46"/>
                  <a:gd name="T8" fmla="*/ 38 w 61"/>
                  <a:gd name="T9" fmla="*/ 35 h 46"/>
                  <a:gd name="T10" fmla="*/ 38 w 61"/>
                  <a:gd name="T11" fmla="*/ 36 h 46"/>
                  <a:gd name="T12" fmla="*/ 44 w 61"/>
                  <a:gd name="T13" fmla="*/ 35 h 46"/>
                  <a:gd name="T14" fmla="*/ 46 w 61"/>
                  <a:gd name="T15" fmla="*/ 42 h 46"/>
                  <a:gd name="T16" fmla="*/ 50 w 61"/>
                  <a:gd name="T17" fmla="*/ 45 h 46"/>
                  <a:gd name="T18" fmla="*/ 53 w 61"/>
                  <a:gd name="T19" fmla="*/ 42 h 46"/>
                  <a:gd name="T20" fmla="*/ 55 w 61"/>
                  <a:gd name="T21" fmla="*/ 43 h 46"/>
                  <a:gd name="T22" fmla="*/ 57 w 61"/>
                  <a:gd name="T23" fmla="*/ 41 h 46"/>
                  <a:gd name="T24" fmla="*/ 56 w 61"/>
                  <a:gd name="T25" fmla="*/ 36 h 46"/>
                  <a:gd name="T26" fmla="*/ 60 w 61"/>
                  <a:gd name="T27" fmla="*/ 36 h 46"/>
                  <a:gd name="T28" fmla="*/ 58 w 61"/>
                  <a:gd name="T29" fmla="*/ 31 h 46"/>
                  <a:gd name="T30" fmla="*/ 57 w 61"/>
                  <a:gd name="T31" fmla="*/ 27 h 46"/>
                  <a:gd name="T32" fmla="*/ 57 w 61"/>
                  <a:gd name="T33" fmla="*/ 20 h 46"/>
                  <a:gd name="T34" fmla="*/ 56 w 61"/>
                  <a:gd name="T35" fmla="*/ 19 h 46"/>
                  <a:gd name="T36" fmla="*/ 54 w 61"/>
                  <a:gd name="T37" fmla="*/ 15 h 46"/>
                  <a:gd name="T38" fmla="*/ 54 w 61"/>
                  <a:gd name="T39" fmla="*/ 12 h 46"/>
                  <a:gd name="T40" fmla="*/ 51 w 61"/>
                  <a:gd name="T41" fmla="*/ 8 h 46"/>
                  <a:gd name="T42" fmla="*/ 48 w 61"/>
                  <a:gd name="T43" fmla="*/ 2 h 46"/>
                  <a:gd name="T44" fmla="*/ 42 w 61"/>
                  <a:gd name="T45" fmla="*/ 6 h 46"/>
                  <a:gd name="T46" fmla="*/ 37 w 61"/>
                  <a:gd name="T47" fmla="*/ 6 h 46"/>
                  <a:gd name="T48" fmla="*/ 32 w 61"/>
                  <a:gd name="T49" fmla="*/ 6 h 46"/>
                  <a:gd name="T50" fmla="*/ 30 w 61"/>
                  <a:gd name="T51" fmla="*/ 4 h 46"/>
                  <a:gd name="T52" fmla="*/ 30 w 61"/>
                  <a:gd name="T53" fmla="*/ 3 h 46"/>
                  <a:gd name="T54" fmla="*/ 29 w 61"/>
                  <a:gd name="T55" fmla="*/ 3 h 46"/>
                  <a:gd name="T56" fmla="*/ 17 w 61"/>
                  <a:gd name="T57" fmla="*/ 3 h 46"/>
                  <a:gd name="T58" fmla="*/ 12 w 61"/>
                  <a:gd name="T59" fmla="*/ 0 h 46"/>
                  <a:gd name="T60" fmla="*/ 10 w 61"/>
                  <a:gd name="T61" fmla="*/ 4 h 46"/>
                  <a:gd name="T62" fmla="*/ 10 w 61"/>
                  <a:gd name="T63" fmla="*/ 8 h 46"/>
                  <a:gd name="T64" fmla="*/ 7 w 61"/>
                  <a:gd name="T65" fmla="*/ 9 h 46"/>
                  <a:gd name="T66" fmla="*/ 1 w 61"/>
                  <a:gd name="T67" fmla="*/ 13 h 46"/>
                  <a:gd name="T68" fmla="*/ 0 w 61"/>
                  <a:gd name="T69" fmla="*/ 14 h 46"/>
                  <a:gd name="T70" fmla="*/ 6 w 61"/>
                  <a:gd name="T71" fmla="*/ 21 h 46"/>
                  <a:gd name="T72" fmla="*/ 15 w 61"/>
                  <a:gd name="T73" fmla="*/ 31 h 46"/>
                  <a:gd name="T74" fmla="*/ 20 w 61"/>
                  <a:gd name="T75" fmla="*/ 2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46">
                    <a:moveTo>
                      <a:pt x="20" y="25"/>
                    </a:moveTo>
                    <a:cubicBezTo>
                      <a:pt x="20" y="23"/>
                      <a:pt x="22" y="23"/>
                      <a:pt x="24" y="24"/>
                    </a:cubicBezTo>
                    <a:cubicBezTo>
                      <a:pt x="26" y="24"/>
                      <a:pt x="28" y="23"/>
                      <a:pt x="30" y="23"/>
                    </a:cubicBezTo>
                    <a:cubicBezTo>
                      <a:pt x="32" y="23"/>
                      <a:pt x="37" y="29"/>
                      <a:pt x="37" y="31"/>
                    </a:cubicBezTo>
                    <a:cubicBezTo>
                      <a:pt x="37" y="32"/>
                      <a:pt x="37" y="34"/>
                      <a:pt x="38" y="35"/>
                    </a:cubicBezTo>
                    <a:cubicBezTo>
                      <a:pt x="38" y="36"/>
                      <a:pt x="38" y="36"/>
                      <a:pt x="38" y="36"/>
                    </a:cubicBezTo>
                    <a:cubicBezTo>
                      <a:pt x="41" y="35"/>
                      <a:pt x="43" y="35"/>
                      <a:pt x="44" y="35"/>
                    </a:cubicBezTo>
                    <a:cubicBezTo>
                      <a:pt x="45" y="35"/>
                      <a:pt x="46" y="39"/>
                      <a:pt x="46" y="42"/>
                    </a:cubicBezTo>
                    <a:cubicBezTo>
                      <a:pt x="46" y="44"/>
                      <a:pt x="49" y="46"/>
                      <a:pt x="50" y="45"/>
                    </a:cubicBezTo>
                    <a:cubicBezTo>
                      <a:pt x="51" y="43"/>
                      <a:pt x="53" y="41"/>
                      <a:pt x="53" y="42"/>
                    </a:cubicBezTo>
                    <a:cubicBezTo>
                      <a:pt x="53" y="43"/>
                      <a:pt x="54" y="43"/>
                      <a:pt x="55" y="43"/>
                    </a:cubicBezTo>
                    <a:cubicBezTo>
                      <a:pt x="55" y="42"/>
                      <a:pt x="56" y="42"/>
                      <a:pt x="57" y="41"/>
                    </a:cubicBezTo>
                    <a:cubicBezTo>
                      <a:pt x="58" y="40"/>
                      <a:pt x="55" y="38"/>
                      <a:pt x="56" y="36"/>
                    </a:cubicBezTo>
                    <a:cubicBezTo>
                      <a:pt x="57" y="34"/>
                      <a:pt x="58" y="37"/>
                      <a:pt x="60" y="36"/>
                    </a:cubicBezTo>
                    <a:cubicBezTo>
                      <a:pt x="61" y="34"/>
                      <a:pt x="58" y="32"/>
                      <a:pt x="58" y="31"/>
                    </a:cubicBezTo>
                    <a:cubicBezTo>
                      <a:pt x="59" y="30"/>
                      <a:pt x="58" y="28"/>
                      <a:pt x="57" y="27"/>
                    </a:cubicBezTo>
                    <a:cubicBezTo>
                      <a:pt x="56" y="26"/>
                      <a:pt x="56" y="23"/>
                      <a:pt x="57" y="20"/>
                    </a:cubicBezTo>
                    <a:cubicBezTo>
                      <a:pt x="56" y="20"/>
                      <a:pt x="56" y="20"/>
                      <a:pt x="56" y="19"/>
                    </a:cubicBezTo>
                    <a:cubicBezTo>
                      <a:pt x="55" y="18"/>
                      <a:pt x="56" y="15"/>
                      <a:pt x="54" y="15"/>
                    </a:cubicBezTo>
                    <a:cubicBezTo>
                      <a:pt x="52" y="15"/>
                      <a:pt x="52" y="12"/>
                      <a:pt x="54" y="12"/>
                    </a:cubicBezTo>
                    <a:cubicBezTo>
                      <a:pt x="55" y="11"/>
                      <a:pt x="51" y="10"/>
                      <a:pt x="51" y="8"/>
                    </a:cubicBezTo>
                    <a:cubicBezTo>
                      <a:pt x="51" y="6"/>
                      <a:pt x="49" y="2"/>
                      <a:pt x="48" y="2"/>
                    </a:cubicBezTo>
                    <a:cubicBezTo>
                      <a:pt x="47" y="2"/>
                      <a:pt x="44" y="6"/>
                      <a:pt x="42" y="6"/>
                    </a:cubicBezTo>
                    <a:cubicBezTo>
                      <a:pt x="41" y="6"/>
                      <a:pt x="38" y="3"/>
                      <a:pt x="37" y="6"/>
                    </a:cubicBezTo>
                    <a:cubicBezTo>
                      <a:pt x="36" y="8"/>
                      <a:pt x="34" y="5"/>
                      <a:pt x="32" y="6"/>
                    </a:cubicBezTo>
                    <a:cubicBezTo>
                      <a:pt x="31" y="8"/>
                      <a:pt x="30" y="4"/>
                      <a:pt x="30" y="4"/>
                    </a:cubicBezTo>
                    <a:cubicBezTo>
                      <a:pt x="30" y="4"/>
                      <a:pt x="30" y="4"/>
                      <a:pt x="30" y="3"/>
                    </a:cubicBezTo>
                    <a:cubicBezTo>
                      <a:pt x="30" y="3"/>
                      <a:pt x="29" y="3"/>
                      <a:pt x="29" y="3"/>
                    </a:cubicBezTo>
                    <a:cubicBezTo>
                      <a:pt x="25" y="5"/>
                      <a:pt x="18" y="4"/>
                      <a:pt x="17" y="3"/>
                    </a:cubicBezTo>
                    <a:cubicBezTo>
                      <a:pt x="17" y="1"/>
                      <a:pt x="12" y="0"/>
                      <a:pt x="12" y="0"/>
                    </a:cubicBezTo>
                    <a:cubicBezTo>
                      <a:pt x="12" y="0"/>
                      <a:pt x="12" y="3"/>
                      <a:pt x="10" y="4"/>
                    </a:cubicBezTo>
                    <a:cubicBezTo>
                      <a:pt x="8" y="5"/>
                      <a:pt x="10" y="7"/>
                      <a:pt x="10" y="8"/>
                    </a:cubicBezTo>
                    <a:cubicBezTo>
                      <a:pt x="10" y="8"/>
                      <a:pt x="9" y="10"/>
                      <a:pt x="7" y="9"/>
                    </a:cubicBezTo>
                    <a:cubicBezTo>
                      <a:pt x="6" y="8"/>
                      <a:pt x="3" y="12"/>
                      <a:pt x="1" y="13"/>
                    </a:cubicBezTo>
                    <a:cubicBezTo>
                      <a:pt x="1" y="13"/>
                      <a:pt x="0" y="13"/>
                      <a:pt x="0" y="14"/>
                    </a:cubicBezTo>
                    <a:cubicBezTo>
                      <a:pt x="3" y="16"/>
                      <a:pt x="2" y="18"/>
                      <a:pt x="6" y="21"/>
                    </a:cubicBezTo>
                    <a:cubicBezTo>
                      <a:pt x="9" y="23"/>
                      <a:pt x="13" y="26"/>
                      <a:pt x="15" y="31"/>
                    </a:cubicBezTo>
                    <a:cubicBezTo>
                      <a:pt x="17" y="29"/>
                      <a:pt x="20" y="26"/>
                      <a:pt x="2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4" name="Freeform 30">
                <a:extLst>
                  <a:ext uri="{FF2B5EF4-FFF2-40B4-BE49-F238E27FC236}">
                    <a16:creationId xmlns:a16="http://schemas.microsoft.com/office/drawing/2014/main" id="{780996E7-D27F-4BF3-B82D-7BBE9CF9CDFE}"/>
                  </a:ext>
                </a:extLst>
              </p:cNvPr>
              <p:cNvSpPr>
                <a:spLocks/>
              </p:cNvSpPr>
              <p:nvPr/>
            </p:nvSpPr>
            <p:spPr bwMode="auto">
              <a:xfrm>
                <a:off x="4708920" y="3929193"/>
                <a:ext cx="77793" cy="74029"/>
              </a:xfrm>
              <a:custGeom>
                <a:avLst/>
                <a:gdLst>
                  <a:gd name="T0" fmla="*/ 27 w 34"/>
                  <a:gd name="T1" fmla="*/ 19 h 32"/>
                  <a:gd name="T2" fmla="*/ 24 w 34"/>
                  <a:gd name="T3" fmla="*/ 16 h 32"/>
                  <a:gd name="T4" fmla="*/ 25 w 34"/>
                  <a:gd name="T5" fmla="*/ 10 h 32"/>
                  <a:gd name="T6" fmla="*/ 26 w 34"/>
                  <a:gd name="T7" fmla="*/ 8 h 32"/>
                  <a:gd name="T8" fmla="*/ 24 w 34"/>
                  <a:gd name="T9" fmla="*/ 7 h 32"/>
                  <a:gd name="T10" fmla="*/ 21 w 34"/>
                  <a:gd name="T11" fmla="*/ 10 h 32"/>
                  <a:gd name="T12" fmla="*/ 17 w 34"/>
                  <a:gd name="T13" fmla="*/ 7 h 32"/>
                  <a:gd name="T14" fmla="*/ 15 w 34"/>
                  <a:gd name="T15" fmla="*/ 0 h 32"/>
                  <a:gd name="T16" fmla="*/ 9 w 34"/>
                  <a:gd name="T17" fmla="*/ 1 h 32"/>
                  <a:gd name="T18" fmla="*/ 8 w 34"/>
                  <a:gd name="T19" fmla="*/ 5 h 32"/>
                  <a:gd name="T20" fmla="*/ 2 w 34"/>
                  <a:gd name="T21" fmla="*/ 10 h 32"/>
                  <a:gd name="T22" fmla="*/ 0 w 34"/>
                  <a:gd name="T23" fmla="*/ 13 h 32"/>
                  <a:gd name="T24" fmla="*/ 10 w 34"/>
                  <a:gd name="T25" fmla="*/ 20 h 32"/>
                  <a:gd name="T26" fmla="*/ 29 w 34"/>
                  <a:gd name="T27" fmla="*/ 32 h 32"/>
                  <a:gd name="T28" fmla="*/ 31 w 34"/>
                  <a:gd name="T29" fmla="*/ 32 h 32"/>
                  <a:gd name="T30" fmla="*/ 33 w 34"/>
                  <a:gd name="T31" fmla="*/ 25 h 32"/>
                  <a:gd name="T32" fmla="*/ 27 w 34"/>
                  <a:gd name="T33" fmla="*/ 19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32">
                    <a:moveTo>
                      <a:pt x="27" y="19"/>
                    </a:moveTo>
                    <a:cubicBezTo>
                      <a:pt x="25" y="17"/>
                      <a:pt x="23" y="17"/>
                      <a:pt x="24" y="16"/>
                    </a:cubicBezTo>
                    <a:cubicBezTo>
                      <a:pt x="26" y="15"/>
                      <a:pt x="26" y="13"/>
                      <a:pt x="25" y="10"/>
                    </a:cubicBezTo>
                    <a:cubicBezTo>
                      <a:pt x="25" y="9"/>
                      <a:pt x="25" y="9"/>
                      <a:pt x="26" y="8"/>
                    </a:cubicBezTo>
                    <a:cubicBezTo>
                      <a:pt x="25" y="8"/>
                      <a:pt x="24" y="8"/>
                      <a:pt x="24" y="7"/>
                    </a:cubicBezTo>
                    <a:cubicBezTo>
                      <a:pt x="24" y="6"/>
                      <a:pt x="22" y="8"/>
                      <a:pt x="21" y="10"/>
                    </a:cubicBezTo>
                    <a:cubicBezTo>
                      <a:pt x="20" y="11"/>
                      <a:pt x="17" y="9"/>
                      <a:pt x="17" y="7"/>
                    </a:cubicBezTo>
                    <a:cubicBezTo>
                      <a:pt x="17" y="4"/>
                      <a:pt x="16" y="0"/>
                      <a:pt x="15" y="0"/>
                    </a:cubicBezTo>
                    <a:cubicBezTo>
                      <a:pt x="14" y="0"/>
                      <a:pt x="12" y="0"/>
                      <a:pt x="9" y="1"/>
                    </a:cubicBezTo>
                    <a:cubicBezTo>
                      <a:pt x="9" y="2"/>
                      <a:pt x="8" y="4"/>
                      <a:pt x="8" y="5"/>
                    </a:cubicBezTo>
                    <a:cubicBezTo>
                      <a:pt x="8" y="7"/>
                      <a:pt x="3" y="9"/>
                      <a:pt x="2" y="10"/>
                    </a:cubicBezTo>
                    <a:cubicBezTo>
                      <a:pt x="1" y="11"/>
                      <a:pt x="0" y="12"/>
                      <a:pt x="0" y="13"/>
                    </a:cubicBezTo>
                    <a:cubicBezTo>
                      <a:pt x="3" y="15"/>
                      <a:pt x="7" y="18"/>
                      <a:pt x="10" y="20"/>
                    </a:cubicBezTo>
                    <a:cubicBezTo>
                      <a:pt x="16" y="24"/>
                      <a:pt x="25" y="30"/>
                      <a:pt x="29" y="32"/>
                    </a:cubicBezTo>
                    <a:cubicBezTo>
                      <a:pt x="30" y="32"/>
                      <a:pt x="30" y="32"/>
                      <a:pt x="31" y="32"/>
                    </a:cubicBezTo>
                    <a:cubicBezTo>
                      <a:pt x="32" y="28"/>
                      <a:pt x="33" y="27"/>
                      <a:pt x="33" y="25"/>
                    </a:cubicBezTo>
                    <a:cubicBezTo>
                      <a:pt x="34" y="22"/>
                      <a:pt x="30" y="20"/>
                      <a:pt x="27"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5" name="Freeform 31">
                <a:extLst>
                  <a:ext uri="{FF2B5EF4-FFF2-40B4-BE49-F238E27FC236}">
                    <a16:creationId xmlns:a16="http://schemas.microsoft.com/office/drawing/2014/main" id="{18725BD7-A584-4D10-8C40-E21BC348F4B9}"/>
                  </a:ext>
                </a:extLst>
              </p:cNvPr>
              <p:cNvSpPr>
                <a:spLocks/>
              </p:cNvSpPr>
              <p:nvPr/>
            </p:nvSpPr>
            <p:spPr bwMode="auto">
              <a:xfrm>
                <a:off x="4676298" y="3901589"/>
                <a:ext cx="52698" cy="57717"/>
              </a:xfrm>
              <a:custGeom>
                <a:avLst/>
                <a:gdLst>
                  <a:gd name="T0" fmla="*/ 22 w 23"/>
                  <a:gd name="T1" fmla="*/ 17 h 25"/>
                  <a:gd name="T2" fmla="*/ 23 w 23"/>
                  <a:gd name="T3" fmla="*/ 12 h 25"/>
                  <a:gd name="T4" fmla="*/ 22 w 23"/>
                  <a:gd name="T5" fmla="*/ 8 h 25"/>
                  <a:gd name="T6" fmla="*/ 15 w 23"/>
                  <a:gd name="T7" fmla="*/ 0 h 25"/>
                  <a:gd name="T8" fmla="*/ 9 w 23"/>
                  <a:gd name="T9" fmla="*/ 1 h 25"/>
                  <a:gd name="T10" fmla="*/ 5 w 23"/>
                  <a:gd name="T11" fmla="*/ 2 h 25"/>
                  <a:gd name="T12" fmla="*/ 0 w 23"/>
                  <a:gd name="T13" fmla="*/ 8 h 25"/>
                  <a:gd name="T14" fmla="*/ 1 w 23"/>
                  <a:gd name="T15" fmla="*/ 11 h 25"/>
                  <a:gd name="T16" fmla="*/ 7 w 23"/>
                  <a:gd name="T17" fmla="*/ 21 h 25"/>
                  <a:gd name="T18" fmla="*/ 14 w 23"/>
                  <a:gd name="T19" fmla="*/ 25 h 25"/>
                  <a:gd name="T20" fmla="*/ 16 w 23"/>
                  <a:gd name="T21" fmla="*/ 22 h 25"/>
                  <a:gd name="T22" fmla="*/ 22 w 23"/>
                  <a:gd name="T23" fmla="*/ 1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25">
                    <a:moveTo>
                      <a:pt x="22" y="17"/>
                    </a:moveTo>
                    <a:cubicBezTo>
                      <a:pt x="22" y="15"/>
                      <a:pt x="23" y="14"/>
                      <a:pt x="23" y="12"/>
                    </a:cubicBezTo>
                    <a:cubicBezTo>
                      <a:pt x="22" y="11"/>
                      <a:pt x="22" y="9"/>
                      <a:pt x="22" y="8"/>
                    </a:cubicBezTo>
                    <a:cubicBezTo>
                      <a:pt x="22" y="6"/>
                      <a:pt x="17" y="0"/>
                      <a:pt x="15" y="0"/>
                    </a:cubicBezTo>
                    <a:cubicBezTo>
                      <a:pt x="13" y="0"/>
                      <a:pt x="11" y="1"/>
                      <a:pt x="9" y="1"/>
                    </a:cubicBezTo>
                    <a:cubicBezTo>
                      <a:pt x="7" y="0"/>
                      <a:pt x="5" y="0"/>
                      <a:pt x="5" y="2"/>
                    </a:cubicBezTo>
                    <a:cubicBezTo>
                      <a:pt x="5" y="3"/>
                      <a:pt x="2" y="6"/>
                      <a:pt x="0" y="8"/>
                    </a:cubicBezTo>
                    <a:cubicBezTo>
                      <a:pt x="0" y="9"/>
                      <a:pt x="1" y="10"/>
                      <a:pt x="1" y="11"/>
                    </a:cubicBezTo>
                    <a:cubicBezTo>
                      <a:pt x="3" y="17"/>
                      <a:pt x="5" y="19"/>
                      <a:pt x="7" y="21"/>
                    </a:cubicBezTo>
                    <a:cubicBezTo>
                      <a:pt x="9" y="22"/>
                      <a:pt x="11" y="23"/>
                      <a:pt x="14" y="25"/>
                    </a:cubicBezTo>
                    <a:cubicBezTo>
                      <a:pt x="14" y="24"/>
                      <a:pt x="15" y="23"/>
                      <a:pt x="16" y="22"/>
                    </a:cubicBezTo>
                    <a:cubicBezTo>
                      <a:pt x="17" y="21"/>
                      <a:pt x="22" y="19"/>
                      <a:pt x="22" y="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6" name="Freeform 32">
                <a:extLst>
                  <a:ext uri="{FF2B5EF4-FFF2-40B4-BE49-F238E27FC236}">
                    <a16:creationId xmlns:a16="http://schemas.microsoft.com/office/drawing/2014/main" id="{B5E2B236-82A2-48EF-9BA0-A15705CE0171}"/>
                  </a:ext>
                </a:extLst>
              </p:cNvPr>
              <p:cNvSpPr>
                <a:spLocks/>
              </p:cNvSpPr>
              <p:nvPr/>
            </p:nvSpPr>
            <p:spPr bwMode="auto">
              <a:xfrm>
                <a:off x="4607288" y="3559049"/>
                <a:ext cx="154331" cy="124218"/>
              </a:xfrm>
              <a:custGeom>
                <a:avLst/>
                <a:gdLst>
                  <a:gd name="T0" fmla="*/ 31 w 67"/>
                  <a:gd name="T1" fmla="*/ 42 h 54"/>
                  <a:gd name="T2" fmla="*/ 40 w 67"/>
                  <a:gd name="T3" fmla="*/ 36 h 54"/>
                  <a:gd name="T4" fmla="*/ 40 w 67"/>
                  <a:gd name="T5" fmla="*/ 14 h 54"/>
                  <a:gd name="T6" fmla="*/ 67 w 67"/>
                  <a:gd name="T7" fmla="*/ 14 h 54"/>
                  <a:gd name="T8" fmla="*/ 67 w 67"/>
                  <a:gd name="T9" fmla="*/ 3 h 54"/>
                  <a:gd name="T10" fmla="*/ 61 w 67"/>
                  <a:gd name="T11" fmla="*/ 0 h 54"/>
                  <a:gd name="T12" fmla="*/ 31 w 67"/>
                  <a:gd name="T13" fmla="*/ 0 h 54"/>
                  <a:gd name="T14" fmla="*/ 27 w 67"/>
                  <a:gd name="T15" fmla="*/ 7 h 54"/>
                  <a:gd name="T16" fmla="*/ 16 w 67"/>
                  <a:gd name="T17" fmla="*/ 22 h 54"/>
                  <a:gd name="T18" fmla="*/ 2 w 67"/>
                  <a:gd name="T19" fmla="*/ 47 h 54"/>
                  <a:gd name="T20" fmla="*/ 0 w 67"/>
                  <a:gd name="T21" fmla="*/ 54 h 54"/>
                  <a:gd name="T22" fmla="*/ 31 w 67"/>
                  <a:gd name="T23" fmla="*/ 54 h 54"/>
                  <a:gd name="T24" fmla="*/ 31 w 67"/>
                  <a:gd name="T25"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 h="54">
                    <a:moveTo>
                      <a:pt x="31" y="42"/>
                    </a:moveTo>
                    <a:cubicBezTo>
                      <a:pt x="31" y="40"/>
                      <a:pt x="40" y="38"/>
                      <a:pt x="40" y="36"/>
                    </a:cubicBezTo>
                    <a:cubicBezTo>
                      <a:pt x="40" y="34"/>
                      <a:pt x="40" y="14"/>
                      <a:pt x="40" y="14"/>
                    </a:cubicBezTo>
                    <a:cubicBezTo>
                      <a:pt x="40" y="14"/>
                      <a:pt x="66" y="15"/>
                      <a:pt x="67" y="14"/>
                    </a:cubicBezTo>
                    <a:cubicBezTo>
                      <a:pt x="67" y="14"/>
                      <a:pt x="67" y="8"/>
                      <a:pt x="67" y="3"/>
                    </a:cubicBezTo>
                    <a:cubicBezTo>
                      <a:pt x="66" y="1"/>
                      <a:pt x="67" y="0"/>
                      <a:pt x="61" y="0"/>
                    </a:cubicBezTo>
                    <a:cubicBezTo>
                      <a:pt x="56" y="0"/>
                      <a:pt x="41" y="0"/>
                      <a:pt x="31" y="0"/>
                    </a:cubicBezTo>
                    <a:cubicBezTo>
                      <a:pt x="29" y="2"/>
                      <a:pt x="28" y="5"/>
                      <a:pt x="27" y="7"/>
                    </a:cubicBezTo>
                    <a:cubicBezTo>
                      <a:pt x="25" y="11"/>
                      <a:pt x="16" y="16"/>
                      <a:pt x="16" y="22"/>
                    </a:cubicBezTo>
                    <a:cubicBezTo>
                      <a:pt x="16" y="27"/>
                      <a:pt x="7" y="35"/>
                      <a:pt x="2" y="47"/>
                    </a:cubicBezTo>
                    <a:cubicBezTo>
                      <a:pt x="0" y="50"/>
                      <a:pt x="0" y="52"/>
                      <a:pt x="0" y="54"/>
                    </a:cubicBezTo>
                    <a:cubicBezTo>
                      <a:pt x="31" y="54"/>
                      <a:pt x="31" y="54"/>
                      <a:pt x="31" y="54"/>
                    </a:cubicBezTo>
                    <a:cubicBezTo>
                      <a:pt x="31" y="54"/>
                      <a:pt x="31" y="44"/>
                      <a:pt x="31" y="4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7" name="Freeform 33">
                <a:extLst>
                  <a:ext uri="{FF2B5EF4-FFF2-40B4-BE49-F238E27FC236}">
                    <a16:creationId xmlns:a16="http://schemas.microsoft.com/office/drawing/2014/main" id="{F2022576-33F5-4876-93AE-1AE54A6147C7}"/>
                  </a:ext>
                </a:extLst>
              </p:cNvPr>
              <p:cNvSpPr>
                <a:spLocks/>
              </p:cNvSpPr>
              <p:nvPr/>
            </p:nvSpPr>
            <p:spPr bwMode="auto">
              <a:xfrm>
                <a:off x="4604778" y="3565323"/>
                <a:ext cx="225851" cy="247181"/>
              </a:xfrm>
              <a:custGeom>
                <a:avLst/>
                <a:gdLst>
                  <a:gd name="T0" fmla="*/ 8 w 98"/>
                  <a:gd name="T1" fmla="*/ 92 h 107"/>
                  <a:gd name="T2" fmla="*/ 15 w 98"/>
                  <a:gd name="T3" fmla="*/ 92 h 107"/>
                  <a:gd name="T4" fmla="*/ 21 w 98"/>
                  <a:gd name="T5" fmla="*/ 92 h 107"/>
                  <a:gd name="T6" fmla="*/ 26 w 98"/>
                  <a:gd name="T7" fmla="*/ 95 h 107"/>
                  <a:gd name="T8" fmla="*/ 29 w 98"/>
                  <a:gd name="T9" fmla="*/ 95 h 107"/>
                  <a:gd name="T10" fmla="*/ 34 w 98"/>
                  <a:gd name="T11" fmla="*/ 103 h 107"/>
                  <a:gd name="T12" fmla="*/ 38 w 98"/>
                  <a:gd name="T13" fmla="*/ 107 h 107"/>
                  <a:gd name="T14" fmla="*/ 42 w 98"/>
                  <a:gd name="T15" fmla="*/ 104 h 107"/>
                  <a:gd name="T16" fmla="*/ 47 w 98"/>
                  <a:gd name="T17" fmla="*/ 102 h 107"/>
                  <a:gd name="T18" fmla="*/ 52 w 98"/>
                  <a:gd name="T19" fmla="*/ 101 h 107"/>
                  <a:gd name="T20" fmla="*/ 57 w 98"/>
                  <a:gd name="T21" fmla="*/ 102 h 107"/>
                  <a:gd name="T22" fmla="*/ 62 w 98"/>
                  <a:gd name="T23" fmla="*/ 100 h 107"/>
                  <a:gd name="T24" fmla="*/ 93 w 98"/>
                  <a:gd name="T25" fmla="*/ 100 h 107"/>
                  <a:gd name="T26" fmla="*/ 94 w 98"/>
                  <a:gd name="T27" fmla="*/ 93 h 107"/>
                  <a:gd name="T28" fmla="*/ 92 w 98"/>
                  <a:gd name="T29" fmla="*/ 91 h 107"/>
                  <a:gd name="T30" fmla="*/ 84 w 98"/>
                  <a:gd name="T31" fmla="*/ 20 h 107"/>
                  <a:gd name="T32" fmla="*/ 98 w 98"/>
                  <a:gd name="T33" fmla="*/ 20 h 107"/>
                  <a:gd name="T34" fmla="*/ 69 w 98"/>
                  <a:gd name="T35" fmla="*/ 1 h 107"/>
                  <a:gd name="T36" fmla="*/ 68 w 98"/>
                  <a:gd name="T37" fmla="*/ 0 h 107"/>
                  <a:gd name="T38" fmla="*/ 68 w 98"/>
                  <a:gd name="T39" fmla="*/ 11 h 107"/>
                  <a:gd name="T40" fmla="*/ 41 w 98"/>
                  <a:gd name="T41" fmla="*/ 11 h 107"/>
                  <a:gd name="T42" fmla="*/ 41 w 98"/>
                  <a:gd name="T43" fmla="*/ 33 h 107"/>
                  <a:gd name="T44" fmla="*/ 32 w 98"/>
                  <a:gd name="T45" fmla="*/ 39 h 107"/>
                  <a:gd name="T46" fmla="*/ 32 w 98"/>
                  <a:gd name="T47" fmla="*/ 51 h 107"/>
                  <a:gd name="T48" fmla="*/ 1 w 98"/>
                  <a:gd name="T49" fmla="*/ 51 h 107"/>
                  <a:gd name="T50" fmla="*/ 5 w 98"/>
                  <a:gd name="T51" fmla="*/ 60 h 107"/>
                  <a:gd name="T52" fmla="*/ 7 w 98"/>
                  <a:gd name="T53" fmla="*/ 73 h 107"/>
                  <a:gd name="T54" fmla="*/ 4 w 98"/>
                  <a:gd name="T55" fmla="*/ 89 h 107"/>
                  <a:gd name="T56" fmla="*/ 3 w 98"/>
                  <a:gd name="T57" fmla="*/ 96 h 107"/>
                  <a:gd name="T58" fmla="*/ 3 w 98"/>
                  <a:gd name="T59" fmla="*/ 96 h 107"/>
                  <a:gd name="T60" fmla="*/ 8 w 98"/>
                  <a:gd name="T61" fmla="*/ 92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8" h="107">
                    <a:moveTo>
                      <a:pt x="8" y="92"/>
                    </a:moveTo>
                    <a:cubicBezTo>
                      <a:pt x="11" y="93"/>
                      <a:pt x="15" y="92"/>
                      <a:pt x="15" y="92"/>
                    </a:cubicBezTo>
                    <a:cubicBezTo>
                      <a:pt x="15" y="92"/>
                      <a:pt x="19" y="90"/>
                      <a:pt x="21" y="92"/>
                    </a:cubicBezTo>
                    <a:cubicBezTo>
                      <a:pt x="24" y="93"/>
                      <a:pt x="26" y="95"/>
                      <a:pt x="26" y="95"/>
                    </a:cubicBezTo>
                    <a:cubicBezTo>
                      <a:pt x="29" y="95"/>
                      <a:pt x="29" y="95"/>
                      <a:pt x="29" y="95"/>
                    </a:cubicBezTo>
                    <a:cubicBezTo>
                      <a:pt x="29" y="95"/>
                      <a:pt x="31" y="102"/>
                      <a:pt x="34" y="103"/>
                    </a:cubicBezTo>
                    <a:cubicBezTo>
                      <a:pt x="36" y="103"/>
                      <a:pt x="38" y="105"/>
                      <a:pt x="38" y="107"/>
                    </a:cubicBezTo>
                    <a:cubicBezTo>
                      <a:pt x="41" y="107"/>
                      <a:pt x="42" y="106"/>
                      <a:pt x="42" y="104"/>
                    </a:cubicBezTo>
                    <a:cubicBezTo>
                      <a:pt x="42" y="102"/>
                      <a:pt x="44" y="99"/>
                      <a:pt x="47" y="102"/>
                    </a:cubicBezTo>
                    <a:cubicBezTo>
                      <a:pt x="51" y="105"/>
                      <a:pt x="51" y="103"/>
                      <a:pt x="52" y="101"/>
                    </a:cubicBezTo>
                    <a:cubicBezTo>
                      <a:pt x="52" y="100"/>
                      <a:pt x="55" y="102"/>
                      <a:pt x="57" y="102"/>
                    </a:cubicBezTo>
                    <a:cubicBezTo>
                      <a:pt x="59" y="102"/>
                      <a:pt x="62" y="100"/>
                      <a:pt x="62" y="100"/>
                    </a:cubicBezTo>
                    <a:cubicBezTo>
                      <a:pt x="62" y="100"/>
                      <a:pt x="92" y="101"/>
                      <a:pt x="93" y="100"/>
                    </a:cubicBezTo>
                    <a:cubicBezTo>
                      <a:pt x="95" y="99"/>
                      <a:pt x="94" y="93"/>
                      <a:pt x="94" y="93"/>
                    </a:cubicBezTo>
                    <a:cubicBezTo>
                      <a:pt x="92" y="91"/>
                      <a:pt x="92" y="91"/>
                      <a:pt x="92" y="91"/>
                    </a:cubicBezTo>
                    <a:cubicBezTo>
                      <a:pt x="84" y="20"/>
                      <a:pt x="84" y="20"/>
                      <a:pt x="84" y="20"/>
                    </a:cubicBezTo>
                    <a:cubicBezTo>
                      <a:pt x="98" y="20"/>
                      <a:pt x="98" y="20"/>
                      <a:pt x="98" y="20"/>
                    </a:cubicBezTo>
                    <a:cubicBezTo>
                      <a:pt x="83" y="10"/>
                      <a:pt x="71" y="2"/>
                      <a:pt x="69" y="1"/>
                    </a:cubicBezTo>
                    <a:cubicBezTo>
                      <a:pt x="69" y="1"/>
                      <a:pt x="68" y="0"/>
                      <a:pt x="68" y="0"/>
                    </a:cubicBezTo>
                    <a:cubicBezTo>
                      <a:pt x="68" y="5"/>
                      <a:pt x="68" y="11"/>
                      <a:pt x="68" y="11"/>
                    </a:cubicBezTo>
                    <a:cubicBezTo>
                      <a:pt x="67" y="12"/>
                      <a:pt x="41" y="11"/>
                      <a:pt x="41" y="11"/>
                    </a:cubicBezTo>
                    <a:cubicBezTo>
                      <a:pt x="41" y="11"/>
                      <a:pt x="41" y="31"/>
                      <a:pt x="41" y="33"/>
                    </a:cubicBezTo>
                    <a:cubicBezTo>
                      <a:pt x="41" y="35"/>
                      <a:pt x="32" y="37"/>
                      <a:pt x="32" y="39"/>
                    </a:cubicBezTo>
                    <a:cubicBezTo>
                      <a:pt x="32" y="41"/>
                      <a:pt x="32" y="51"/>
                      <a:pt x="32" y="51"/>
                    </a:cubicBezTo>
                    <a:cubicBezTo>
                      <a:pt x="1" y="51"/>
                      <a:pt x="1" y="51"/>
                      <a:pt x="1" y="51"/>
                    </a:cubicBezTo>
                    <a:cubicBezTo>
                      <a:pt x="0" y="56"/>
                      <a:pt x="3" y="58"/>
                      <a:pt x="5" y="60"/>
                    </a:cubicBezTo>
                    <a:cubicBezTo>
                      <a:pt x="8" y="63"/>
                      <a:pt x="3" y="68"/>
                      <a:pt x="7" y="73"/>
                    </a:cubicBezTo>
                    <a:cubicBezTo>
                      <a:pt x="11" y="78"/>
                      <a:pt x="6" y="86"/>
                      <a:pt x="4" y="89"/>
                    </a:cubicBezTo>
                    <a:cubicBezTo>
                      <a:pt x="3" y="91"/>
                      <a:pt x="3" y="93"/>
                      <a:pt x="3" y="96"/>
                    </a:cubicBezTo>
                    <a:cubicBezTo>
                      <a:pt x="3" y="96"/>
                      <a:pt x="3" y="96"/>
                      <a:pt x="3" y="96"/>
                    </a:cubicBezTo>
                    <a:cubicBezTo>
                      <a:pt x="6" y="95"/>
                      <a:pt x="5" y="92"/>
                      <a:pt x="8" y="9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8" name="Freeform 34">
                <a:extLst>
                  <a:ext uri="{FF2B5EF4-FFF2-40B4-BE49-F238E27FC236}">
                    <a16:creationId xmlns:a16="http://schemas.microsoft.com/office/drawing/2014/main" id="{7CCEC966-C8C6-4469-BA47-662FC47867C4}"/>
                  </a:ext>
                </a:extLst>
              </p:cNvPr>
              <p:cNvSpPr>
                <a:spLocks/>
              </p:cNvSpPr>
              <p:nvPr/>
            </p:nvSpPr>
            <p:spPr bwMode="auto">
              <a:xfrm>
                <a:off x="4692609" y="3611748"/>
                <a:ext cx="311172" cy="288587"/>
              </a:xfrm>
              <a:custGeom>
                <a:avLst/>
                <a:gdLst>
                  <a:gd name="T0" fmla="*/ 128 w 135"/>
                  <a:gd name="T1" fmla="*/ 52 h 125"/>
                  <a:gd name="T2" fmla="*/ 124 w 135"/>
                  <a:gd name="T3" fmla="*/ 43 h 125"/>
                  <a:gd name="T4" fmla="*/ 115 w 135"/>
                  <a:gd name="T5" fmla="*/ 40 h 125"/>
                  <a:gd name="T6" fmla="*/ 109 w 135"/>
                  <a:gd name="T7" fmla="*/ 33 h 125"/>
                  <a:gd name="T8" fmla="*/ 60 w 135"/>
                  <a:gd name="T9" fmla="*/ 0 h 125"/>
                  <a:gd name="T10" fmla="*/ 46 w 135"/>
                  <a:gd name="T11" fmla="*/ 0 h 125"/>
                  <a:gd name="T12" fmla="*/ 54 w 135"/>
                  <a:gd name="T13" fmla="*/ 71 h 125"/>
                  <a:gd name="T14" fmla="*/ 56 w 135"/>
                  <a:gd name="T15" fmla="*/ 73 h 125"/>
                  <a:gd name="T16" fmla="*/ 55 w 135"/>
                  <a:gd name="T17" fmla="*/ 80 h 125"/>
                  <a:gd name="T18" fmla="*/ 24 w 135"/>
                  <a:gd name="T19" fmla="*/ 80 h 125"/>
                  <a:gd name="T20" fmla="*/ 19 w 135"/>
                  <a:gd name="T21" fmla="*/ 82 h 125"/>
                  <a:gd name="T22" fmla="*/ 14 w 135"/>
                  <a:gd name="T23" fmla="*/ 81 h 125"/>
                  <a:gd name="T24" fmla="*/ 9 w 135"/>
                  <a:gd name="T25" fmla="*/ 82 h 125"/>
                  <a:gd name="T26" fmla="*/ 4 w 135"/>
                  <a:gd name="T27" fmla="*/ 84 h 125"/>
                  <a:gd name="T28" fmla="*/ 0 w 135"/>
                  <a:gd name="T29" fmla="*/ 87 h 125"/>
                  <a:gd name="T30" fmla="*/ 1 w 135"/>
                  <a:gd name="T31" fmla="*/ 88 h 125"/>
                  <a:gd name="T32" fmla="*/ 2 w 135"/>
                  <a:gd name="T33" fmla="*/ 91 h 125"/>
                  <a:gd name="T34" fmla="*/ 4 w 135"/>
                  <a:gd name="T35" fmla="*/ 96 h 125"/>
                  <a:gd name="T36" fmla="*/ 8 w 135"/>
                  <a:gd name="T37" fmla="*/ 101 h 125"/>
                  <a:gd name="T38" fmla="*/ 8 w 135"/>
                  <a:gd name="T39" fmla="*/ 107 h 125"/>
                  <a:gd name="T40" fmla="*/ 10 w 135"/>
                  <a:gd name="T41" fmla="*/ 109 h 125"/>
                  <a:gd name="T42" fmla="*/ 15 w 135"/>
                  <a:gd name="T43" fmla="*/ 109 h 125"/>
                  <a:gd name="T44" fmla="*/ 20 w 135"/>
                  <a:gd name="T45" fmla="*/ 109 h 125"/>
                  <a:gd name="T46" fmla="*/ 26 w 135"/>
                  <a:gd name="T47" fmla="*/ 105 h 125"/>
                  <a:gd name="T48" fmla="*/ 29 w 135"/>
                  <a:gd name="T49" fmla="*/ 111 h 125"/>
                  <a:gd name="T50" fmla="*/ 32 w 135"/>
                  <a:gd name="T51" fmla="*/ 115 h 125"/>
                  <a:gd name="T52" fmla="*/ 32 w 135"/>
                  <a:gd name="T53" fmla="*/ 118 h 125"/>
                  <a:gd name="T54" fmla="*/ 34 w 135"/>
                  <a:gd name="T55" fmla="*/ 122 h 125"/>
                  <a:gd name="T56" fmla="*/ 38 w 135"/>
                  <a:gd name="T57" fmla="*/ 123 h 125"/>
                  <a:gd name="T58" fmla="*/ 42 w 135"/>
                  <a:gd name="T59" fmla="*/ 124 h 125"/>
                  <a:gd name="T60" fmla="*/ 46 w 135"/>
                  <a:gd name="T61" fmla="*/ 122 h 125"/>
                  <a:gd name="T62" fmla="*/ 50 w 135"/>
                  <a:gd name="T63" fmla="*/ 121 h 125"/>
                  <a:gd name="T64" fmla="*/ 53 w 135"/>
                  <a:gd name="T65" fmla="*/ 122 h 125"/>
                  <a:gd name="T66" fmla="*/ 55 w 135"/>
                  <a:gd name="T67" fmla="*/ 122 h 125"/>
                  <a:gd name="T68" fmla="*/ 58 w 135"/>
                  <a:gd name="T69" fmla="*/ 116 h 125"/>
                  <a:gd name="T70" fmla="*/ 57 w 135"/>
                  <a:gd name="T71" fmla="*/ 110 h 125"/>
                  <a:gd name="T72" fmla="*/ 63 w 135"/>
                  <a:gd name="T73" fmla="*/ 108 h 125"/>
                  <a:gd name="T74" fmla="*/ 66 w 135"/>
                  <a:gd name="T75" fmla="*/ 103 h 125"/>
                  <a:gd name="T76" fmla="*/ 69 w 135"/>
                  <a:gd name="T77" fmla="*/ 97 h 125"/>
                  <a:gd name="T78" fmla="*/ 74 w 135"/>
                  <a:gd name="T79" fmla="*/ 97 h 125"/>
                  <a:gd name="T80" fmla="*/ 77 w 135"/>
                  <a:gd name="T81" fmla="*/ 93 h 125"/>
                  <a:gd name="T82" fmla="*/ 81 w 135"/>
                  <a:gd name="T83" fmla="*/ 91 h 125"/>
                  <a:gd name="T84" fmla="*/ 84 w 135"/>
                  <a:gd name="T85" fmla="*/ 89 h 125"/>
                  <a:gd name="T86" fmla="*/ 91 w 135"/>
                  <a:gd name="T87" fmla="*/ 87 h 125"/>
                  <a:gd name="T88" fmla="*/ 97 w 135"/>
                  <a:gd name="T89" fmla="*/ 84 h 125"/>
                  <a:gd name="T90" fmla="*/ 107 w 135"/>
                  <a:gd name="T91" fmla="*/ 84 h 125"/>
                  <a:gd name="T92" fmla="*/ 114 w 135"/>
                  <a:gd name="T93" fmla="*/ 82 h 125"/>
                  <a:gd name="T94" fmla="*/ 126 w 135"/>
                  <a:gd name="T95" fmla="*/ 81 h 125"/>
                  <a:gd name="T96" fmla="*/ 131 w 135"/>
                  <a:gd name="T97" fmla="*/ 78 h 125"/>
                  <a:gd name="T98" fmla="*/ 134 w 135"/>
                  <a:gd name="T99" fmla="*/ 72 h 125"/>
                  <a:gd name="T100" fmla="*/ 134 w 135"/>
                  <a:gd name="T101" fmla="*/ 50 h 125"/>
                  <a:gd name="T102" fmla="*/ 128 w 135"/>
                  <a:gd name="T103" fmla="*/ 5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5" h="125">
                    <a:moveTo>
                      <a:pt x="128" y="52"/>
                    </a:moveTo>
                    <a:cubicBezTo>
                      <a:pt x="128" y="52"/>
                      <a:pt x="128" y="46"/>
                      <a:pt x="124" y="43"/>
                    </a:cubicBezTo>
                    <a:cubicBezTo>
                      <a:pt x="120" y="41"/>
                      <a:pt x="115" y="40"/>
                      <a:pt x="115" y="40"/>
                    </a:cubicBezTo>
                    <a:cubicBezTo>
                      <a:pt x="115" y="40"/>
                      <a:pt x="112" y="35"/>
                      <a:pt x="109" y="33"/>
                    </a:cubicBezTo>
                    <a:cubicBezTo>
                      <a:pt x="108" y="32"/>
                      <a:pt x="82" y="14"/>
                      <a:pt x="60" y="0"/>
                    </a:cubicBezTo>
                    <a:cubicBezTo>
                      <a:pt x="46" y="0"/>
                      <a:pt x="46" y="0"/>
                      <a:pt x="46" y="0"/>
                    </a:cubicBezTo>
                    <a:cubicBezTo>
                      <a:pt x="54" y="71"/>
                      <a:pt x="54" y="71"/>
                      <a:pt x="54" y="71"/>
                    </a:cubicBezTo>
                    <a:cubicBezTo>
                      <a:pt x="56" y="73"/>
                      <a:pt x="56" y="73"/>
                      <a:pt x="56" y="73"/>
                    </a:cubicBezTo>
                    <a:cubicBezTo>
                      <a:pt x="56" y="73"/>
                      <a:pt x="57" y="79"/>
                      <a:pt x="55" y="80"/>
                    </a:cubicBezTo>
                    <a:cubicBezTo>
                      <a:pt x="54" y="81"/>
                      <a:pt x="24" y="80"/>
                      <a:pt x="24" y="80"/>
                    </a:cubicBezTo>
                    <a:cubicBezTo>
                      <a:pt x="24" y="80"/>
                      <a:pt x="21" y="82"/>
                      <a:pt x="19" y="82"/>
                    </a:cubicBezTo>
                    <a:cubicBezTo>
                      <a:pt x="17" y="82"/>
                      <a:pt x="14" y="80"/>
                      <a:pt x="14" y="81"/>
                    </a:cubicBezTo>
                    <a:cubicBezTo>
                      <a:pt x="13" y="83"/>
                      <a:pt x="13" y="85"/>
                      <a:pt x="9" y="82"/>
                    </a:cubicBezTo>
                    <a:cubicBezTo>
                      <a:pt x="6" y="79"/>
                      <a:pt x="4" y="82"/>
                      <a:pt x="4" y="84"/>
                    </a:cubicBezTo>
                    <a:cubicBezTo>
                      <a:pt x="4" y="86"/>
                      <a:pt x="3" y="87"/>
                      <a:pt x="0" y="87"/>
                    </a:cubicBezTo>
                    <a:cubicBezTo>
                      <a:pt x="1" y="88"/>
                      <a:pt x="1" y="88"/>
                      <a:pt x="1" y="88"/>
                    </a:cubicBezTo>
                    <a:cubicBezTo>
                      <a:pt x="2" y="91"/>
                      <a:pt x="2" y="91"/>
                      <a:pt x="2" y="91"/>
                    </a:cubicBezTo>
                    <a:cubicBezTo>
                      <a:pt x="2" y="91"/>
                      <a:pt x="2" y="94"/>
                      <a:pt x="4" y="96"/>
                    </a:cubicBezTo>
                    <a:cubicBezTo>
                      <a:pt x="5" y="97"/>
                      <a:pt x="8" y="100"/>
                      <a:pt x="8" y="101"/>
                    </a:cubicBezTo>
                    <a:cubicBezTo>
                      <a:pt x="8" y="102"/>
                      <a:pt x="8" y="107"/>
                      <a:pt x="8" y="107"/>
                    </a:cubicBezTo>
                    <a:cubicBezTo>
                      <a:pt x="8" y="107"/>
                      <a:pt x="9" y="111"/>
                      <a:pt x="10" y="109"/>
                    </a:cubicBezTo>
                    <a:cubicBezTo>
                      <a:pt x="12" y="108"/>
                      <a:pt x="14" y="111"/>
                      <a:pt x="15" y="109"/>
                    </a:cubicBezTo>
                    <a:cubicBezTo>
                      <a:pt x="16" y="106"/>
                      <a:pt x="19" y="109"/>
                      <a:pt x="20" y="109"/>
                    </a:cubicBezTo>
                    <a:cubicBezTo>
                      <a:pt x="22" y="109"/>
                      <a:pt x="25" y="105"/>
                      <a:pt x="26" y="105"/>
                    </a:cubicBezTo>
                    <a:cubicBezTo>
                      <a:pt x="27" y="105"/>
                      <a:pt x="29" y="109"/>
                      <a:pt x="29" y="111"/>
                    </a:cubicBezTo>
                    <a:cubicBezTo>
                      <a:pt x="29" y="113"/>
                      <a:pt x="33" y="114"/>
                      <a:pt x="32" y="115"/>
                    </a:cubicBezTo>
                    <a:cubicBezTo>
                      <a:pt x="30" y="115"/>
                      <a:pt x="30" y="118"/>
                      <a:pt x="32" y="118"/>
                    </a:cubicBezTo>
                    <a:cubicBezTo>
                      <a:pt x="34" y="118"/>
                      <a:pt x="33" y="121"/>
                      <a:pt x="34" y="122"/>
                    </a:cubicBezTo>
                    <a:cubicBezTo>
                      <a:pt x="35" y="124"/>
                      <a:pt x="37" y="125"/>
                      <a:pt x="38" y="123"/>
                    </a:cubicBezTo>
                    <a:cubicBezTo>
                      <a:pt x="39" y="121"/>
                      <a:pt x="41" y="123"/>
                      <a:pt x="42" y="124"/>
                    </a:cubicBezTo>
                    <a:cubicBezTo>
                      <a:pt x="43" y="125"/>
                      <a:pt x="46" y="124"/>
                      <a:pt x="46" y="122"/>
                    </a:cubicBezTo>
                    <a:cubicBezTo>
                      <a:pt x="47" y="120"/>
                      <a:pt x="50" y="119"/>
                      <a:pt x="50" y="121"/>
                    </a:cubicBezTo>
                    <a:cubicBezTo>
                      <a:pt x="50" y="123"/>
                      <a:pt x="51" y="124"/>
                      <a:pt x="53" y="122"/>
                    </a:cubicBezTo>
                    <a:cubicBezTo>
                      <a:pt x="54" y="122"/>
                      <a:pt x="55" y="122"/>
                      <a:pt x="55" y="122"/>
                    </a:cubicBezTo>
                    <a:cubicBezTo>
                      <a:pt x="56" y="119"/>
                      <a:pt x="57" y="117"/>
                      <a:pt x="58" y="116"/>
                    </a:cubicBezTo>
                    <a:cubicBezTo>
                      <a:pt x="58" y="114"/>
                      <a:pt x="56" y="111"/>
                      <a:pt x="57" y="110"/>
                    </a:cubicBezTo>
                    <a:cubicBezTo>
                      <a:pt x="58" y="110"/>
                      <a:pt x="62" y="111"/>
                      <a:pt x="63" y="108"/>
                    </a:cubicBezTo>
                    <a:cubicBezTo>
                      <a:pt x="65" y="104"/>
                      <a:pt x="66" y="103"/>
                      <a:pt x="66" y="103"/>
                    </a:cubicBezTo>
                    <a:cubicBezTo>
                      <a:pt x="66" y="103"/>
                      <a:pt x="67" y="95"/>
                      <a:pt x="69" y="97"/>
                    </a:cubicBezTo>
                    <a:cubicBezTo>
                      <a:pt x="71" y="98"/>
                      <a:pt x="73" y="100"/>
                      <a:pt x="74" y="97"/>
                    </a:cubicBezTo>
                    <a:cubicBezTo>
                      <a:pt x="74" y="94"/>
                      <a:pt x="77" y="96"/>
                      <a:pt x="77" y="93"/>
                    </a:cubicBezTo>
                    <a:cubicBezTo>
                      <a:pt x="78" y="90"/>
                      <a:pt x="79" y="91"/>
                      <a:pt x="81" y="91"/>
                    </a:cubicBezTo>
                    <a:cubicBezTo>
                      <a:pt x="83" y="92"/>
                      <a:pt x="84" y="91"/>
                      <a:pt x="84" y="89"/>
                    </a:cubicBezTo>
                    <a:cubicBezTo>
                      <a:pt x="84" y="88"/>
                      <a:pt x="88" y="89"/>
                      <a:pt x="91" y="87"/>
                    </a:cubicBezTo>
                    <a:cubicBezTo>
                      <a:pt x="94" y="84"/>
                      <a:pt x="96" y="83"/>
                      <a:pt x="97" y="84"/>
                    </a:cubicBezTo>
                    <a:cubicBezTo>
                      <a:pt x="98" y="85"/>
                      <a:pt x="106" y="85"/>
                      <a:pt x="107" y="84"/>
                    </a:cubicBezTo>
                    <a:cubicBezTo>
                      <a:pt x="108" y="84"/>
                      <a:pt x="111" y="82"/>
                      <a:pt x="114" y="82"/>
                    </a:cubicBezTo>
                    <a:cubicBezTo>
                      <a:pt x="117" y="83"/>
                      <a:pt x="123" y="81"/>
                      <a:pt x="126" y="81"/>
                    </a:cubicBezTo>
                    <a:cubicBezTo>
                      <a:pt x="129" y="81"/>
                      <a:pt x="130" y="79"/>
                      <a:pt x="131" y="78"/>
                    </a:cubicBezTo>
                    <a:cubicBezTo>
                      <a:pt x="132" y="77"/>
                      <a:pt x="133" y="72"/>
                      <a:pt x="134" y="72"/>
                    </a:cubicBezTo>
                    <a:cubicBezTo>
                      <a:pt x="135" y="71"/>
                      <a:pt x="134" y="56"/>
                      <a:pt x="134" y="50"/>
                    </a:cubicBezTo>
                    <a:cubicBezTo>
                      <a:pt x="132" y="51"/>
                      <a:pt x="128" y="52"/>
                      <a:pt x="128" y="5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39" name="Freeform 35">
                <a:extLst>
                  <a:ext uri="{FF2B5EF4-FFF2-40B4-BE49-F238E27FC236}">
                    <a16:creationId xmlns:a16="http://schemas.microsoft.com/office/drawing/2014/main" id="{4779085A-F5F9-4EF5-87A3-DDB98712ADC6}"/>
                  </a:ext>
                </a:extLst>
              </p:cNvPr>
              <p:cNvSpPr>
                <a:spLocks/>
              </p:cNvSpPr>
              <p:nvPr/>
            </p:nvSpPr>
            <p:spPr bwMode="auto">
              <a:xfrm>
                <a:off x="4819336" y="3802466"/>
                <a:ext cx="154331" cy="109161"/>
              </a:xfrm>
              <a:custGeom>
                <a:avLst/>
                <a:gdLst>
                  <a:gd name="T0" fmla="*/ 66 w 67"/>
                  <a:gd name="T1" fmla="*/ 26 h 47"/>
                  <a:gd name="T2" fmla="*/ 63 w 67"/>
                  <a:gd name="T3" fmla="*/ 25 h 47"/>
                  <a:gd name="T4" fmla="*/ 62 w 67"/>
                  <a:gd name="T5" fmla="*/ 20 h 47"/>
                  <a:gd name="T6" fmla="*/ 58 w 67"/>
                  <a:gd name="T7" fmla="*/ 21 h 47"/>
                  <a:gd name="T8" fmla="*/ 55 w 67"/>
                  <a:gd name="T9" fmla="*/ 18 h 47"/>
                  <a:gd name="T10" fmla="*/ 54 w 67"/>
                  <a:gd name="T11" fmla="*/ 15 h 47"/>
                  <a:gd name="T12" fmla="*/ 50 w 67"/>
                  <a:gd name="T13" fmla="*/ 11 h 47"/>
                  <a:gd name="T14" fmla="*/ 47 w 67"/>
                  <a:gd name="T15" fmla="*/ 6 h 47"/>
                  <a:gd name="T16" fmla="*/ 47 w 67"/>
                  <a:gd name="T17" fmla="*/ 2 h 47"/>
                  <a:gd name="T18" fmla="*/ 42 w 67"/>
                  <a:gd name="T19" fmla="*/ 1 h 47"/>
                  <a:gd name="T20" fmla="*/ 36 w 67"/>
                  <a:gd name="T21" fmla="*/ 4 h 47"/>
                  <a:gd name="T22" fmla="*/ 29 w 67"/>
                  <a:gd name="T23" fmla="*/ 6 h 47"/>
                  <a:gd name="T24" fmla="*/ 26 w 67"/>
                  <a:gd name="T25" fmla="*/ 8 h 47"/>
                  <a:gd name="T26" fmla="*/ 22 w 67"/>
                  <a:gd name="T27" fmla="*/ 10 h 47"/>
                  <a:gd name="T28" fmla="*/ 19 w 67"/>
                  <a:gd name="T29" fmla="*/ 14 h 47"/>
                  <a:gd name="T30" fmla="*/ 14 w 67"/>
                  <a:gd name="T31" fmla="*/ 14 h 47"/>
                  <a:gd name="T32" fmla="*/ 11 w 67"/>
                  <a:gd name="T33" fmla="*/ 20 h 47"/>
                  <a:gd name="T34" fmla="*/ 8 w 67"/>
                  <a:gd name="T35" fmla="*/ 25 h 47"/>
                  <a:gd name="T36" fmla="*/ 2 w 67"/>
                  <a:gd name="T37" fmla="*/ 27 h 47"/>
                  <a:gd name="T38" fmla="*/ 3 w 67"/>
                  <a:gd name="T39" fmla="*/ 33 h 47"/>
                  <a:gd name="T40" fmla="*/ 0 w 67"/>
                  <a:gd name="T41" fmla="*/ 39 h 47"/>
                  <a:gd name="T42" fmla="*/ 4 w 67"/>
                  <a:gd name="T43" fmla="*/ 41 h 47"/>
                  <a:gd name="T44" fmla="*/ 11 w 67"/>
                  <a:gd name="T45" fmla="*/ 45 h 47"/>
                  <a:gd name="T46" fmla="*/ 21 w 67"/>
                  <a:gd name="T47" fmla="*/ 44 h 47"/>
                  <a:gd name="T48" fmla="*/ 23 w 67"/>
                  <a:gd name="T49" fmla="*/ 43 h 47"/>
                  <a:gd name="T50" fmla="*/ 22 w 67"/>
                  <a:gd name="T51" fmla="*/ 35 h 47"/>
                  <a:gd name="T52" fmla="*/ 42 w 67"/>
                  <a:gd name="T53" fmla="*/ 35 h 47"/>
                  <a:gd name="T54" fmla="*/ 45 w 67"/>
                  <a:gd name="T55" fmla="*/ 33 h 47"/>
                  <a:gd name="T56" fmla="*/ 53 w 67"/>
                  <a:gd name="T57" fmla="*/ 34 h 47"/>
                  <a:gd name="T58" fmla="*/ 57 w 67"/>
                  <a:gd name="T59" fmla="*/ 31 h 47"/>
                  <a:gd name="T60" fmla="*/ 64 w 67"/>
                  <a:gd name="T61" fmla="*/ 30 h 47"/>
                  <a:gd name="T62" fmla="*/ 66 w 67"/>
                  <a:gd name="T63" fmla="*/ 26 h 47"/>
                  <a:gd name="T64" fmla="*/ 66 w 67"/>
                  <a:gd name="T6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 h="47">
                    <a:moveTo>
                      <a:pt x="66" y="26"/>
                    </a:moveTo>
                    <a:cubicBezTo>
                      <a:pt x="65" y="25"/>
                      <a:pt x="63" y="25"/>
                      <a:pt x="63" y="25"/>
                    </a:cubicBezTo>
                    <a:cubicBezTo>
                      <a:pt x="62" y="25"/>
                      <a:pt x="63" y="21"/>
                      <a:pt x="62" y="20"/>
                    </a:cubicBezTo>
                    <a:cubicBezTo>
                      <a:pt x="62" y="20"/>
                      <a:pt x="60" y="22"/>
                      <a:pt x="58" y="21"/>
                    </a:cubicBezTo>
                    <a:cubicBezTo>
                      <a:pt x="57" y="20"/>
                      <a:pt x="56" y="18"/>
                      <a:pt x="55" y="18"/>
                    </a:cubicBezTo>
                    <a:cubicBezTo>
                      <a:pt x="54" y="18"/>
                      <a:pt x="54" y="17"/>
                      <a:pt x="54" y="15"/>
                    </a:cubicBezTo>
                    <a:cubicBezTo>
                      <a:pt x="54" y="13"/>
                      <a:pt x="51" y="12"/>
                      <a:pt x="50" y="11"/>
                    </a:cubicBezTo>
                    <a:cubicBezTo>
                      <a:pt x="48" y="10"/>
                      <a:pt x="48" y="7"/>
                      <a:pt x="47" y="6"/>
                    </a:cubicBezTo>
                    <a:cubicBezTo>
                      <a:pt x="47" y="6"/>
                      <a:pt x="47" y="4"/>
                      <a:pt x="47" y="2"/>
                    </a:cubicBezTo>
                    <a:cubicBezTo>
                      <a:pt x="45" y="2"/>
                      <a:pt x="43" y="2"/>
                      <a:pt x="42" y="1"/>
                    </a:cubicBezTo>
                    <a:cubicBezTo>
                      <a:pt x="41" y="0"/>
                      <a:pt x="39" y="1"/>
                      <a:pt x="36" y="4"/>
                    </a:cubicBezTo>
                    <a:cubicBezTo>
                      <a:pt x="33" y="6"/>
                      <a:pt x="29" y="5"/>
                      <a:pt x="29" y="6"/>
                    </a:cubicBezTo>
                    <a:cubicBezTo>
                      <a:pt x="29" y="8"/>
                      <a:pt x="28" y="9"/>
                      <a:pt x="26" y="8"/>
                    </a:cubicBezTo>
                    <a:cubicBezTo>
                      <a:pt x="24" y="8"/>
                      <a:pt x="23" y="7"/>
                      <a:pt x="22" y="10"/>
                    </a:cubicBezTo>
                    <a:cubicBezTo>
                      <a:pt x="22" y="13"/>
                      <a:pt x="19" y="11"/>
                      <a:pt x="19" y="14"/>
                    </a:cubicBezTo>
                    <a:cubicBezTo>
                      <a:pt x="18" y="17"/>
                      <a:pt x="16" y="15"/>
                      <a:pt x="14" y="14"/>
                    </a:cubicBezTo>
                    <a:cubicBezTo>
                      <a:pt x="12" y="12"/>
                      <a:pt x="11" y="20"/>
                      <a:pt x="11" y="20"/>
                    </a:cubicBezTo>
                    <a:cubicBezTo>
                      <a:pt x="11" y="20"/>
                      <a:pt x="10" y="21"/>
                      <a:pt x="8" y="25"/>
                    </a:cubicBezTo>
                    <a:cubicBezTo>
                      <a:pt x="7" y="28"/>
                      <a:pt x="3" y="27"/>
                      <a:pt x="2" y="27"/>
                    </a:cubicBezTo>
                    <a:cubicBezTo>
                      <a:pt x="1" y="28"/>
                      <a:pt x="3" y="31"/>
                      <a:pt x="3" y="33"/>
                    </a:cubicBezTo>
                    <a:cubicBezTo>
                      <a:pt x="2" y="34"/>
                      <a:pt x="1" y="36"/>
                      <a:pt x="0" y="39"/>
                    </a:cubicBezTo>
                    <a:cubicBezTo>
                      <a:pt x="2" y="39"/>
                      <a:pt x="4" y="41"/>
                      <a:pt x="4" y="41"/>
                    </a:cubicBezTo>
                    <a:cubicBezTo>
                      <a:pt x="5" y="43"/>
                      <a:pt x="9" y="47"/>
                      <a:pt x="11" y="45"/>
                    </a:cubicBezTo>
                    <a:cubicBezTo>
                      <a:pt x="13" y="42"/>
                      <a:pt x="19" y="42"/>
                      <a:pt x="21" y="44"/>
                    </a:cubicBezTo>
                    <a:cubicBezTo>
                      <a:pt x="22" y="45"/>
                      <a:pt x="23" y="44"/>
                      <a:pt x="23" y="43"/>
                    </a:cubicBezTo>
                    <a:cubicBezTo>
                      <a:pt x="24" y="41"/>
                      <a:pt x="21" y="36"/>
                      <a:pt x="22" y="35"/>
                    </a:cubicBezTo>
                    <a:cubicBezTo>
                      <a:pt x="23" y="33"/>
                      <a:pt x="42" y="34"/>
                      <a:pt x="42" y="35"/>
                    </a:cubicBezTo>
                    <a:cubicBezTo>
                      <a:pt x="43" y="36"/>
                      <a:pt x="43" y="33"/>
                      <a:pt x="45" y="33"/>
                    </a:cubicBezTo>
                    <a:cubicBezTo>
                      <a:pt x="48" y="33"/>
                      <a:pt x="51" y="35"/>
                      <a:pt x="53" y="34"/>
                    </a:cubicBezTo>
                    <a:cubicBezTo>
                      <a:pt x="54" y="34"/>
                      <a:pt x="56" y="31"/>
                      <a:pt x="57" y="31"/>
                    </a:cubicBezTo>
                    <a:cubicBezTo>
                      <a:pt x="59" y="31"/>
                      <a:pt x="63" y="31"/>
                      <a:pt x="64" y="30"/>
                    </a:cubicBezTo>
                    <a:cubicBezTo>
                      <a:pt x="65" y="28"/>
                      <a:pt x="67" y="28"/>
                      <a:pt x="66" y="26"/>
                    </a:cubicBezTo>
                    <a:cubicBezTo>
                      <a:pt x="66" y="26"/>
                      <a:pt x="66" y="26"/>
                      <a:pt x="66"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0" name="Freeform 36">
                <a:extLst>
                  <a:ext uri="{FF2B5EF4-FFF2-40B4-BE49-F238E27FC236}">
                    <a16:creationId xmlns:a16="http://schemas.microsoft.com/office/drawing/2014/main" id="{828F52D2-F599-4452-8D0F-1352385E92AA}"/>
                  </a:ext>
                </a:extLst>
              </p:cNvPr>
              <p:cNvSpPr>
                <a:spLocks/>
              </p:cNvSpPr>
              <p:nvPr/>
            </p:nvSpPr>
            <p:spPr bwMode="auto">
              <a:xfrm>
                <a:off x="4927243" y="3641861"/>
                <a:ext cx="288587" cy="223341"/>
              </a:xfrm>
              <a:custGeom>
                <a:avLst/>
                <a:gdLst>
                  <a:gd name="T0" fmla="*/ 119 w 125"/>
                  <a:gd name="T1" fmla="*/ 14 h 97"/>
                  <a:gd name="T2" fmla="*/ 118 w 125"/>
                  <a:gd name="T3" fmla="*/ 4 h 97"/>
                  <a:gd name="T4" fmla="*/ 112 w 125"/>
                  <a:gd name="T5" fmla="*/ 7 h 97"/>
                  <a:gd name="T6" fmla="*/ 107 w 125"/>
                  <a:gd name="T7" fmla="*/ 2 h 97"/>
                  <a:gd name="T8" fmla="*/ 95 w 125"/>
                  <a:gd name="T9" fmla="*/ 0 h 97"/>
                  <a:gd name="T10" fmla="*/ 61 w 125"/>
                  <a:gd name="T11" fmla="*/ 21 h 97"/>
                  <a:gd name="T12" fmla="*/ 46 w 125"/>
                  <a:gd name="T13" fmla="*/ 33 h 97"/>
                  <a:gd name="T14" fmla="*/ 33 w 125"/>
                  <a:gd name="T15" fmla="*/ 37 h 97"/>
                  <a:gd name="T16" fmla="*/ 32 w 125"/>
                  <a:gd name="T17" fmla="*/ 37 h 97"/>
                  <a:gd name="T18" fmla="*/ 32 w 125"/>
                  <a:gd name="T19" fmla="*/ 59 h 97"/>
                  <a:gd name="T20" fmla="*/ 29 w 125"/>
                  <a:gd name="T21" fmla="*/ 65 h 97"/>
                  <a:gd name="T22" fmla="*/ 24 w 125"/>
                  <a:gd name="T23" fmla="*/ 68 h 97"/>
                  <a:gd name="T24" fmla="*/ 12 w 125"/>
                  <a:gd name="T25" fmla="*/ 69 h 97"/>
                  <a:gd name="T26" fmla="*/ 5 w 125"/>
                  <a:gd name="T27" fmla="*/ 71 h 97"/>
                  <a:gd name="T28" fmla="*/ 0 w 125"/>
                  <a:gd name="T29" fmla="*/ 72 h 97"/>
                  <a:gd name="T30" fmla="*/ 0 w 125"/>
                  <a:gd name="T31" fmla="*/ 76 h 97"/>
                  <a:gd name="T32" fmla="*/ 3 w 125"/>
                  <a:gd name="T33" fmla="*/ 81 h 97"/>
                  <a:gd name="T34" fmla="*/ 7 w 125"/>
                  <a:gd name="T35" fmla="*/ 85 h 97"/>
                  <a:gd name="T36" fmla="*/ 8 w 125"/>
                  <a:gd name="T37" fmla="*/ 88 h 97"/>
                  <a:gd name="T38" fmla="*/ 11 w 125"/>
                  <a:gd name="T39" fmla="*/ 91 h 97"/>
                  <a:gd name="T40" fmla="*/ 15 w 125"/>
                  <a:gd name="T41" fmla="*/ 90 h 97"/>
                  <a:gd name="T42" fmla="*/ 16 w 125"/>
                  <a:gd name="T43" fmla="*/ 95 h 97"/>
                  <a:gd name="T44" fmla="*/ 19 w 125"/>
                  <a:gd name="T45" fmla="*/ 96 h 97"/>
                  <a:gd name="T46" fmla="*/ 22 w 125"/>
                  <a:gd name="T47" fmla="*/ 93 h 97"/>
                  <a:gd name="T48" fmla="*/ 25 w 125"/>
                  <a:gd name="T49" fmla="*/ 96 h 97"/>
                  <a:gd name="T50" fmla="*/ 28 w 125"/>
                  <a:gd name="T51" fmla="*/ 95 h 97"/>
                  <a:gd name="T52" fmla="*/ 31 w 125"/>
                  <a:gd name="T53" fmla="*/ 89 h 97"/>
                  <a:gd name="T54" fmla="*/ 33 w 125"/>
                  <a:gd name="T55" fmla="*/ 83 h 97"/>
                  <a:gd name="T56" fmla="*/ 41 w 125"/>
                  <a:gd name="T57" fmla="*/ 83 h 97"/>
                  <a:gd name="T58" fmla="*/ 45 w 125"/>
                  <a:gd name="T59" fmla="*/ 81 h 97"/>
                  <a:gd name="T60" fmla="*/ 52 w 125"/>
                  <a:gd name="T61" fmla="*/ 83 h 97"/>
                  <a:gd name="T62" fmla="*/ 56 w 125"/>
                  <a:gd name="T63" fmla="*/ 87 h 97"/>
                  <a:gd name="T64" fmla="*/ 63 w 125"/>
                  <a:gd name="T65" fmla="*/ 86 h 97"/>
                  <a:gd name="T66" fmla="*/ 69 w 125"/>
                  <a:gd name="T67" fmla="*/ 89 h 97"/>
                  <a:gd name="T68" fmla="*/ 77 w 125"/>
                  <a:gd name="T69" fmla="*/ 89 h 97"/>
                  <a:gd name="T70" fmla="*/ 83 w 125"/>
                  <a:gd name="T71" fmla="*/ 85 h 97"/>
                  <a:gd name="T72" fmla="*/ 93 w 125"/>
                  <a:gd name="T73" fmla="*/ 85 h 97"/>
                  <a:gd name="T74" fmla="*/ 100 w 125"/>
                  <a:gd name="T75" fmla="*/ 87 h 97"/>
                  <a:gd name="T76" fmla="*/ 106 w 125"/>
                  <a:gd name="T77" fmla="*/ 82 h 97"/>
                  <a:gd name="T78" fmla="*/ 107 w 125"/>
                  <a:gd name="T79" fmla="*/ 82 h 97"/>
                  <a:gd name="T80" fmla="*/ 107 w 125"/>
                  <a:gd name="T81" fmla="*/ 79 h 97"/>
                  <a:gd name="T82" fmla="*/ 108 w 125"/>
                  <a:gd name="T83" fmla="*/ 72 h 97"/>
                  <a:gd name="T84" fmla="*/ 121 w 125"/>
                  <a:gd name="T85" fmla="*/ 56 h 97"/>
                  <a:gd name="T86" fmla="*/ 122 w 125"/>
                  <a:gd name="T87" fmla="*/ 36 h 97"/>
                  <a:gd name="T88" fmla="*/ 124 w 125"/>
                  <a:gd name="T89" fmla="*/ 27 h 97"/>
                  <a:gd name="T90" fmla="*/ 122 w 125"/>
                  <a:gd name="T91" fmla="*/ 21 h 97"/>
                  <a:gd name="T92" fmla="*/ 119 w 125"/>
                  <a:gd name="T93" fmla="*/ 14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 h="97">
                    <a:moveTo>
                      <a:pt x="119" y="14"/>
                    </a:moveTo>
                    <a:cubicBezTo>
                      <a:pt x="119" y="13"/>
                      <a:pt x="119" y="8"/>
                      <a:pt x="118" y="4"/>
                    </a:cubicBezTo>
                    <a:cubicBezTo>
                      <a:pt x="112" y="7"/>
                      <a:pt x="112" y="7"/>
                      <a:pt x="112" y="7"/>
                    </a:cubicBezTo>
                    <a:cubicBezTo>
                      <a:pt x="112" y="7"/>
                      <a:pt x="110" y="4"/>
                      <a:pt x="107" y="2"/>
                    </a:cubicBezTo>
                    <a:cubicBezTo>
                      <a:pt x="104" y="0"/>
                      <a:pt x="95" y="0"/>
                      <a:pt x="95" y="0"/>
                    </a:cubicBezTo>
                    <a:cubicBezTo>
                      <a:pt x="61" y="21"/>
                      <a:pt x="61" y="21"/>
                      <a:pt x="61" y="21"/>
                    </a:cubicBezTo>
                    <a:cubicBezTo>
                      <a:pt x="46" y="33"/>
                      <a:pt x="46" y="33"/>
                      <a:pt x="46" y="33"/>
                    </a:cubicBezTo>
                    <a:cubicBezTo>
                      <a:pt x="46" y="33"/>
                      <a:pt x="36" y="36"/>
                      <a:pt x="33" y="37"/>
                    </a:cubicBezTo>
                    <a:cubicBezTo>
                      <a:pt x="33" y="37"/>
                      <a:pt x="33" y="37"/>
                      <a:pt x="32" y="37"/>
                    </a:cubicBezTo>
                    <a:cubicBezTo>
                      <a:pt x="32" y="43"/>
                      <a:pt x="33" y="58"/>
                      <a:pt x="32" y="59"/>
                    </a:cubicBezTo>
                    <a:cubicBezTo>
                      <a:pt x="31" y="59"/>
                      <a:pt x="30" y="64"/>
                      <a:pt x="29" y="65"/>
                    </a:cubicBezTo>
                    <a:cubicBezTo>
                      <a:pt x="28" y="66"/>
                      <a:pt x="27" y="68"/>
                      <a:pt x="24" y="68"/>
                    </a:cubicBezTo>
                    <a:cubicBezTo>
                      <a:pt x="21" y="68"/>
                      <a:pt x="15" y="70"/>
                      <a:pt x="12" y="69"/>
                    </a:cubicBezTo>
                    <a:cubicBezTo>
                      <a:pt x="9" y="69"/>
                      <a:pt x="6" y="71"/>
                      <a:pt x="5" y="71"/>
                    </a:cubicBezTo>
                    <a:cubicBezTo>
                      <a:pt x="5" y="72"/>
                      <a:pt x="2" y="72"/>
                      <a:pt x="0" y="72"/>
                    </a:cubicBezTo>
                    <a:cubicBezTo>
                      <a:pt x="0" y="74"/>
                      <a:pt x="0" y="76"/>
                      <a:pt x="0" y="76"/>
                    </a:cubicBezTo>
                    <a:cubicBezTo>
                      <a:pt x="1" y="77"/>
                      <a:pt x="1" y="80"/>
                      <a:pt x="3" y="81"/>
                    </a:cubicBezTo>
                    <a:cubicBezTo>
                      <a:pt x="4" y="82"/>
                      <a:pt x="7" y="83"/>
                      <a:pt x="7" y="85"/>
                    </a:cubicBezTo>
                    <a:cubicBezTo>
                      <a:pt x="7" y="87"/>
                      <a:pt x="7" y="88"/>
                      <a:pt x="8" y="88"/>
                    </a:cubicBezTo>
                    <a:cubicBezTo>
                      <a:pt x="9" y="88"/>
                      <a:pt x="10" y="90"/>
                      <a:pt x="11" y="91"/>
                    </a:cubicBezTo>
                    <a:cubicBezTo>
                      <a:pt x="13" y="92"/>
                      <a:pt x="15" y="90"/>
                      <a:pt x="15" y="90"/>
                    </a:cubicBezTo>
                    <a:cubicBezTo>
                      <a:pt x="16" y="91"/>
                      <a:pt x="15" y="95"/>
                      <a:pt x="16" y="95"/>
                    </a:cubicBezTo>
                    <a:cubicBezTo>
                      <a:pt x="16" y="95"/>
                      <a:pt x="18" y="95"/>
                      <a:pt x="19" y="96"/>
                    </a:cubicBezTo>
                    <a:cubicBezTo>
                      <a:pt x="19" y="94"/>
                      <a:pt x="20" y="92"/>
                      <a:pt x="22" y="93"/>
                    </a:cubicBezTo>
                    <a:cubicBezTo>
                      <a:pt x="24" y="93"/>
                      <a:pt x="22" y="96"/>
                      <a:pt x="25" y="96"/>
                    </a:cubicBezTo>
                    <a:cubicBezTo>
                      <a:pt x="27" y="97"/>
                      <a:pt x="28" y="97"/>
                      <a:pt x="28" y="95"/>
                    </a:cubicBezTo>
                    <a:cubicBezTo>
                      <a:pt x="28" y="93"/>
                      <a:pt x="31" y="90"/>
                      <a:pt x="31" y="89"/>
                    </a:cubicBezTo>
                    <a:cubicBezTo>
                      <a:pt x="32" y="89"/>
                      <a:pt x="32" y="84"/>
                      <a:pt x="33" y="83"/>
                    </a:cubicBezTo>
                    <a:cubicBezTo>
                      <a:pt x="35" y="82"/>
                      <a:pt x="39" y="83"/>
                      <a:pt x="41" y="83"/>
                    </a:cubicBezTo>
                    <a:cubicBezTo>
                      <a:pt x="42" y="83"/>
                      <a:pt x="44" y="80"/>
                      <a:pt x="45" y="81"/>
                    </a:cubicBezTo>
                    <a:cubicBezTo>
                      <a:pt x="47" y="83"/>
                      <a:pt x="50" y="81"/>
                      <a:pt x="52" y="83"/>
                    </a:cubicBezTo>
                    <a:cubicBezTo>
                      <a:pt x="53" y="85"/>
                      <a:pt x="54" y="89"/>
                      <a:pt x="56" y="87"/>
                    </a:cubicBezTo>
                    <a:cubicBezTo>
                      <a:pt x="59" y="86"/>
                      <a:pt x="62" y="86"/>
                      <a:pt x="63" y="86"/>
                    </a:cubicBezTo>
                    <a:cubicBezTo>
                      <a:pt x="64" y="86"/>
                      <a:pt x="68" y="88"/>
                      <a:pt x="69" y="89"/>
                    </a:cubicBezTo>
                    <a:cubicBezTo>
                      <a:pt x="71" y="89"/>
                      <a:pt x="75" y="90"/>
                      <a:pt x="77" y="89"/>
                    </a:cubicBezTo>
                    <a:cubicBezTo>
                      <a:pt x="79" y="88"/>
                      <a:pt x="81" y="85"/>
                      <a:pt x="83" y="85"/>
                    </a:cubicBezTo>
                    <a:cubicBezTo>
                      <a:pt x="85" y="85"/>
                      <a:pt x="92" y="85"/>
                      <a:pt x="93" y="85"/>
                    </a:cubicBezTo>
                    <a:cubicBezTo>
                      <a:pt x="95" y="86"/>
                      <a:pt x="98" y="88"/>
                      <a:pt x="100" y="87"/>
                    </a:cubicBezTo>
                    <a:cubicBezTo>
                      <a:pt x="102" y="86"/>
                      <a:pt x="104" y="82"/>
                      <a:pt x="106" y="82"/>
                    </a:cubicBezTo>
                    <a:cubicBezTo>
                      <a:pt x="106" y="82"/>
                      <a:pt x="106" y="82"/>
                      <a:pt x="107" y="82"/>
                    </a:cubicBezTo>
                    <a:cubicBezTo>
                      <a:pt x="107" y="81"/>
                      <a:pt x="107" y="80"/>
                      <a:pt x="107" y="79"/>
                    </a:cubicBezTo>
                    <a:cubicBezTo>
                      <a:pt x="107" y="75"/>
                      <a:pt x="108" y="76"/>
                      <a:pt x="108" y="72"/>
                    </a:cubicBezTo>
                    <a:cubicBezTo>
                      <a:pt x="109" y="68"/>
                      <a:pt x="120" y="57"/>
                      <a:pt x="121" y="56"/>
                    </a:cubicBezTo>
                    <a:cubicBezTo>
                      <a:pt x="122" y="55"/>
                      <a:pt x="122" y="38"/>
                      <a:pt x="122" y="36"/>
                    </a:cubicBezTo>
                    <a:cubicBezTo>
                      <a:pt x="122" y="34"/>
                      <a:pt x="123" y="31"/>
                      <a:pt x="124" y="27"/>
                    </a:cubicBezTo>
                    <a:cubicBezTo>
                      <a:pt x="125" y="24"/>
                      <a:pt x="122" y="24"/>
                      <a:pt x="122" y="21"/>
                    </a:cubicBezTo>
                    <a:cubicBezTo>
                      <a:pt x="122" y="18"/>
                      <a:pt x="119" y="16"/>
                      <a:pt x="119"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1" name="Freeform 37">
                <a:extLst>
                  <a:ext uri="{FF2B5EF4-FFF2-40B4-BE49-F238E27FC236}">
                    <a16:creationId xmlns:a16="http://schemas.microsoft.com/office/drawing/2014/main" id="{A3EACAFC-2BB1-4FAB-BA1D-D307DBEE4FD6}"/>
                  </a:ext>
                </a:extLst>
              </p:cNvPr>
              <p:cNvSpPr>
                <a:spLocks/>
              </p:cNvSpPr>
              <p:nvPr/>
            </p:nvSpPr>
            <p:spPr bwMode="auto">
              <a:xfrm>
                <a:off x="5174424" y="3641861"/>
                <a:ext cx="186954" cy="308662"/>
              </a:xfrm>
              <a:custGeom>
                <a:avLst/>
                <a:gdLst>
                  <a:gd name="T0" fmla="*/ 80 w 81"/>
                  <a:gd name="T1" fmla="*/ 33 h 134"/>
                  <a:gd name="T2" fmla="*/ 19 w 81"/>
                  <a:gd name="T3" fmla="*/ 0 h 134"/>
                  <a:gd name="T4" fmla="*/ 11 w 81"/>
                  <a:gd name="T5" fmla="*/ 4 h 134"/>
                  <a:gd name="T6" fmla="*/ 12 w 81"/>
                  <a:gd name="T7" fmla="*/ 14 h 134"/>
                  <a:gd name="T8" fmla="*/ 15 w 81"/>
                  <a:gd name="T9" fmla="*/ 21 h 134"/>
                  <a:gd name="T10" fmla="*/ 17 w 81"/>
                  <a:gd name="T11" fmla="*/ 27 h 134"/>
                  <a:gd name="T12" fmla="*/ 15 w 81"/>
                  <a:gd name="T13" fmla="*/ 36 h 134"/>
                  <a:gd name="T14" fmla="*/ 14 w 81"/>
                  <a:gd name="T15" fmla="*/ 56 h 134"/>
                  <a:gd name="T16" fmla="*/ 1 w 81"/>
                  <a:gd name="T17" fmla="*/ 72 h 134"/>
                  <a:gd name="T18" fmla="*/ 0 w 81"/>
                  <a:gd name="T19" fmla="*/ 79 h 134"/>
                  <a:gd name="T20" fmla="*/ 0 w 81"/>
                  <a:gd name="T21" fmla="*/ 82 h 134"/>
                  <a:gd name="T22" fmla="*/ 1 w 81"/>
                  <a:gd name="T23" fmla="*/ 83 h 134"/>
                  <a:gd name="T24" fmla="*/ 5 w 81"/>
                  <a:gd name="T25" fmla="*/ 87 h 134"/>
                  <a:gd name="T26" fmla="*/ 10 w 81"/>
                  <a:gd name="T27" fmla="*/ 94 h 134"/>
                  <a:gd name="T28" fmla="*/ 11 w 81"/>
                  <a:gd name="T29" fmla="*/ 101 h 134"/>
                  <a:gd name="T30" fmla="*/ 14 w 81"/>
                  <a:gd name="T31" fmla="*/ 111 h 134"/>
                  <a:gd name="T32" fmla="*/ 11 w 81"/>
                  <a:gd name="T33" fmla="*/ 113 h 134"/>
                  <a:gd name="T34" fmla="*/ 4 w 81"/>
                  <a:gd name="T35" fmla="*/ 114 h 134"/>
                  <a:gd name="T36" fmla="*/ 6 w 81"/>
                  <a:gd name="T37" fmla="*/ 119 h 134"/>
                  <a:gd name="T38" fmla="*/ 13 w 81"/>
                  <a:gd name="T39" fmla="*/ 126 h 134"/>
                  <a:gd name="T40" fmla="*/ 16 w 81"/>
                  <a:gd name="T41" fmla="*/ 133 h 134"/>
                  <a:gd name="T42" fmla="*/ 20 w 81"/>
                  <a:gd name="T43" fmla="*/ 131 h 134"/>
                  <a:gd name="T44" fmla="*/ 25 w 81"/>
                  <a:gd name="T45" fmla="*/ 131 h 134"/>
                  <a:gd name="T46" fmla="*/ 34 w 81"/>
                  <a:gd name="T47" fmla="*/ 128 h 134"/>
                  <a:gd name="T48" fmla="*/ 41 w 81"/>
                  <a:gd name="T49" fmla="*/ 125 h 134"/>
                  <a:gd name="T50" fmla="*/ 42 w 81"/>
                  <a:gd name="T51" fmla="*/ 120 h 134"/>
                  <a:gd name="T52" fmla="*/ 53 w 81"/>
                  <a:gd name="T53" fmla="*/ 118 h 134"/>
                  <a:gd name="T54" fmla="*/ 61 w 81"/>
                  <a:gd name="T55" fmla="*/ 110 h 134"/>
                  <a:gd name="T56" fmla="*/ 63 w 81"/>
                  <a:gd name="T57" fmla="*/ 106 h 134"/>
                  <a:gd name="T58" fmla="*/ 69 w 81"/>
                  <a:gd name="T59" fmla="*/ 103 h 134"/>
                  <a:gd name="T60" fmla="*/ 71 w 81"/>
                  <a:gd name="T61" fmla="*/ 104 h 134"/>
                  <a:gd name="T62" fmla="*/ 71 w 81"/>
                  <a:gd name="T63" fmla="*/ 103 h 134"/>
                  <a:gd name="T64" fmla="*/ 72 w 81"/>
                  <a:gd name="T65" fmla="*/ 100 h 134"/>
                  <a:gd name="T66" fmla="*/ 68 w 81"/>
                  <a:gd name="T67" fmla="*/ 95 h 134"/>
                  <a:gd name="T68" fmla="*/ 66 w 81"/>
                  <a:gd name="T69" fmla="*/ 89 h 134"/>
                  <a:gd name="T70" fmla="*/ 65 w 81"/>
                  <a:gd name="T71" fmla="*/ 85 h 134"/>
                  <a:gd name="T72" fmla="*/ 66 w 81"/>
                  <a:gd name="T73" fmla="*/ 79 h 134"/>
                  <a:gd name="T74" fmla="*/ 69 w 81"/>
                  <a:gd name="T75" fmla="*/ 73 h 134"/>
                  <a:gd name="T76" fmla="*/ 72 w 81"/>
                  <a:gd name="T77" fmla="*/ 68 h 134"/>
                  <a:gd name="T78" fmla="*/ 79 w 81"/>
                  <a:gd name="T79" fmla="*/ 63 h 134"/>
                  <a:gd name="T80" fmla="*/ 80 w 81"/>
                  <a:gd name="T81" fmla="*/ 55 h 134"/>
                  <a:gd name="T82" fmla="*/ 80 w 81"/>
                  <a:gd name="T83" fmla="*/ 3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 h="134">
                    <a:moveTo>
                      <a:pt x="80" y="33"/>
                    </a:moveTo>
                    <a:cubicBezTo>
                      <a:pt x="19" y="0"/>
                      <a:pt x="19" y="0"/>
                      <a:pt x="19" y="0"/>
                    </a:cubicBezTo>
                    <a:cubicBezTo>
                      <a:pt x="11" y="4"/>
                      <a:pt x="11" y="4"/>
                      <a:pt x="11" y="4"/>
                    </a:cubicBezTo>
                    <a:cubicBezTo>
                      <a:pt x="12" y="8"/>
                      <a:pt x="12" y="13"/>
                      <a:pt x="12" y="14"/>
                    </a:cubicBezTo>
                    <a:cubicBezTo>
                      <a:pt x="12" y="16"/>
                      <a:pt x="15" y="18"/>
                      <a:pt x="15" y="21"/>
                    </a:cubicBezTo>
                    <a:cubicBezTo>
                      <a:pt x="15" y="24"/>
                      <a:pt x="18" y="24"/>
                      <a:pt x="17" y="27"/>
                    </a:cubicBezTo>
                    <a:cubicBezTo>
                      <a:pt x="16" y="31"/>
                      <a:pt x="15" y="34"/>
                      <a:pt x="15" y="36"/>
                    </a:cubicBezTo>
                    <a:cubicBezTo>
                      <a:pt x="15" y="38"/>
                      <a:pt x="15" y="55"/>
                      <a:pt x="14" y="56"/>
                    </a:cubicBezTo>
                    <a:cubicBezTo>
                      <a:pt x="13" y="57"/>
                      <a:pt x="2" y="68"/>
                      <a:pt x="1" y="72"/>
                    </a:cubicBezTo>
                    <a:cubicBezTo>
                      <a:pt x="1" y="76"/>
                      <a:pt x="0" y="75"/>
                      <a:pt x="0" y="79"/>
                    </a:cubicBezTo>
                    <a:cubicBezTo>
                      <a:pt x="0" y="80"/>
                      <a:pt x="0" y="81"/>
                      <a:pt x="0" y="82"/>
                    </a:cubicBezTo>
                    <a:cubicBezTo>
                      <a:pt x="0" y="82"/>
                      <a:pt x="1" y="83"/>
                      <a:pt x="1" y="83"/>
                    </a:cubicBezTo>
                    <a:cubicBezTo>
                      <a:pt x="3" y="85"/>
                      <a:pt x="3" y="87"/>
                      <a:pt x="5" y="87"/>
                    </a:cubicBezTo>
                    <a:cubicBezTo>
                      <a:pt x="7" y="87"/>
                      <a:pt x="10" y="92"/>
                      <a:pt x="10" y="94"/>
                    </a:cubicBezTo>
                    <a:cubicBezTo>
                      <a:pt x="10" y="96"/>
                      <a:pt x="11" y="98"/>
                      <a:pt x="11" y="101"/>
                    </a:cubicBezTo>
                    <a:cubicBezTo>
                      <a:pt x="11" y="105"/>
                      <a:pt x="13" y="111"/>
                      <a:pt x="14" y="111"/>
                    </a:cubicBezTo>
                    <a:cubicBezTo>
                      <a:pt x="15" y="112"/>
                      <a:pt x="14" y="113"/>
                      <a:pt x="11" y="113"/>
                    </a:cubicBezTo>
                    <a:cubicBezTo>
                      <a:pt x="8" y="112"/>
                      <a:pt x="4" y="112"/>
                      <a:pt x="4" y="114"/>
                    </a:cubicBezTo>
                    <a:cubicBezTo>
                      <a:pt x="4" y="115"/>
                      <a:pt x="3" y="116"/>
                      <a:pt x="6" y="119"/>
                    </a:cubicBezTo>
                    <a:cubicBezTo>
                      <a:pt x="9" y="122"/>
                      <a:pt x="12" y="123"/>
                      <a:pt x="13" y="126"/>
                    </a:cubicBezTo>
                    <a:cubicBezTo>
                      <a:pt x="14" y="129"/>
                      <a:pt x="15" y="132"/>
                      <a:pt x="16" y="133"/>
                    </a:cubicBezTo>
                    <a:cubicBezTo>
                      <a:pt x="17" y="134"/>
                      <a:pt x="19" y="133"/>
                      <a:pt x="20" y="131"/>
                    </a:cubicBezTo>
                    <a:cubicBezTo>
                      <a:pt x="22" y="129"/>
                      <a:pt x="24" y="133"/>
                      <a:pt x="25" y="131"/>
                    </a:cubicBezTo>
                    <a:cubicBezTo>
                      <a:pt x="27" y="129"/>
                      <a:pt x="33" y="129"/>
                      <a:pt x="34" y="128"/>
                    </a:cubicBezTo>
                    <a:cubicBezTo>
                      <a:pt x="36" y="128"/>
                      <a:pt x="40" y="126"/>
                      <a:pt x="41" y="125"/>
                    </a:cubicBezTo>
                    <a:cubicBezTo>
                      <a:pt x="43" y="123"/>
                      <a:pt x="40" y="121"/>
                      <a:pt x="42" y="120"/>
                    </a:cubicBezTo>
                    <a:cubicBezTo>
                      <a:pt x="44" y="119"/>
                      <a:pt x="51" y="121"/>
                      <a:pt x="53" y="118"/>
                    </a:cubicBezTo>
                    <a:cubicBezTo>
                      <a:pt x="56" y="115"/>
                      <a:pt x="60" y="111"/>
                      <a:pt x="61" y="110"/>
                    </a:cubicBezTo>
                    <a:cubicBezTo>
                      <a:pt x="62" y="109"/>
                      <a:pt x="61" y="108"/>
                      <a:pt x="63" y="106"/>
                    </a:cubicBezTo>
                    <a:cubicBezTo>
                      <a:pt x="64" y="104"/>
                      <a:pt x="68" y="102"/>
                      <a:pt x="69" y="103"/>
                    </a:cubicBezTo>
                    <a:cubicBezTo>
                      <a:pt x="70" y="104"/>
                      <a:pt x="70" y="104"/>
                      <a:pt x="71" y="104"/>
                    </a:cubicBezTo>
                    <a:cubicBezTo>
                      <a:pt x="71" y="103"/>
                      <a:pt x="71" y="103"/>
                      <a:pt x="71" y="103"/>
                    </a:cubicBezTo>
                    <a:cubicBezTo>
                      <a:pt x="72" y="100"/>
                      <a:pt x="72" y="100"/>
                      <a:pt x="72" y="100"/>
                    </a:cubicBezTo>
                    <a:cubicBezTo>
                      <a:pt x="72" y="100"/>
                      <a:pt x="68" y="98"/>
                      <a:pt x="68" y="95"/>
                    </a:cubicBezTo>
                    <a:cubicBezTo>
                      <a:pt x="68" y="92"/>
                      <a:pt x="69" y="89"/>
                      <a:pt x="66" y="89"/>
                    </a:cubicBezTo>
                    <a:cubicBezTo>
                      <a:pt x="64" y="89"/>
                      <a:pt x="63" y="86"/>
                      <a:pt x="65" y="85"/>
                    </a:cubicBezTo>
                    <a:cubicBezTo>
                      <a:pt x="67" y="83"/>
                      <a:pt x="62" y="79"/>
                      <a:pt x="66" y="79"/>
                    </a:cubicBezTo>
                    <a:cubicBezTo>
                      <a:pt x="69" y="79"/>
                      <a:pt x="67" y="73"/>
                      <a:pt x="69" y="73"/>
                    </a:cubicBezTo>
                    <a:cubicBezTo>
                      <a:pt x="72" y="72"/>
                      <a:pt x="72" y="70"/>
                      <a:pt x="72" y="68"/>
                    </a:cubicBezTo>
                    <a:cubicBezTo>
                      <a:pt x="72" y="65"/>
                      <a:pt x="78" y="64"/>
                      <a:pt x="79" y="63"/>
                    </a:cubicBezTo>
                    <a:cubicBezTo>
                      <a:pt x="81" y="63"/>
                      <a:pt x="80" y="55"/>
                      <a:pt x="80" y="55"/>
                    </a:cubicBezTo>
                    <a:lnTo>
                      <a:pt x="80" y="33"/>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2" name="Freeform 38">
                <a:extLst>
                  <a:ext uri="{FF2B5EF4-FFF2-40B4-BE49-F238E27FC236}">
                    <a16:creationId xmlns:a16="http://schemas.microsoft.com/office/drawing/2014/main" id="{2F1B6B63-AB0F-4CAF-B189-2A9A31010505}"/>
                  </a:ext>
                </a:extLst>
              </p:cNvPr>
              <p:cNvSpPr>
                <a:spLocks/>
              </p:cNvSpPr>
              <p:nvPr/>
            </p:nvSpPr>
            <p:spPr bwMode="auto">
              <a:xfrm>
                <a:off x="5370161" y="3471218"/>
                <a:ext cx="203266" cy="200756"/>
              </a:xfrm>
              <a:custGeom>
                <a:avLst/>
                <a:gdLst>
                  <a:gd name="T0" fmla="*/ 82 w 88"/>
                  <a:gd name="T1" fmla="*/ 19 h 87"/>
                  <a:gd name="T2" fmla="*/ 76 w 88"/>
                  <a:gd name="T3" fmla="*/ 5 h 87"/>
                  <a:gd name="T4" fmla="*/ 76 w 88"/>
                  <a:gd name="T5" fmla="*/ 6 h 87"/>
                  <a:gd name="T6" fmla="*/ 67 w 88"/>
                  <a:gd name="T7" fmla="*/ 5 h 87"/>
                  <a:gd name="T8" fmla="*/ 57 w 88"/>
                  <a:gd name="T9" fmla="*/ 3 h 87"/>
                  <a:gd name="T10" fmla="*/ 40 w 88"/>
                  <a:gd name="T11" fmla="*/ 6 h 87"/>
                  <a:gd name="T12" fmla="*/ 31 w 88"/>
                  <a:gd name="T13" fmla="*/ 7 h 87"/>
                  <a:gd name="T14" fmla="*/ 16 w 88"/>
                  <a:gd name="T15" fmla="*/ 3 h 87"/>
                  <a:gd name="T16" fmla="*/ 4 w 88"/>
                  <a:gd name="T17" fmla="*/ 0 h 87"/>
                  <a:gd name="T18" fmla="*/ 3 w 88"/>
                  <a:gd name="T19" fmla="*/ 2 h 87"/>
                  <a:gd name="T20" fmla="*/ 2 w 88"/>
                  <a:gd name="T21" fmla="*/ 12 h 87"/>
                  <a:gd name="T22" fmla="*/ 2 w 88"/>
                  <a:gd name="T23" fmla="*/ 24 h 87"/>
                  <a:gd name="T24" fmla="*/ 2 w 88"/>
                  <a:gd name="T25" fmla="*/ 86 h 87"/>
                  <a:gd name="T26" fmla="*/ 52 w 88"/>
                  <a:gd name="T27" fmla="*/ 86 h 87"/>
                  <a:gd name="T28" fmla="*/ 54 w 88"/>
                  <a:gd name="T29" fmla="*/ 84 h 87"/>
                  <a:gd name="T30" fmla="*/ 58 w 88"/>
                  <a:gd name="T31" fmla="*/ 85 h 87"/>
                  <a:gd name="T32" fmla="*/ 69 w 88"/>
                  <a:gd name="T33" fmla="*/ 85 h 87"/>
                  <a:gd name="T34" fmla="*/ 73 w 88"/>
                  <a:gd name="T35" fmla="*/ 87 h 87"/>
                  <a:gd name="T36" fmla="*/ 78 w 88"/>
                  <a:gd name="T37" fmla="*/ 84 h 87"/>
                  <a:gd name="T38" fmla="*/ 83 w 88"/>
                  <a:gd name="T39" fmla="*/ 78 h 87"/>
                  <a:gd name="T40" fmla="*/ 87 w 88"/>
                  <a:gd name="T41" fmla="*/ 75 h 87"/>
                  <a:gd name="T42" fmla="*/ 87 w 88"/>
                  <a:gd name="T43" fmla="*/ 75 h 87"/>
                  <a:gd name="T44" fmla="*/ 87 w 88"/>
                  <a:gd name="T45" fmla="*/ 72 h 87"/>
                  <a:gd name="T46" fmla="*/ 84 w 88"/>
                  <a:gd name="T47" fmla="*/ 63 h 87"/>
                  <a:gd name="T48" fmla="*/ 75 w 88"/>
                  <a:gd name="T49" fmla="*/ 46 h 87"/>
                  <a:gd name="T50" fmla="*/ 71 w 88"/>
                  <a:gd name="T51" fmla="*/ 38 h 87"/>
                  <a:gd name="T52" fmla="*/ 66 w 88"/>
                  <a:gd name="T53" fmla="*/ 29 h 87"/>
                  <a:gd name="T54" fmla="*/ 62 w 88"/>
                  <a:gd name="T55" fmla="*/ 14 h 87"/>
                  <a:gd name="T56" fmla="*/ 68 w 88"/>
                  <a:gd name="T57" fmla="*/ 25 h 87"/>
                  <a:gd name="T58" fmla="*/ 76 w 88"/>
                  <a:gd name="T59" fmla="*/ 35 h 87"/>
                  <a:gd name="T60" fmla="*/ 81 w 88"/>
                  <a:gd name="T61" fmla="*/ 24 h 87"/>
                  <a:gd name="T62" fmla="*/ 81 w 88"/>
                  <a:gd name="T63" fmla="*/ 24 h 87"/>
                  <a:gd name="T64" fmla="*/ 81 w 88"/>
                  <a:gd name="T65" fmla="*/ 22 h 87"/>
                  <a:gd name="T66" fmla="*/ 82 w 88"/>
                  <a:gd name="T67" fmla="*/ 1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 h="87">
                    <a:moveTo>
                      <a:pt x="82" y="19"/>
                    </a:moveTo>
                    <a:cubicBezTo>
                      <a:pt x="76" y="5"/>
                      <a:pt x="76" y="5"/>
                      <a:pt x="76" y="5"/>
                    </a:cubicBezTo>
                    <a:cubicBezTo>
                      <a:pt x="76" y="5"/>
                      <a:pt x="76" y="6"/>
                      <a:pt x="76" y="6"/>
                    </a:cubicBezTo>
                    <a:cubicBezTo>
                      <a:pt x="75" y="7"/>
                      <a:pt x="71" y="4"/>
                      <a:pt x="67" y="5"/>
                    </a:cubicBezTo>
                    <a:cubicBezTo>
                      <a:pt x="63" y="6"/>
                      <a:pt x="60" y="5"/>
                      <a:pt x="57" y="3"/>
                    </a:cubicBezTo>
                    <a:cubicBezTo>
                      <a:pt x="53" y="2"/>
                      <a:pt x="42" y="4"/>
                      <a:pt x="40" y="6"/>
                    </a:cubicBezTo>
                    <a:cubicBezTo>
                      <a:pt x="39" y="8"/>
                      <a:pt x="35" y="8"/>
                      <a:pt x="31" y="7"/>
                    </a:cubicBezTo>
                    <a:cubicBezTo>
                      <a:pt x="28" y="5"/>
                      <a:pt x="23" y="3"/>
                      <a:pt x="16" y="3"/>
                    </a:cubicBezTo>
                    <a:cubicBezTo>
                      <a:pt x="10" y="2"/>
                      <a:pt x="5" y="1"/>
                      <a:pt x="4" y="0"/>
                    </a:cubicBezTo>
                    <a:cubicBezTo>
                      <a:pt x="4" y="0"/>
                      <a:pt x="4" y="1"/>
                      <a:pt x="3" y="2"/>
                    </a:cubicBezTo>
                    <a:cubicBezTo>
                      <a:pt x="1" y="7"/>
                      <a:pt x="5" y="9"/>
                      <a:pt x="2" y="12"/>
                    </a:cubicBezTo>
                    <a:cubicBezTo>
                      <a:pt x="0" y="15"/>
                      <a:pt x="2" y="18"/>
                      <a:pt x="2" y="24"/>
                    </a:cubicBezTo>
                    <a:cubicBezTo>
                      <a:pt x="2" y="27"/>
                      <a:pt x="2" y="64"/>
                      <a:pt x="2" y="86"/>
                    </a:cubicBezTo>
                    <a:cubicBezTo>
                      <a:pt x="52" y="86"/>
                      <a:pt x="52" y="86"/>
                      <a:pt x="52" y="86"/>
                    </a:cubicBezTo>
                    <a:cubicBezTo>
                      <a:pt x="52" y="86"/>
                      <a:pt x="53" y="85"/>
                      <a:pt x="54" y="84"/>
                    </a:cubicBezTo>
                    <a:cubicBezTo>
                      <a:pt x="56" y="83"/>
                      <a:pt x="58" y="85"/>
                      <a:pt x="58" y="85"/>
                    </a:cubicBezTo>
                    <a:cubicBezTo>
                      <a:pt x="69" y="85"/>
                      <a:pt x="69" y="85"/>
                      <a:pt x="69" y="85"/>
                    </a:cubicBezTo>
                    <a:cubicBezTo>
                      <a:pt x="69" y="85"/>
                      <a:pt x="71" y="87"/>
                      <a:pt x="73" y="87"/>
                    </a:cubicBezTo>
                    <a:cubicBezTo>
                      <a:pt x="75" y="87"/>
                      <a:pt x="74" y="84"/>
                      <a:pt x="78" y="84"/>
                    </a:cubicBezTo>
                    <a:cubicBezTo>
                      <a:pt x="81" y="84"/>
                      <a:pt x="81" y="78"/>
                      <a:pt x="83" y="78"/>
                    </a:cubicBezTo>
                    <a:cubicBezTo>
                      <a:pt x="85" y="78"/>
                      <a:pt x="85" y="78"/>
                      <a:pt x="87" y="75"/>
                    </a:cubicBezTo>
                    <a:cubicBezTo>
                      <a:pt x="87" y="75"/>
                      <a:pt x="87" y="75"/>
                      <a:pt x="87" y="75"/>
                    </a:cubicBezTo>
                    <a:cubicBezTo>
                      <a:pt x="87" y="74"/>
                      <a:pt x="87" y="73"/>
                      <a:pt x="87" y="72"/>
                    </a:cubicBezTo>
                    <a:cubicBezTo>
                      <a:pt x="88" y="68"/>
                      <a:pt x="85" y="68"/>
                      <a:pt x="84" y="63"/>
                    </a:cubicBezTo>
                    <a:cubicBezTo>
                      <a:pt x="82" y="57"/>
                      <a:pt x="75" y="49"/>
                      <a:pt x="75" y="46"/>
                    </a:cubicBezTo>
                    <a:cubicBezTo>
                      <a:pt x="75" y="43"/>
                      <a:pt x="71" y="41"/>
                      <a:pt x="71" y="38"/>
                    </a:cubicBezTo>
                    <a:cubicBezTo>
                      <a:pt x="71" y="35"/>
                      <a:pt x="70" y="34"/>
                      <a:pt x="66" y="29"/>
                    </a:cubicBezTo>
                    <a:cubicBezTo>
                      <a:pt x="62" y="24"/>
                      <a:pt x="61" y="15"/>
                      <a:pt x="62" y="14"/>
                    </a:cubicBezTo>
                    <a:cubicBezTo>
                      <a:pt x="63" y="14"/>
                      <a:pt x="66" y="22"/>
                      <a:pt x="68" y="25"/>
                    </a:cubicBezTo>
                    <a:cubicBezTo>
                      <a:pt x="69" y="27"/>
                      <a:pt x="73" y="35"/>
                      <a:pt x="76" y="35"/>
                    </a:cubicBezTo>
                    <a:cubicBezTo>
                      <a:pt x="79" y="35"/>
                      <a:pt x="80" y="23"/>
                      <a:pt x="81" y="24"/>
                    </a:cubicBezTo>
                    <a:cubicBezTo>
                      <a:pt x="81" y="24"/>
                      <a:pt x="81" y="24"/>
                      <a:pt x="81" y="24"/>
                    </a:cubicBezTo>
                    <a:cubicBezTo>
                      <a:pt x="81" y="22"/>
                      <a:pt x="81" y="22"/>
                      <a:pt x="81" y="22"/>
                    </a:cubicBezTo>
                    <a:lnTo>
                      <a:pt x="82" y="19"/>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3" name="Freeform 39">
                <a:extLst>
                  <a:ext uri="{FF2B5EF4-FFF2-40B4-BE49-F238E27FC236}">
                    <a16:creationId xmlns:a16="http://schemas.microsoft.com/office/drawing/2014/main" id="{A80F478D-59A4-4753-A337-467FF719E4E1}"/>
                  </a:ext>
                </a:extLst>
              </p:cNvPr>
              <p:cNvSpPr>
                <a:spLocks/>
              </p:cNvSpPr>
              <p:nvPr/>
            </p:nvSpPr>
            <p:spPr bwMode="auto">
              <a:xfrm>
                <a:off x="5086593" y="4044628"/>
                <a:ext cx="104142" cy="115435"/>
              </a:xfrm>
              <a:custGeom>
                <a:avLst/>
                <a:gdLst>
                  <a:gd name="T0" fmla="*/ 22 w 45"/>
                  <a:gd name="T1" fmla="*/ 48 h 50"/>
                  <a:gd name="T2" fmla="*/ 23 w 45"/>
                  <a:gd name="T3" fmla="*/ 41 h 50"/>
                  <a:gd name="T4" fmla="*/ 28 w 45"/>
                  <a:gd name="T5" fmla="*/ 38 h 50"/>
                  <a:gd name="T6" fmla="*/ 32 w 45"/>
                  <a:gd name="T7" fmla="*/ 33 h 50"/>
                  <a:gd name="T8" fmla="*/ 36 w 45"/>
                  <a:gd name="T9" fmla="*/ 38 h 50"/>
                  <a:gd name="T10" fmla="*/ 42 w 45"/>
                  <a:gd name="T11" fmla="*/ 39 h 50"/>
                  <a:gd name="T12" fmla="*/ 45 w 45"/>
                  <a:gd name="T13" fmla="*/ 30 h 50"/>
                  <a:gd name="T14" fmla="*/ 43 w 45"/>
                  <a:gd name="T15" fmla="*/ 21 h 50"/>
                  <a:gd name="T16" fmla="*/ 41 w 45"/>
                  <a:gd name="T17" fmla="*/ 15 h 50"/>
                  <a:gd name="T18" fmla="*/ 42 w 45"/>
                  <a:gd name="T19" fmla="*/ 9 h 50"/>
                  <a:gd name="T20" fmla="*/ 34 w 45"/>
                  <a:gd name="T21" fmla="*/ 9 h 50"/>
                  <a:gd name="T22" fmla="*/ 35 w 45"/>
                  <a:gd name="T23" fmla="*/ 0 h 50"/>
                  <a:gd name="T24" fmla="*/ 23 w 45"/>
                  <a:gd name="T25" fmla="*/ 0 h 50"/>
                  <a:gd name="T26" fmla="*/ 22 w 45"/>
                  <a:gd name="T27" fmla="*/ 0 h 50"/>
                  <a:gd name="T28" fmla="*/ 21 w 45"/>
                  <a:gd name="T29" fmla="*/ 11 h 50"/>
                  <a:gd name="T30" fmla="*/ 11 w 45"/>
                  <a:gd name="T31" fmla="*/ 11 h 50"/>
                  <a:gd name="T32" fmla="*/ 7 w 45"/>
                  <a:gd name="T33" fmla="*/ 12 h 50"/>
                  <a:gd name="T34" fmla="*/ 5 w 45"/>
                  <a:gd name="T35" fmla="*/ 13 h 50"/>
                  <a:gd name="T36" fmla="*/ 9 w 45"/>
                  <a:gd name="T37" fmla="*/ 17 h 50"/>
                  <a:gd name="T38" fmla="*/ 4 w 45"/>
                  <a:gd name="T39" fmla="*/ 21 h 50"/>
                  <a:gd name="T40" fmla="*/ 1 w 45"/>
                  <a:gd name="T41" fmla="*/ 26 h 50"/>
                  <a:gd name="T42" fmla="*/ 5 w 45"/>
                  <a:gd name="T43" fmla="*/ 33 h 50"/>
                  <a:gd name="T44" fmla="*/ 11 w 45"/>
                  <a:gd name="T45" fmla="*/ 40 h 50"/>
                  <a:gd name="T46" fmla="*/ 19 w 45"/>
                  <a:gd name="T47" fmla="*/ 50 h 50"/>
                  <a:gd name="T48" fmla="*/ 22 w 45"/>
                  <a:gd name="T49" fmla="*/ 4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5" h="50">
                    <a:moveTo>
                      <a:pt x="22" y="48"/>
                    </a:moveTo>
                    <a:cubicBezTo>
                      <a:pt x="26" y="48"/>
                      <a:pt x="25" y="45"/>
                      <a:pt x="23" y="41"/>
                    </a:cubicBezTo>
                    <a:cubicBezTo>
                      <a:pt x="22" y="37"/>
                      <a:pt x="26" y="38"/>
                      <a:pt x="28" y="38"/>
                    </a:cubicBezTo>
                    <a:cubicBezTo>
                      <a:pt x="31" y="38"/>
                      <a:pt x="30" y="33"/>
                      <a:pt x="32" y="33"/>
                    </a:cubicBezTo>
                    <a:cubicBezTo>
                      <a:pt x="34" y="33"/>
                      <a:pt x="34" y="39"/>
                      <a:pt x="36" y="38"/>
                    </a:cubicBezTo>
                    <a:cubicBezTo>
                      <a:pt x="38" y="38"/>
                      <a:pt x="40" y="40"/>
                      <a:pt x="42" y="39"/>
                    </a:cubicBezTo>
                    <a:cubicBezTo>
                      <a:pt x="45" y="39"/>
                      <a:pt x="45" y="34"/>
                      <a:pt x="45" y="30"/>
                    </a:cubicBezTo>
                    <a:cubicBezTo>
                      <a:pt x="45" y="26"/>
                      <a:pt x="45" y="23"/>
                      <a:pt x="43" y="21"/>
                    </a:cubicBezTo>
                    <a:cubicBezTo>
                      <a:pt x="40" y="20"/>
                      <a:pt x="38" y="17"/>
                      <a:pt x="41" y="15"/>
                    </a:cubicBezTo>
                    <a:cubicBezTo>
                      <a:pt x="44" y="14"/>
                      <a:pt x="45" y="11"/>
                      <a:pt x="42" y="9"/>
                    </a:cubicBezTo>
                    <a:cubicBezTo>
                      <a:pt x="40" y="7"/>
                      <a:pt x="34" y="11"/>
                      <a:pt x="34" y="9"/>
                    </a:cubicBezTo>
                    <a:cubicBezTo>
                      <a:pt x="34" y="7"/>
                      <a:pt x="35" y="4"/>
                      <a:pt x="35" y="0"/>
                    </a:cubicBezTo>
                    <a:cubicBezTo>
                      <a:pt x="29" y="0"/>
                      <a:pt x="23" y="0"/>
                      <a:pt x="23" y="0"/>
                    </a:cubicBezTo>
                    <a:cubicBezTo>
                      <a:pt x="22" y="0"/>
                      <a:pt x="22" y="0"/>
                      <a:pt x="22" y="0"/>
                    </a:cubicBezTo>
                    <a:cubicBezTo>
                      <a:pt x="22" y="6"/>
                      <a:pt x="21" y="11"/>
                      <a:pt x="21" y="11"/>
                    </a:cubicBezTo>
                    <a:cubicBezTo>
                      <a:pt x="21" y="11"/>
                      <a:pt x="13" y="11"/>
                      <a:pt x="11" y="11"/>
                    </a:cubicBezTo>
                    <a:cubicBezTo>
                      <a:pt x="10" y="11"/>
                      <a:pt x="9" y="11"/>
                      <a:pt x="7" y="12"/>
                    </a:cubicBezTo>
                    <a:cubicBezTo>
                      <a:pt x="6" y="12"/>
                      <a:pt x="6" y="13"/>
                      <a:pt x="5" y="13"/>
                    </a:cubicBezTo>
                    <a:cubicBezTo>
                      <a:pt x="4" y="14"/>
                      <a:pt x="8" y="16"/>
                      <a:pt x="9" y="17"/>
                    </a:cubicBezTo>
                    <a:cubicBezTo>
                      <a:pt x="9" y="19"/>
                      <a:pt x="4" y="18"/>
                      <a:pt x="4" y="21"/>
                    </a:cubicBezTo>
                    <a:cubicBezTo>
                      <a:pt x="4" y="23"/>
                      <a:pt x="2" y="25"/>
                      <a:pt x="1" y="26"/>
                    </a:cubicBezTo>
                    <a:cubicBezTo>
                      <a:pt x="0" y="27"/>
                      <a:pt x="5" y="31"/>
                      <a:pt x="5" y="33"/>
                    </a:cubicBezTo>
                    <a:cubicBezTo>
                      <a:pt x="5" y="34"/>
                      <a:pt x="6" y="36"/>
                      <a:pt x="11" y="40"/>
                    </a:cubicBezTo>
                    <a:cubicBezTo>
                      <a:pt x="15" y="44"/>
                      <a:pt x="13" y="46"/>
                      <a:pt x="19" y="50"/>
                    </a:cubicBezTo>
                    <a:cubicBezTo>
                      <a:pt x="19" y="49"/>
                      <a:pt x="21" y="48"/>
                      <a:pt x="22" y="4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4" name="Freeform 40">
                <a:extLst>
                  <a:ext uri="{FF2B5EF4-FFF2-40B4-BE49-F238E27FC236}">
                    <a16:creationId xmlns:a16="http://schemas.microsoft.com/office/drawing/2014/main" id="{D5010F8C-02F1-4F49-84B6-4CC769FC453C}"/>
                  </a:ext>
                </a:extLst>
              </p:cNvPr>
              <p:cNvSpPr>
                <a:spLocks/>
              </p:cNvSpPr>
              <p:nvPr/>
            </p:nvSpPr>
            <p:spPr bwMode="auto">
              <a:xfrm>
                <a:off x="5095376" y="4044628"/>
                <a:ext cx="41406" cy="27604"/>
              </a:xfrm>
              <a:custGeom>
                <a:avLst/>
                <a:gdLst>
                  <a:gd name="T0" fmla="*/ 17 w 18"/>
                  <a:gd name="T1" fmla="*/ 11 h 12"/>
                  <a:gd name="T2" fmla="*/ 18 w 18"/>
                  <a:gd name="T3" fmla="*/ 0 h 12"/>
                  <a:gd name="T4" fmla="*/ 16 w 18"/>
                  <a:gd name="T5" fmla="*/ 1 h 12"/>
                  <a:gd name="T6" fmla="*/ 5 w 18"/>
                  <a:gd name="T7" fmla="*/ 1 h 12"/>
                  <a:gd name="T8" fmla="*/ 5 w 18"/>
                  <a:gd name="T9" fmla="*/ 1 h 12"/>
                  <a:gd name="T10" fmla="*/ 3 w 18"/>
                  <a:gd name="T11" fmla="*/ 6 h 12"/>
                  <a:gd name="T12" fmla="*/ 3 w 18"/>
                  <a:gd name="T13" fmla="*/ 9 h 12"/>
                  <a:gd name="T14" fmla="*/ 3 w 18"/>
                  <a:gd name="T15" fmla="*/ 12 h 12"/>
                  <a:gd name="T16" fmla="*/ 7 w 18"/>
                  <a:gd name="T17" fmla="*/ 11 h 12"/>
                  <a:gd name="T18" fmla="*/ 17 w 18"/>
                  <a:gd name="T19"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2">
                    <a:moveTo>
                      <a:pt x="17" y="11"/>
                    </a:moveTo>
                    <a:cubicBezTo>
                      <a:pt x="17" y="11"/>
                      <a:pt x="18" y="6"/>
                      <a:pt x="18" y="0"/>
                    </a:cubicBezTo>
                    <a:cubicBezTo>
                      <a:pt x="16" y="1"/>
                      <a:pt x="16" y="1"/>
                      <a:pt x="16" y="1"/>
                    </a:cubicBezTo>
                    <a:cubicBezTo>
                      <a:pt x="5" y="1"/>
                      <a:pt x="5" y="1"/>
                      <a:pt x="5" y="1"/>
                    </a:cubicBezTo>
                    <a:cubicBezTo>
                      <a:pt x="5" y="1"/>
                      <a:pt x="5" y="1"/>
                      <a:pt x="5" y="1"/>
                    </a:cubicBezTo>
                    <a:cubicBezTo>
                      <a:pt x="6" y="3"/>
                      <a:pt x="5" y="5"/>
                      <a:pt x="3" y="6"/>
                    </a:cubicBezTo>
                    <a:cubicBezTo>
                      <a:pt x="0" y="7"/>
                      <a:pt x="1" y="9"/>
                      <a:pt x="3" y="9"/>
                    </a:cubicBezTo>
                    <a:cubicBezTo>
                      <a:pt x="4" y="10"/>
                      <a:pt x="3" y="11"/>
                      <a:pt x="3" y="12"/>
                    </a:cubicBezTo>
                    <a:cubicBezTo>
                      <a:pt x="5" y="11"/>
                      <a:pt x="6" y="11"/>
                      <a:pt x="7" y="11"/>
                    </a:cubicBezTo>
                    <a:cubicBezTo>
                      <a:pt x="9" y="11"/>
                      <a:pt x="17" y="11"/>
                      <a:pt x="17"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5" name="Freeform 41">
                <a:extLst>
                  <a:ext uri="{FF2B5EF4-FFF2-40B4-BE49-F238E27FC236}">
                    <a16:creationId xmlns:a16="http://schemas.microsoft.com/office/drawing/2014/main" id="{3B206DDF-3670-4A02-98B3-F5FEF4325085}"/>
                  </a:ext>
                </a:extLst>
              </p:cNvPr>
              <p:cNvSpPr>
                <a:spLocks/>
              </p:cNvSpPr>
              <p:nvPr/>
            </p:nvSpPr>
            <p:spPr bwMode="auto">
              <a:xfrm>
                <a:off x="5130508" y="4017024"/>
                <a:ext cx="129237" cy="164369"/>
              </a:xfrm>
              <a:custGeom>
                <a:avLst/>
                <a:gdLst>
                  <a:gd name="T0" fmla="*/ 15 w 56"/>
                  <a:gd name="T1" fmla="*/ 67 h 71"/>
                  <a:gd name="T2" fmla="*/ 20 w 56"/>
                  <a:gd name="T3" fmla="*/ 68 h 71"/>
                  <a:gd name="T4" fmla="*/ 27 w 56"/>
                  <a:gd name="T5" fmla="*/ 68 h 71"/>
                  <a:gd name="T6" fmla="*/ 30 w 56"/>
                  <a:gd name="T7" fmla="*/ 68 h 71"/>
                  <a:gd name="T8" fmla="*/ 35 w 56"/>
                  <a:gd name="T9" fmla="*/ 63 h 71"/>
                  <a:gd name="T10" fmla="*/ 38 w 56"/>
                  <a:gd name="T11" fmla="*/ 57 h 71"/>
                  <a:gd name="T12" fmla="*/ 39 w 56"/>
                  <a:gd name="T13" fmla="*/ 44 h 71"/>
                  <a:gd name="T14" fmla="*/ 46 w 56"/>
                  <a:gd name="T15" fmla="*/ 35 h 71"/>
                  <a:gd name="T16" fmla="*/ 52 w 56"/>
                  <a:gd name="T17" fmla="*/ 18 h 71"/>
                  <a:gd name="T18" fmla="*/ 55 w 56"/>
                  <a:gd name="T19" fmla="*/ 10 h 71"/>
                  <a:gd name="T20" fmla="*/ 56 w 56"/>
                  <a:gd name="T21" fmla="*/ 1 h 71"/>
                  <a:gd name="T22" fmla="*/ 56 w 56"/>
                  <a:gd name="T23" fmla="*/ 1 h 71"/>
                  <a:gd name="T24" fmla="*/ 49 w 56"/>
                  <a:gd name="T25" fmla="*/ 0 h 71"/>
                  <a:gd name="T26" fmla="*/ 45 w 56"/>
                  <a:gd name="T27" fmla="*/ 1 h 71"/>
                  <a:gd name="T28" fmla="*/ 41 w 56"/>
                  <a:gd name="T29" fmla="*/ 2 h 71"/>
                  <a:gd name="T30" fmla="*/ 40 w 56"/>
                  <a:gd name="T31" fmla="*/ 8 h 71"/>
                  <a:gd name="T32" fmla="*/ 37 w 56"/>
                  <a:gd name="T33" fmla="*/ 16 h 71"/>
                  <a:gd name="T34" fmla="*/ 26 w 56"/>
                  <a:gd name="T35" fmla="*/ 12 h 71"/>
                  <a:gd name="T36" fmla="*/ 16 w 56"/>
                  <a:gd name="T37" fmla="*/ 12 h 71"/>
                  <a:gd name="T38" fmla="*/ 15 w 56"/>
                  <a:gd name="T39" fmla="*/ 21 h 71"/>
                  <a:gd name="T40" fmla="*/ 23 w 56"/>
                  <a:gd name="T41" fmla="*/ 21 h 71"/>
                  <a:gd name="T42" fmla="*/ 22 w 56"/>
                  <a:gd name="T43" fmla="*/ 27 h 71"/>
                  <a:gd name="T44" fmla="*/ 24 w 56"/>
                  <a:gd name="T45" fmla="*/ 33 h 71"/>
                  <a:gd name="T46" fmla="*/ 26 w 56"/>
                  <a:gd name="T47" fmla="*/ 42 h 71"/>
                  <a:gd name="T48" fmla="*/ 23 w 56"/>
                  <a:gd name="T49" fmla="*/ 51 h 71"/>
                  <a:gd name="T50" fmla="*/ 17 w 56"/>
                  <a:gd name="T51" fmla="*/ 50 h 71"/>
                  <a:gd name="T52" fmla="*/ 13 w 56"/>
                  <a:gd name="T53" fmla="*/ 45 h 71"/>
                  <a:gd name="T54" fmla="*/ 9 w 56"/>
                  <a:gd name="T55" fmla="*/ 50 h 71"/>
                  <a:gd name="T56" fmla="*/ 4 w 56"/>
                  <a:gd name="T57" fmla="*/ 53 h 71"/>
                  <a:gd name="T58" fmla="*/ 3 w 56"/>
                  <a:gd name="T59" fmla="*/ 60 h 71"/>
                  <a:gd name="T60" fmla="*/ 0 w 56"/>
                  <a:gd name="T61" fmla="*/ 62 h 71"/>
                  <a:gd name="T62" fmla="*/ 0 w 56"/>
                  <a:gd name="T63" fmla="*/ 63 h 71"/>
                  <a:gd name="T64" fmla="*/ 7 w 56"/>
                  <a:gd name="T65" fmla="*/ 71 h 71"/>
                  <a:gd name="T66" fmla="*/ 15 w 56"/>
                  <a:gd name="T67" fmla="*/ 6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6" h="71">
                    <a:moveTo>
                      <a:pt x="15" y="67"/>
                    </a:moveTo>
                    <a:cubicBezTo>
                      <a:pt x="16" y="68"/>
                      <a:pt x="17" y="70"/>
                      <a:pt x="20" y="68"/>
                    </a:cubicBezTo>
                    <a:cubicBezTo>
                      <a:pt x="23" y="65"/>
                      <a:pt x="27" y="66"/>
                      <a:pt x="27" y="68"/>
                    </a:cubicBezTo>
                    <a:cubicBezTo>
                      <a:pt x="27" y="71"/>
                      <a:pt x="28" y="70"/>
                      <a:pt x="30" y="68"/>
                    </a:cubicBezTo>
                    <a:cubicBezTo>
                      <a:pt x="33" y="65"/>
                      <a:pt x="35" y="68"/>
                      <a:pt x="35" y="63"/>
                    </a:cubicBezTo>
                    <a:cubicBezTo>
                      <a:pt x="35" y="58"/>
                      <a:pt x="38" y="63"/>
                      <a:pt x="38" y="57"/>
                    </a:cubicBezTo>
                    <a:cubicBezTo>
                      <a:pt x="38" y="52"/>
                      <a:pt x="39" y="46"/>
                      <a:pt x="39" y="44"/>
                    </a:cubicBezTo>
                    <a:cubicBezTo>
                      <a:pt x="39" y="41"/>
                      <a:pt x="46" y="39"/>
                      <a:pt x="46" y="35"/>
                    </a:cubicBezTo>
                    <a:cubicBezTo>
                      <a:pt x="46" y="31"/>
                      <a:pt x="52" y="23"/>
                      <a:pt x="52" y="18"/>
                    </a:cubicBezTo>
                    <a:cubicBezTo>
                      <a:pt x="52" y="13"/>
                      <a:pt x="53" y="12"/>
                      <a:pt x="55" y="10"/>
                    </a:cubicBezTo>
                    <a:cubicBezTo>
                      <a:pt x="56" y="8"/>
                      <a:pt x="56" y="5"/>
                      <a:pt x="56" y="1"/>
                    </a:cubicBezTo>
                    <a:cubicBezTo>
                      <a:pt x="56" y="1"/>
                      <a:pt x="56" y="1"/>
                      <a:pt x="56" y="1"/>
                    </a:cubicBezTo>
                    <a:cubicBezTo>
                      <a:pt x="49" y="0"/>
                      <a:pt x="49" y="0"/>
                      <a:pt x="49" y="0"/>
                    </a:cubicBezTo>
                    <a:cubicBezTo>
                      <a:pt x="45" y="1"/>
                      <a:pt x="45" y="1"/>
                      <a:pt x="45" y="1"/>
                    </a:cubicBezTo>
                    <a:cubicBezTo>
                      <a:pt x="41" y="2"/>
                      <a:pt x="41" y="2"/>
                      <a:pt x="41" y="2"/>
                    </a:cubicBezTo>
                    <a:cubicBezTo>
                      <a:pt x="41" y="2"/>
                      <a:pt x="41" y="6"/>
                      <a:pt x="40" y="8"/>
                    </a:cubicBezTo>
                    <a:cubicBezTo>
                      <a:pt x="38" y="11"/>
                      <a:pt x="37" y="16"/>
                      <a:pt x="37" y="16"/>
                    </a:cubicBezTo>
                    <a:cubicBezTo>
                      <a:pt x="37" y="16"/>
                      <a:pt x="28" y="12"/>
                      <a:pt x="26" y="12"/>
                    </a:cubicBezTo>
                    <a:cubicBezTo>
                      <a:pt x="25" y="12"/>
                      <a:pt x="21" y="12"/>
                      <a:pt x="16" y="12"/>
                    </a:cubicBezTo>
                    <a:cubicBezTo>
                      <a:pt x="16" y="16"/>
                      <a:pt x="15" y="19"/>
                      <a:pt x="15" y="21"/>
                    </a:cubicBezTo>
                    <a:cubicBezTo>
                      <a:pt x="15" y="23"/>
                      <a:pt x="21" y="19"/>
                      <a:pt x="23" y="21"/>
                    </a:cubicBezTo>
                    <a:cubicBezTo>
                      <a:pt x="26" y="23"/>
                      <a:pt x="25" y="26"/>
                      <a:pt x="22" y="27"/>
                    </a:cubicBezTo>
                    <a:cubicBezTo>
                      <a:pt x="19" y="29"/>
                      <a:pt x="21" y="32"/>
                      <a:pt x="24" y="33"/>
                    </a:cubicBezTo>
                    <a:cubicBezTo>
                      <a:pt x="26" y="35"/>
                      <a:pt x="26" y="38"/>
                      <a:pt x="26" y="42"/>
                    </a:cubicBezTo>
                    <a:cubicBezTo>
                      <a:pt x="26" y="46"/>
                      <a:pt x="26" y="51"/>
                      <a:pt x="23" y="51"/>
                    </a:cubicBezTo>
                    <a:cubicBezTo>
                      <a:pt x="21" y="52"/>
                      <a:pt x="19" y="50"/>
                      <a:pt x="17" y="50"/>
                    </a:cubicBezTo>
                    <a:cubicBezTo>
                      <a:pt x="15" y="51"/>
                      <a:pt x="15" y="45"/>
                      <a:pt x="13" y="45"/>
                    </a:cubicBezTo>
                    <a:cubicBezTo>
                      <a:pt x="11" y="45"/>
                      <a:pt x="12" y="50"/>
                      <a:pt x="9" y="50"/>
                    </a:cubicBezTo>
                    <a:cubicBezTo>
                      <a:pt x="7" y="50"/>
                      <a:pt x="3" y="49"/>
                      <a:pt x="4" y="53"/>
                    </a:cubicBezTo>
                    <a:cubicBezTo>
                      <a:pt x="6" y="57"/>
                      <a:pt x="7" y="60"/>
                      <a:pt x="3" y="60"/>
                    </a:cubicBezTo>
                    <a:cubicBezTo>
                      <a:pt x="2" y="60"/>
                      <a:pt x="0" y="61"/>
                      <a:pt x="0" y="62"/>
                    </a:cubicBezTo>
                    <a:cubicBezTo>
                      <a:pt x="0" y="62"/>
                      <a:pt x="0" y="63"/>
                      <a:pt x="0" y="63"/>
                    </a:cubicBezTo>
                    <a:cubicBezTo>
                      <a:pt x="4" y="65"/>
                      <a:pt x="6" y="68"/>
                      <a:pt x="7" y="71"/>
                    </a:cubicBezTo>
                    <a:cubicBezTo>
                      <a:pt x="11" y="69"/>
                      <a:pt x="14" y="67"/>
                      <a:pt x="15" y="6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6" name="Freeform 42">
                <a:extLst>
                  <a:ext uri="{FF2B5EF4-FFF2-40B4-BE49-F238E27FC236}">
                    <a16:creationId xmlns:a16="http://schemas.microsoft.com/office/drawing/2014/main" id="{39A9E284-A783-4F82-B2E5-9EF38B62302B}"/>
                  </a:ext>
                </a:extLst>
              </p:cNvPr>
              <p:cNvSpPr>
                <a:spLocks/>
              </p:cNvSpPr>
              <p:nvPr/>
            </p:nvSpPr>
            <p:spPr bwMode="auto">
              <a:xfrm>
                <a:off x="5317463" y="3644371"/>
                <a:ext cx="308663" cy="377672"/>
              </a:xfrm>
              <a:custGeom>
                <a:avLst/>
                <a:gdLst>
                  <a:gd name="T0" fmla="*/ 101 w 134"/>
                  <a:gd name="T1" fmla="*/ 9 h 164"/>
                  <a:gd name="T2" fmla="*/ 92 w 134"/>
                  <a:gd name="T3" fmla="*/ 10 h 164"/>
                  <a:gd name="T4" fmla="*/ 77 w 134"/>
                  <a:gd name="T5" fmla="*/ 9 h 164"/>
                  <a:gd name="T6" fmla="*/ 25 w 134"/>
                  <a:gd name="T7" fmla="*/ 11 h 164"/>
                  <a:gd name="T8" fmla="*/ 18 w 134"/>
                  <a:gd name="T9" fmla="*/ 27 h 164"/>
                  <a:gd name="T10" fmla="*/ 17 w 134"/>
                  <a:gd name="T11" fmla="*/ 62 h 164"/>
                  <a:gd name="T12" fmla="*/ 7 w 134"/>
                  <a:gd name="T13" fmla="*/ 72 h 164"/>
                  <a:gd name="T14" fmla="*/ 3 w 134"/>
                  <a:gd name="T15" fmla="*/ 84 h 164"/>
                  <a:gd name="T16" fmla="*/ 6 w 134"/>
                  <a:gd name="T17" fmla="*/ 94 h 164"/>
                  <a:gd name="T18" fmla="*/ 9 w 134"/>
                  <a:gd name="T19" fmla="*/ 102 h 164"/>
                  <a:gd name="T20" fmla="*/ 15 w 134"/>
                  <a:gd name="T21" fmla="*/ 117 h 164"/>
                  <a:gd name="T22" fmla="*/ 18 w 134"/>
                  <a:gd name="T23" fmla="*/ 121 h 164"/>
                  <a:gd name="T24" fmla="*/ 25 w 134"/>
                  <a:gd name="T25" fmla="*/ 126 h 164"/>
                  <a:gd name="T26" fmla="*/ 33 w 134"/>
                  <a:gd name="T27" fmla="*/ 136 h 164"/>
                  <a:gd name="T28" fmla="*/ 42 w 134"/>
                  <a:gd name="T29" fmla="*/ 145 h 164"/>
                  <a:gd name="T30" fmla="*/ 46 w 134"/>
                  <a:gd name="T31" fmla="*/ 152 h 164"/>
                  <a:gd name="T32" fmla="*/ 54 w 134"/>
                  <a:gd name="T33" fmla="*/ 156 h 164"/>
                  <a:gd name="T34" fmla="*/ 63 w 134"/>
                  <a:gd name="T35" fmla="*/ 155 h 164"/>
                  <a:gd name="T36" fmla="*/ 78 w 134"/>
                  <a:gd name="T37" fmla="*/ 161 h 164"/>
                  <a:gd name="T38" fmla="*/ 89 w 134"/>
                  <a:gd name="T39" fmla="*/ 161 h 164"/>
                  <a:gd name="T40" fmla="*/ 97 w 134"/>
                  <a:gd name="T41" fmla="*/ 158 h 164"/>
                  <a:gd name="T42" fmla="*/ 104 w 134"/>
                  <a:gd name="T43" fmla="*/ 153 h 164"/>
                  <a:gd name="T44" fmla="*/ 111 w 134"/>
                  <a:gd name="T45" fmla="*/ 154 h 164"/>
                  <a:gd name="T46" fmla="*/ 103 w 134"/>
                  <a:gd name="T47" fmla="*/ 141 h 164"/>
                  <a:gd name="T48" fmla="*/ 89 w 134"/>
                  <a:gd name="T49" fmla="*/ 128 h 164"/>
                  <a:gd name="T50" fmla="*/ 97 w 134"/>
                  <a:gd name="T51" fmla="*/ 122 h 164"/>
                  <a:gd name="T52" fmla="*/ 100 w 134"/>
                  <a:gd name="T53" fmla="*/ 106 h 164"/>
                  <a:gd name="T54" fmla="*/ 106 w 134"/>
                  <a:gd name="T55" fmla="*/ 95 h 164"/>
                  <a:gd name="T56" fmla="*/ 115 w 134"/>
                  <a:gd name="T57" fmla="*/ 85 h 164"/>
                  <a:gd name="T58" fmla="*/ 118 w 134"/>
                  <a:gd name="T59" fmla="*/ 64 h 164"/>
                  <a:gd name="T60" fmla="*/ 126 w 134"/>
                  <a:gd name="T61" fmla="*/ 52 h 164"/>
                  <a:gd name="T62" fmla="*/ 129 w 134"/>
                  <a:gd name="T63" fmla="*/ 40 h 164"/>
                  <a:gd name="T64" fmla="*/ 122 w 134"/>
                  <a:gd name="T65" fmla="*/ 14 h 164"/>
                  <a:gd name="T66" fmla="*/ 110 w 134"/>
                  <a:gd name="T67" fmla="*/ 0 h 164"/>
                  <a:gd name="T68" fmla="*/ 106 w 134"/>
                  <a:gd name="T69" fmla="*/ 3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4" h="164">
                    <a:moveTo>
                      <a:pt x="106" y="3"/>
                    </a:moveTo>
                    <a:cubicBezTo>
                      <a:pt x="104" y="3"/>
                      <a:pt x="104" y="9"/>
                      <a:pt x="101" y="9"/>
                    </a:cubicBezTo>
                    <a:cubicBezTo>
                      <a:pt x="97" y="9"/>
                      <a:pt x="98" y="12"/>
                      <a:pt x="96" y="12"/>
                    </a:cubicBezTo>
                    <a:cubicBezTo>
                      <a:pt x="94" y="12"/>
                      <a:pt x="92" y="10"/>
                      <a:pt x="92" y="10"/>
                    </a:cubicBezTo>
                    <a:cubicBezTo>
                      <a:pt x="81" y="10"/>
                      <a:pt x="81" y="10"/>
                      <a:pt x="81" y="10"/>
                    </a:cubicBezTo>
                    <a:cubicBezTo>
                      <a:pt x="81" y="10"/>
                      <a:pt x="79" y="8"/>
                      <a:pt x="77" y="9"/>
                    </a:cubicBezTo>
                    <a:cubicBezTo>
                      <a:pt x="76" y="10"/>
                      <a:pt x="75" y="11"/>
                      <a:pt x="75" y="11"/>
                    </a:cubicBezTo>
                    <a:cubicBezTo>
                      <a:pt x="25" y="11"/>
                      <a:pt x="25" y="11"/>
                      <a:pt x="25" y="11"/>
                    </a:cubicBezTo>
                    <a:cubicBezTo>
                      <a:pt x="25" y="20"/>
                      <a:pt x="25" y="27"/>
                      <a:pt x="25" y="27"/>
                    </a:cubicBezTo>
                    <a:cubicBezTo>
                      <a:pt x="18" y="27"/>
                      <a:pt x="18" y="27"/>
                      <a:pt x="18" y="27"/>
                    </a:cubicBezTo>
                    <a:cubicBezTo>
                      <a:pt x="18" y="54"/>
                      <a:pt x="18" y="54"/>
                      <a:pt x="18" y="54"/>
                    </a:cubicBezTo>
                    <a:cubicBezTo>
                      <a:pt x="18" y="54"/>
                      <a:pt x="19" y="62"/>
                      <a:pt x="17" y="62"/>
                    </a:cubicBezTo>
                    <a:cubicBezTo>
                      <a:pt x="16" y="63"/>
                      <a:pt x="10" y="64"/>
                      <a:pt x="10" y="67"/>
                    </a:cubicBezTo>
                    <a:cubicBezTo>
                      <a:pt x="10" y="69"/>
                      <a:pt x="10" y="71"/>
                      <a:pt x="7" y="72"/>
                    </a:cubicBezTo>
                    <a:cubicBezTo>
                      <a:pt x="5" y="72"/>
                      <a:pt x="7" y="78"/>
                      <a:pt x="4" y="78"/>
                    </a:cubicBezTo>
                    <a:cubicBezTo>
                      <a:pt x="0" y="78"/>
                      <a:pt x="5" y="82"/>
                      <a:pt x="3" y="84"/>
                    </a:cubicBezTo>
                    <a:cubicBezTo>
                      <a:pt x="1" y="85"/>
                      <a:pt x="2" y="88"/>
                      <a:pt x="4" y="88"/>
                    </a:cubicBezTo>
                    <a:cubicBezTo>
                      <a:pt x="7" y="88"/>
                      <a:pt x="6" y="91"/>
                      <a:pt x="6" y="94"/>
                    </a:cubicBezTo>
                    <a:cubicBezTo>
                      <a:pt x="6" y="97"/>
                      <a:pt x="10" y="99"/>
                      <a:pt x="10" y="99"/>
                    </a:cubicBezTo>
                    <a:cubicBezTo>
                      <a:pt x="9" y="102"/>
                      <a:pt x="9" y="102"/>
                      <a:pt x="9" y="102"/>
                    </a:cubicBezTo>
                    <a:cubicBezTo>
                      <a:pt x="9" y="102"/>
                      <a:pt x="14" y="109"/>
                      <a:pt x="15" y="110"/>
                    </a:cubicBezTo>
                    <a:cubicBezTo>
                      <a:pt x="15" y="112"/>
                      <a:pt x="18" y="116"/>
                      <a:pt x="15" y="117"/>
                    </a:cubicBezTo>
                    <a:cubicBezTo>
                      <a:pt x="12" y="119"/>
                      <a:pt x="14" y="120"/>
                      <a:pt x="14" y="120"/>
                    </a:cubicBezTo>
                    <a:cubicBezTo>
                      <a:pt x="18" y="121"/>
                      <a:pt x="18" y="121"/>
                      <a:pt x="18" y="121"/>
                    </a:cubicBezTo>
                    <a:cubicBezTo>
                      <a:pt x="19" y="123"/>
                      <a:pt x="19" y="123"/>
                      <a:pt x="19" y="123"/>
                    </a:cubicBezTo>
                    <a:cubicBezTo>
                      <a:pt x="19" y="123"/>
                      <a:pt x="22" y="123"/>
                      <a:pt x="25" y="126"/>
                    </a:cubicBezTo>
                    <a:cubicBezTo>
                      <a:pt x="27" y="129"/>
                      <a:pt x="28" y="130"/>
                      <a:pt x="28" y="131"/>
                    </a:cubicBezTo>
                    <a:cubicBezTo>
                      <a:pt x="28" y="133"/>
                      <a:pt x="30" y="133"/>
                      <a:pt x="33" y="136"/>
                    </a:cubicBezTo>
                    <a:cubicBezTo>
                      <a:pt x="36" y="138"/>
                      <a:pt x="36" y="140"/>
                      <a:pt x="36" y="141"/>
                    </a:cubicBezTo>
                    <a:cubicBezTo>
                      <a:pt x="36" y="143"/>
                      <a:pt x="42" y="145"/>
                      <a:pt x="42" y="145"/>
                    </a:cubicBezTo>
                    <a:cubicBezTo>
                      <a:pt x="44" y="150"/>
                      <a:pt x="44" y="150"/>
                      <a:pt x="44" y="150"/>
                    </a:cubicBezTo>
                    <a:cubicBezTo>
                      <a:pt x="45" y="150"/>
                      <a:pt x="45" y="151"/>
                      <a:pt x="46" y="152"/>
                    </a:cubicBezTo>
                    <a:cubicBezTo>
                      <a:pt x="47" y="154"/>
                      <a:pt x="49" y="156"/>
                      <a:pt x="49" y="156"/>
                    </a:cubicBezTo>
                    <a:cubicBezTo>
                      <a:pt x="49" y="156"/>
                      <a:pt x="52" y="158"/>
                      <a:pt x="54" y="156"/>
                    </a:cubicBezTo>
                    <a:cubicBezTo>
                      <a:pt x="56" y="154"/>
                      <a:pt x="59" y="156"/>
                      <a:pt x="59" y="156"/>
                    </a:cubicBezTo>
                    <a:cubicBezTo>
                      <a:pt x="59" y="156"/>
                      <a:pt x="61" y="154"/>
                      <a:pt x="63" y="155"/>
                    </a:cubicBezTo>
                    <a:cubicBezTo>
                      <a:pt x="64" y="156"/>
                      <a:pt x="68" y="160"/>
                      <a:pt x="72" y="163"/>
                    </a:cubicBezTo>
                    <a:cubicBezTo>
                      <a:pt x="73" y="163"/>
                      <a:pt x="76" y="161"/>
                      <a:pt x="78" y="161"/>
                    </a:cubicBezTo>
                    <a:cubicBezTo>
                      <a:pt x="80" y="161"/>
                      <a:pt x="82" y="164"/>
                      <a:pt x="83" y="163"/>
                    </a:cubicBezTo>
                    <a:cubicBezTo>
                      <a:pt x="84" y="162"/>
                      <a:pt x="87" y="160"/>
                      <a:pt x="89" y="161"/>
                    </a:cubicBezTo>
                    <a:cubicBezTo>
                      <a:pt x="90" y="162"/>
                      <a:pt x="94" y="162"/>
                      <a:pt x="94" y="161"/>
                    </a:cubicBezTo>
                    <a:cubicBezTo>
                      <a:pt x="94" y="160"/>
                      <a:pt x="95" y="159"/>
                      <a:pt x="97" y="158"/>
                    </a:cubicBezTo>
                    <a:cubicBezTo>
                      <a:pt x="97" y="158"/>
                      <a:pt x="97" y="157"/>
                      <a:pt x="98" y="157"/>
                    </a:cubicBezTo>
                    <a:cubicBezTo>
                      <a:pt x="98" y="155"/>
                      <a:pt x="102" y="153"/>
                      <a:pt x="104" y="153"/>
                    </a:cubicBezTo>
                    <a:cubicBezTo>
                      <a:pt x="106" y="152"/>
                      <a:pt x="108" y="152"/>
                      <a:pt x="109" y="153"/>
                    </a:cubicBezTo>
                    <a:cubicBezTo>
                      <a:pt x="109" y="154"/>
                      <a:pt x="110" y="154"/>
                      <a:pt x="111" y="154"/>
                    </a:cubicBezTo>
                    <a:cubicBezTo>
                      <a:pt x="111" y="150"/>
                      <a:pt x="112" y="147"/>
                      <a:pt x="111" y="147"/>
                    </a:cubicBezTo>
                    <a:cubicBezTo>
                      <a:pt x="109" y="147"/>
                      <a:pt x="105" y="145"/>
                      <a:pt x="103" y="141"/>
                    </a:cubicBezTo>
                    <a:cubicBezTo>
                      <a:pt x="102" y="137"/>
                      <a:pt x="97" y="135"/>
                      <a:pt x="96" y="132"/>
                    </a:cubicBezTo>
                    <a:cubicBezTo>
                      <a:pt x="95" y="130"/>
                      <a:pt x="90" y="130"/>
                      <a:pt x="89" y="128"/>
                    </a:cubicBezTo>
                    <a:cubicBezTo>
                      <a:pt x="88" y="126"/>
                      <a:pt x="91" y="126"/>
                      <a:pt x="91" y="124"/>
                    </a:cubicBezTo>
                    <a:cubicBezTo>
                      <a:pt x="91" y="121"/>
                      <a:pt x="96" y="123"/>
                      <a:pt x="97" y="122"/>
                    </a:cubicBezTo>
                    <a:cubicBezTo>
                      <a:pt x="97" y="122"/>
                      <a:pt x="98" y="116"/>
                      <a:pt x="98" y="113"/>
                    </a:cubicBezTo>
                    <a:cubicBezTo>
                      <a:pt x="98" y="110"/>
                      <a:pt x="102" y="108"/>
                      <a:pt x="100" y="106"/>
                    </a:cubicBezTo>
                    <a:cubicBezTo>
                      <a:pt x="99" y="105"/>
                      <a:pt x="102" y="104"/>
                      <a:pt x="104" y="103"/>
                    </a:cubicBezTo>
                    <a:cubicBezTo>
                      <a:pt x="106" y="101"/>
                      <a:pt x="104" y="97"/>
                      <a:pt x="106" y="95"/>
                    </a:cubicBezTo>
                    <a:cubicBezTo>
                      <a:pt x="108" y="93"/>
                      <a:pt x="110" y="89"/>
                      <a:pt x="111" y="89"/>
                    </a:cubicBezTo>
                    <a:cubicBezTo>
                      <a:pt x="113" y="89"/>
                      <a:pt x="115" y="87"/>
                      <a:pt x="115" y="85"/>
                    </a:cubicBezTo>
                    <a:cubicBezTo>
                      <a:pt x="115" y="83"/>
                      <a:pt x="118" y="79"/>
                      <a:pt x="118" y="75"/>
                    </a:cubicBezTo>
                    <a:cubicBezTo>
                      <a:pt x="117" y="72"/>
                      <a:pt x="116" y="67"/>
                      <a:pt x="118" y="64"/>
                    </a:cubicBezTo>
                    <a:cubicBezTo>
                      <a:pt x="121" y="61"/>
                      <a:pt x="122" y="59"/>
                      <a:pt x="121" y="56"/>
                    </a:cubicBezTo>
                    <a:cubicBezTo>
                      <a:pt x="121" y="54"/>
                      <a:pt x="124" y="53"/>
                      <a:pt x="126" y="52"/>
                    </a:cubicBezTo>
                    <a:cubicBezTo>
                      <a:pt x="127" y="51"/>
                      <a:pt x="131" y="49"/>
                      <a:pt x="134" y="45"/>
                    </a:cubicBezTo>
                    <a:cubicBezTo>
                      <a:pt x="132" y="42"/>
                      <a:pt x="130" y="41"/>
                      <a:pt x="129" y="40"/>
                    </a:cubicBezTo>
                    <a:cubicBezTo>
                      <a:pt x="126" y="39"/>
                      <a:pt x="124" y="34"/>
                      <a:pt x="124" y="27"/>
                    </a:cubicBezTo>
                    <a:cubicBezTo>
                      <a:pt x="124" y="21"/>
                      <a:pt x="122" y="16"/>
                      <a:pt x="122" y="14"/>
                    </a:cubicBezTo>
                    <a:cubicBezTo>
                      <a:pt x="122" y="12"/>
                      <a:pt x="119" y="8"/>
                      <a:pt x="115" y="6"/>
                    </a:cubicBezTo>
                    <a:cubicBezTo>
                      <a:pt x="112" y="4"/>
                      <a:pt x="111" y="2"/>
                      <a:pt x="110" y="0"/>
                    </a:cubicBezTo>
                    <a:cubicBezTo>
                      <a:pt x="110" y="0"/>
                      <a:pt x="110" y="0"/>
                      <a:pt x="110" y="0"/>
                    </a:cubicBezTo>
                    <a:cubicBezTo>
                      <a:pt x="108" y="3"/>
                      <a:pt x="108" y="3"/>
                      <a:pt x="106"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7" name="Freeform 43">
                <a:extLst>
                  <a:ext uri="{FF2B5EF4-FFF2-40B4-BE49-F238E27FC236}">
                    <a16:creationId xmlns:a16="http://schemas.microsoft.com/office/drawing/2014/main" id="{F4D7AA82-BE90-40D2-BDA6-42017DACCE06}"/>
                  </a:ext>
                </a:extLst>
              </p:cNvPr>
              <p:cNvSpPr>
                <a:spLocks/>
              </p:cNvSpPr>
              <p:nvPr/>
            </p:nvSpPr>
            <p:spPr bwMode="auto">
              <a:xfrm>
                <a:off x="5683843" y="3848891"/>
                <a:ext cx="33878" cy="35132"/>
              </a:xfrm>
              <a:custGeom>
                <a:avLst/>
                <a:gdLst>
                  <a:gd name="T0" fmla="*/ 5 w 15"/>
                  <a:gd name="T1" fmla="*/ 2 h 15"/>
                  <a:gd name="T2" fmla="*/ 1 w 15"/>
                  <a:gd name="T3" fmla="*/ 7 h 15"/>
                  <a:gd name="T4" fmla="*/ 1 w 15"/>
                  <a:gd name="T5" fmla="*/ 14 h 15"/>
                  <a:gd name="T6" fmla="*/ 6 w 15"/>
                  <a:gd name="T7" fmla="*/ 14 h 15"/>
                  <a:gd name="T8" fmla="*/ 9 w 15"/>
                  <a:gd name="T9" fmla="*/ 15 h 15"/>
                  <a:gd name="T10" fmla="*/ 13 w 15"/>
                  <a:gd name="T11" fmla="*/ 11 h 15"/>
                  <a:gd name="T12" fmla="*/ 9 w 15"/>
                  <a:gd name="T13" fmla="*/ 9 h 15"/>
                  <a:gd name="T14" fmla="*/ 13 w 15"/>
                  <a:gd name="T15" fmla="*/ 6 h 15"/>
                  <a:gd name="T16" fmla="*/ 12 w 15"/>
                  <a:gd name="T17" fmla="*/ 1 h 15"/>
                  <a:gd name="T18" fmla="*/ 11 w 15"/>
                  <a:gd name="T19" fmla="*/ 0 h 15"/>
                  <a:gd name="T20" fmla="*/ 9 w 15"/>
                  <a:gd name="T21" fmla="*/ 1 h 15"/>
                  <a:gd name="T22" fmla="*/ 5 w 15"/>
                  <a:gd name="T2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15">
                    <a:moveTo>
                      <a:pt x="5" y="2"/>
                    </a:moveTo>
                    <a:cubicBezTo>
                      <a:pt x="5" y="2"/>
                      <a:pt x="3" y="6"/>
                      <a:pt x="1" y="7"/>
                    </a:cubicBezTo>
                    <a:cubicBezTo>
                      <a:pt x="0" y="9"/>
                      <a:pt x="1" y="13"/>
                      <a:pt x="1" y="14"/>
                    </a:cubicBezTo>
                    <a:cubicBezTo>
                      <a:pt x="2" y="15"/>
                      <a:pt x="4" y="15"/>
                      <a:pt x="6" y="14"/>
                    </a:cubicBezTo>
                    <a:cubicBezTo>
                      <a:pt x="7" y="13"/>
                      <a:pt x="8" y="13"/>
                      <a:pt x="9" y="15"/>
                    </a:cubicBezTo>
                    <a:cubicBezTo>
                      <a:pt x="10" y="14"/>
                      <a:pt x="12" y="12"/>
                      <a:pt x="13" y="11"/>
                    </a:cubicBezTo>
                    <a:cubicBezTo>
                      <a:pt x="11" y="10"/>
                      <a:pt x="9" y="10"/>
                      <a:pt x="9" y="9"/>
                    </a:cubicBezTo>
                    <a:cubicBezTo>
                      <a:pt x="8" y="8"/>
                      <a:pt x="11" y="6"/>
                      <a:pt x="13" y="6"/>
                    </a:cubicBezTo>
                    <a:cubicBezTo>
                      <a:pt x="15" y="5"/>
                      <a:pt x="14" y="3"/>
                      <a:pt x="12" y="1"/>
                    </a:cubicBezTo>
                    <a:cubicBezTo>
                      <a:pt x="12" y="1"/>
                      <a:pt x="12" y="0"/>
                      <a:pt x="11" y="0"/>
                    </a:cubicBezTo>
                    <a:cubicBezTo>
                      <a:pt x="10" y="1"/>
                      <a:pt x="9" y="1"/>
                      <a:pt x="9" y="1"/>
                    </a:cubicBezTo>
                    <a:cubicBezTo>
                      <a:pt x="9" y="2"/>
                      <a:pt x="7" y="2"/>
                      <a:pt x="5"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8" name="Freeform 44">
                <a:extLst>
                  <a:ext uri="{FF2B5EF4-FFF2-40B4-BE49-F238E27FC236}">
                    <a16:creationId xmlns:a16="http://schemas.microsoft.com/office/drawing/2014/main" id="{AAD8FB33-12BF-4E0A-8311-5D3421690AFC}"/>
                  </a:ext>
                </a:extLst>
              </p:cNvPr>
              <p:cNvSpPr>
                <a:spLocks/>
              </p:cNvSpPr>
              <p:nvPr/>
            </p:nvSpPr>
            <p:spPr bwMode="auto">
              <a:xfrm>
                <a:off x="5584719" y="3747258"/>
                <a:ext cx="124218" cy="106652"/>
              </a:xfrm>
              <a:custGeom>
                <a:avLst/>
                <a:gdLst>
                  <a:gd name="T0" fmla="*/ 10 w 54"/>
                  <a:gd name="T1" fmla="*/ 7 h 46"/>
                  <a:gd name="T2" fmla="*/ 5 w 54"/>
                  <a:gd name="T3" fmla="*/ 11 h 46"/>
                  <a:gd name="T4" fmla="*/ 2 w 54"/>
                  <a:gd name="T5" fmla="*/ 19 h 46"/>
                  <a:gd name="T6" fmla="*/ 2 w 54"/>
                  <a:gd name="T7" fmla="*/ 30 h 46"/>
                  <a:gd name="T8" fmla="*/ 9 w 54"/>
                  <a:gd name="T9" fmla="*/ 30 h 46"/>
                  <a:gd name="T10" fmla="*/ 11 w 54"/>
                  <a:gd name="T11" fmla="*/ 28 h 46"/>
                  <a:gd name="T12" fmla="*/ 15 w 54"/>
                  <a:gd name="T13" fmla="*/ 27 h 46"/>
                  <a:gd name="T14" fmla="*/ 20 w 54"/>
                  <a:gd name="T15" fmla="*/ 29 h 46"/>
                  <a:gd name="T16" fmla="*/ 23 w 54"/>
                  <a:gd name="T17" fmla="*/ 29 h 46"/>
                  <a:gd name="T18" fmla="*/ 31 w 54"/>
                  <a:gd name="T19" fmla="*/ 29 h 46"/>
                  <a:gd name="T20" fmla="*/ 48 w 54"/>
                  <a:gd name="T21" fmla="*/ 46 h 46"/>
                  <a:gd name="T22" fmla="*/ 48 w 54"/>
                  <a:gd name="T23" fmla="*/ 46 h 46"/>
                  <a:gd name="T24" fmla="*/ 52 w 54"/>
                  <a:gd name="T25" fmla="*/ 45 h 46"/>
                  <a:gd name="T26" fmla="*/ 54 w 54"/>
                  <a:gd name="T27" fmla="*/ 44 h 46"/>
                  <a:gd name="T28" fmla="*/ 46 w 54"/>
                  <a:gd name="T29" fmla="*/ 34 h 46"/>
                  <a:gd name="T30" fmla="*/ 33 w 54"/>
                  <a:gd name="T31" fmla="*/ 25 h 46"/>
                  <a:gd name="T32" fmla="*/ 28 w 54"/>
                  <a:gd name="T33" fmla="*/ 20 h 46"/>
                  <a:gd name="T34" fmla="*/ 22 w 54"/>
                  <a:gd name="T35" fmla="*/ 9 h 46"/>
                  <a:gd name="T36" fmla="*/ 18 w 54"/>
                  <a:gd name="T37" fmla="*/ 0 h 46"/>
                  <a:gd name="T38" fmla="*/ 10 w 54"/>
                  <a:gd name="T39" fmla="*/ 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4" h="46">
                    <a:moveTo>
                      <a:pt x="10" y="7"/>
                    </a:moveTo>
                    <a:cubicBezTo>
                      <a:pt x="8" y="8"/>
                      <a:pt x="5" y="9"/>
                      <a:pt x="5" y="11"/>
                    </a:cubicBezTo>
                    <a:cubicBezTo>
                      <a:pt x="6" y="14"/>
                      <a:pt x="5" y="16"/>
                      <a:pt x="2" y="19"/>
                    </a:cubicBezTo>
                    <a:cubicBezTo>
                      <a:pt x="0" y="22"/>
                      <a:pt x="1" y="27"/>
                      <a:pt x="2" y="30"/>
                    </a:cubicBezTo>
                    <a:cubicBezTo>
                      <a:pt x="5" y="30"/>
                      <a:pt x="8" y="30"/>
                      <a:pt x="9" y="30"/>
                    </a:cubicBezTo>
                    <a:cubicBezTo>
                      <a:pt x="10" y="32"/>
                      <a:pt x="10" y="30"/>
                      <a:pt x="11" y="28"/>
                    </a:cubicBezTo>
                    <a:cubicBezTo>
                      <a:pt x="12" y="25"/>
                      <a:pt x="13" y="26"/>
                      <a:pt x="15" y="27"/>
                    </a:cubicBezTo>
                    <a:cubicBezTo>
                      <a:pt x="16" y="28"/>
                      <a:pt x="17" y="30"/>
                      <a:pt x="20" y="29"/>
                    </a:cubicBezTo>
                    <a:cubicBezTo>
                      <a:pt x="22" y="28"/>
                      <a:pt x="22" y="28"/>
                      <a:pt x="23" y="29"/>
                    </a:cubicBezTo>
                    <a:cubicBezTo>
                      <a:pt x="25" y="29"/>
                      <a:pt x="30" y="29"/>
                      <a:pt x="31" y="29"/>
                    </a:cubicBezTo>
                    <a:cubicBezTo>
                      <a:pt x="33" y="29"/>
                      <a:pt x="48" y="46"/>
                      <a:pt x="48" y="46"/>
                    </a:cubicBezTo>
                    <a:cubicBezTo>
                      <a:pt x="48" y="46"/>
                      <a:pt x="48" y="46"/>
                      <a:pt x="48" y="46"/>
                    </a:cubicBezTo>
                    <a:cubicBezTo>
                      <a:pt x="50" y="46"/>
                      <a:pt x="52" y="46"/>
                      <a:pt x="52" y="45"/>
                    </a:cubicBezTo>
                    <a:cubicBezTo>
                      <a:pt x="52" y="45"/>
                      <a:pt x="53" y="45"/>
                      <a:pt x="54" y="44"/>
                    </a:cubicBezTo>
                    <a:cubicBezTo>
                      <a:pt x="52" y="42"/>
                      <a:pt x="50" y="39"/>
                      <a:pt x="46" y="34"/>
                    </a:cubicBezTo>
                    <a:cubicBezTo>
                      <a:pt x="41" y="29"/>
                      <a:pt x="36" y="25"/>
                      <a:pt x="33" y="25"/>
                    </a:cubicBezTo>
                    <a:cubicBezTo>
                      <a:pt x="30" y="25"/>
                      <a:pt x="30" y="21"/>
                      <a:pt x="28" y="20"/>
                    </a:cubicBezTo>
                    <a:cubicBezTo>
                      <a:pt x="26" y="20"/>
                      <a:pt x="22" y="13"/>
                      <a:pt x="22" y="9"/>
                    </a:cubicBezTo>
                    <a:cubicBezTo>
                      <a:pt x="22" y="6"/>
                      <a:pt x="20" y="3"/>
                      <a:pt x="18" y="0"/>
                    </a:cubicBezTo>
                    <a:cubicBezTo>
                      <a:pt x="15" y="4"/>
                      <a:pt x="11" y="6"/>
                      <a:pt x="10"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9" name="Freeform 45">
                <a:extLst>
                  <a:ext uri="{FF2B5EF4-FFF2-40B4-BE49-F238E27FC236}">
                    <a16:creationId xmlns:a16="http://schemas.microsoft.com/office/drawing/2014/main" id="{98B96C6B-A698-4715-8B4F-5F313F2DA07E}"/>
                  </a:ext>
                </a:extLst>
              </p:cNvPr>
              <p:cNvSpPr>
                <a:spLocks/>
              </p:cNvSpPr>
              <p:nvPr/>
            </p:nvSpPr>
            <p:spPr bwMode="auto">
              <a:xfrm>
                <a:off x="5519473" y="3804975"/>
                <a:ext cx="279804" cy="219577"/>
              </a:xfrm>
              <a:custGeom>
                <a:avLst/>
                <a:gdLst>
                  <a:gd name="T0" fmla="*/ 8 w 121"/>
                  <a:gd name="T1" fmla="*/ 62 h 95"/>
                  <a:gd name="T2" fmla="*/ 15 w 121"/>
                  <a:gd name="T3" fmla="*/ 71 h 95"/>
                  <a:gd name="T4" fmla="*/ 23 w 121"/>
                  <a:gd name="T5" fmla="*/ 77 h 95"/>
                  <a:gd name="T6" fmla="*/ 23 w 121"/>
                  <a:gd name="T7" fmla="*/ 84 h 95"/>
                  <a:gd name="T8" fmla="*/ 25 w 121"/>
                  <a:gd name="T9" fmla="*/ 85 h 95"/>
                  <a:gd name="T10" fmla="*/ 34 w 121"/>
                  <a:gd name="T11" fmla="*/ 87 h 95"/>
                  <a:gd name="T12" fmla="*/ 43 w 121"/>
                  <a:gd name="T13" fmla="*/ 92 h 95"/>
                  <a:gd name="T14" fmla="*/ 52 w 121"/>
                  <a:gd name="T15" fmla="*/ 94 h 95"/>
                  <a:gd name="T16" fmla="*/ 58 w 121"/>
                  <a:gd name="T17" fmla="*/ 90 h 95"/>
                  <a:gd name="T18" fmla="*/ 64 w 121"/>
                  <a:gd name="T19" fmla="*/ 88 h 95"/>
                  <a:gd name="T20" fmla="*/ 68 w 121"/>
                  <a:gd name="T21" fmla="*/ 90 h 95"/>
                  <a:gd name="T22" fmla="*/ 72 w 121"/>
                  <a:gd name="T23" fmla="*/ 89 h 95"/>
                  <a:gd name="T24" fmla="*/ 79 w 121"/>
                  <a:gd name="T25" fmla="*/ 88 h 95"/>
                  <a:gd name="T26" fmla="*/ 89 w 121"/>
                  <a:gd name="T27" fmla="*/ 82 h 95"/>
                  <a:gd name="T28" fmla="*/ 98 w 121"/>
                  <a:gd name="T29" fmla="*/ 81 h 95"/>
                  <a:gd name="T30" fmla="*/ 120 w 121"/>
                  <a:gd name="T31" fmla="*/ 59 h 95"/>
                  <a:gd name="T32" fmla="*/ 117 w 121"/>
                  <a:gd name="T33" fmla="*/ 57 h 95"/>
                  <a:gd name="T34" fmla="*/ 106 w 121"/>
                  <a:gd name="T35" fmla="*/ 55 h 95"/>
                  <a:gd name="T36" fmla="*/ 90 w 121"/>
                  <a:gd name="T37" fmla="*/ 49 h 95"/>
                  <a:gd name="T38" fmla="*/ 84 w 121"/>
                  <a:gd name="T39" fmla="*/ 44 h 95"/>
                  <a:gd name="T40" fmla="*/ 79 w 121"/>
                  <a:gd name="T41" fmla="*/ 37 h 95"/>
                  <a:gd name="T42" fmla="*/ 80 w 121"/>
                  <a:gd name="T43" fmla="*/ 34 h 95"/>
                  <a:gd name="T44" fmla="*/ 77 w 121"/>
                  <a:gd name="T45" fmla="*/ 33 h 95"/>
                  <a:gd name="T46" fmla="*/ 72 w 121"/>
                  <a:gd name="T47" fmla="*/ 33 h 95"/>
                  <a:gd name="T48" fmla="*/ 72 w 121"/>
                  <a:gd name="T49" fmla="*/ 26 h 95"/>
                  <a:gd name="T50" fmla="*/ 76 w 121"/>
                  <a:gd name="T51" fmla="*/ 21 h 95"/>
                  <a:gd name="T52" fmla="*/ 59 w 121"/>
                  <a:gd name="T53" fmla="*/ 4 h 95"/>
                  <a:gd name="T54" fmla="*/ 51 w 121"/>
                  <a:gd name="T55" fmla="*/ 4 h 95"/>
                  <a:gd name="T56" fmla="*/ 48 w 121"/>
                  <a:gd name="T57" fmla="*/ 4 h 95"/>
                  <a:gd name="T58" fmla="*/ 43 w 121"/>
                  <a:gd name="T59" fmla="*/ 2 h 95"/>
                  <a:gd name="T60" fmla="*/ 39 w 121"/>
                  <a:gd name="T61" fmla="*/ 3 h 95"/>
                  <a:gd name="T62" fmla="*/ 37 w 121"/>
                  <a:gd name="T63" fmla="*/ 5 h 95"/>
                  <a:gd name="T64" fmla="*/ 30 w 121"/>
                  <a:gd name="T65" fmla="*/ 5 h 95"/>
                  <a:gd name="T66" fmla="*/ 30 w 121"/>
                  <a:gd name="T67" fmla="*/ 5 h 95"/>
                  <a:gd name="T68" fmla="*/ 27 w 121"/>
                  <a:gd name="T69" fmla="*/ 15 h 95"/>
                  <a:gd name="T70" fmla="*/ 23 w 121"/>
                  <a:gd name="T71" fmla="*/ 19 h 95"/>
                  <a:gd name="T72" fmla="*/ 18 w 121"/>
                  <a:gd name="T73" fmla="*/ 25 h 95"/>
                  <a:gd name="T74" fmla="*/ 16 w 121"/>
                  <a:gd name="T75" fmla="*/ 33 h 95"/>
                  <a:gd name="T76" fmla="*/ 12 w 121"/>
                  <a:gd name="T77" fmla="*/ 36 h 95"/>
                  <a:gd name="T78" fmla="*/ 10 w 121"/>
                  <a:gd name="T79" fmla="*/ 43 h 95"/>
                  <a:gd name="T80" fmla="*/ 9 w 121"/>
                  <a:gd name="T81" fmla="*/ 52 h 95"/>
                  <a:gd name="T82" fmla="*/ 3 w 121"/>
                  <a:gd name="T83" fmla="*/ 54 h 95"/>
                  <a:gd name="T84" fmla="*/ 1 w 121"/>
                  <a:gd name="T85" fmla="*/ 58 h 95"/>
                  <a:gd name="T86" fmla="*/ 8 w 121"/>
                  <a:gd name="T87" fmla="*/ 6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1" h="95">
                    <a:moveTo>
                      <a:pt x="8" y="62"/>
                    </a:moveTo>
                    <a:cubicBezTo>
                      <a:pt x="9" y="65"/>
                      <a:pt x="14" y="67"/>
                      <a:pt x="15" y="71"/>
                    </a:cubicBezTo>
                    <a:cubicBezTo>
                      <a:pt x="17" y="75"/>
                      <a:pt x="21" y="77"/>
                      <a:pt x="23" y="77"/>
                    </a:cubicBezTo>
                    <a:cubicBezTo>
                      <a:pt x="24" y="77"/>
                      <a:pt x="23" y="80"/>
                      <a:pt x="23" y="84"/>
                    </a:cubicBezTo>
                    <a:cubicBezTo>
                      <a:pt x="24" y="85"/>
                      <a:pt x="25" y="85"/>
                      <a:pt x="25" y="85"/>
                    </a:cubicBezTo>
                    <a:cubicBezTo>
                      <a:pt x="27" y="86"/>
                      <a:pt x="32" y="85"/>
                      <a:pt x="34" y="87"/>
                    </a:cubicBezTo>
                    <a:cubicBezTo>
                      <a:pt x="35" y="89"/>
                      <a:pt x="41" y="92"/>
                      <a:pt x="43" y="92"/>
                    </a:cubicBezTo>
                    <a:cubicBezTo>
                      <a:pt x="45" y="92"/>
                      <a:pt x="51" y="93"/>
                      <a:pt x="52" y="94"/>
                    </a:cubicBezTo>
                    <a:cubicBezTo>
                      <a:pt x="53" y="95"/>
                      <a:pt x="55" y="91"/>
                      <a:pt x="58" y="90"/>
                    </a:cubicBezTo>
                    <a:cubicBezTo>
                      <a:pt x="60" y="88"/>
                      <a:pt x="64" y="87"/>
                      <a:pt x="64" y="88"/>
                    </a:cubicBezTo>
                    <a:cubicBezTo>
                      <a:pt x="65" y="90"/>
                      <a:pt x="67" y="91"/>
                      <a:pt x="68" y="90"/>
                    </a:cubicBezTo>
                    <a:cubicBezTo>
                      <a:pt x="69" y="90"/>
                      <a:pt x="71" y="89"/>
                      <a:pt x="72" y="89"/>
                    </a:cubicBezTo>
                    <a:cubicBezTo>
                      <a:pt x="75" y="88"/>
                      <a:pt x="78" y="88"/>
                      <a:pt x="79" y="88"/>
                    </a:cubicBezTo>
                    <a:cubicBezTo>
                      <a:pt x="80" y="88"/>
                      <a:pt x="84" y="82"/>
                      <a:pt x="89" y="82"/>
                    </a:cubicBezTo>
                    <a:cubicBezTo>
                      <a:pt x="95" y="82"/>
                      <a:pt x="96" y="83"/>
                      <a:pt x="98" y="81"/>
                    </a:cubicBezTo>
                    <a:cubicBezTo>
                      <a:pt x="101" y="78"/>
                      <a:pt x="118" y="60"/>
                      <a:pt x="120" y="59"/>
                    </a:cubicBezTo>
                    <a:cubicBezTo>
                      <a:pt x="121" y="58"/>
                      <a:pt x="119" y="57"/>
                      <a:pt x="117" y="57"/>
                    </a:cubicBezTo>
                    <a:cubicBezTo>
                      <a:pt x="115" y="57"/>
                      <a:pt x="112" y="57"/>
                      <a:pt x="106" y="55"/>
                    </a:cubicBezTo>
                    <a:cubicBezTo>
                      <a:pt x="100" y="53"/>
                      <a:pt x="91" y="50"/>
                      <a:pt x="90" y="49"/>
                    </a:cubicBezTo>
                    <a:cubicBezTo>
                      <a:pt x="88" y="49"/>
                      <a:pt x="86" y="45"/>
                      <a:pt x="84" y="44"/>
                    </a:cubicBezTo>
                    <a:cubicBezTo>
                      <a:pt x="83" y="44"/>
                      <a:pt x="80" y="39"/>
                      <a:pt x="79" y="37"/>
                    </a:cubicBezTo>
                    <a:cubicBezTo>
                      <a:pt x="79" y="37"/>
                      <a:pt x="80" y="35"/>
                      <a:pt x="80" y="34"/>
                    </a:cubicBezTo>
                    <a:cubicBezTo>
                      <a:pt x="79" y="32"/>
                      <a:pt x="78" y="32"/>
                      <a:pt x="77" y="33"/>
                    </a:cubicBezTo>
                    <a:cubicBezTo>
                      <a:pt x="75" y="34"/>
                      <a:pt x="73" y="34"/>
                      <a:pt x="72" y="33"/>
                    </a:cubicBezTo>
                    <a:cubicBezTo>
                      <a:pt x="72" y="32"/>
                      <a:pt x="71" y="28"/>
                      <a:pt x="72" y="26"/>
                    </a:cubicBezTo>
                    <a:cubicBezTo>
                      <a:pt x="74" y="24"/>
                      <a:pt x="76" y="21"/>
                      <a:pt x="76" y="21"/>
                    </a:cubicBezTo>
                    <a:cubicBezTo>
                      <a:pt x="76" y="21"/>
                      <a:pt x="61" y="4"/>
                      <a:pt x="59" y="4"/>
                    </a:cubicBezTo>
                    <a:cubicBezTo>
                      <a:pt x="58" y="4"/>
                      <a:pt x="53" y="4"/>
                      <a:pt x="51" y="4"/>
                    </a:cubicBezTo>
                    <a:cubicBezTo>
                      <a:pt x="50" y="3"/>
                      <a:pt x="50" y="3"/>
                      <a:pt x="48" y="4"/>
                    </a:cubicBezTo>
                    <a:cubicBezTo>
                      <a:pt x="45" y="5"/>
                      <a:pt x="44" y="3"/>
                      <a:pt x="43" y="2"/>
                    </a:cubicBezTo>
                    <a:cubicBezTo>
                      <a:pt x="41" y="1"/>
                      <a:pt x="40" y="0"/>
                      <a:pt x="39" y="3"/>
                    </a:cubicBezTo>
                    <a:cubicBezTo>
                      <a:pt x="38" y="5"/>
                      <a:pt x="38" y="7"/>
                      <a:pt x="37" y="5"/>
                    </a:cubicBezTo>
                    <a:cubicBezTo>
                      <a:pt x="36" y="5"/>
                      <a:pt x="33" y="5"/>
                      <a:pt x="30" y="5"/>
                    </a:cubicBezTo>
                    <a:cubicBezTo>
                      <a:pt x="30" y="5"/>
                      <a:pt x="30" y="5"/>
                      <a:pt x="30" y="5"/>
                    </a:cubicBezTo>
                    <a:cubicBezTo>
                      <a:pt x="30" y="9"/>
                      <a:pt x="27" y="13"/>
                      <a:pt x="27" y="15"/>
                    </a:cubicBezTo>
                    <a:cubicBezTo>
                      <a:pt x="27" y="17"/>
                      <a:pt x="25" y="19"/>
                      <a:pt x="23" y="19"/>
                    </a:cubicBezTo>
                    <a:cubicBezTo>
                      <a:pt x="22" y="19"/>
                      <a:pt x="20" y="23"/>
                      <a:pt x="18" y="25"/>
                    </a:cubicBezTo>
                    <a:cubicBezTo>
                      <a:pt x="16" y="27"/>
                      <a:pt x="18" y="31"/>
                      <a:pt x="16" y="33"/>
                    </a:cubicBezTo>
                    <a:cubicBezTo>
                      <a:pt x="14" y="34"/>
                      <a:pt x="11" y="35"/>
                      <a:pt x="12" y="36"/>
                    </a:cubicBezTo>
                    <a:cubicBezTo>
                      <a:pt x="14" y="38"/>
                      <a:pt x="10" y="40"/>
                      <a:pt x="10" y="43"/>
                    </a:cubicBezTo>
                    <a:cubicBezTo>
                      <a:pt x="10" y="46"/>
                      <a:pt x="9" y="52"/>
                      <a:pt x="9" y="52"/>
                    </a:cubicBezTo>
                    <a:cubicBezTo>
                      <a:pt x="8" y="53"/>
                      <a:pt x="3" y="51"/>
                      <a:pt x="3" y="54"/>
                    </a:cubicBezTo>
                    <a:cubicBezTo>
                      <a:pt x="3" y="56"/>
                      <a:pt x="0" y="56"/>
                      <a:pt x="1" y="58"/>
                    </a:cubicBezTo>
                    <a:cubicBezTo>
                      <a:pt x="2" y="60"/>
                      <a:pt x="7" y="60"/>
                      <a:pt x="8" y="6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0" name="Freeform 46">
                <a:extLst>
                  <a:ext uri="{FF2B5EF4-FFF2-40B4-BE49-F238E27FC236}">
                    <a16:creationId xmlns:a16="http://schemas.microsoft.com/office/drawing/2014/main" id="{A6090E3A-43AE-4E03-9FB2-A622A4E5726E}"/>
                  </a:ext>
                </a:extLst>
              </p:cNvPr>
              <p:cNvSpPr>
                <a:spLocks/>
              </p:cNvSpPr>
              <p:nvPr/>
            </p:nvSpPr>
            <p:spPr bwMode="auto">
              <a:xfrm>
                <a:off x="5563389" y="3408482"/>
                <a:ext cx="27604" cy="35132"/>
              </a:xfrm>
              <a:custGeom>
                <a:avLst/>
                <a:gdLst>
                  <a:gd name="T0" fmla="*/ 10 w 12"/>
                  <a:gd name="T1" fmla="*/ 7 h 15"/>
                  <a:gd name="T2" fmla="*/ 6 w 12"/>
                  <a:gd name="T3" fmla="*/ 0 h 15"/>
                  <a:gd name="T4" fmla="*/ 6 w 12"/>
                  <a:gd name="T5" fmla="*/ 2 h 15"/>
                  <a:gd name="T6" fmla="*/ 0 w 12"/>
                  <a:gd name="T7" fmla="*/ 14 h 15"/>
                  <a:gd name="T8" fmla="*/ 4 w 12"/>
                  <a:gd name="T9" fmla="*/ 15 h 15"/>
                  <a:gd name="T10" fmla="*/ 10 w 12"/>
                  <a:gd name="T11" fmla="*/ 7 h 15"/>
                </a:gdLst>
                <a:ahLst/>
                <a:cxnLst>
                  <a:cxn ang="0">
                    <a:pos x="T0" y="T1"/>
                  </a:cxn>
                  <a:cxn ang="0">
                    <a:pos x="T2" y="T3"/>
                  </a:cxn>
                  <a:cxn ang="0">
                    <a:pos x="T4" y="T5"/>
                  </a:cxn>
                  <a:cxn ang="0">
                    <a:pos x="T6" y="T7"/>
                  </a:cxn>
                  <a:cxn ang="0">
                    <a:pos x="T8" y="T9"/>
                  </a:cxn>
                  <a:cxn ang="0">
                    <a:pos x="T10" y="T11"/>
                  </a:cxn>
                </a:cxnLst>
                <a:rect l="0" t="0" r="r" b="b"/>
                <a:pathLst>
                  <a:path w="12" h="15">
                    <a:moveTo>
                      <a:pt x="10" y="7"/>
                    </a:moveTo>
                    <a:cubicBezTo>
                      <a:pt x="12" y="5"/>
                      <a:pt x="12" y="0"/>
                      <a:pt x="6" y="0"/>
                    </a:cubicBezTo>
                    <a:cubicBezTo>
                      <a:pt x="6" y="1"/>
                      <a:pt x="6" y="1"/>
                      <a:pt x="6" y="2"/>
                    </a:cubicBezTo>
                    <a:cubicBezTo>
                      <a:pt x="6" y="4"/>
                      <a:pt x="2" y="9"/>
                      <a:pt x="0" y="14"/>
                    </a:cubicBezTo>
                    <a:cubicBezTo>
                      <a:pt x="4" y="15"/>
                      <a:pt x="4" y="15"/>
                      <a:pt x="4" y="15"/>
                    </a:cubicBezTo>
                    <a:cubicBezTo>
                      <a:pt x="6" y="12"/>
                      <a:pt x="9" y="8"/>
                      <a:pt x="10"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1" name="Freeform 47">
                <a:extLst>
                  <a:ext uri="{FF2B5EF4-FFF2-40B4-BE49-F238E27FC236}">
                    <a16:creationId xmlns:a16="http://schemas.microsoft.com/office/drawing/2014/main" id="{7C81DFD2-D99E-4375-944B-7DB815B46D6E}"/>
                  </a:ext>
                </a:extLst>
              </p:cNvPr>
              <p:cNvSpPr>
                <a:spLocks/>
              </p:cNvSpPr>
              <p:nvPr/>
            </p:nvSpPr>
            <p:spPr bwMode="auto">
              <a:xfrm>
                <a:off x="5573427" y="3358293"/>
                <a:ext cx="126727" cy="101633"/>
              </a:xfrm>
              <a:custGeom>
                <a:avLst/>
                <a:gdLst>
                  <a:gd name="T0" fmla="*/ 6 w 55"/>
                  <a:gd name="T1" fmla="*/ 29 h 44"/>
                  <a:gd name="T2" fmla="*/ 0 w 55"/>
                  <a:gd name="T3" fmla="*/ 37 h 44"/>
                  <a:gd name="T4" fmla="*/ 0 w 55"/>
                  <a:gd name="T5" fmla="*/ 37 h 44"/>
                  <a:gd name="T6" fmla="*/ 1 w 55"/>
                  <a:gd name="T7" fmla="*/ 40 h 44"/>
                  <a:gd name="T8" fmla="*/ 8 w 55"/>
                  <a:gd name="T9" fmla="*/ 44 h 44"/>
                  <a:gd name="T10" fmla="*/ 16 w 55"/>
                  <a:gd name="T11" fmla="*/ 40 h 44"/>
                  <a:gd name="T12" fmla="*/ 43 w 55"/>
                  <a:gd name="T13" fmla="*/ 26 h 44"/>
                  <a:gd name="T14" fmla="*/ 45 w 55"/>
                  <a:gd name="T15" fmla="*/ 21 h 44"/>
                  <a:gd name="T16" fmla="*/ 46 w 55"/>
                  <a:gd name="T17" fmla="*/ 15 h 44"/>
                  <a:gd name="T18" fmla="*/ 45 w 55"/>
                  <a:gd name="T19" fmla="*/ 8 h 44"/>
                  <a:gd name="T20" fmla="*/ 50 w 55"/>
                  <a:gd name="T21" fmla="*/ 4 h 44"/>
                  <a:gd name="T22" fmla="*/ 55 w 55"/>
                  <a:gd name="T23" fmla="*/ 1 h 44"/>
                  <a:gd name="T24" fmla="*/ 52 w 55"/>
                  <a:gd name="T25" fmla="*/ 0 h 44"/>
                  <a:gd name="T26" fmla="*/ 43 w 55"/>
                  <a:gd name="T27" fmla="*/ 1 h 44"/>
                  <a:gd name="T28" fmla="*/ 32 w 55"/>
                  <a:gd name="T29" fmla="*/ 4 h 44"/>
                  <a:gd name="T30" fmla="*/ 23 w 55"/>
                  <a:gd name="T31" fmla="*/ 4 h 44"/>
                  <a:gd name="T32" fmla="*/ 18 w 55"/>
                  <a:gd name="T33" fmla="*/ 5 h 44"/>
                  <a:gd name="T34" fmla="*/ 11 w 55"/>
                  <a:gd name="T35" fmla="*/ 5 h 44"/>
                  <a:gd name="T36" fmla="*/ 8 w 55"/>
                  <a:gd name="T37" fmla="*/ 7 h 44"/>
                  <a:gd name="T38" fmla="*/ 3 w 55"/>
                  <a:gd name="T39" fmla="*/ 12 h 44"/>
                  <a:gd name="T40" fmla="*/ 3 w 55"/>
                  <a:gd name="T41" fmla="*/ 16 h 44"/>
                  <a:gd name="T42" fmla="*/ 2 w 55"/>
                  <a:gd name="T43" fmla="*/ 22 h 44"/>
                  <a:gd name="T44" fmla="*/ 6 w 55"/>
                  <a:gd name="T45" fmla="*/ 2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44">
                    <a:moveTo>
                      <a:pt x="6" y="29"/>
                    </a:moveTo>
                    <a:cubicBezTo>
                      <a:pt x="5" y="30"/>
                      <a:pt x="2" y="34"/>
                      <a:pt x="0" y="37"/>
                    </a:cubicBezTo>
                    <a:cubicBezTo>
                      <a:pt x="0" y="37"/>
                      <a:pt x="0" y="37"/>
                      <a:pt x="0" y="37"/>
                    </a:cubicBezTo>
                    <a:cubicBezTo>
                      <a:pt x="1" y="40"/>
                      <a:pt x="1" y="40"/>
                      <a:pt x="1" y="40"/>
                    </a:cubicBezTo>
                    <a:cubicBezTo>
                      <a:pt x="8" y="44"/>
                      <a:pt x="8" y="44"/>
                      <a:pt x="8" y="44"/>
                    </a:cubicBezTo>
                    <a:cubicBezTo>
                      <a:pt x="8" y="44"/>
                      <a:pt x="14" y="40"/>
                      <a:pt x="16" y="40"/>
                    </a:cubicBezTo>
                    <a:cubicBezTo>
                      <a:pt x="18" y="40"/>
                      <a:pt x="43" y="26"/>
                      <a:pt x="43" y="26"/>
                    </a:cubicBezTo>
                    <a:cubicBezTo>
                      <a:pt x="43" y="26"/>
                      <a:pt x="46" y="22"/>
                      <a:pt x="45" y="21"/>
                    </a:cubicBezTo>
                    <a:cubicBezTo>
                      <a:pt x="45" y="20"/>
                      <a:pt x="45" y="16"/>
                      <a:pt x="46" y="15"/>
                    </a:cubicBezTo>
                    <a:cubicBezTo>
                      <a:pt x="47" y="13"/>
                      <a:pt x="44" y="11"/>
                      <a:pt x="45" y="8"/>
                    </a:cubicBezTo>
                    <a:cubicBezTo>
                      <a:pt x="46" y="6"/>
                      <a:pt x="50" y="4"/>
                      <a:pt x="50" y="4"/>
                    </a:cubicBezTo>
                    <a:cubicBezTo>
                      <a:pt x="55" y="1"/>
                      <a:pt x="55" y="1"/>
                      <a:pt x="55" y="1"/>
                    </a:cubicBezTo>
                    <a:cubicBezTo>
                      <a:pt x="52" y="0"/>
                      <a:pt x="52" y="0"/>
                      <a:pt x="52" y="0"/>
                    </a:cubicBezTo>
                    <a:cubicBezTo>
                      <a:pt x="52" y="0"/>
                      <a:pt x="48" y="1"/>
                      <a:pt x="43" y="1"/>
                    </a:cubicBezTo>
                    <a:cubicBezTo>
                      <a:pt x="38" y="1"/>
                      <a:pt x="37" y="4"/>
                      <a:pt x="32" y="4"/>
                    </a:cubicBezTo>
                    <a:cubicBezTo>
                      <a:pt x="27" y="4"/>
                      <a:pt x="24" y="6"/>
                      <a:pt x="23" y="4"/>
                    </a:cubicBezTo>
                    <a:cubicBezTo>
                      <a:pt x="22" y="2"/>
                      <a:pt x="22" y="3"/>
                      <a:pt x="18" y="5"/>
                    </a:cubicBezTo>
                    <a:cubicBezTo>
                      <a:pt x="15" y="7"/>
                      <a:pt x="12" y="6"/>
                      <a:pt x="11" y="5"/>
                    </a:cubicBezTo>
                    <a:cubicBezTo>
                      <a:pt x="9" y="4"/>
                      <a:pt x="8" y="5"/>
                      <a:pt x="8" y="7"/>
                    </a:cubicBezTo>
                    <a:cubicBezTo>
                      <a:pt x="7" y="8"/>
                      <a:pt x="8" y="12"/>
                      <a:pt x="3" y="12"/>
                    </a:cubicBezTo>
                    <a:cubicBezTo>
                      <a:pt x="2" y="14"/>
                      <a:pt x="2" y="15"/>
                      <a:pt x="3" y="16"/>
                    </a:cubicBezTo>
                    <a:cubicBezTo>
                      <a:pt x="4" y="18"/>
                      <a:pt x="3" y="20"/>
                      <a:pt x="2" y="22"/>
                    </a:cubicBezTo>
                    <a:cubicBezTo>
                      <a:pt x="8" y="22"/>
                      <a:pt x="8" y="27"/>
                      <a:pt x="6"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2" name="Freeform 48">
                <a:extLst>
                  <a:ext uri="{FF2B5EF4-FFF2-40B4-BE49-F238E27FC236}">
                    <a16:creationId xmlns:a16="http://schemas.microsoft.com/office/drawing/2014/main" id="{55C546C5-5962-4B14-BDB2-44F92F7B4E68}"/>
                  </a:ext>
                </a:extLst>
              </p:cNvPr>
              <p:cNvSpPr>
                <a:spLocks/>
              </p:cNvSpPr>
              <p:nvPr/>
            </p:nvSpPr>
            <p:spPr bwMode="auto">
              <a:xfrm>
                <a:off x="7242212" y="3334453"/>
                <a:ext cx="69010" cy="87831"/>
              </a:xfrm>
              <a:custGeom>
                <a:avLst/>
                <a:gdLst>
                  <a:gd name="T0" fmla="*/ 7 w 30"/>
                  <a:gd name="T1" fmla="*/ 3 h 38"/>
                  <a:gd name="T2" fmla="*/ 2 w 30"/>
                  <a:gd name="T3" fmla="*/ 7 h 38"/>
                  <a:gd name="T4" fmla="*/ 5 w 30"/>
                  <a:gd name="T5" fmla="*/ 11 h 38"/>
                  <a:gd name="T6" fmla="*/ 5 w 30"/>
                  <a:gd name="T7" fmla="*/ 14 h 38"/>
                  <a:gd name="T8" fmla="*/ 4 w 30"/>
                  <a:gd name="T9" fmla="*/ 22 h 38"/>
                  <a:gd name="T10" fmla="*/ 2 w 30"/>
                  <a:gd name="T11" fmla="*/ 32 h 38"/>
                  <a:gd name="T12" fmla="*/ 3 w 30"/>
                  <a:gd name="T13" fmla="*/ 37 h 38"/>
                  <a:gd name="T14" fmla="*/ 18 w 30"/>
                  <a:gd name="T15" fmla="*/ 32 h 38"/>
                  <a:gd name="T16" fmla="*/ 26 w 30"/>
                  <a:gd name="T17" fmla="*/ 29 h 38"/>
                  <a:gd name="T18" fmla="*/ 29 w 30"/>
                  <a:gd name="T19" fmla="*/ 25 h 38"/>
                  <a:gd name="T20" fmla="*/ 27 w 30"/>
                  <a:gd name="T21" fmla="*/ 14 h 38"/>
                  <a:gd name="T22" fmla="*/ 19 w 30"/>
                  <a:gd name="T23" fmla="*/ 0 h 38"/>
                  <a:gd name="T24" fmla="*/ 15 w 30"/>
                  <a:gd name="T25" fmla="*/ 2 h 38"/>
                  <a:gd name="T26" fmla="*/ 7 w 30"/>
                  <a:gd name="T27" fmla="*/ 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8">
                    <a:moveTo>
                      <a:pt x="7" y="3"/>
                    </a:moveTo>
                    <a:cubicBezTo>
                      <a:pt x="6" y="4"/>
                      <a:pt x="4" y="5"/>
                      <a:pt x="2" y="7"/>
                    </a:cubicBezTo>
                    <a:cubicBezTo>
                      <a:pt x="3" y="8"/>
                      <a:pt x="3" y="11"/>
                      <a:pt x="5" y="11"/>
                    </a:cubicBezTo>
                    <a:cubicBezTo>
                      <a:pt x="7" y="11"/>
                      <a:pt x="7" y="15"/>
                      <a:pt x="5" y="14"/>
                    </a:cubicBezTo>
                    <a:cubicBezTo>
                      <a:pt x="2" y="14"/>
                      <a:pt x="2" y="18"/>
                      <a:pt x="4" y="22"/>
                    </a:cubicBezTo>
                    <a:cubicBezTo>
                      <a:pt x="7" y="26"/>
                      <a:pt x="0" y="30"/>
                      <a:pt x="2" y="32"/>
                    </a:cubicBezTo>
                    <a:cubicBezTo>
                      <a:pt x="3" y="34"/>
                      <a:pt x="2" y="36"/>
                      <a:pt x="3" y="37"/>
                    </a:cubicBezTo>
                    <a:cubicBezTo>
                      <a:pt x="4" y="38"/>
                      <a:pt x="14" y="36"/>
                      <a:pt x="18" y="32"/>
                    </a:cubicBezTo>
                    <a:cubicBezTo>
                      <a:pt x="22" y="27"/>
                      <a:pt x="24" y="28"/>
                      <a:pt x="26" y="29"/>
                    </a:cubicBezTo>
                    <a:cubicBezTo>
                      <a:pt x="28" y="29"/>
                      <a:pt x="30" y="27"/>
                      <a:pt x="29" y="25"/>
                    </a:cubicBezTo>
                    <a:cubicBezTo>
                      <a:pt x="28" y="23"/>
                      <a:pt x="27" y="19"/>
                      <a:pt x="27" y="14"/>
                    </a:cubicBezTo>
                    <a:cubicBezTo>
                      <a:pt x="27" y="10"/>
                      <a:pt x="23" y="5"/>
                      <a:pt x="19" y="0"/>
                    </a:cubicBezTo>
                    <a:cubicBezTo>
                      <a:pt x="17" y="1"/>
                      <a:pt x="16" y="2"/>
                      <a:pt x="15" y="2"/>
                    </a:cubicBezTo>
                    <a:cubicBezTo>
                      <a:pt x="12" y="2"/>
                      <a:pt x="8" y="2"/>
                      <a:pt x="7"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3" name="Freeform 49">
                <a:extLst>
                  <a:ext uri="{FF2B5EF4-FFF2-40B4-BE49-F238E27FC236}">
                    <a16:creationId xmlns:a16="http://schemas.microsoft.com/office/drawing/2014/main" id="{13D6A0AA-CB35-43E0-8E21-0BCD4100360E}"/>
                  </a:ext>
                </a:extLst>
              </p:cNvPr>
              <p:cNvSpPr>
                <a:spLocks/>
              </p:cNvSpPr>
              <p:nvPr/>
            </p:nvSpPr>
            <p:spPr bwMode="auto">
              <a:xfrm>
                <a:off x="6543330" y="3584144"/>
                <a:ext cx="82812" cy="107906"/>
              </a:xfrm>
              <a:custGeom>
                <a:avLst/>
                <a:gdLst>
                  <a:gd name="T0" fmla="*/ 36 w 36"/>
                  <a:gd name="T1" fmla="*/ 39 h 47"/>
                  <a:gd name="T2" fmla="*/ 33 w 36"/>
                  <a:gd name="T3" fmla="*/ 24 h 47"/>
                  <a:gd name="T4" fmla="*/ 27 w 36"/>
                  <a:gd name="T5" fmla="*/ 30 h 47"/>
                  <a:gd name="T6" fmla="*/ 27 w 36"/>
                  <a:gd name="T7" fmla="*/ 21 h 47"/>
                  <a:gd name="T8" fmla="*/ 34 w 36"/>
                  <a:gd name="T9" fmla="*/ 13 h 47"/>
                  <a:gd name="T10" fmla="*/ 28 w 36"/>
                  <a:gd name="T11" fmla="*/ 11 h 47"/>
                  <a:gd name="T12" fmla="*/ 19 w 36"/>
                  <a:gd name="T13" fmla="*/ 12 h 47"/>
                  <a:gd name="T14" fmla="*/ 15 w 36"/>
                  <a:gd name="T15" fmla="*/ 8 h 47"/>
                  <a:gd name="T16" fmla="*/ 10 w 36"/>
                  <a:gd name="T17" fmla="*/ 3 h 47"/>
                  <a:gd name="T18" fmla="*/ 3 w 36"/>
                  <a:gd name="T19" fmla="*/ 3 h 47"/>
                  <a:gd name="T20" fmla="*/ 8 w 36"/>
                  <a:gd name="T21" fmla="*/ 10 h 47"/>
                  <a:gd name="T22" fmla="*/ 4 w 36"/>
                  <a:gd name="T23" fmla="*/ 14 h 47"/>
                  <a:gd name="T24" fmla="*/ 6 w 36"/>
                  <a:gd name="T25" fmla="*/ 26 h 47"/>
                  <a:gd name="T26" fmla="*/ 9 w 36"/>
                  <a:gd name="T27" fmla="*/ 40 h 47"/>
                  <a:gd name="T28" fmla="*/ 14 w 36"/>
                  <a:gd name="T29" fmla="*/ 39 h 47"/>
                  <a:gd name="T30" fmla="*/ 20 w 36"/>
                  <a:gd name="T31" fmla="*/ 36 h 47"/>
                  <a:gd name="T32" fmla="*/ 25 w 36"/>
                  <a:gd name="T33" fmla="*/ 32 h 47"/>
                  <a:gd name="T34" fmla="*/ 30 w 36"/>
                  <a:gd name="T35" fmla="*/ 43 h 47"/>
                  <a:gd name="T36" fmla="*/ 31 w 36"/>
                  <a:gd name="T37" fmla="*/ 47 h 47"/>
                  <a:gd name="T38" fmla="*/ 34 w 36"/>
                  <a:gd name="T39" fmla="*/ 44 h 47"/>
                  <a:gd name="T40" fmla="*/ 36 w 36"/>
                  <a:gd name="T41" fmla="*/ 39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6" h="47">
                    <a:moveTo>
                      <a:pt x="36" y="39"/>
                    </a:moveTo>
                    <a:cubicBezTo>
                      <a:pt x="35" y="31"/>
                      <a:pt x="34" y="24"/>
                      <a:pt x="33" y="24"/>
                    </a:cubicBezTo>
                    <a:cubicBezTo>
                      <a:pt x="31" y="24"/>
                      <a:pt x="29" y="30"/>
                      <a:pt x="27" y="30"/>
                    </a:cubicBezTo>
                    <a:cubicBezTo>
                      <a:pt x="25" y="29"/>
                      <a:pt x="25" y="21"/>
                      <a:pt x="27" y="21"/>
                    </a:cubicBezTo>
                    <a:cubicBezTo>
                      <a:pt x="30" y="21"/>
                      <a:pt x="34" y="15"/>
                      <a:pt x="34" y="13"/>
                    </a:cubicBezTo>
                    <a:cubicBezTo>
                      <a:pt x="34" y="11"/>
                      <a:pt x="31" y="11"/>
                      <a:pt x="28" y="11"/>
                    </a:cubicBezTo>
                    <a:cubicBezTo>
                      <a:pt x="25" y="11"/>
                      <a:pt x="19" y="12"/>
                      <a:pt x="19" y="12"/>
                    </a:cubicBezTo>
                    <a:cubicBezTo>
                      <a:pt x="19" y="12"/>
                      <a:pt x="15" y="10"/>
                      <a:pt x="15" y="8"/>
                    </a:cubicBezTo>
                    <a:cubicBezTo>
                      <a:pt x="15" y="5"/>
                      <a:pt x="13" y="3"/>
                      <a:pt x="10" y="3"/>
                    </a:cubicBezTo>
                    <a:cubicBezTo>
                      <a:pt x="6" y="3"/>
                      <a:pt x="6" y="0"/>
                      <a:pt x="3" y="3"/>
                    </a:cubicBezTo>
                    <a:cubicBezTo>
                      <a:pt x="0" y="7"/>
                      <a:pt x="9" y="7"/>
                      <a:pt x="8" y="10"/>
                    </a:cubicBezTo>
                    <a:cubicBezTo>
                      <a:pt x="7" y="13"/>
                      <a:pt x="4" y="11"/>
                      <a:pt x="4" y="14"/>
                    </a:cubicBezTo>
                    <a:cubicBezTo>
                      <a:pt x="3" y="16"/>
                      <a:pt x="4" y="22"/>
                      <a:pt x="6" y="26"/>
                    </a:cubicBezTo>
                    <a:cubicBezTo>
                      <a:pt x="7" y="28"/>
                      <a:pt x="9" y="35"/>
                      <a:pt x="9" y="40"/>
                    </a:cubicBezTo>
                    <a:cubicBezTo>
                      <a:pt x="11" y="40"/>
                      <a:pt x="12" y="39"/>
                      <a:pt x="14" y="39"/>
                    </a:cubicBezTo>
                    <a:cubicBezTo>
                      <a:pt x="17" y="39"/>
                      <a:pt x="20" y="38"/>
                      <a:pt x="20" y="36"/>
                    </a:cubicBezTo>
                    <a:cubicBezTo>
                      <a:pt x="21" y="33"/>
                      <a:pt x="24" y="31"/>
                      <a:pt x="25" y="32"/>
                    </a:cubicBezTo>
                    <a:cubicBezTo>
                      <a:pt x="27" y="33"/>
                      <a:pt x="29" y="39"/>
                      <a:pt x="30" y="43"/>
                    </a:cubicBezTo>
                    <a:cubicBezTo>
                      <a:pt x="30" y="44"/>
                      <a:pt x="30" y="45"/>
                      <a:pt x="31" y="47"/>
                    </a:cubicBezTo>
                    <a:cubicBezTo>
                      <a:pt x="32" y="45"/>
                      <a:pt x="34" y="44"/>
                      <a:pt x="34" y="44"/>
                    </a:cubicBezTo>
                    <a:cubicBezTo>
                      <a:pt x="34" y="44"/>
                      <a:pt x="35" y="41"/>
                      <a:pt x="36"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50">
                <a:extLst>
                  <a:ext uri="{FF2B5EF4-FFF2-40B4-BE49-F238E27FC236}">
                    <a16:creationId xmlns:a16="http://schemas.microsoft.com/office/drawing/2014/main" id="{0B98670D-9916-499F-92AD-70CBDFD68E4A}"/>
                  </a:ext>
                </a:extLst>
              </p:cNvPr>
              <p:cNvSpPr>
                <a:spLocks/>
              </p:cNvSpPr>
              <p:nvPr/>
            </p:nvSpPr>
            <p:spPr bwMode="auto">
              <a:xfrm>
                <a:off x="6188242" y="3397190"/>
                <a:ext cx="516947" cy="545806"/>
              </a:xfrm>
              <a:custGeom>
                <a:avLst/>
                <a:gdLst>
                  <a:gd name="T0" fmla="*/ 158 w 224"/>
                  <a:gd name="T1" fmla="*/ 95 h 237"/>
                  <a:gd name="T2" fmla="*/ 157 w 224"/>
                  <a:gd name="T3" fmla="*/ 84 h 237"/>
                  <a:gd name="T4" fmla="*/ 169 w 224"/>
                  <a:gd name="T5" fmla="*/ 89 h 237"/>
                  <a:gd name="T6" fmla="*/ 182 w 224"/>
                  <a:gd name="T7" fmla="*/ 92 h 237"/>
                  <a:gd name="T8" fmla="*/ 181 w 224"/>
                  <a:gd name="T9" fmla="*/ 102 h 237"/>
                  <a:gd name="T10" fmla="*/ 187 w 224"/>
                  <a:gd name="T11" fmla="*/ 105 h 237"/>
                  <a:gd name="T12" fmla="*/ 191 w 224"/>
                  <a:gd name="T13" fmla="*/ 119 h 237"/>
                  <a:gd name="T14" fmla="*/ 195 w 224"/>
                  <a:gd name="T15" fmla="*/ 103 h 237"/>
                  <a:gd name="T16" fmla="*/ 204 w 224"/>
                  <a:gd name="T17" fmla="*/ 93 h 237"/>
                  <a:gd name="T18" fmla="*/ 212 w 224"/>
                  <a:gd name="T19" fmla="*/ 77 h 237"/>
                  <a:gd name="T20" fmla="*/ 222 w 224"/>
                  <a:gd name="T21" fmla="*/ 74 h 237"/>
                  <a:gd name="T22" fmla="*/ 223 w 224"/>
                  <a:gd name="T23" fmla="*/ 65 h 237"/>
                  <a:gd name="T24" fmla="*/ 215 w 224"/>
                  <a:gd name="T25" fmla="*/ 57 h 237"/>
                  <a:gd name="T26" fmla="*/ 202 w 224"/>
                  <a:gd name="T27" fmla="*/ 58 h 237"/>
                  <a:gd name="T28" fmla="*/ 191 w 224"/>
                  <a:gd name="T29" fmla="*/ 66 h 237"/>
                  <a:gd name="T30" fmla="*/ 184 w 224"/>
                  <a:gd name="T31" fmla="*/ 71 h 237"/>
                  <a:gd name="T32" fmla="*/ 177 w 224"/>
                  <a:gd name="T33" fmla="*/ 79 h 237"/>
                  <a:gd name="T34" fmla="*/ 164 w 224"/>
                  <a:gd name="T35" fmla="*/ 77 h 237"/>
                  <a:gd name="T36" fmla="*/ 158 w 224"/>
                  <a:gd name="T37" fmla="*/ 67 h 237"/>
                  <a:gd name="T38" fmla="*/ 155 w 224"/>
                  <a:gd name="T39" fmla="*/ 79 h 237"/>
                  <a:gd name="T40" fmla="*/ 131 w 224"/>
                  <a:gd name="T41" fmla="*/ 77 h 237"/>
                  <a:gd name="T42" fmla="*/ 118 w 224"/>
                  <a:gd name="T43" fmla="*/ 73 h 237"/>
                  <a:gd name="T44" fmla="*/ 106 w 224"/>
                  <a:gd name="T45" fmla="*/ 66 h 237"/>
                  <a:gd name="T46" fmla="*/ 95 w 224"/>
                  <a:gd name="T47" fmla="*/ 60 h 237"/>
                  <a:gd name="T48" fmla="*/ 100 w 224"/>
                  <a:gd name="T49" fmla="*/ 49 h 237"/>
                  <a:gd name="T50" fmla="*/ 92 w 224"/>
                  <a:gd name="T51" fmla="*/ 41 h 237"/>
                  <a:gd name="T52" fmla="*/ 83 w 224"/>
                  <a:gd name="T53" fmla="*/ 30 h 237"/>
                  <a:gd name="T54" fmla="*/ 89 w 224"/>
                  <a:gd name="T55" fmla="*/ 24 h 237"/>
                  <a:gd name="T56" fmla="*/ 84 w 224"/>
                  <a:gd name="T57" fmla="*/ 9 h 237"/>
                  <a:gd name="T58" fmla="*/ 77 w 224"/>
                  <a:gd name="T59" fmla="*/ 0 h 237"/>
                  <a:gd name="T60" fmla="*/ 70 w 224"/>
                  <a:gd name="T61" fmla="*/ 6 h 237"/>
                  <a:gd name="T62" fmla="*/ 50 w 224"/>
                  <a:gd name="T63" fmla="*/ 7 h 237"/>
                  <a:gd name="T64" fmla="*/ 47 w 224"/>
                  <a:gd name="T65" fmla="*/ 19 h 237"/>
                  <a:gd name="T66" fmla="*/ 56 w 224"/>
                  <a:gd name="T67" fmla="*/ 30 h 237"/>
                  <a:gd name="T68" fmla="*/ 50 w 224"/>
                  <a:gd name="T69" fmla="*/ 42 h 237"/>
                  <a:gd name="T70" fmla="*/ 42 w 224"/>
                  <a:gd name="T71" fmla="*/ 51 h 237"/>
                  <a:gd name="T72" fmla="*/ 32 w 224"/>
                  <a:gd name="T73" fmla="*/ 63 h 237"/>
                  <a:gd name="T74" fmla="*/ 22 w 224"/>
                  <a:gd name="T75" fmla="*/ 70 h 237"/>
                  <a:gd name="T76" fmla="*/ 10 w 224"/>
                  <a:gd name="T77" fmla="*/ 77 h 237"/>
                  <a:gd name="T78" fmla="*/ 18 w 224"/>
                  <a:gd name="T79" fmla="*/ 91 h 237"/>
                  <a:gd name="T80" fmla="*/ 15 w 224"/>
                  <a:gd name="T81" fmla="*/ 99 h 237"/>
                  <a:gd name="T82" fmla="*/ 0 w 224"/>
                  <a:gd name="T83" fmla="*/ 105 h 237"/>
                  <a:gd name="T84" fmla="*/ 7 w 224"/>
                  <a:gd name="T85" fmla="*/ 112 h 237"/>
                  <a:gd name="T86" fmla="*/ 5 w 224"/>
                  <a:gd name="T87" fmla="*/ 116 h 237"/>
                  <a:gd name="T88" fmla="*/ 30 w 224"/>
                  <a:gd name="T89" fmla="*/ 122 h 237"/>
                  <a:gd name="T90" fmla="*/ 35 w 224"/>
                  <a:gd name="T91" fmla="*/ 126 h 237"/>
                  <a:gd name="T92" fmla="*/ 36 w 224"/>
                  <a:gd name="T93" fmla="*/ 147 h 237"/>
                  <a:gd name="T94" fmla="*/ 48 w 224"/>
                  <a:gd name="T95" fmla="*/ 183 h 237"/>
                  <a:gd name="T96" fmla="*/ 63 w 224"/>
                  <a:gd name="T97" fmla="*/ 221 h 237"/>
                  <a:gd name="T98" fmla="*/ 78 w 224"/>
                  <a:gd name="T99" fmla="*/ 230 h 237"/>
                  <a:gd name="T100" fmla="*/ 89 w 224"/>
                  <a:gd name="T101" fmla="*/ 217 h 237"/>
                  <a:gd name="T102" fmla="*/ 94 w 224"/>
                  <a:gd name="T103" fmla="*/ 201 h 237"/>
                  <a:gd name="T104" fmla="*/ 95 w 224"/>
                  <a:gd name="T105" fmla="*/ 178 h 237"/>
                  <a:gd name="T106" fmla="*/ 106 w 224"/>
                  <a:gd name="T107" fmla="*/ 166 h 237"/>
                  <a:gd name="T108" fmla="*/ 131 w 224"/>
                  <a:gd name="T109" fmla="*/ 143 h 237"/>
                  <a:gd name="T110" fmla="*/ 146 w 224"/>
                  <a:gd name="T111" fmla="*/ 126 h 237"/>
                  <a:gd name="T112" fmla="*/ 163 w 224"/>
                  <a:gd name="T113" fmla="*/ 121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4" h="237">
                    <a:moveTo>
                      <a:pt x="160" y="107"/>
                    </a:moveTo>
                    <a:cubicBezTo>
                      <a:pt x="158" y="103"/>
                      <a:pt x="157" y="97"/>
                      <a:pt x="158" y="95"/>
                    </a:cubicBezTo>
                    <a:cubicBezTo>
                      <a:pt x="158" y="92"/>
                      <a:pt x="161" y="94"/>
                      <a:pt x="162" y="91"/>
                    </a:cubicBezTo>
                    <a:cubicBezTo>
                      <a:pt x="163" y="88"/>
                      <a:pt x="154" y="88"/>
                      <a:pt x="157" y="84"/>
                    </a:cubicBezTo>
                    <a:cubicBezTo>
                      <a:pt x="160" y="81"/>
                      <a:pt x="160" y="84"/>
                      <a:pt x="164" y="84"/>
                    </a:cubicBezTo>
                    <a:cubicBezTo>
                      <a:pt x="167" y="84"/>
                      <a:pt x="169" y="86"/>
                      <a:pt x="169" y="89"/>
                    </a:cubicBezTo>
                    <a:cubicBezTo>
                      <a:pt x="169" y="91"/>
                      <a:pt x="173" y="93"/>
                      <a:pt x="173" y="93"/>
                    </a:cubicBezTo>
                    <a:cubicBezTo>
                      <a:pt x="173" y="93"/>
                      <a:pt x="179" y="92"/>
                      <a:pt x="182" y="92"/>
                    </a:cubicBezTo>
                    <a:cubicBezTo>
                      <a:pt x="185" y="92"/>
                      <a:pt x="188" y="92"/>
                      <a:pt x="188" y="94"/>
                    </a:cubicBezTo>
                    <a:cubicBezTo>
                      <a:pt x="188" y="96"/>
                      <a:pt x="184" y="102"/>
                      <a:pt x="181" y="102"/>
                    </a:cubicBezTo>
                    <a:cubicBezTo>
                      <a:pt x="179" y="102"/>
                      <a:pt x="179" y="110"/>
                      <a:pt x="181" y="111"/>
                    </a:cubicBezTo>
                    <a:cubicBezTo>
                      <a:pt x="183" y="111"/>
                      <a:pt x="185" y="105"/>
                      <a:pt x="187" y="105"/>
                    </a:cubicBezTo>
                    <a:cubicBezTo>
                      <a:pt x="188" y="105"/>
                      <a:pt x="189" y="112"/>
                      <a:pt x="190" y="120"/>
                    </a:cubicBezTo>
                    <a:cubicBezTo>
                      <a:pt x="190" y="120"/>
                      <a:pt x="191" y="119"/>
                      <a:pt x="191" y="119"/>
                    </a:cubicBezTo>
                    <a:cubicBezTo>
                      <a:pt x="193" y="119"/>
                      <a:pt x="192" y="113"/>
                      <a:pt x="193" y="111"/>
                    </a:cubicBezTo>
                    <a:cubicBezTo>
                      <a:pt x="195" y="109"/>
                      <a:pt x="194" y="103"/>
                      <a:pt x="195" y="103"/>
                    </a:cubicBezTo>
                    <a:cubicBezTo>
                      <a:pt x="196" y="103"/>
                      <a:pt x="202" y="105"/>
                      <a:pt x="201" y="103"/>
                    </a:cubicBezTo>
                    <a:cubicBezTo>
                      <a:pt x="201" y="102"/>
                      <a:pt x="205" y="96"/>
                      <a:pt x="204" y="93"/>
                    </a:cubicBezTo>
                    <a:cubicBezTo>
                      <a:pt x="204" y="91"/>
                      <a:pt x="206" y="87"/>
                      <a:pt x="206" y="84"/>
                    </a:cubicBezTo>
                    <a:cubicBezTo>
                      <a:pt x="206" y="80"/>
                      <a:pt x="210" y="79"/>
                      <a:pt x="212" y="77"/>
                    </a:cubicBezTo>
                    <a:cubicBezTo>
                      <a:pt x="214" y="75"/>
                      <a:pt x="218" y="73"/>
                      <a:pt x="218" y="74"/>
                    </a:cubicBezTo>
                    <a:cubicBezTo>
                      <a:pt x="219" y="76"/>
                      <a:pt x="224" y="77"/>
                      <a:pt x="222" y="74"/>
                    </a:cubicBezTo>
                    <a:cubicBezTo>
                      <a:pt x="220" y="71"/>
                      <a:pt x="220" y="70"/>
                      <a:pt x="221" y="69"/>
                    </a:cubicBezTo>
                    <a:cubicBezTo>
                      <a:pt x="223" y="68"/>
                      <a:pt x="223" y="65"/>
                      <a:pt x="223" y="65"/>
                    </a:cubicBezTo>
                    <a:cubicBezTo>
                      <a:pt x="223" y="65"/>
                      <a:pt x="219" y="64"/>
                      <a:pt x="218" y="63"/>
                    </a:cubicBezTo>
                    <a:cubicBezTo>
                      <a:pt x="218" y="61"/>
                      <a:pt x="215" y="59"/>
                      <a:pt x="215" y="57"/>
                    </a:cubicBezTo>
                    <a:cubicBezTo>
                      <a:pt x="215" y="56"/>
                      <a:pt x="213" y="56"/>
                      <a:pt x="211" y="58"/>
                    </a:cubicBezTo>
                    <a:cubicBezTo>
                      <a:pt x="209" y="59"/>
                      <a:pt x="206" y="56"/>
                      <a:pt x="202" y="58"/>
                    </a:cubicBezTo>
                    <a:cubicBezTo>
                      <a:pt x="198" y="60"/>
                      <a:pt x="197" y="63"/>
                      <a:pt x="195" y="63"/>
                    </a:cubicBezTo>
                    <a:cubicBezTo>
                      <a:pt x="193" y="62"/>
                      <a:pt x="193" y="64"/>
                      <a:pt x="191" y="66"/>
                    </a:cubicBezTo>
                    <a:cubicBezTo>
                      <a:pt x="190" y="67"/>
                      <a:pt x="189" y="69"/>
                      <a:pt x="188" y="69"/>
                    </a:cubicBezTo>
                    <a:cubicBezTo>
                      <a:pt x="187" y="69"/>
                      <a:pt x="184" y="71"/>
                      <a:pt x="184" y="71"/>
                    </a:cubicBezTo>
                    <a:cubicBezTo>
                      <a:pt x="184" y="71"/>
                      <a:pt x="186" y="76"/>
                      <a:pt x="184" y="78"/>
                    </a:cubicBezTo>
                    <a:cubicBezTo>
                      <a:pt x="183" y="80"/>
                      <a:pt x="180" y="78"/>
                      <a:pt x="177" y="79"/>
                    </a:cubicBezTo>
                    <a:cubicBezTo>
                      <a:pt x="173" y="80"/>
                      <a:pt x="171" y="78"/>
                      <a:pt x="169" y="78"/>
                    </a:cubicBezTo>
                    <a:cubicBezTo>
                      <a:pt x="166" y="79"/>
                      <a:pt x="165" y="77"/>
                      <a:pt x="164" y="77"/>
                    </a:cubicBezTo>
                    <a:cubicBezTo>
                      <a:pt x="162" y="77"/>
                      <a:pt x="160" y="74"/>
                      <a:pt x="161" y="71"/>
                    </a:cubicBezTo>
                    <a:cubicBezTo>
                      <a:pt x="162" y="69"/>
                      <a:pt x="160" y="65"/>
                      <a:pt x="158" y="67"/>
                    </a:cubicBezTo>
                    <a:cubicBezTo>
                      <a:pt x="157" y="69"/>
                      <a:pt x="155" y="68"/>
                      <a:pt x="155" y="71"/>
                    </a:cubicBezTo>
                    <a:cubicBezTo>
                      <a:pt x="155" y="74"/>
                      <a:pt x="157" y="78"/>
                      <a:pt x="155" y="79"/>
                    </a:cubicBezTo>
                    <a:cubicBezTo>
                      <a:pt x="153" y="81"/>
                      <a:pt x="143" y="82"/>
                      <a:pt x="141" y="81"/>
                    </a:cubicBezTo>
                    <a:cubicBezTo>
                      <a:pt x="139" y="79"/>
                      <a:pt x="131" y="78"/>
                      <a:pt x="131" y="77"/>
                    </a:cubicBezTo>
                    <a:cubicBezTo>
                      <a:pt x="130" y="75"/>
                      <a:pt x="128" y="72"/>
                      <a:pt x="126" y="72"/>
                    </a:cubicBezTo>
                    <a:cubicBezTo>
                      <a:pt x="124" y="72"/>
                      <a:pt x="120" y="74"/>
                      <a:pt x="118" y="73"/>
                    </a:cubicBezTo>
                    <a:cubicBezTo>
                      <a:pt x="117" y="72"/>
                      <a:pt x="114" y="70"/>
                      <a:pt x="112" y="70"/>
                    </a:cubicBezTo>
                    <a:cubicBezTo>
                      <a:pt x="110" y="69"/>
                      <a:pt x="106" y="68"/>
                      <a:pt x="106" y="66"/>
                    </a:cubicBezTo>
                    <a:cubicBezTo>
                      <a:pt x="105" y="65"/>
                      <a:pt x="100" y="64"/>
                      <a:pt x="99" y="63"/>
                    </a:cubicBezTo>
                    <a:cubicBezTo>
                      <a:pt x="98" y="62"/>
                      <a:pt x="95" y="62"/>
                      <a:pt x="95" y="60"/>
                    </a:cubicBezTo>
                    <a:cubicBezTo>
                      <a:pt x="95" y="58"/>
                      <a:pt x="97" y="56"/>
                      <a:pt x="97" y="54"/>
                    </a:cubicBezTo>
                    <a:cubicBezTo>
                      <a:pt x="97" y="52"/>
                      <a:pt x="100" y="50"/>
                      <a:pt x="100" y="49"/>
                    </a:cubicBezTo>
                    <a:cubicBezTo>
                      <a:pt x="100" y="48"/>
                      <a:pt x="97" y="45"/>
                      <a:pt x="97" y="45"/>
                    </a:cubicBezTo>
                    <a:cubicBezTo>
                      <a:pt x="97" y="45"/>
                      <a:pt x="95" y="41"/>
                      <a:pt x="92" y="41"/>
                    </a:cubicBezTo>
                    <a:cubicBezTo>
                      <a:pt x="90" y="41"/>
                      <a:pt x="88" y="37"/>
                      <a:pt x="85" y="37"/>
                    </a:cubicBezTo>
                    <a:cubicBezTo>
                      <a:pt x="83" y="36"/>
                      <a:pt x="84" y="32"/>
                      <a:pt x="83" y="30"/>
                    </a:cubicBezTo>
                    <a:cubicBezTo>
                      <a:pt x="81" y="29"/>
                      <a:pt x="82" y="25"/>
                      <a:pt x="84" y="27"/>
                    </a:cubicBezTo>
                    <a:cubicBezTo>
                      <a:pt x="87" y="29"/>
                      <a:pt x="91" y="27"/>
                      <a:pt x="89" y="24"/>
                    </a:cubicBezTo>
                    <a:cubicBezTo>
                      <a:pt x="88" y="21"/>
                      <a:pt x="85" y="18"/>
                      <a:pt x="85" y="17"/>
                    </a:cubicBezTo>
                    <a:cubicBezTo>
                      <a:pt x="85" y="15"/>
                      <a:pt x="87" y="11"/>
                      <a:pt x="84" y="9"/>
                    </a:cubicBezTo>
                    <a:cubicBezTo>
                      <a:pt x="82" y="8"/>
                      <a:pt x="80" y="6"/>
                      <a:pt x="80" y="4"/>
                    </a:cubicBezTo>
                    <a:cubicBezTo>
                      <a:pt x="79" y="2"/>
                      <a:pt x="77" y="0"/>
                      <a:pt x="77" y="0"/>
                    </a:cubicBezTo>
                    <a:cubicBezTo>
                      <a:pt x="73" y="0"/>
                      <a:pt x="73" y="0"/>
                      <a:pt x="73" y="0"/>
                    </a:cubicBezTo>
                    <a:cubicBezTo>
                      <a:pt x="73" y="0"/>
                      <a:pt x="71" y="5"/>
                      <a:pt x="70" y="6"/>
                    </a:cubicBezTo>
                    <a:cubicBezTo>
                      <a:pt x="69" y="7"/>
                      <a:pt x="64" y="8"/>
                      <a:pt x="62" y="9"/>
                    </a:cubicBezTo>
                    <a:cubicBezTo>
                      <a:pt x="60" y="11"/>
                      <a:pt x="54" y="7"/>
                      <a:pt x="50" y="7"/>
                    </a:cubicBezTo>
                    <a:cubicBezTo>
                      <a:pt x="47" y="7"/>
                      <a:pt x="44" y="11"/>
                      <a:pt x="46" y="11"/>
                    </a:cubicBezTo>
                    <a:cubicBezTo>
                      <a:pt x="48" y="12"/>
                      <a:pt x="47" y="19"/>
                      <a:pt x="47" y="19"/>
                    </a:cubicBezTo>
                    <a:cubicBezTo>
                      <a:pt x="47" y="19"/>
                      <a:pt x="49" y="27"/>
                      <a:pt x="52" y="27"/>
                    </a:cubicBezTo>
                    <a:cubicBezTo>
                      <a:pt x="55" y="26"/>
                      <a:pt x="58" y="30"/>
                      <a:pt x="56" y="30"/>
                    </a:cubicBezTo>
                    <a:cubicBezTo>
                      <a:pt x="53" y="31"/>
                      <a:pt x="52" y="34"/>
                      <a:pt x="52" y="36"/>
                    </a:cubicBezTo>
                    <a:cubicBezTo>
                      <a:pt x="51" y="39"/>
                      <a:pt x="52" y="42"/>
                      <a:pt x="50" y="42"/>
                    </a:cubicBezTo>
                    <a:cubicBezTo>
                      <a:pt x="48" y="43"/>
                      <a:pt x="46" y="43"/>
                      <a:pt x="46" y="47"/>
                    </a:cubicBezTo>
                    <a:cubicBezTo>
                      <a:pt x="46" y="50"/>
                      <a:pt x="42" y="49"/>
                      <a:pt x="42" y="51"/>
                    </a:cubicBezTo>
                    <a:cubicBezTo>
                      <a:pt x="41" y="52"/>
                      <a:pt x="39" y="58"/>
                      <a:pt x="38" y="59"/>
                    </a:cubicBezTo>
                    <a:cubicBezTo>
                      <a:pt x="37" y="60"/>
                      <a:pt x="32" y="60"/>
                      <a:pt x="32" y="63"/>
                    </a:cubicBezTo>
                    <a:cubicBezTo>
                      <a:pt x="31" y="66"/>
                      <a:pt x="29" y="70"/>
                      <a:pt x="27" y="69"/>
                    </a:cubicBezTo>
                    <a:cubicBezTo>
                      <a:pt x="26" y="69"/>
                      <a:pt x="23" y="68"/>
                      <a:pt x="22" y="70"/>
                    </a:cubicBezTo>
                    <a:cubicBezTo>
                      <a:pt x="21" y="71"/>
                      <a:pt x="17" y="68"/>
                      <a:pt x="16" y="69"/>
                    </a:cubicBezTo>
                    <a:cubicBezTo>
                      <a:pt x="15" y="70"/>
                      <a:pt x="10" y="74"/>
                      <a:pt x="10" y="77"/>
                    </a:cubicBezTo>
                    <a:cubicBezTo>
                      <a:pt x="10" y="79"/>
                      <a:pt x="15" y="79"/>
                      <a:pt x="15" y="82"/>
                    </a:cubicBezTo>
                    <a:cubicBezTo>
                      <a:pt x="15" y="85"/>
                      <a:pt x="17" y="89"/>
                      <a:pt x="18" y="91"/>
                    </a:cubicBezTo>
                    <a:cubicBezTo>
                      <a:pt x="20" y="92"/>
                      <a:pt x="23" y="96"/>
                      <a:pt x="21" y="98"/>
                    </a:cubicBezTo>
                    <a:cubicBezTo>
                      <a:pt x="20" y="100"/>
                      <a:pt x="18" y="100"/>
                      <a:pt x="15" y="99"/>
                    </a:cubicBezTo>
                    <a:cubicBezTo>
                      <a:pt x="12" y="99"/>
                      <a:pt x="13" y="101"/>
                      <a:pt x="8" y="100"/>
                    </a:cubicBezTo>
                    <a:cubicBezTo>
                      <a:pt x="3" y="99"/>
                      <a:pt x="2" y="103"/>
                      <a:pt x="0" y="105"/>
                    </a:cubicBezTo>
                    <a:cubicBezTo>
                      <a:pt x="0" y="105"/>
                      <a:pt x="0" y="105"/>
                      <a:pt x="0" y="105"/>
                    </a:cubicBezTo>
                    <a:cubicBezTo>
                      <a:pt x="2" y="107"/>
                      <a:pt x="3" y="111"/>
                      <a:pt x="7" y="112"/>
                    </a:cubicBezTo>
                    <a:cubicBezTo>
                      <a:pt x="12" y="114"/>
                      <a:pt x="16" y="109"/>
                      <a:pt x="16" y="113"/>
                    </a:cubicBezTo>
                    <a:cubicBezTo>
                      <a:pt x="16" y="116"/>
                      <a:pt x="5" y="115"/>
                      <a:pt x="5" y="116"/>
                    </a:cubicBezTo>
                    <a:cubicBezTo>
                      <a:pt x="5" y="118"/>
                      <a:pt x="16" y="131"/>
                      <a:pt x="22" y="130"/>
                    </a:cubicBezTo>
                    <a:cubicBezTo>
                      <a:pt x="28" y="129"/>
                      <a:pt x="32" y="123"/>
                      <a:pt x="30" y="122"/>
                    </a:cubicBezTo>
                    <a:cubicBezTo>
                      <a:pt x="29" y="121"/>
                      <a:pt x="31" y="117"/>
                      <a:pt x="33" y="118"/>
                    </a:cubicBezTo>
                    <a:cubicBezTo>
                      <a:pt x="34" y="119"/>
                      <a:pt x="33" y="125"/>
                      <a:pt x="35" y="126"/>
                    </a:cubicBezTo>
                    <a:cubicBezTo>
                      <a:pt x="37" y="128"/>
                      <a:pt x="36" y="130"/>
                      <a:pt x="35" y="134"/>
                    </a:cubicBezTo>
                    <a:cubicBezTo>
                      <a:pt x="34" y="137"/>
                      <a:pt x="36" y="143"/>
                      <a:pt x="36" y="147"/>
                    </a:cubicBezTo>
                    <a:cubicBezTo>
                      <a:pt x="37" y="151"/>
                      <a:pt x="39" y="156"/>
                      <a:pt x="40" y="162"/>
                    </a:cubicBezTo>
                    <a:cubicBezTo>
                      <a:pt x="41" y="167"/>
                      <a:pt x="44" y="177"/>
                      <a:pt x="48" y="183"/>
                    </a:cubicBezTo>
                    <a:cubicBezTo>
                      <a:pt x="51" y="189"/>
                      <a:pt x="53" y="201"/>
                      <a:pt x="55" y="204"/>
                    </a:cubicBezTo>
                    <a:cubicBezTo>
                      <a:pt x="58" y="207"/>
                      <a:pt x="63" y="216"/>
                      <a:pt x="63" y="221"/>
                    </a:cubicBezTo>
                    <a:cubicBezTo>
                      <a:pt x="63" y="226"/>
                      <a:pt x="69" y="234"/>
                      <a:pt x="71" y="235"/>
                    </a:cubicBezTo>
                    <a:cubicBezTo>
                      <a:pt x="73" y="237"/>
                      <a:pt x="77" y="233"/>
                      <a:pt x="78" y="230"/>
                    </a:cubicBezTo>
                    <a:cubicBezTo>
                      <a:pt x="79" y="227"/>
                      <a:pt x="86" y="226"/>
                      <a:pt x="86" y="223"/>
                    </a:cubicBezTo>
                    <a:cubicBezTo>
                      <a:pt x="86" y="220"/>
                      <a:pt x="87" y="218"/>
                      <a:pt x="89" y="217"/>
                    </a:cubicBezTo>
                    <a:cubicBezTo>
                      <a:pt x="91" y="217"/>
                      <a:pt x="91" y="215"/>
                      <a:pt x="91" y="211"/>
                    </a:cubicBezTo>
                    <a:cubicBezTo>
                      <a:pt x="91" y="208"/>
                      <a:pt x="91" y="204"/>
                      <a:pt x="94" y="201"/>
                    </a:cubicBezTo>
                    <a:cubicBezTo>
                      <a:pt x="96" y="199"/>
                      <a:pt x="96" y="191"/>
                      <a:pt x="95" y="188"/>
                    </a:cubicBezTo>
                    <a:cubicBezTo>
                      <a:pt x="93" y="185"/>
                      <a:pt x="94" y="181"/>
                      <a:pt x="95" y="178"/>
                    </a:cubicBezTo>
                    <a:cubicBezTo>
                      <a:pt x="96" y="175"/>
                      <a:pt x="96" y="172"/>
                      <a:pt x="98" y="171"/>
                    </a:cubicBezTo>
                    <a:cubicBezTo>
                      <a:pt x="101" y="171"/>
                      <a:pt x="104" y="169"/>
                      <a:pt x="106" y="166"/>
                    </a:cubicBezTo>
                    <a:cubicBezTo>
                      <a:pt x="109" y="163"/>
                      <a:pt x="116" y="158"/>
                      <a:pt x="118" y="156"/>
                    </a:cubicBezTo>
                    <a:cubicBezTo>
                      <a:pt x="121" y="154"/>
                      <a:pt x="129" y="147"/>
                      <a:pt x="131" y="143"/>
                    </a:cubicBezTo>
                    <a:cubicBezTo>
                      <a:pt x="134" y="139"/>
                      <a:pt x="141" y="138"/>
                      <a:pt x="144" y="135"/>
                    </a:cubicBezTo>
                    <a:cubicBezTo>
                      <a:pt x="147" y="131"/>
                      <a:pt x="146" y="130"/>
                      <a:pt x="146" y="126"/>
                    </a:cubicBezTo>
                    <a:cubicBezTo>
                      <a:pt x="147" y="123"/>
                      <a:pt x="157" y="121"/>
                      <a:pt x="161" y="121"/>
                    </a:cubicBezTo>
                    <a:cubicBezTo>
                      <a:pt x="161" y="121"/>
                      <a:pt x="162" y="121"/>
                      <a:pt x="163" y="121"/>
                    </a:cubicBezTo>
                    <a:cubicBezTo>
                      <a:pt x="163" y="116"/>
                      <a:pt x="161" y="109"/>
                      <a:pt x="160" y="10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51">
                <a:extLst>
                  <a:ext uri="{FF2B5EF4-FFF2-40B4-BE49-F238E27FC236}">
                    <a16:creationId xmlns:a16="http://schemas.microsoft.com/office/drawing/2014/main" id="{E898C675-070C-43CF-8607-6578E83B804F}"/>
                  </a:ext>
                </a:extLst>
              </p:cNvPr>
              <p:cNvSpPr>
                <a:spLocks/>
              </p:cNvSpPr>
              <p:nvPr/>
            </p:nvSpPr>
            <p:spPr bwMode="auto">
              <a:xfrm>
                <a:off x="6543330" y="3017008"/>
                <a:ext cx="583448" cy="250945"/>
              </a:xfrm>
              <a:custGeom>
                <a:avLst/>
                <a:gdLst>
                  <a:gd name="T0" fmla="*/ 235 w 253"/>
                  <a:gd name="T1" fmla="*/ 47 h 109"/>
                  <a:gd name="T2" fmla="*/ 219 w 253"/>
                  <a:gd name="T3" fmla="*/ 45 h 109"/>
                  <a:gd name="T4" fmla="*/ 220 w 253"/>
                  <a:gd name="T5" fmla="*/ 37 h 109"/>
                  <a:gd name="T6" fmla="*/ 221 w 253"/>
                  <a:gd name="T7" fmla="*/ 23 h 109"/>
                  <a:gd name="T8" fmla="*/ 204 w 253"/>
                  <a:gd name="T9" fmla="*/ 21 h 109"/>
                  <a:gd name="T10" fmla="*/ 191 w 253"/>
                  <a:gd name="T11" fmla="*/ 28 h 109"/>
                  <a:gd name="T12" fmla="*/ 170 w 253"/>
                  <a:gd name="T13" fmla="*/ 31 h 109"/>
                  <a:gd name="T14" fmla="*/ 156 w 253"/>
                  <a:gd name="T15" fmla="*/ 24 h 109"/>
                  <a:gd name="T16" fmla="*/ 143 w 253"/>
                  <a:gd name="T17" fmla="*/ 20 h 109"/>
                  <a:gd name="T18" fmla="*/ 128 w 253"/>
                  <a:gd name="T19" fmla="*/ 19 h 109"/>
                  <a:gd name="T20" fmla="*/ 115 w 253"/>
                  <a:gd name="T21" fmla="*/ 20 h 109"/>
                  <a:gd name="T22" fmla="*/ 109 w 253"/>
                  <a:gd name="T23" fmla="*/ 9 h 109"/>
                  <a:gd name="T24" fmla="*/ 95 w 253"/>
                  <a:gd name="T25" fmla="*/ 4 h 109"/>
                  <a:gd name="T26" fmla="*/ 84 w 253"/>
                  <a:gd name="T27" fmla="*/ 1 h 109"/>
                  <a:gd name="T28" fmla="*/ 77 w 253"/>
                  <a:gd name="T29" fmla="*/ 6 h 109"/>
                  <a:gd name="T30" fmla="*/ 77 w 253"/>
                  <a:gd name="T31" fmla="*/ 17 h 109"/>
                  <a:gd name="T32" fmla="*/ 70 w 253"/>
                  <a:gd name="T33" fmla="*/ 25 h 109"/>
                  <a:gd name="T34" fmla="*/ 58 w 253"/>
                  <a:gd name="T35" fmla="*/ 24 h 109"/>
                  <a:gd name="T36" fmla="*/ 49 w 253"/>
                  <a:gd name="T37" fmla="*/ 16 h 109"/>
                  <a:gd name="T38" fmla="*/ 32 w 253"/>
                  <a:gd name="T39" fmla="*/ 16 h 109"/>
                  <a:gd name="T40" fmla="*/ 21 w 253"/>
                  <a:gd name="T41" fmla="*/ 21 h 109"/>
                  <a:gd name="T42" fmla="*/ 7 w 253"/>
                  <a:gd name="T43" fmla="*/ 28 h 109"/>
                  <a:gd name="T44" fmla="*/ 0 w 253"/>
                  <a:gd name="T45" fmla="*/ 31 h 109"/>
                  <a:gd name="T46" fmla="*/ 7 w 253"/>
                  <a:gd name="T47" fmla="*/ 39 h 109"/>
                  <a:gd name="T48" fmla="*/ 21 w 253"/>
                  <a:gd name="T49" fmla="*/ 49 h 109"/>
                  <a:gd name="T50" fmla="*/ 24 w 253"/>
                  <a:gd name="T51" fmla="*/ 63 h 109"/>
                  <a:gd name="T52" fmla="*/ 41 w 253"/>
                  <a:gd name="T53" fmla="*/ 74 h 109"/>
                  <a:gd name="T54" fmla="*/ 52 w 253"/>
                  <a:gd name="T55" fmla="*/ 81 h 109"/>
                  <a:gd name="T56" fmla="*/ 63 w 253"/>
                  <a:gd name="T57" fmla="*/ 96 h 109"/>
                  <a:gd name="T58" fmla="*/ 92 w 253"/>
                  <a:gd name="T59" fmla="*/ 98 h 109"/>
                  <a:gd name="T60" fmla="*/ 116 w 253"/>
                  <a:gd name="T61" fmla="*/ 103 h 109"/>
                  <a:gd name="T62" fmla="*/ 130 w 253"/>
                  <a:gd name="T63" fmla="*/ 108 h 109"/>
                  <a:gd name="T64" fmla="*/ 162 w 253"/>
                  <a:gd name="T65" fmla="*/ 101 h 109"/>
                  <a:gd name="T66" fmla="*/ 187 w 253"/>
                  <a:gd name="T67" fmla="*/ 87 h 109"/>
                  <a:gd name="T68" fmla="*/ 192 w 253"/>
                  <a:gd name="T69" fmla="*/ 75 h 109"/>
                  <a:gd name="T70" fmla="*/ 217 w 253"/>
                  <a:gd name="T71" fmla="*/ 70 h 109"/>
                  <a:gd name="T72" fmla="*/ 234 w 253"/>
                  <a:gd name="T73" fmla="*/ 60 h 109"/>
                  <a:gd name="T74" fmla="*/ 253 w 253"/>
                  <a:gd name="T75" fmla="*/ 5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3" h="109">
                    <a:moveTo>
                      <a:pt x="243" y="46"/>
                    </a:moveTo>
                    <a:cubicBezTo>
                      <a:pt x="240" y="42"/>
                      <a:pt x="236" y="44"/>
                      <a:pt x="235" y="47"/>
                    </a:cubicBezTo>
                    <a:cubicBezTo>
                      <a:pt x="234" y="49"/>
                      <a:pt x="232" y="46"/>
                      <a:pt x="227" y="46"/>
                    </a:cubicBezTo>
                    <a:cubicBezTo>
                      <a:pt x="222" y="46"/>
                      <a:pt x="222" y="48"/>
                      <a:pt x="219" y="45"/>
                    </a:cubicBezTo>
                    <a:cubicBezTo>
                      <a:pt x="216" y="42"/>
                      <a:pt x="220" y="41"/>
                      <a:pt x="220" y="41"/>
                    </a:cubicBezTo>
                    <a:cubicBezTo>
                      <a:pt x="220" y="37"/>
                      <a:pt x="220" y="37"/>
                      <a:pt x="220" y="37"/>
                    </a:cubicBezTo>
                    <a:cubicBezTo>
                      <a:pt x="227" y="24"/>
                      <a:pt x="227" y="24"/>
                      <a:pt x="227" y="24"/>
                    </a:cubicBezTo>
                    <a:cubicBezTo>
                      <a:pt x="225" y="23"/>
                      <a:pt x="222" y="23"/>
                      <a:pt x="221" y="23"/>
                    </a:cubicBezTo>
                    <a:cubicBezTo>
                      <a:pt x="219" y="24"/>
                      <a:pt x="215" y="24"/>
                      <a:pt x="214" y="22"/>
                    </a:cubicBezTo>
                    <a:cubicBezTo>
                      <a:pt x="214" y="20"/>
                      <a:pt x="206" y="20"/>
                      <a:pt x="204" y="21"/>
                    </a:cubicBezTo>
                    <a:cubicBezTo>
                      <a:pt x="202" y="23"/>
                      <a:pt x="198" y="24"/>
                      <a:pt x="198" y="26"/>
                    </a:cubicBezTo>
                    <a:cubicBezTo>
                      <a:pt x="197" y="27"/>
                      <a:pt x="193" y="27"/>
                      <a:pt x="191" y="28"/>
                    </a:cubicBezTo>
                    <a:cubicBezTo>
                      <a:pt x="190" y="29"/>
                      <a:pt x="181" y="30"/>
                      <a:pt x="181" y="31"/>
                    </a:cubicBezTo>
                    <a:cubicBezTo>
                      <a:pt x="181" y="32"/>
                      <a:pt x="171" y="32"/>
                      <a:pt x="170" y="31"/>
                    </a:cubicBezTo>
                    <a:cubicBezTo>
                      <a:pt x="169" y="30"/>
                      <a:pt x="161" y="31"/>
                      <a:pt x="160" y="29"/>
                    </a:cubicBezTo>
                    <a:cubicBezTo>
                      <a:pt x="159" y="27"/>
                      <a:pt x="156" y="26"/>
                      <a:pt x="156" y="24"/>
                    </a:cubicBezTo>
                    <a:cubicBezTo>
                      <a:pt x="156" y="23"/>
                      <a:pt x="150" y="23"/>
                      <a:pt x="149" y="21"/>
                    </a:cubicBezTo>
                    <a:cubicBezTo>
                      <a:pt x="148" y="20"/>
                      <a:pt x="143" y="19"/>
                      <a:pt x="143" y="20"/>
                    </a:cubicBezTo>
                    <a:cubicBezTo>
                      <a:pt x="142" y="20"/>
                      <a:pt x="137" y="18"/>
                      <a:pt x="135" y="18"/>
                    </a:cubicBezTo>
                    <a:cubicBezTo>
                      <a:pt x="134" y="18"/>
                      <a:pt x="129" y="19"/>
                      <a:pt x="128" y="19"/>
                    </a:cubicBezTo>
                    <a:cubicBezTo>
                      <a:pt x="127" y="19"/>
                      <a:pt x="124" y="21"/>
                      <a:pt x="122" y="22"/>
                    </a:cubicBezTo>
                    <a:cubicBezTo>
                      <a:pt x="121" y="22"/>
                      <a:pt x="116" y="19"/>
                      <a:pt x="115" y="20"/>
                    </a:cubicBezTo>
                    <a:cubicBezTo>
                      <a:pt x="114" y="20"/>
                      <a:pt x="111" y="17"/>
                      <a:pt x="110" y="16"/>
                    </a:cubicBezTo>
                    <a:cubicBezTo>
                      <a:pt x="109" y="14"/>
                      <a:pt x="110" y="10"/>
                      <a:pt x="109" y="9"/>
                    </a:cubicBezTo>
                    <a:cubicBezTo>
                      <a:pt x="108" y="7"/>
                      <a:pt x="103" y="7"/>
                      <a:pt x="101" y="6"/>
                    </a:cubicBezTo>
                    <a:cubicBezTo>
                      <a:pt x="100" y="6"/>
                      <a:pt x="97" y="4"/>
                      <a:pt x="95" y="4"/>
                    </a:cubicBezTo>
                    <a:cubicBezTo>
                      <a:pt x="94" y="4"/>
                      <a:pt x="91" y="4"/>
                      <a:pt x="90" y="3"/>
                    </a:cubicBezTo>
                    <a:cubicBezTo>
                      <a:pt x="90" y="2"/>
                      <a:pt x="86" y="1"/>
                      <a:pt x="84" y="1"/>
                    </a:cubicBezTo>
                    <a:cubicBezTo>
                      <a:pt x="83" y="0"/>
                      <a:pt x="83" y="2"/>
                      <a:pt x="82" y="3"/>
                    </a:cubicBezTo>
                    <a:cubicBezTo>
                      <a:pt x="81" y="4"/>
                      <a:pt x="78" y="4"/>
                      <a:pt x="77" y="6"/>
                    </a:cubicBezTo>
                    <a:cubicBezTo>
                      <a:pt x="77" y="8"/>
                      <a:pt x="74" y="8"/>
                      <a:pt x="74" y="10"/>
                    </a:cubicBezTo>
                    <a:cubicBezTo>
                      <a:pt x="74" y="12"/>
                      <a:pt x="76" y="16"/>
                      <a:pt x="77" y="17"/>
                    </a:cubicBezTo>
                    <a:cubicBezTo>
                      <a:pt x="78" y="18"/>
                      <a:pt x="77" y="21"/>
                      <a:pt x="77" y="21"/>
                    </a:cubicBezTo>
                    <a:cubicBezTo>
                      <a:pt x="76" y="22"/>
                      <a:pt x="71" y="23"/>
                      <a:pt x="70" y="25"/>
                    </a:cubicBezTo>
                    <a:cubicBezTo>
                      <a:pt x="69" y="26"/>
                      <a:pt x="67" y="25"/>
                      <a:pt x="64" y="23"/>
                    </a:cubicBezTo>
                    <a:cubicBezTo>
                      <a:pt x="62" y="22"/>
                      <a:pt x="59" y="23"/>
                      <a:pt x="58" y="24"/>
                    </a:cubicBezTo>
                    <a:cubicBezTo>
                      <a:pt x="57" y="25"/>
                      <a:pt x="52" y="21"/>
                      <a:pt x="51" y="21"/>
                    </a:cubicBezTo>
                    <a:cubicBezTo>
                      <a:pt x="50" y="21"/>
                      <a:pt x="50" y="16"/>
                      <a:pt x="49" y="16"/>
                    </a:cubicBezTo>
                    <a:cubicBezTo>
                      <a:pt x="47" y="17"/>
                      <a:pt x="39" y="15"/>
                      <a:pt x="37" y="15"/>
                    </a:cubicBezTo>
                    <a:cubicBezTo>
                      <a:pt x="36" y="14"/>
                      <a:pt x="32" y="14"/>
                      <a:pt x="32" y="16"/>
                    </a:cubicBezTo>
                    <a:cubicBezTo>
                      <a:pt x="31" y="17"/>
                      <a:pt x="27" y="16"/>
                      <a:pt x="26" y="18"/>
                    </a:cubicBezTo>
                    <a:cubicBezTo>
                      <a:pt x="25" y="19"/>
                      <a:pt x="22" y="20"/>
                      <a:pt x="21" y="21"/>
                    </a:cubicBezTo>
                    <a:cubicBezTo>
                      <a:pt x="20" y="23"/>
                      <a:pt x="16" y="23"/>
                      <a:pt x="15" y="25"/>
                    </a:cubicBezTo>
                    <a:cubicBezTo>
                      <a:pt x="14" y="27"/>
                      <a:pt x="9" y="28"/>
                      <a:pt x="7" y="28"/>
                    </a:cubicBezTo>
                    <a:cubicBezTo>
                      <a:pt x="6" y="29"/>
                      <a:pt x="2" y="29"/>
                      <a:pt x="2" y="30"/>
                    </a:cubicBezTo>
                    <a:cubicBezTo>
                      <a:pt x="2" y="31"/>
                      <a:pt x="1" y="31"/>
                      <a:pt x="0" y="31"/>
                    </a:cubicBezTo>
                    <a:cubicBezTo>
                      <a:pt x="1" y="31"/>
                      <a:pt x="1" y="32"/>
                      <a:pt x="1" y="32"/>
                    </a:cubicBezTo>
                    <a:cubicBezTo>
                      <a:pt x="2" y="37"/>
                      <a:pt x="4" y="37"/>
                      <a:pt x="7" y="39"/>
                    </a:cubicBezTo>
                    <a:cubicBezTo>
                      <a:pt x="9" y="41"/>
                      <a:pt x="11" y="43"/>
                      <a:pt x="14" y="43"/>
                    </a:cubicBezTo>
                    <a:cubicBezTo>
                      <a:pt x="16" y="43"/>
                      <a:pt x="20" y="47"/>
                      <a:pt x="21" y="49"/>
                    </a:cubicBezTo>
                    <a:cubicBezTo>
                      <a:pt x="21" y="51"/>
                      <a:pt x="23" y="54"/>
                      <a:pt x="25" y="55"/>
                    </a:cubicBezTo>
                    <a:cubicBezTo>
                      <a:pt x="26" y="56"/>
                      <a:pt x="24" y="60"/>
                      <a:pt x="24" y="63"/>
                    </a:cubicBezTo>
                    <a:cubicBezTo>
                      <a:pt x="24" y="66"/>
                      <a:pt x="21" y="67"/>
                      <a:pt x="23" y="70"/>
                    </a:cubicBezTo>
                    <a:cubicBezTo>
                      <a:pt x="24" y="73"/>
                      <a:pt x="37" y="74"/>
                      <a:pt x="41" y="74"/>
                    </a:cubicBezTo>
                    <a:cubicBezTo>
                      <a:pt x="44" y="74"/>
                      <a:pt x="46" y="78"/>
                      <a:pt x="47" y="78"/>
                    </a:cubicBezTo>
                    <a:cubicBezTo>
                      <a:pt x="49" y="78"/>
                      <a:pt x="49" y="81"/>
                      <a:pt x="52" y="81"/>
                    </a:cubicBezTo>
                    <a:cubicBezTo>
                      <a:pt x="55" y="82"/>
                      <a:pt x="57" y="83"/>
                      <a:pt x="58" y="88"/>
                    </a:cubicBezTo>
                    <a:cubicBezTo>
                      <a:pt x="59" y="93"/>
                      <a:pt x="62" y="94"/>
                      <a:pt x="63" y="96"/>
                    </a:cubicBezTo>
                    <a:cubicBezTo>
                      <a:pt x="63" y="98"/>
                      <a:pt x="69" y="97"/>
                      <a:pt x="73" y="97"/>
                    </a:cubicBezTo>
                    <a:cubicBezTo>
                      <a:pt x="77" y="98"/>
                      <a:pt x="89" y="97"/>
                      <a:pt x="92" y="98"/>
                    </a:cubicBezTo>
                    <a:cubicBezTo>
                      <a:pt x="95" y="98"/>
                      <a:pt x="103" y="98"/>
                      <a:pt x="107" y="101"/>
                    </a:cubicBezTo>
                    <a:cubicBezTo>
                      <a:pt x="111" y="104"/>
                      <a:pt x="113" y="102"/>
                      <a:pt x="116" y="103"/>
                    </a:cubicBezTo>
                    <a:cubicBezTo>
                      <a:pt x="118" y="105"/>
                      <a:pt x="120" y="106"/>
                      <a:pt x="124" y="105"/>
                    </a:cubicBezTo>
                    <a:cubicBezTo>
                      <a:pt x="128" y="105"/>
                      <a:pt x="128" y="108"/>
                      <a:pt x="130" y="108"/>
                    </a:cubicBezTo>
                    <a:cubicBezTo>
                      <a:pt x="133" y="109"/>
                      <a:pt x="137" y="104"/>
                      <a:pt x="144" y="101"/>
                    </a:cubicBezTo>
                    <a:cubicBezTo>
                      <a:pt x="151" y="98"/>
                      <a:pt x="159" y="100"/>
                      <a:pt x="162" y="101"/>
                    </a:cubicBezTo>
                    <a:cubicBezTo>
                      <a:pt x="166" y="101"/>
                      <a:pt x="173" y="99"/>
                      <a:pt x="177" y="94"/>
                    </a:cubicBezTo>
                    <a:cubicBezTo>
                      <a:pt x="181" y="90"/>
                      <a:pt x="186" y="91"/>
                      <a:pt x="187" y="87"/>
                    </a:cubicBezTo>
                    <a:cubicBezTo>
                      <a:pt x="187" y="82"/>
                      <a:pt x="183" y="81"/>
                      <a:pt x="185" y="77"/>
                    </a:cubicBezTo>
                    <a:cubicBezTo>
                      <a:pt x="187" y="74"/>
                      <a:pt x="190" y="74"/>
                      <a:pt x="192" y="75"/>
                    </a:cubicBezTo>
                    <a:cubicBezTo>
                      <a:pt x="194" y="76"/>
                      <a:pt x="200" y="78"/>
                      <a:pt x="205" y="74"/>
                    </a:cubicBezTo>
                    <a:cubicBezTo>
                      <a:pt x="210" y="70"/>
                      <a:pt x="213" y="71"/>
                      <a:pt x="217" y="70"/>
                    </a:cubicBezTo>
                    <a:cubicBezTo>
                      <a:pt x="222" y="70"/>
                      <a:pt x="221" y="67"/>
                      <a:pt x="224" y="64"/>
                    </a:cubicBezTo>
                    <a:cubicBezTo>
                      <a:pt x="228" y="61"/>
                      <a:pt x="231" y="60"/>
                      <a:pt x="234" y="60"/>
                    </a:cubicBezTo>
                    <a:cubicBezTo>
                      <a:pt x="237" y="60"/>
                      <a:pt x="242" y="56"/>
                      <a:pt x="245" y="58"/>
                    </a:cubicBezTo>
                    <a:cubicBezTo>
                      <a:pt x="248" y="59"/>
                      <a:pt x="252" y="59"/>
                      <a:pt x="253" y="56"/>
                    </a:cubicBezTo>
                    <a:cubicBezTo>
                      <a:pt x="253" y="54"/>
                      <a:pt x="245" y="49"/>
                      <a:pt x="243" y="4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52">
                <a:extLst>
                  <a:ext uri="{FF2B5EF4-FFF2-40B4-BE49-F238E27FC236}">
                    <a16:creationId xmlns:a16="http://schemas.microsoft.com/office/drawing/2014/main" id="{E4DCD4BC-3A75-4B90-9281-A1D0DB1FD10E}"/>
                  </a:ext>
                </a:extLst>
              </p:cNvPr>
              <p:cNvSpPr>
                <a:spLocks/>
              </p:cNvSpPr>
              <p:nvPr/>
            </p:nvSpPr>
            <p:spPr bwMode="auto">
              <a:xfrm>
                <a:off x="5560879" y="3457416"/>
                <a:ext cx="10038" cy="25095"/>
              </a:xfrm>
              <a:custGeom>
                <a:avLst/>
                <a:gdLst>
                  <a:gd name="T0" fmla="*/ 2 w 4"/>
                  <a:gd name="T1" fmla="*/ 0 h 11"/>
                  <a:gd name="T2" fmla="*/ 0 w 4"/>
                  <a:gd name="T3" fmla="*/ 6 h 11"/>
                  <a:gd name="T4" fmla="*/ 3 w 4"/>
                  <a:gd name="T5" fmla="*/ 11 h 11"/>
                  <a:gd name="T6" fmla="*/ 4 w 4"/>
                  <a:gd name="T7" fmla="*/ 1 h 11"/>
                  <a:gd name="T8" fmla="*/ 4 w 4"/>
                  <a:gd name="T9" fmla="*/ 0 h 11"/>
                  <a:gd name="T10" fmla="*/ 2 w 4"/>
                  <a:gd name="T11" fmla="*/ 0 h 11"/>
                </a:gdLst>
                <a:ahLst/>
                <a:cxnLst>
                  <a:cxn ang="0">
                    <a:pos x="T0" y="T1"/>
                  </a:cxn>
                  <a:cxn ang="0">
                    <a:pos x="T2" y="T3"/>
                  </a:cxn>
                  <a:cxn ang="0">
                    <a:pos x="T4" y="T5"/>
                  </a:cxn>
                  <a:cxn ang="0">
                    <a:pos x="T6" y="T7"/>
                  </a:cxn>
                  <a:cxn ang="0">
                    <a:pos x="T8" y="T9"/>
                  </a:cxn>
                  <a:cxn ang="0">
                    <a:pos x="T10" y="T11"/>
                  </a:cxn>
                </a:cxnLst>
                <a:rect l="0" t="0" r="r" b="b"/>
                <a:pathLst>
                  <a:path w="4" h="11">
                    <a:moveTo>
                      <a:pt x="2" y="0"/>
                    </a:moveTo>
                    <a:cubicBezTo>
                      <a:pt x="1" y="0"/>
                      <a:pt x="0" y="5"/>
                      <a:pt x="0" y="6"/>
                    </a:cubicBezTo>
                    <a:cubicBezTo>
                      <a:pt x="0" y="6"/>
                      <a:pt x="1" y="8"/>
                      <a:pt x="3" y="11"/>
                    </a:cubicBezTo>
                    <a:cubicBezTo>
                      <a:pt x="4" y="7"/>
                      <a:pt x="4" y="2"/>
                      <a:pt x="4" y="1"/>
                    </a:cubicBezTo>
                    <a:cubicBezTo>
                      <a:pt x="4" y="1"/>
                      <a:pt x="4" y="0"/>
                      <a:pt x="4" y="0"/>
                    </a:cubicBezTo>
                    <a:cubicBezTo>
                      <a:pt x="3" y="0"/>
                      <a:pt x="2" y="0"/>
                      <a:pt x="2"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53">
                <a:extLst>
                  <a:ext uri="{FF2B5EF4-FFF2-40B4-BE49-F238E27FC236}">
                    <a16:creationId xmlns:a16="http://schemas.microsoft.com/office/drawing/2014/main" id="{43057A79-9A5B-4FDA-B309-765AB68A865E}"/>
                  </a:ext>
                </a:extLst>
              </p:cNvPr>
              <p:cNvSpPr>
                <a:spLocks/>
              </p:cNvSpPr>
              <p:nvPr/>
            </p:nvSpPr>
            <p:spPr bwMode="auto">
              <a:xfrm>
                <a:off x="5545823" y="3441105"/>
                <a:ext cx="27604" cy="75284"/>
              </a:xfrm>
              <a:custGeom>
                <a:avLst/>
                <a:gdLst>
                  <a:gd name="T0" fmla="*/ 6 w 12"/>
                  <a:gd name="T1" fmla="*/ 33 h 33"/>
                  <a:gd name="T2" fmla="*/ 7 w 12"/>
                  <a:gd name="T3" fmla="*/ 33 h 33"/>
                  <a:gd name="T4" fmla="*/ 9 w 12"/>
                  <a:gd name="T5" fmla="*/ 22 h 33"/>
                  <a:gd name="T6" fmla="*/ 10 w 12"/>
                  <a:gd name="T7" fmla="*/ 18 h 33"/>
                  <a:gd name="T8" fmla="*/ 7 w 12"/>
                  <a:gd name="T9" fmla="*/ 13 h 33"/>
                  <a:gd name="T10" fmla="*/ 9 w 12"/>
                  <a:gd name="T11" fmla="*/ 7 h 33"/>
                  <a:gd name="T12" fmla="*/ 11 w 12"/>
                  <a:gd name="T13" fmla="*/ 7 h 33"/>
                  <a:gd name="T14" fmla="*/ 12 w 12"/>
                  <a:gd name="T15" fmla="*/ 1 h 33"/>
                  <a:gd name="T16" fmla="*/ 8 w 12"/>
                  <a:gd name="T17" fmla="*/ 0 h 33"/>
                  <a:gd name="T18" fmla="*/ 7 w 12"/>
                  <a:gd name="T19" fmla="*/ 3 h 33"/>
                  <a:gd name="T20" fmla="*/ 0 w 12"/>
                  <a:gd name="T21" fmla="*/ 18 h 33"/>
                  <a:gd name="T22" fmla="*/ 6 w 12"/>
                  <a:gd name="T23" fmla="*/ 32 h 33"/>
                  <a:gd name="T24" fmla="*/ 6 w 12"/>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 h="33">
                    <a:moveTo>
                      <a:pt x="6" y="33"/>
                    </a:moveTo>
                    <a:cubicBezTo>
                      <a:pt x="6" y="33"/>
                      <a:pt x="6" y="33"/>
                      <a:pt x="7" y="33"/>
                    </a:cubicBezTo>
                    <a:cubicBezTo>
                      <a:pt x="7" y="28"/>
                      <a:pt x="8" y="23"/>
                      <a:pt x="9" y="22"/>
                    </a:cubicBezTo>
                    <a:cubicBezTo>
                      <a:pt x="10" y="21"/>
                      <a:pt x="10" y="19"/>
                      <a:pt x="10" y="18"/>
                    </a:cubicBezTo>
                    <a:cubicBezTo>
                      <a:pt x="8" y="15"/>
                      <a:pt x="7" y="13"/>
                      <a:pt x="7" y="13"/>
                    </a:cubicBezTo>
                    <a:cubicBezTo>
                      <a:pt x="7" y="12"/>
                      <a:pt x="8" y="7"/>
                      <a:pt x="9" y="7"/>
                    </a:cubicBezTo>
                    <a:cubicBezTo>
                      <a:pt x="9" y="7"/>
                      <a:pt x="10" y="7"/>
                      <a:pt x="11" y="7"/>
                    </a:cubicBezTo>
                    <a:cubicBezTo>
                      <a:pt x="12" y="5"/>
                      <a:pt x="12" y="3"/>
                      <a:pt x="12" y="1"/>
                    </a:cubicBezTo>
                    <a:cubicBezTo>
                      <a:pt x="8" y="0"/>
                      <a:pt x="8" y="0"/>
                      <a:pt x="8" y="0"/>
                    </a:cubicBezTo>
                    <a:cubicBezTo>
                      <a:pt x="7" y="1"/>
                      <a:pt x="7" y="2"/>
                      <a:pt x="7" y="3"/>
                    </a:cubicBezTo>
                    <a:cubicBezTo>
                      <a:pt x="6" y="8"/>
                      <a:pt x="2" y="15"/>
                      <a:pt x="0" y="18"/>
                    </a:cubicBezTo>
                    <a:cubicBezTo>
                      <a:pt x="6" y="32"/>
                      <a:pt x="6" y="32"/>
                      <a:pt x="6" y="32"/>
                    </a:cubicBezTo>
                    <a:lnTo>
                      <a:pt x="6" y="33"/>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54">
                <a:extLst>
                  <a:ext uri="{FF2B5EF4-FFF2-40B4-BE49-F238E27FC236}">
                    <a16:creationId xmlns:a16="http://schemas.microsoft.com/office/drawing/2014/main" id="{20BABA54-239B-42B8-BA6A-A96F6921FAE5}"/>
                  </a:ext>
                </a:extLst>
              </p:cNvPr>
              <p:cNvSpPr>
                <a:spLocks/>
              </p:cNvSpPr>
              <p:nvPr/>
            </p:nvSpPr>
            <p:spPr bwMode="auto">
              <a:xfrm>
                <a:off x="5560879" y="3438596"/>
                <a:ext cx="79048" cy="87831"/>
              </a:xfrm>
              <a:custGeom>
                <a:avLst/>
                <a:gdLst>
                  <a:gd name="T0" fmla="*/ 31 w 34"/>
                  <a:gd name="T1" fmla="*/ 0 h 38"/>
                  <a:gd name="T2" fmla="*/ 21 w 34"/>
                  <a:gd name="T3" fmla="*/ 5 h 38"/>
                  <a:gd name="T4" fmla="*/ 13 w 34"/>
                  <a:gd name="T5" fmla="*/ 9 h 38"/>
                  <a:gd name="T6" fmla="*/ 6 w 34"/>
                  <a:gd name="T7" fmla="*/ 5 h 38"/>
                  <a:gd name="T8" fmla="*/ 5 w 34"/>
                  <a:gd name="T9" fmla="*/ 2 h 38"/>
                  <a:gd name="T10" fmla="*/ 5 w 34"/>
                  <a:gd name="T11" fmla="*/ 2 h 38"/>
                  <a:gd name="T12" fmla="*/ 4 w 34"/>
                  <a:gd name="T13" fmla="*/ 9 h 38"/>
                  <a:gd name="T14" fmla="*/ 2 w 34"/>
                  <a:gd name="T15" fmla="*/ 23 h 38"/>
                  <a:gd name="T16" fmla="*/ 0 w 34"/>
                  <a:gd name="T17" fmla="*/ 34 h 38"/>
                  <a:gd name="T18" fmla="*/ 7 w 34"/>
                  <a:gd name="T19" fmla="*/ 37 h 38"/>
                  <a:gd name="T20" fmla="*/ 13 w 34"/>
                  <a:gd name="T21" fmla="*/ 33 h 38"/>
                  <a:gd name="T22" fmla="*/ 18 w 34"/>
                  <a:gd name="T23" fmla="*/ 30 h 38"/>
                  <a:gd name="T24" fmla="*/ 23 w 34"/>
                  <a:gd name="T25" fmla="*/ 26 h 38"/>
                  <a:gd name="T26" fmla="*/ 17 w 34"/>
                  <a:gd name="T27" fmla="*/ 19 h 38"/>
                  <a:gd name="T28" fmla="*/ 25 w 34"/>
                  <a:gd name="T29" fmla="*/ 14 h 38"/>
                  <a:gd name="T30" fmla="*/ 33 w 34"/>
                  <a:gd name="T31" fmla="*/ 12 h 38"/>
                  <a:gd name="T32" fmla="*/ 34 w 34"/>
                  <a:gd name="T33" fmla="*/ 12 h 38"/>
                  <a:gd name="T34" fmla="*/ 32 w 34"/>
                  <a:gd name="T35" fmla="*/ 4 h 38"/>
                  <a:gd name="T36" fmla="*/ 31 w 34"/>
                  <a:gd name="T3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4" h="38">
                    <a:moveTo>
                      <a:pt x="31" y="0"/>
                    </a:moveTo>
                    <a:cubicBezTo>
                      <a:pt x="26" y="3"/>
                      <a:pt x="22" y="5"/>
                      <a:pt x="21" y="5"/>
                    </a:cubicBezTo>
                    <a:cubicBezTo>
                      <a:pt x="19" y="5"/>
                      <a:pt x="13" y="9"/>
                      <a:pt x="13" y="9"/>
                    </a:cubicBezTo>
                    <a:cubicBezTo>
                      <a:pt x="6" y="5"/>
                      <a:pt x="6" y="5"/>
                      <a:pt x="6" y="5"/>
                    </a:cubicBezTo>
                    <a:cubicBezTo>
                      <a:pt x="5" y="2"/>
                      <a:pt x="5" y="2"/>
                      <a:pt x="5" y="2"/>
                    </a:cubicBezTo>
                    <a:cubicBezTo>
                      <a:pt x="5" y="2"/>
                      <a:pt x="5" y="2"/>
                      <a:pt x="5" y="2"/>
                    </a:cubicBezTo>
                    <a:cubicBezTo>
                      <a:pt x="5" y="5"/>
                      <a:pt x="4" y="8"/>
                      <a:pt x="4" y="9"/>
                    </a:cubicBezTo>
                    <a:cubicBezTo>
                      <a:pt x="4" y="11"/>
                      <a:pt x="4" y="21"/>
                      <a:pt x="2" y="23"/>
                    </a:cubicBezTo>
                    <a:cubicBezTo>
                      <a:pt x="1" y="24"/>
                      <a:pt x="0" y="29"/>
                      <a:pt x="0" y="34"/>
                    </a:cubicBezTo>
                    <a:cubicBezTo>
                      <a:pt x="2" y="36"/>
                      <a:pt x="5" y="37"/>
                      <a:pt x="7" y="37"/>
                    </a:cubicBezTo>
                    <a:cubicBezTo>
                      <a:pt x="10" y="38"/>
                      <a:pt x="13" y="34"/>
                      <a:pt x="13" y="33"/>
                    </a:cubicBezTo>
                    <a:cubicBezTo>
                      <a:pt x="13" y="31"/>
                      <a:pt x="16" y="30"/>
                      <a:pt x="18" y="30"/>
                    </a:cubicBezTo>
                    <a:cubicBezTo>
                      <a:pt x="21" y="30"/>
                      <a:pt x="21" y="27"/>
                      <a:pt x="23" y="26"/>
                    </a:cubicBezTo>
                    <a:cubicBezTo>
                      <a:pt x="25" y="26"/>
                      <a:pt x="19" y="20"/>
                      <a:pt x="17" y="19"/>
                    </a:cubicBezTo>
                    <a:cubicBezTo>
                      <a:pt x="15" y="19"/>
                      <a:pt x="19" y="15"/>
                      <a:pt x="25" y="14"/>
                    </a:cubicBezTo>
                    <a:cubicBezTo>
                      <a:pt x="31" y="14"/>
                      <a:pt x="30" y="12"/>
                      <a:pt x="33" y="12"/>
                    </a:cubicBezTo>
                    <a:cubicBezTo>
                      <a:pt x="33" y="12"/>
                      <a:pt x="34" y="12"/>
                      <a:pt x="34" y="12"/>
                    </a:cubicBezTo>
                    <a:cubicBezTo>
                      <a:pt x="33" y="9"/>
                      <a:pt x="32" y="6"/>
                      <a:pt x="32" y="4"/>
                    </a:cubicBezTo>
                    <a:cubicBezTo>
                      <a:pt x="31" y="3"/>
                      <a:pt x="31" y="1"/>
                      <a:pt x="31"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55">
                <a:extLst>
                  <a:ext uri="{FF2B5EF4-FFF2-40B4-BE49-F238E27FC236}">
                    <a16:creationId xmlns:a16="http://schemas.microsoft.com/office/drawing/2014/main" id="{0CF4CECE-1445-4497-9D66-595B14CACB00}"/>
                  </a:ext>
                </a:extLst>
              </p:cNvPr>
              <p:cNvSpPr>
                <a:spLocks/>
              </p:cNvSpPr>
              <p:nvPr/>
            </p:nvSpPr>
            <p:spPr bwMode="auto">
              <a:xfrm>
                <a:off x="6209573" y="3226547"/>
                <a:ext cx="202011" cy="87831"/>
              </a:xfrm>
              <a:custGeom>
                <a:avLst/>
                <a:gdLst>
                  <a:gd name="T0" fmla="*/ 81 w 88"/>
                  <a:gd name="T1" fmla="*/ 8 h 38"/>
                  <a:gd name="T2" fmla="*/ 73 w 88"/>
                  <a:gd name="T3" fmla="*/ 5 h 38"/>
                  <a:gd name="T4" fmla="*/ 53 w 88"/>
                  <a:gd name="T5" fmla="*/ 4 h 38"/>
                  <a:gd name="T6" fmla="*/ 42 w 88"/>
                  <a:gd name="T7" fmla="*/ 1 h 38"/>
                  <a:gd name="T8" fmla="*/ 34 w 88"/>
                  <a:gd name="T9" fmla="*/ 4 h 38"/>
                  <a:gd name="T10" fmla="*/ 26 w 88"/>
                  <a:gd name="T11" fmla="*/ 6 h 38"/>
                  <a:gd name="T12" fmla="*/ 15 w 88"/>
                  <a:gd name="T13" fmla="*/ 6 h 38"/>
                  <a:gd name="T14" fmla="*/ 10 w 88"/>
                  <a:gd name="T15" fmla="*/ 11 h 38"/>
                  <a:gd name="T16" fmla="*/ 8 w 88"/>
                  <a:gd name="T17" fmla="*/ 16 h 38"/>
                  <a:gd name="T18" fmla="*/ 11 w 88"/>
                  <a:gd name="T19" fmla="*/ 18 h 38"/>
                  <a:gd name="T20" fmla="*/ 17 w 88"/>
                  <a:gd name="T21" fmla="*/ 18 h 38"/>
                  <a:gd name="T22" fmla="*/ 28 w 88"/>
                  <a:gd name="T23" fmla="*/ 23 h 38"/>
                  <a:gd name="T24" fmla="*/ 25 w 88"/>
                  <a:gd name="T25" fmla="*/ 27 h 38"/>
                  <a:gd name="T26" fmla="*/ 17 w 88"/>
                  <a:gd name="T27" fmla="*/ 29 h 38"/>
                  <a:gd name="T28" fmla="*/ 6 w 88"/>
                  <a:gd name="T29" fmla="*/ 30 h 38"/>
                  <a:gd name="T30" fmla="*/ 0 w 88"/>
                  <a:gd name="T31" fmla="*/ 35 h 38"/>
                  <a:gd name="T32" fmla="*/ 11 w 88"/>
                  <a:gd name="T33" fmla="*/ 36 h 38"/>
                  <a:gd name="T34" fmla="*/ 19 w 88"/>
                  <a:gd name="T35" fmla="*/ 36 h 38"/>
                  <a:gd name="T36" fmla="*/ 25 w 88"/>
                  <a:gd name="T37" fmla="*/ 38 h 38"/>
                  <a:gd name="T38" fmla="*/ 36 w 88"/>
                  <a:gd name="T39" fmla="*/ 37 h 38"/>
                  <a:gd name="T40" fmla="*/ 37 w 88"/>
                  <a:gd name="T41" fmla="*/ 33 h 38"/>
                  <a:gd name="T42" fmla="*/ 41 w 88"/>
                  <a:gd name="T43" fmla="*/ 31 h 38"/>
                  <a:gd name="T44" fmla="*/ 45 w 88"/>
                  <a:gd name="T45" fmla="*/ 28 h 38"/>
                  <a:gd name="T46" fmla="*/ 50 w 88"/>
                  <a:gd name="T47" fmla="*/ 26 h 38"/>
                  <a:gd name="T48" fmla="*/ 55 w 88"/>
                  <a:gd name="T49" fmla="*/ 28 h 38"/>
                  <a:gd name="T50" fmla="*/ 60 w 88"/>
                  <a:gd name="T51" fmla="*/ 25 h 38"/>
                  <a:gd name="T52" fmla="*/ 67 w 88"/>
                  <a:gd name="T53" fmla="*/ 23 h 38"/>
                  <a:gd name="T54" fmla="*/ 73 w 88"/>
                  <a:gd name="T55" fmla="*/ 19 h 38"/>
                  <a:gd name="T56" fmla="*/ 80 w 88"/>
                  <a:gd name="T57" fmla="*/ 15 h 38"/>
                  <a:gd name="T58" fmla="*/ 87 w 88"/>
                  <a:gd name="T59" fmla="*/ 12 h 38"/>
                  <a:gd name="T60" fmla="*/ 88 w 88"/>
                  <a:gd name="T61" fmla="*/ 10 h 38"/>
                  <a:gd name="T62" fmla="*/ 81 w 88"/>
                  <a:gd name="T63" fmla="*/ 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8" h="38">
                    <a:moveTo>
                      <a:pt x="81" y="8"/>
                    </a:moveTo>
                    <a:cubicBezTo>
                      <a:pt x="78" y="4"/>
                      <a:pt x="77" y="6"/>
                      <a:pt x="73" y="5"/>
                    </a:cubicBezTo>
                    <a:cubicBezTo>
                      <a:pt x="70" y="4"/>
                      <a:pt x="55" y="3"/>
                      <a:pt x="53" y="4"/>
                    </a:cubicBezTo>
                    <a:cubicBezTo>
                      <a:pt x="50" y="5"/>
                      <a:pt x="44" y="2"/>
                      <a:pt x="42" y="1"/>
                    </a:cubicBezTo>
                    <a:cubicBezTo>
                      <a:pt x="40" y="0"/>
                      <a:pt x="34" y="1"/>
                      <a:pt x="34" y="4"/>
                    </a:cubicBezTo>
                    <a:cubicBezTo>
                      <a:pt x="33" y="8"/>
                      <a:pt x="31" y="8"/>
                      <a:pt x="26" y="6"/>
                    </a:cubicBezTo>
                    <a:cubicBezTo>
                      <a:pt x="22" y="3"/>
                      <a:pt x="16" y="3"/>
                      <a:pt x="15" y="6"/>
                    </a:cubicBezTo>
                    <a:cubicBezTo>
                      <a:pt x="15" y="8"/>
                      <a:pt x="12" y="11"/>
                      <a:pt x="10" y="11"/>
                    </a:cubicBezTo>
                    <a:cubicBezTo>
                      <a:pt x="10" y="12"/>
                      <a:pt x="9" y="14"/>
                      <a:pt x="8" y="16"/>
                    </a:cubicBezTo>
                    <a:cubicBezTo>
                      <a:pt x="9" y="16"/>
                      <a:pt x="10" y="17"/>
                      <a:pt x="11" y="18"/>
                    </a:cubicBezTo>
                    <a:cubicBezTo>
                      <a:pt x="13" y="20"/>
                      <a:pt x="17" y="20"/>
                      <a:pt x="17" y="18"/>
                    </a:cubicBezTo>
                    <a:cubicBezTo>
                      <a:pt x="18" y="16"/>
                      <a:pt x="25" y="20"/>
                      <a:pt x="28" y="23"/>
                    </a:cubicBezTo>
                    <a:cubicBezTo>
                      <a:pt x="32" y="26"/>
                      <a:pt x="27" y="24"/>
                      <a:pt x="25" y="27"/>
                    </a:cubicBezTo>
                    <a:cubicBezTo>
                      <a:pt x="23" y="31"/>
                      <a:pt x="19" y="27"/>
                      <a:pt x="17" y="29"/>
                    </a:cubicBezTo>
                    <a:cubicBezTo>
                      <a:pt x="16" y="30"/>
                      <a:pt x="8" y="31"/>
                      <a:pt x="6" y="30"/>
                    </a:cubicBezTo>
                    <a:cubicBezTo>
                      <a:pt x="3" y="30"/>
                      <a:pt x="0" y="33"/>
                      <a:pt x="0" y="35"/>
                    </a:cubicBezTo>
                    <a:cubicBezTo>
                      <a:pt x="0" y="37"/>
                      <a:pt x="8" y="34"/>
                      <a:pt x="11" y="36"/>
                    </a:cubicBezTo>
                    <a:cubicBezTo>
                      <a:pt x="14" y="38"/>
                      <a:pt x="17" y="34"/>
                      <a:pt x="19" y="36"/>
                    </a:cubicBezTo>
                    <a:cubicBezTo>
                      <a:pt x="20" y="38"/>
                      <a:pt x="24" y="37"/>
                      <a:pt x="25" y="38"/>
                    </a:cubicBezTo>
                    <a:cubicBezTo>
                      <a:pt x="27" y="38"/>
                      <a:pt x="36" y="37"/>
                      <a:pt x="36" y="37"/>
                    </a:cubicBezTo>
                    <a:cubicBezTo>
                      <a:pt x="37" y="36"/>
                      <a:pt x="37" y="34"/>
                      <a:pt x="37" y="33"/>
                    </a:cubicBezTo>
                    <a:cubicBezTo>
                      <a:pt x="37" y="31"/>
                      <a:pt x="39" y="31"/>
                      <a:pt x="41" y="31"/>
                    </a:cubicBezTo>
                    <a:cubicBezTo>
                      <a:pt x="42" y="30"/>
                      <a:pt x="44" y="28"/>
                      <a:pt x="45" y="28"/>
                    </a:cubicBezTo>
                    <a:cubicBezTo>
                      <a:pt x="47" y="28"/>
                      <a:pt x="48" y="26"/>
                      <a:pt x="50" y="26"/>
                    </a:cubicBezTo>
                    <a:cubicBezTo>
                      <a:pt x="51" y="27"/>
                      <a:pt x="53" y="29"/>
                      <a:pt x="55" y="28"/>
                    </a:cubicBezTo>
                    <a:cubicBezTo>
                      <a:pt x="57" y="26"/>
                      <a:pt x="57" y="28"/>
                      <a:pt x="60" y="25"/>
                    </a:cubicBezTo>
                    <a:cubicBezTo>
                      <a:pt x="62" y="22"/>
                      <a:pt x="64" y="22"/>
                      <a:pt x="67" y="23"/>
                    </a:cubicBezTo>
                    <a:cubicBezTo>
                      <a:pt x="71" y="23"/>
                      <a:pt x="72" y="21"/>
                      <a:pt x="73" y="19"/>
                    </a:cubicBezTo>
                    <a:cubicBezTo>
                      <a:pt x="75" y="17"/>
                      <a:pt x="78" y="17"/>
                      <a:pt x="80" y="15"/>
                    </a:cubicBezTo>
                    <a:cubicBezTo>
                      <a:pt x="82" y="14"/>
                      <a:pt x="86" y="12"/>
                      <a:pt x="87" y="12"/>
                    </a:cubicBezTo>
                    <a:cubicBezTo>
                      <a:pt x="87" y="12"/>
                      <a:pt x="88" y="11"/>
                      <a:pt x="88" y="10"/>
                    </a:cubicBezTo>
                    <a:cubicBezTo>
                      <a:pt x="85" y="8"/>
                      <a:pt x="83" y="11"/>
                      <a:pt x="81"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56">
                <a:extLst>
                  <a:ext uri="{FF2B5EF4-FFF2-40B4-BE49-F238E27FC236}">
                    <a16:creationId xmlns:a16="http://schemas.microsoft.com/office/drawing/2014/main" id="{167C9983-CE57-4F8C-A492-E713F060F675}"/>
                  </a:ext>
                </a:extLst>
              </p:cNvPr>
              <p:cNvSpPr>
                <a:spLocks/>
              </p:cNvSpPr>
              <p:nvPr/>
            </p:nvSpPr>
            <p:spPr bwMode="auto">
              <a:xfrm>
                <a:off x="5653729" y="3217764"/>
                <a:ext cx="129237" cy="57717"/>
              </a:xfrm>
              <a:custGeom>
                <a:avLst/>
                <a:gdLst>
                  <a:gd name="T0" fmla="*/ 22 w 56"/>
                  <a:gd name="T1" fmla="*/ 19 h 25"/>
                  <a:gd name="T2" fmla="*/ 27 w 56"/>
                  <a:gd name="T3" fmla="*/ 24 h 25"/>
                  <a:gd name="T4" fmla="*/ 28 w 56"/>
                  <a:gd name="T5" fmla="*/ 24 h 25"/>
                  <a:gd name="T6" fmla="*/ 36 w 56"/>
                  <a:gd name="T7" fmla="*/ 23 h 25"/>
                  <a:gd name="T8" fmla="*/ 43 w 56"/>
                  <a:gd name="T9" fmla="*/ 23 h 25"/>
                  <a:gd name="T10" fmla="*/ 43 w 56"/>
                  <a:gd name="T11" fmla="*/ 21 h 25"/>
                  <a:gd name="T12" fmla="*/ 48 w 56"/>
                  <a:gd name="T13" fmla="*/ 23 h 25"/>
                  <a:gd name="T14" fmla="*/ 54 w 56"/>
                  <a:gd name="T15" fmla="*/ 24 h 25"/>
                  <a:gd name="T16" fmla="*/ 52 w 56"/>
                  <a:gd name="T17" fmla="*/ 20 h 25"/>
                  <a:gd name="T18" fmla="*/ 53 w 56"/>
                  <a:gd name="T19" fmla="*/ 17 h 25"/>
                  <a:gd name="T20" fmla="*/ 48 w 56"/>
                  <a:gd name="T21" fmla="*/ 15 h 25"/>
                  <a:gd name="T22" fmla="*/ 46 w 56"/>
                  <a:gd name="T23" fmla="*/ 10 h 25"/>
                  <a:gd name="T24" fmla="*/ 43 w 56"/>
                  <a:gd name="T25" fmla="*/ 9 h 25"/>
                  <a:gd name="T26" fmla="*/ 35 w 56"/>
                  <a:gd name="T27" fmla="*/ 10 h 25"/>
                  <a:gd name="T28" fmla="*/ 30 w 56"/>
                  <a:gd name="T29" fmla="*/ 7 h 25"/>
                  <a:gd name="T30" fmla="*/ 25 w 56"/>
                  <a:gd name="T31" fmla="*/ 4 h 25"/>
                  <a:gd name="T32" fmla="*/ 12 w 56"/>
                  <a:gd name="T33" fmla="*/ 3 h 25"/>
                  <a:gd name="T34" fmla="*/ 3 w 56"/>
                  <a:gd name="T35" fmla="*/ 0 h 25"/>
                  <a:gd name="T36" fmla="*/ 0 w 56"/>
                  <a:gd name="T37" fmla="*/ 1 h 25"/>
                  <a:gd name="T38" fmla="*/ 12 w 56"/>
                  <a:gd name="T39" fmla="*/ 8 h 25"/>
                  <a:gd name="T40" fmla="*/ 15 w 56"/>
                  <a:gd name="T41" fmla="*/ 17 h 25"/>
                  <a:gd name="T42" fmla="*/ 13 w 56"/>
                  <a:gd name="T43" fmla="*/ 19 h 25"/>
                  <a:gd name="T44" fmla="*/ 22 w 56"/>
                  <a:gd name="T45"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 h="25">
                    <a:moveTo>
                      <a:pt x="22" y="19"/>
                    </a:moveTo>
                    <a:cubicBezTo>
                      <a:pt x="24" y="18"/>
                      <a:pt x="25" y="21"/>
                      <a:pt x="27" y="24"/>
                    </a:cubicBezTo>
                    <a:cubicBezTo>
                      <a:pt x="28" y="24"/>
                      <a:pt x="28" y="24"/>
                      <a:pt x="28" y="24"/>
                    </a:cubicBezTo>
                    <a:cubicBezTo>
                      <a:pt x="31" y="24"/>
                      <a:pt x="33" y="23"/>
                      <a:pt x="36" y="23"/>
                    </a:cubicBezTo>
                    <a:cubicBezTo>
                      <a:pt x="38" y="22"/>
                      <a:pt x="41" y="23"/>
                      <a:pt x="43" y="23"/>
                    </a:cubicBezTo>
                    <a:cubicBezTo>
                      <a:pt x="43" y="23"/>
                      <a:pt x="42" y="22"/>
                      <a:pt x="43" y="21"/>
                    </a:cubicBezTo>
                    <a:cubicBezTo>
                      <a:pt x="43" y="20"/>
                      <a:pt x="47" y="22"/>
                      <a:pt x="48" y="23"/>
                    </a:cubicBezTo>
                    <a:cubicBezTo>
                      <a:pt x="49" y="24"/>
                      <a:pt x="53" y="25"/>
                      <a:pt x="54" y="24"/>
                    </a:cubicBezTo>
                    <a:cubicBezTo>
                      <a:pt x="56" y="22"/>
                      <a:pt x="52" y="21"/>
                      <a:pt x="52" y="20"/>
                    </a:cubicBezTo>
                    <a:cubicBezTo>
                      <a:pt x="51" y="19"/>
                      <a:pt x="52" y="18"/>
                      <a:pt x="53" y="17"/>
                    </a:cubicBezTo>
                    <a:cubicBezTo>
                      <a:pt x="51" y="16"/>
                      <a:pt x="49" y="14"/>
                      <a:pt x="48" y="15"/>
                    </a:cubicBezTo>
                    <a:cubicBezTo>
                      <a:pt x="47" y="15"/>
                      <a:pt x="47" y="10"/>
                      <a:pt x="46" y="10"/>
                    </a:cubicBezTo>
                    <a:cubicBezTo>
                      <a:pt x="44" y="10"/>
                      <a:pt x="44" y="9"/>
                      <a:pt x="43" y="9"/>
                    </a:cubicBezTo>
                    <a:cubicBezTo>
                      <a:pt x="42" y="9"/>
                      <a:pt x="36" y="9"/>
                      <a:pt x="35" y="10"/>
                    </a:cubicBezTo>
                    <a:cubicBezTo>
                      <a:pt x="33" y="11"/>
                      <a:pt x="32" y="7"/>
                      <a:pt x="30" y="7"/>
                    </a:cubicBezTo>
                    <a:cubicBezTo>
                      <a:pt x="28" y="7"/>
                      <a:pt x="26" y="5"/>
                      <a:pt x="25" y="4"/>
                    </a:cubicBezTo>
                    <a:cubicBezTo>
                      <a:pt x="24" y="2"/>
                      <a:pt x="15" y="5"/>
                      <a:pt x="12" y="3"/>
                    </a:cubicBezTo>
                    <a:cubicBezTo>
                      <a:pt x="10" y="1"/>
                      <a:pt x="5" y="0"/>
                      <a:pt x="3" y="0"/>
                    </a:cubicBezTo>
                    <a:cubicBezTo>
                      <a:pt x="2" y="0"/>
                      <a:pt x="1" y="1"/>
                      <a:pt x="0" y="1"/>
                    </a:cubicBezTo>
                    <a:cubicBezTo>
                      <a:pt x="4" y="4"/>
                      <a:pt x="11" y="3"/>
                      <a:pt x="12" y="8"/>
                    </a:cubicBezTo>
                    <a:cubicBezTo>
                      <a:pt x="13" y="14"/>
                      <a:pt x="16" y="12"/>
                      <a:pt x="15" y="17"/>
                    </a:cubicBezTo>
                    <a:cubicBezTo>
                      <a:pt x="15" y="18"/>
                      <a:pt x="14" y="19"/>
                      <a:pt x="13" y="19"/>
                    </a:cubicBezTo>
                    <a:cubicBezTo>
                      <a:pt x="17" y="20"/>
                      <a:pt x="21" y="20"/>
                      <a:pt x="22"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57">
                <a:extLst>
                  <a:ext uri="{FF2B5EF4-FFF2-40B4-BE49-F238E27FC236}">
                    <a16:creationId xmlns:a16="http://schemas.microsoft.com/office/drawing/2014/main" id="{1FEF9A44-D5E5-4FCD-B0EA-25B748A2A1C6}"/>
                  </a:ext>
                </a:extLst>
              </p:cNvPr>
              <p:cNvSpPr>
                <a:spLocks noEditPoints="1"/>
              </p:cNvSpPr>
              <p:nvPr/>
            </p:nvSpPr>
            <p:spPr bwMode="auto">
              <a:xfrm>
                <a:off x="5395256" y="3249132"/>
                <a:ext cx="350069" cy="136765"/>
              </a:xfrm>
              <a:custGeom>
                <a:avLst/>
                <a:gdLst>
                  <a:gd name="T0" fmla="*/ 147 w 152"/>
                  <a:gd name="T1" fmla="*/ 41 h 59"/>
                  <a:gd name="T2" fmla="*/ 147 w 152"/>
                  <a:gd name="T3" fmla="*/ 33 h 59"/>
                  <a:gd name="T4" fmla="*/ 147 w 152"/>
                  <a:gd name="T5" fmla="*/ 26 h 59"/>
                  <a:gd name="T6" fmla="*/ 149 w 152"/>
                  <a:gd name="T7" fmla="*/ 22 h 59"/>
                  <a:gd name="T8" fmla="*/ 148 w 152"/>
                  <a:gd name="T9" fmla="*/ 19 h 59"/>
                  <a:gd name="T10" fmla="*/ 142 w 152"/>
                  <a:gd name="T11" fmla="*/ 17 h 59"/>
                  <a:gd name="T12" fmla="*/ 139 w 152"/>
                  <a:gd name="T13" fmla="*/ 10 h 59"/>
                  <a:gd name="T14" fmla="*/ 134 w 152"/>
                  <a:gd name="T15" fmla="*/ 5 h 59"/>
                  <a:gd name="T16" fmla="*/ 125 w 152"/>
                  <a:gd name="T17" fmla="*/ 5 h 59"/>
                  <a:gd name="T18" fmla="*/ 110 w 152"/>
                  <a:gd name="T19" fmla="*/ 10 h 59"/>
                  <a:gd name="T20" fmla="*/ 96 w 152"/>
                  <a:gd name="T21" fmla="*/ 11 h 59"/>
                  <a:gd name="T22" fmla="*/ 87 w 152"/>
                  <a:gd name="T23" fmla="*/ 8 h 59"/>
                  <a:gd name="T24" fmla="*/ 80 w 152"/>
                  <a:gd name="T25" fmla="*/ 4 h 59"/>
                  <a:gd name="T26" fmla="*/ 68 w 152"/>
                  <a:gd name="T27" fmla="*/ 1 h 59"/>
                  <a:gd name="T28" fmla="*/ 43 w 152"/>
                  <a:gd name="T29" fmla="*/ 9 h 59"/>
                  <a:gd name="T30" fmla="*/ 26 w 152"/>
                  <a:gd name="T31" fmla="*/ 10 h 59"/>
                  <a:gd name="T32" fmla="*/ 22 w 152"/>
                  <a:gd name="T33" fmla="*/ 16 h 59"/>
                  <a:gd name="T34" fmla="*/ 5 w 152"/>
                  <a:gd name="T35" fmla="*/ 17 h 59"/>
                  <a:gd name="T36" fmla="*/ 3 w 152"/>
                  <a:gd name="T37" fmla="*/ 23 h 59"/>
                  <a:gd name="T38" fmla="*/ 7 w 152"/>
                  <a:gd name="T39" fmla="*/ 25 h 59"/>
                  <a:gd name="T40" fmla="*/ 7 w 152"/>
                  <a:gd name="T41" fmla="*/ 31 h 59"/>
                  <a:gd name="T42" fmla="*/ 7 w 152"/>
                  <a:gd name="T43" fmla="*/ 37 h 59"/>
                  <a:gd name="T44" fmla="*/ 7 w 152"/>
                  <a:gd name="T45" fmla="*/ 41 h 59"/>
                  <a:gd name="T46" fmla="*/ 12 w 152"/>
                  <a:gd name="T47" fmla="*/ 46 h 59"/>
                  <a:gd name="T48" fmla="*/ 17 w 152"/>
                  <a:gd name="T49" fmla="*/ 49 h 59"/>
                  <a:gd name="T50" fmla="*/ 21 w 152"/>
                  <a:gd name="T51" fmla="*/ 50 h 59"/>
                  <a:gd name="T52" fmla="*/ 26 w 152"/>
                  <a:gd name="T53" fmla="*/ 55 h 59"/>
                  <a:gd name="T54" fmla="*/ 36 w 152"/>
                  <a:gd name="T55" fmla="*/ 53 h 59"/>
                  <a:gd name="T56" fmla="*/ 43 w 152"/>
                  <a:gd name="T57" fmla="*/ 50 h 59"/>
                  <a:gd name="T58" fmla="*/ 54 w 152"/>
                  <a:gd name="T59" fmla="*/ 57 h 59"/>
                  <a:gd name="T60" fmla="*/ 62 w 152"/>
                  <a:gd name="T61" fmla="*/ 55 h 59"/>
                  <a:gd name="T62" fmla="*/ 69 w 152"/>
                  <a:gd name="T63" fmla="*/ 50 h 59"/>
                  <a:gd name="T64" fmla="*/ 76 w 152"/>
                  <a:gd name="T65" fmla="*/ 52 h 59"/>
                  <a:gd name="T66" fmla="*/ 82 w 152"/>
                  <a:gd name="T67" fmla="*/ 50 h 59"/>
                  <a:gd name="T68" fmla="*/ 80 w 152"/>
                  <a:gd name="T69" fmla="*/ 57 h 59"/>
                  <a:gd name="T70" fmla="*/ 80 w 152"/>
                  <a:gd name="T71" fmla="*/ 59 h 59"/>
                  <a:gd name="T72" fmla="*/ 85 w 152"/>
                  <a:gd name="T73" fmla="*/ 54 h 59"/>
                  <a:gd name="T74" fmla="*/ 88 w 152"/>
                  <a:gd name="T75" fmla="*/ 52 h 59"/>
                  <a:gd name="T76" fmla="*/ 95 w 152"/>
                  <a:gd name="T77" fmla="*/ 52 h 59"/>
                  <a:gd name="T78" fmla="*/ 100 w 152"/>
                  <a:gd name="T79" fmla="*/ 51 h 59"/>
                  <a:gd name="T80" fmla="*/ 109 w 152"/>
                  <a:gd name="T81" fmla="*/ 51 h 59"/>
                  <a:gd name="T82" fmla="*/ 120 w 152"/>
                  <a:gd name="T83" fmla="*/ 48 h 59"/>
                  <a:gd name="T84" fmla="*/ 129 w 152"/>
                  <a:gd name="T85" fmla="*/ 47 h 59"/>
                  <a:gd name="T86" fmla="*/ 132 w 152"/>
                  <a:gd name="T87" fmla="*/ 48 h 59"/>
                  <a:gd name="T88" fmla="*/ 136 w 152"/>
                  <a:gd name="T89" fmla="*/ 45 h 59"/>
                  <a:gd name="T90" fmla="*/ 143 w 152"/>
                  <a:gd name="T91" fmla="*/ 46 h 59"/>
                  <a:gd name="T92" fmla="*/ 151 w 152"/>
                  <a:gd name="T93" fmla="*/ 48 h 59"/>
                  <a:gd name="T94" fmla="*/ 147 w 152"/>
                  <a:gd name="T95" fmla="*/ 41 h 59"/>
                  <a:gd name="T96" fmla="*/ 14 w 152"/>
                  <a:gd name="T97" fmla="*/ 11 h 59"/>
                  <a:gd name="T98" fmla="*/ 24 w 152"/>
                  <a:gd name="T99" fmla="*/ 10 h 59"/>
                  <a:gd name="T100" fmla="*/ 18 w 152"/>
                  <a:gd name="T101" fmla="*/ 5 h 59"/>
                  <a:gd name="T102" fmla="*/ 16 w 152"/>
                  <a:gd name="T103" fmla="*/ 1 h 59"/>
                  <a:gd name="T104" fmla="*/ 13 w 152"/>
                  <a:gd name="T105" fmla="*/ 1 h 59"/>
                  <a:gd name="T106" fmla="*/ 5 w 152"/>
                  <a:gd name="T107" fmla="*/ 1 h 59"/>
                  <a:gd name="T108" fmla="*/ 6 w 152"/>
                  <a:gd name="T109" fmla="*/ 7 h 59"/>
                  <a:gd name="T110" fmla="*/ 3 w 152"/>
                  <a:gd name="T111" fmla="*/ 10 h 59"/>
                  <a:gd name="T112" fmla="*/ 1 w 152"/>
                  <a:gd name="T113" fmla="*/ 13 h 59"/>
                  <a:gd name="T114" fmla="*/ 6 w 152"/>
                  <a:gd name="T115" fmla="*/ 15 h 59"/>
                  <a:gd name="T116" fmla="*/ 14 w 152"/>
                  <a:gd name="T117" fmla="*/ 1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2" h="59">
                    <a:moveTo>
                      <a:pt x="147" y="41"/>
                    </a:moveTo>
                    <a:cubicBezTo>
                      <a:pt x="146" y="41"/>
                      <a:pt x="148" y="34"/>
                      <a:pt x="147" y="33"/>
                    </a:cubicBezTo>
                    <a:cubicBezTo>
                      <a:pt x="147" y="32"/>
                      <a:pt x="145" y="26"/>
                      <a:pt x="147" y="26"/>
                    </a:cubicBezTo>
                    <a:cubicBezTo>
                      <a:pt x="149" y="26"/>
                      <a:pt x="147" y="22"/>
                      <a:pt x="149" y="22"/>
                    </a:cubicBezTo>
                    <a:cubicBezTo>
                      <a:pt x="149" y="21"/>
                      <a:pt x="148" y="20"/>
                      <a:pt x="148" y="19"/>
                    </a:cubicBezTo>
                    <a:cubicBezTo>
                      <a:pt x="147" y="18"/>
                      <a:pt x="143" y="20"/>
                      <a:pt x="142" y="17"/>
                    </a:cubicBezTo>
                    <a:cubicBezTo>
                      <a:pt x="140" y="13"/>
                      <a:pt x="142" y="12"/>
                      <a:pt x="139" y="10"/>
                    </a:cubicBezTo>
                    <a:cubicBezTo>
                      <a:pt x="137" y="7"/>
                      <a:pt x="136" y="4"/>
                      <a:pt x="134" y="5"/>
                    </a:cubicBezTo>
                    <a:cubicBezTo>
                      <a:pt x="133" y="6"/>
                      <a:pt x="129" y="6"/>
                      <a:pt x="125" y="5"/>
                    </a:cubicBezTo>
                    <a:cubicBezTo>
                      <a:pt x="121" y="9"/>
                      <a:pt x="113" y="11"/>
                      <a:pt x="110" y="10"/>
                    </a:cubicBezTo>
                    <a:cubicBezTo>
                      <a:pt x="107" y="9"/>
                      <a:pt x="101" y="11"/>
                      <a:pt x="96" y="11"/>
                    </a:cubicBezTo>
                    <a:cubicBezTo>
                      <a:pt x="92" y="11"/>
                      <a:pt x="90" y="7"/>
                      <a:pt x="87" y="8"/>
                    </a:cubicBezTo>
                    <a:cubicBezTo>
                      <a:pt x="83" y="8"/>
                      <a:pt x="83" y="4"/>
                      <a:pt x="80" y="4"/>
                    </a:cubicBezTo>
                    <a:cubicBezTo>
                      <a:pt x="76" y="4"/>
                      <a:pt x="79" y="3"/>
                      <a:pt x="68" y="1"/>
                    </a:cubicBezTo>
                    <a:cubicBezTo>
                      <a:pt x="57" y="0"/>
                      <a:pt x="47" y="6"/>
                      <a:pt x="43" y="9"/>
                    </a:cubicBezTo>
                    <a:cubicBezTo>
                      <a:pt x="40" y="12"/>
                      <a:pt x="27" y="9"/>
                      <a:pt x="26" y="10"/>
                    </a:cubicBezTo>
                    <a:cubicBezTo>
                      <a:pt x="25" y="10"/>
                      <a:pt x="26" y="14"/>
                      <a:pt x="22" y="16"/>
                    </a:cubicBezTo>
                    <a:cubicBezTo>
                      <a:pt x="17" y="17"/>
                      <a:pt x="8" y="16"/>
                      <a:pt x="5" y="17"/>
                    </a:cubicBezTo>
                    <a:cubicBezTo>
                      <a:pt x="2" y="19"/>
                      <a:pt x="0" y="23"/>
                      <a:pt x="3" y="23"/>
                    </a:cubicBezTo>
                    <a:cubicBezTo>
                      <a:pt x="6" y="23"/>
                      <a:pt x="7" y="24"/>
                      <a:pt x="7" y="25"/>
                    </a:cubicBezTo>
                    <a:cubicBezTo>
                      <a:pt x="6" y="27"/>
                      <a:pt x="9" y="30"/>
                      <a:pt x="7" y="31"/>
                    </a:cubicBezTo>
                    <a:cubicBezTo>
                      <a:pt x="6" y="33"/>
                      <a:pt x="6" y="36"/>
                      <a:pt x="7" y="37"/>
                    </a:cubicBezTo>
                    <a:cubicBezTo>
                      <a:pt x="9" y="38"/>
                      <a:pt x="10" y="41"/>
                      <a:pt x="7" y="41"/>
                    </a:cubicBezTo>
                    <a:cubicBezTo>
                      <a:pt x="5" y="42"/>
                      <a:pt x="11" y="44"/>
                      <a:pt x="12" y="46"/>
                    </a:cubicBezTo>
                    <a:cubicBezTo>
                      <a:pt x="12" y="47"/>
                      <a:pt x="17" y="47"/>
                      <a:pt x="17" y="49"/>
                    </a:cubicBezTo>
                    <a:cubicBezTo>
                      <a:pt x="17" y="50"/>
                      <a:pt x="18" y="51"/>
                      <a:pt x="21" y="50"/>
                    </a:cubicBezTo>
                    <a:cubicBezTo>
                      <a:pt x="23" y="49"/>
                      <a:pt x="24" y="53"/>
                      <a:pt x="26" y="55"/>
                    </a:cubicBezTo>
                    <a:cubicBezTo>
                      <a:pt x="27" y="57"/>
                      <a:pt x="36" y="56"/>
                      <a:pt x="36" y="53"/>
                    </a:cubicBezTo>
                    <a:cubicBezTo>
                      <a:pt x="36" y="51"/>
                      <a:pt x="39" y="50"/>
                      <a:pt x="43" y="50"/>
                    </a:cubicBezTo>
                    <a:cubicBezTo>
                      <a:pt x="47" y="51"/>
                      <a:pt x="52" y="56"/>
                      <a:pt x="54" y="57"/>
                    </a:cubicBezTo>
                    <a:cubicBezTo>
                      <a:pt x="56" y="57"/>
                      <a:pt x="59" y="55"/>
                      <a:pt x="62" y="55"/>
                    </a:cubicBezTo>
                    <a:cubicBezTo>
                      <a:pt x="64" y="55"/>
                      <a:pt x="68" y="51"/>
                      <a:pt x="69" y="50"/>
                    </a:cubicBezTo>
                    <a:cubicBezTo>
                      <a:pt x="71" y="50"/>
                      <a:pt x="73" y="53"/>
                      <a:pt x="76" y="52"/>
                    </a:cubicBezTo>
                    <a:cubicBezTo>
                      <a:pt x="78" y="51"/>
                      <a:pt x="80" y="49"/>
                      <a:pt x="82" y="50"/>
                    </a:cubicBezTo>
                    <a:cubicBezTo>
                      <a:pt x="83" y="51"/>
                      <a:pt x="78" y="55"/>
                      <a:pt x="80" y="57"/>
                    </a:cubicBezTo>
                    <a:cubicBezTo>
                      <a:pt x="80" y="57"/>
                      <a:pt x="80" y="58"/>
                      <a:pt x="80" y="59"/>
                    </a:cubicBezTo>
                    <a:cubicBezTo>
                      <a:pt x="85" y="59"/>
                      <a:pt x="84" y="55"/>
                      <a:pt x="85" y="54"/>
                    </a:cubicBezTo>
                    <a:cubicBezTo>
                      <a:pt x="85" y="52"/>
                      <a:pt x="86" y="51"/>
                      <a:pt x="88" y="52"/>
                    </a:cubicBezTo>
                    <a:cubicBezTo>
                      <a:pt x="89" y="53"/>
                      <a:pt x="92" y="54"/>
                      <a:pt x="95" y="52"/>
                    </a:cubicBezTo>
                    <a:cubicBezTo>
                      <a:pt x="99" y="50"/>
                      <a:pt x="99" y="49"/>
                      <a:pt x="100" y="51"/>
                    </a:cubicBezTo>
                    <a:cubicBezTo>
                      <a:pt x="101" y="53"/>
                      <a:pt x="104" y="51"/>
                      <a:pt x="109" y="51"/>
                    </a:cubicBezTo>
                    <a:cubicBezTo>
                      <a:pt x="114" y="51"/>
                      <a:pt x="115" y="48"/>
                      <a:pt x="120" y="48"/>
                    </a:cubicBezTo>
                    <a:cubicBezTo>
                      <a:pt x="125" y="48"/>
                      <a:pt x="129" y="47"/>
                      <a:pt x="129" y="47"/>
                    </a:cubicBezTo>
                    <a:cubicBezTo>
                      <a:pt x="132" y="48"/>
                      <a:pt x="132" y="48"/>
                      <a:pt x="132" y="48"/>
                    </a:cubicBezTo>
                    <a:cubicBezTo>
                      <a:pt x="133" y="47"/>
                      <a:pt x="133" y="45"/>
                      <a:pt x="136" y="45"/>
                    </a:cubicBezTo>
                    <a:cubicBezTo>
                      <a:pt x="139" y="45"/>
                      <a:pt x="141" y="47"/>
                      <a:pt x="143" y="46"/>
                    </a:cubicBezTo>
                    <a:cubicBezTo>
                      <a:pt x="145" y="46"/>
                      <a:pt x="151" y="52"/>
                      <a:pt x="151" y="48"/>
                    </a:cubicBezTo>
                    <a:cubicBezTo>
                      <a:pt x="152" y="47"/>
                      <a:pt x="149" y="42"/>
                      <a:pt x="147" y="41"/>
                    </a:cubicBezTo>
                    <a:close/>
                    <a:moveTo>
                      <a:pt x="14" y="11"/>
                    </a:moveTo>
                    <a:cubicBezTo>
                      <a:pt x="16" y="10"/>
                      <a:pt x="23" y="11"/>
                      <a:pt x="24" y="10"/>
                    </a:cubicBezTo>
                    <a:cubicBezTo>
                      <a:pt x="26" y="8"/>
                      <a:pt x="20" y="7"/>
                      <a:pt x="18" y="5"/>
                    </a:cubicBezTo>
                    <a:cubicBezTo>
                      <a:pt x="17" y="4"/>
                      <a:pt x="17" y="2"/>
                      <a:pt x="16" y="1"/>
                    </a:cubicBezTo>
                    <a:cubicBezTo>
                      <a:pt x="15" y="1"/>
                      <a:pt x="14" y="2"/>
                      <a:pt x="13" y="1"/>
                    </a:cubicBezTo>
                    <a:cubicBezTo>
                      <a:pt x="11" y="0"/>
                      <a:pt x="6" y="1"/>
                      <a:pt x="5" y="1"/>
                    </a:cubicBezTo>
                    <a:cubicBezTo>
                      <a:pt x="4" y="2"/>
                      <a:pt x="6" y="5"/>
                      <a:pt x="6" y="7"/>
                    </a:cubicBezTo>
                    <a:cubicBezTo>
                      <a:pt x="6" y="9"/>
                      <a:pt x="3" y="9"/>
                      <a:pt x="3" y="10"/>
                    </a:cubicBezTo>
                    <a:cubicBezTo>
                      <a:pt x="3" y="11"/>
                      <a:pt x="2" y="12"/>
                      <a:pt x="1" y="13"/>
                    </a:cubicBezTo>
                    <a:cubicBezTo>
                      <a:pt x="3" y="14"/>
                      <a:pt x="4" y="15"/>
                      <a:pt x="6" y="15"/>
                    </a:cubicBezTo>
                    <a:cubicBezTo>
                      <a:pt x="9" y="15"/>
                      <a:pt x="11" y="12"/>
                      <a:pt x="14"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58">
                <a:extLst>
                  <a:ext uri="{FF2B5EF4-FFF2-40B4-BE49-F238E27FC236}">
                    <a16:creationId xmlns:a16="http://schemas.microsoft.com/office/drawing/2014/main" id="{27941950-983A-460E-8858-110F525BB792}"/>
                  </a:ext>
                </a:extLst>
              </p:cNvPr>
              <p:cNvSpPr>
                <a:spLocks/>
              </p:cNvSpPr>
              <p:nvPr/>
            </p:nvSpPr>
            <p:spPr bwMode="auto">
              <a:xfrm>
                <a:off x="6367668" y="3388407"/>
                <a:ext cx="43915" cy="41406"/>
              </a:xfrm>
              <a:custGeom>
                <a:avLst/>
                <a:gdLst>
                  <a:gd name="T0" fmla="*/ 9 w 19"/>
                  <a:gd name="T1" fmla="*/ 0 h 18"/>
                  <a:gd name="T2" fmla="*/ 0 w 19"/>
                  <a:gd name="T3" fmla="*/ 6 h 18"/>
                  <a:gd name="T4" fmla="*/ 2 w 19"/>
                  <a:gd name="T5" fmla="*/ 8 h 18"/>
                  <a:gd name="T6" fmla="*/ 6 w 19"/>
                  <a:gd name="T7" fmla="*/ 13 h 18"/>
                  <a:gd name="T8" fmla="*/ 7 w 19"/>
                  <a:gd name="T9" fmla="*/ 18 h 18"/>
                  <a:gd name="T10" fmla="*/ 11 w 19"/>
                  <a:gd name="T11" fmla="*/ 18 h 18"/>
                  <a:gd name="T12" fmla="*/ 19 w 19"/>
                  <a:gd name="T13" fmla="*/ 8 h 18"/>
                  <a:gd name="T14" fmla="*/ 9 w 19"/>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8">
                    <a:moveTo>
                      <a:pt x="9" y="0"/>
                    </a:moveTo>
                    <a:cubicBezTo>
                      <a:pt x="7" y="0"/>
                      <a:pt x="1" y="3"/>
                      <a:pt x="0" y="6"/>
                    </a:cubicBezTo>
                    <a:cubicBezTo>
                      <a:pt x="1" y="6"/>
                      <a:pt x="1" y="7"/>
                      <a:pt x="2" y="8"/>
                    </a:cubicBezTo>
                    <a:cubicBezTo>
                      <a:pt x="2" y="10"/>
                      <a:pt x="4" y="12"/>
                      <a:pt x="6" y="13"/>
                    </a:cubicBezTo>
                    <a:cubicBezTo>
                      <a:pt x="8" y="14"/>
                      <a:pt x="8" y="16"/>
                      <a:pt x="7" y="18"/>
                    </a:cubicBezTo>
                    <a:cubicBezTo>
                      <a:pt x="9" y="18"/>
                      <a:pt x="10" y="18"/>
                      <a:pt x="11" y="18"/>
                    </a:cubicBezTo>
                    <a:cubicBezTo>
                      <a:pt x="13" y="17"/>
                      <a:pt x="18" y="10"/>
                      <a:pt x="19" y="8"/>
                    </a:cubicBezTo>
                    <a:cubicBezTo>
                      <a:pt x="19" y="6"/>
                      <a:pt x="12" y="1"/>
                      <a:pt x="9"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59">
                <a:extLst>
                  <a:ext uri="{FF2B5EF4-FFF2-40B4-BE49-F238E27FC236}">
                    <a16:creationId xmlns:a16="http://schemas.microsoft.com/office/drawing/2014/main" id="{56ABC612-EB28-40AB-83E8-5A93413A6AD0}"/>
                  </a:ext>
                </a:extLst>
              </p:cNvPr>
              <p:cNvSpPr>
                <a:spLocks/>
              </p:cNvSpPr>
              <p:nvPr/>
            </p:nvSpPr>
            <p:spPr bwMode="auto">
              <a:xfrm>
                <a:off x="7204570" y="3232821"/>
                <a:ext cx="129237" cy="122963"/>
              </a:xfrm>
              <a:custGeom>
                <a:avLst/>
                <a:gdLst>
                  <a:gd name="T0" fmla="*/ 54 w 56"/>
                  <a:gd name="T1" fmla="*/ 3 h 53"/>
                  <a:gd name="T2" fmla="*/ 47 w 56"/>
                  <a:gd name="T3" fmla="*/ 0 h 53"/>
                  <a:gd name="T4" fmla="*/ 42 w 56"/>
                  <a:gd name="T5" fmla="*/ 7 h 53"/>
                  <a:gd name="T6" fmla="*/ 36 w 56"/>
                  <a:gd name="T7" fmla="*/ 11 h 53"/>
                  <a:gd name="T8" fmla="*/ 33 w 56"/>
                  <a:gd name="T9" fmla="*/ 14 h 53"/>
                  <a:gd name="T10" fmla="*/ 28 w 56"/>
                  <a:gd name="T11" fmla="*/ 15 h 53"/>
                  <a:gd name="T12" fmla="*/ 23 w 56"/>
                  <a:gd name="T13" fmla="*/ 13 h 53"/>
                  <a:gd name="T14" fmla="*/ 18 w 56"/>
                  <a:gd name="T15" fmla="*/ 19 h 53"/>
                  <a:gd name="T16" fmla="*/ 3 w 56"/>
                  <a:gd name="T17" fmla="*/ 27 h 53"/>
                  <a:gd name="T18" fmla="*/ 0 w 56"/>
                  <a:gd name="T19" fmla="*/ 31 h 53"/>
                  <a:gd name="T20" fmla="*/ 10 w 56"/>
                  <a:gd name="T21" fmla="*/ 35 h 53"/>
                  <a:gd name="T22" fmla="*/ 5 w 56"/>
                  <a:gd name="T23" fmla="*/ 44 h 53"/>
                  <a:gd name="T24" fmla="*/ 6 w 56"/>
                  <a:gd name="T25" fmla="*/ 49 h 53"/>
                  <a:gd name="T26" fmla="*/ 10 w 56"/>
                  <a:gd name="T27" fmla="*/ 51 h 53"/>
                  <a:gd name="T28" fmla="*/ 17 w 56"/>
                  <a:gd name="T29" fmla="*/ 50 h 53"/>
                  <a:gd name="T30" fmla="*/ 18 w 56"/>
                  <a:gd name="T31" fmla="*/ 51 h 53"/>
                  <a:gd name="T32" fmla="*/ 23 w 56"/>
                  <a:gd name="T33" fmla="*/ 47 h 53"/>
                  <a:gd name="T34" fmla="*/ 31 w 56"/>
                  <a:gd name="T35" fmla="*/ 46 h 53"/>
                  <a:gd name="T36" fmla="*/ 35 w 56"/>
                  <a:gd name="T37" fmla="*/ 44 h 53"/>
                  <a:gd name="T38" fmla="*/ 28 w 56"/>
                  <a:gd name="T39" fmla="*/ 37 h 53"/>
                  <a:gd name="T40" fmla="*/ 30 w 56"/>
                  <a:gd name="T41" fmla="*/ 30 h 53"/>
                  <a:gd name="T42" fmla="*/ 44 w 56"/>
                  <a:gd name="T43" fmla="*/ 22 h 53"/>
                  <a:gd name="T44" fmla="*/ 47 w 56"/>
                  <a:gd name="T45" fmla="*/ 12 h 53"/>
                  <a:gd name="T46" fmla="*/ 56 w 56"/>
                  <a:gd name="T47" fmla="*/ 3 h 53"/>
                  <a:gd name="T48" fmla="*/ 54 w 56"/>
                  <a:gd name="T49" fmla="*/ 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6" h="53">
                    <a:moveTo>
                      <a:pt x="54" y="3"/>
                    </a:moveTo>
                    <a:cubicBezTo>
                      <a:pt x="50" y="4"/>
                      <a:pt x="49" y="0"/>
                      <a:pt x="47" y="0"/>
                    </a:cubicBezTo>
                    <a:cubicBezTo>
                      <a:pt x="44" y="0"/>
                      <a:pt x="45" y="7"/>
                      <a:pt x="42" y="7"/>
                    </a:cubicBezTo>
                    <a:cubicBezTo>
                      <a:pt x="40" y="7"/>
                      <a:pt x="40" y="10"/>
                      <a:pt x="36" y="11"/>
                    </a:cubicBezTo>
                    <a:cubicBezTo>
                      <a:pt x="33" y="11"/>
                      <a:pt x="32" y="11"/>
                      <a:pt x="33" y="14"/>
                    </a:cubicBezTo>
                    <a:cubicBezTo>
                      <a:pt x="35" y="16"/>
                      <a:pt x="31" y="15"/>
                      <a:pt x="28" y="15"/>
                    </a:cubicBezTo>
                    <a:cubicBezTo>
                      <a:pt x="25" y="15"/>
                      <a:pt x="25" y="13"/>
                      <a:pt x="23" y="13"/>
                    </a:cubicBezTo>
                    <a:cubicBezTo>
                      <a:pt x="21" y="13"/>
                      <a:pt x="19" y="17"/>
                      <a:pt x="18" y="19"/>
                    </a:cubicBezTo>
                    <a:cubicBezTo>
                      <a:pt x="16" y="21"/>
                      <a:pt x="6" y="26"/>
                      <a:pt x="3" y="27"/>
                    </a:cubicBezTo>
                    <a:cubicBezTo>
                      <a:pt x="2" y="28"/>
                      <a:pt x="1" y="29"/>
                      <a:pt x="0" y="31"/>
                    </a:cubicBezTo>
                    <a:cubicBezTo>
                      <a:pt x="4" y="31"/>
                      <a:pt x="8" y="33"/>
                      <a:pt x="10" y="35"/>
                    </a:cubicBezTo>
                    <a:cubicBezTo>
                      <a:pt x="12" y="38"/>
                      <a:pt x="7" y="41"/>
                      <a:pt x="5" y="44"/>
                    </a:cubicBezTo>
                    <a:cubicBezTo>
                      <a:pt x="3" y="47"/>
                      <a:pt x="6" y="47"/>
                      <a:pt x="6" y="49"/>
                    </a:cubicBezTo>
                    <a:cubicBezTo>
                      <a:pt x="6" y="51"/>
                      <a:pt x="9" y="53"/>
                      <a:pt x="10" y="51"/>
                    </a:cubicBezTo>
                    <a:cubicBezTo>
                      <a:pt x="11" y="49"/>
                      <a:pt x="13" y="50"/>
                      <a:pt x="17" y="50"/>
                    </a:cubicBezTo>
                    <a:cubicBezTo>
                      <a:pt x="18" y="50"/>
                      <a:pt x="18" y="50"/>
                      <a:pt x="18" y="51"/>
                    </a:cubicBezTo>
                    <a:cubicBezTo>
                      <a:pt x="20" y="49"/>
                      <a:pt x="22" y="48"/>
                      <a:pt x="23" y="47"/>
                    </a:cubicBezTo>
                    <a:cubicBezTo>
                      <a:pt x="24" y="46"/>
                      <a:pt x="28" y="46"/>
                      <a:pt x="31" y="46"/>
                    </a:cubicBezTo>
                    <a:cubicBezTo>
                      <a:pt x="32" y="46"/>
                      <a:pt x="33" y="45"/>
                      <a:pt x="35" y="44"/>
                    </a:cubicBezTo>
                    <a:cubicBezTo>
                      <a:pt x="32" y="41"/>
                      <a:pt x="29" y="38"/>
                      <a:pt x="28" y="37"/>
                    </a:cubicBezTo>
                    <a:cubicBezTo>
                      <a:pt x="25" y="36"/>
                      <a:pt x="27" y="31"/>
                      <a:pt x="30" y="30"/>
                    </a:cubicBezTo>
                    <a:cubicBezTo>
                      <a:pt x="33" y="29"/>
                      <a:pt x="41" y="23"/>
                      <a:pt x="44" y="22"/>
                    </a:cubicBezTo>
                    <a:cubicBezTo>
                      <a:pt x="46" y="20"/>
                      <a:pt x="45" y="16"/>
                      <a:pt x="47" y="12"/>
                    </a:cubicBezTo>
                    <a:cubicBezTo>
                      <a:pt x="48" y="10"/>
                      <a:pt x="52" y="6"/>
                      <a:pt x="56" y="3"/>
                    </a:cubicBezTo>
                    <a:cubicBezTo>
                      <a:pt x="55" y="3"/>
                      <a:pt x="54" y="3"/>
                      <a:pt x="54"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60">
                <a:extLst>
                  <a:ext uri="{FF2B5EF4-FFF2-40B4-BE49-F238E27FC236}">
                    <a16:creationId xmlns:a16="http://schemas.microsoft.com/office/drawing/2014/main" id="{7C6D609B-DCC4-48CF-B71A-247DB108052A}"/>
                  </a:ext>
                </a:extLst>
              </p:cNvPr>
              <p:cNvSpPr>
                <a:spLocks/>
              </p:cNvSpPr>
              <p:nvPr/>
            </p:nvSpPr>
            <p:spPr bwMode="auto">
              <a:xfrm>
                <a:off x="6407819" y="3505096"/>
                <a:ext cx="143039" cy="81557"/>
              </a:xfrm>
              <a:custGeom>
                <a:avLst/>
                <a:gdLst>
                  <a:gd name="T0" fmla="*/ 61 w 62"/>
                  <a:gd name="T1" fmla="*/ 22 h 35"/>
                  <a:gd name="T2" fmla="*/ 59 w 62"/>
                  <a:gd name="T3" fmla="*/ 22 h 35"/>
                  <a:gd name="T4" fmla="*/ 48 w 62"/>
                  <a:gd name="T5" fmla="*/ 20 h 35"/>
                  <a:gd name="T6" fmla="*/ 33 w 62"/>
                  <a:gd name="T7" fmla="*/ 14 h 35"/>
                  <a:gd name="T8" fmla="*/ 17 w 62"/>
                  <a:gd name="T9" fmla="*/ 2 h 35"/>
                  <a:gd name="T10" fmla="*/ 10 w 62"/>
                  <a:gd name="T11" fmla="*/ 1 h 35"/>
                  <a:gd name="T12" fmla="*/ 5 w 62"/>
                  <a:gd name="T13" fmla="*/ 2 h 35"/>
                  <a:gd name="T14" fmla="*/ 2 w 62"/>
                  <a:gd name="T15" fmla="*/ 7 h 35"/>
                  <a:gd name="T16" fmla="*/ 0 w 62"/>
                  <a:gd name="T17" fmla="*/ 13 h 35"/>
                  <a:gd name="T18" fmla="*/ 4 w 62"/>
                  <a:gd name="T19" fmla="*/ 16 h 35"/>
                  <a:gd name="T20" fmla="*/ 11 w 62"/>
                  <a:gd name="T21" fmla="*/ 19 h 35"/>
                  <a:gd name="T22" fmla="*/ 17 w 62"/>
                  <a:gd name="T23" fmla="*/ 23 h 35"/>
                  <a:gd name="T24" fmla="*/ 23 w 62"/>
                  <a:gd name="T25" fmla="*/ 26 h 35"/>
                  <a:gd name="T26" fmla="*/ 31 w 62"/>
                  <a:gd name="T27" fmla="*/ 25 h 35"/>
                  <a:gd name="T28" fmla="*/ 36 w 62"/>
                  <a:gd name="T29" fmla="*/ 30 h 35"/>
                  <a:gd name="T30" fmla="*/ 46 w 62"/>
                  <a:gd name="T31" fmla="*/ 34 h 35"/>
                  <a:gd name="T32" fmla="*/ 60 w 62"/>
                  <a:gd name="T33" fmla="*/ 32 h 35"/>
                  <a:gd name="T34" fmla="*/ 60 w 62"/>
                  <a:gd name="T35" fmla="*/ 24 h 35"/>
                  <a:gd name="T36" fmla="*/ 61 w 62"/>
                  <a:gd name="T37"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2" h="35">
                    <a:moveTo>
                      <a:pt x="61" y="22"/>
                    </a:moveTo>
                    <a:cubicBezTo>
                      <a:pt x="60" y="22"/>
                      <a:pt x="60" y="22"/>
                      <a:pt x="59" y="22"/>
                    </a:cubicBezTo>
                    <a:cubicBezTo>
                      <a:pt x="54" y="22"/>
                      <a:pt x="51" y="20"/>
                      <a:pt x="48" y="20"/>
                    </a:cubicBezTo>
                    <a:cubicBezTo>
                      <a:pt x="45" y="21"/>
                      <a:pt x="37" y="17"/>
                      <a:pt x="33" y="14"/>
                    </a:cubicBezTo>
                    <a:cubicBezTo>
                      <a:pt x="29" y="11"/>
                      <a:pt x="19" y="5"/>
                      <a:pt x="17" y="2"/>
                    </a:cubicBezTo>
                    <a:cubicBezTo>
                      <a:pt x="14" y="0"/>
                      <a:pt x="10" y="0"/>
                      <a:pt x="10" y="1"/>
                    </a:cubicBezTo>
                    <a:cubicBezTo>
                      <a:pt x="10" y="2"/>
                      <a:pt x="8" y="2"/>
                      <a:pt x="5" y="2"/>
                    </a:cubicBezTo>
                    <a:cubicBezTo>
                      <a:pt x="4" y="4"/>
                      <a:pt x="2" y="5"/>
                      <a:pt x="2" y="7"/>
                    </a:cubicBezTo>
                    <a:cubicBezTo>
                      <a:pt x="2" y="9"/>
                      <a:pt x="0" y="11"/>
                      <a:pt x="0" y="13"/>
                    </a:cubicBezTo>
                    <a:cubicBezTo>
                      <a:pt x="0" y="15"/>
                      <a:pt x="3" y="15"/>
                      <a:pt x="4" y="16"/>
                    </a:cubicBezTo>
                    <a:cubicBezTo>
                      <a:pt x="5" y="17"/>
                      <a:pt x="10" y="18"/>
                      <a:pt x="11" y="19"/>
                    </a:cubicBezTo>
                    <a:cubicBezTo>
                      <a:pt x="11" y="21"/>
                      <a:pt x="15" y="22"/>
                      <a:pt x="17" y="23"/>
                    </a:cubicBezTo>
                    <a:cubicBezTo>
                      <a:pt x="19" y="23"/>
                      <a:pt x="22" y="25"/>
                      <a:pt x="23" y="26"/>
                    </a:cubicBezTo>
                    <a:cubicBezTo>
                      <a:pt x="25" y="27"/>
                      <a:pt x="29" y="25"/>
                      <a:pt x="31" y="25"/>
                    </a:cubicBezTo>
                    <a:cubicBezTo>
                      <a:pt x="33" y="25"/>
                      <a:pt x="35" y="28"/>
                      <a:pt x="36" y="30"/>
                    </a:cubicBezTo>
                    <a:cubicBezTo>
                      <a:pt x="36" y="31"/>
                      <a:pt x="44" y="32"/>
                      <a:pt x="46" y="34"/>
                    </a:cubicBezTo>
                    <a:cubicBezTo>
                      <a:pt x="48" y="35"/>
                      <a:pt x="58" y="34"/>
                      <a:pt x="60" y="32"/>
                    </a:cubicBezTo>
                    <a:cubicBezTo>
                      <a:pt x="62" y="31"/>
                      <a:pt x="60" y="27"/>
                      <a:pt x="60" y="24"/>
                    </a:cubicBezTo>
                    <a:cubicBezTo>
                      <a:pt x="60" y="23"/>
                      <a:pt x="60" y="23"/>
                      <a:pt x="61"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61">
                <a:extLst>
                  <a:ext uri="{FF2B5EF4-FFF2-40B4-BE49-F238E27FC236}">
                    <a16:creationId xmlns:a16="http://schemas.microsoft.com/office/drawing/2014/main" id="{CCF8698C-9111-440A-9B10-E709585977B5}"/>
                  </a:ext>
                </a:extLst>
              </p:cNvPr>
              <p:cNvSpPr>
                <a:spLocks/>
              </p:cNvSpPr>
              <p:nvPr/>
            </p:nvSpPr>
            <p:spPr bwMode="auto">
              <a:xfrm>
                <a:off x="6614849" y="3542738"/>
                <a:ext cx="159350" cy="350068"/>
              </a:xfrm>
              <a:custGeom>
                <a:avLst/>
                <a:gdLst>
                  <a:gd name="T0" fmla="*/ 55 w 69"/>
                  <a:gd name="T1" fmla="*/ 138 h 152"/>
                  <a:gd name="T2" fmla="*/ 53 w 69"/>
                  <a:gd name="T3" fmla="*/ 132 h 152"/>
                  <a:gd name="T4" fmla="*/ 50 w 69"/>
                  <a:gd name="T5" fmla="*/ 122 h 152"/>
                  <a:gd name="T6" fmla="*/ 47 w 69"/>
                  <a:gd name="T7" fmla="*/ 114 h 152"/>
                  <a:gd name="T8" fmla="*/ 48 w 69"/>
                  <a:gd name="T9" fmla="*/ 108 h 152"/>
                  <a:gd name="T10" fmla="*/ 48 w 69"/>
                  <a:gd name="T11" fmla="*/ 104 h 152"/>
                  <a:gd name="T12" fmla="*/ 47 w 69"/>
                  <a:gd name="T13" fmla="*/ 99 h 152"/>
                  <a:gd name="T14" fmla="*/ 41 w 69"/>
                  <a:gd name="T15" fmla="*/ 91 h 152"/>
                  <a:gd name="T16" fmla="*/ 42 w 69"/>
                  <a:gd name="T17" fmla="*/ 79 h 152"/>
                  <a:gd name="T18" fmla="*/ 47 w 69"/>
                  <a:gd name="T19" fmla="*/ 76 h 152"/>
                  <a:gd name="T20" fmla="*/ 53 w 69"/>
                  <a:gd name="T21" fmla="*/ 74 h 152"/>
                  <a:gd name="T22" fmla="*/ 60 w 69"/>
                  <a:gd name="T23" fmla="*/ 70 h 152"/>
                  <a:gd name="T24" fmla="*/ 64 w 69"/>
                  <a:gd name="T25" fmla="*/ 67 h 152"/>
                  <a:gd name="T26" fmla="*/ 68 w 69"/>
                  <a:gd name="T27" fmla="*/ 60 h 152"/>
                  <a:gd name="T28" fmla="*/ 69 w 69"/>
                  <a:gd name="T29" fmla="*/ 60 h 152"/>
                  <a:gd name="T30" fmla="*/ 65 w 69"/>
                  <a:gd name="T31" fmla="*/ 61 h 152"/>
                  <a:gd name="T32" fmla="*/ 60 w 69"/>
                  <a:gd name="T33" fmla="*/ 58 h 152"/>
                  <a:gd name="T34" fmla="*/ 55 w 69"/>
                  <a:gd name="T35" fmla="*/ 56 h 152"/>
                  <a:gd name="T36" fmla="*/ 55 w 69"/>
                  <a:gd name="T37" fmla="*/ 51 h 152"/>
                  <a:gd name="T38" fmla="*/ 52 w 69"/>
                  <a:gd name="T39" fmla="*/ 47 h 152"/>
                  <a:gd name="T40" fmla="*/ 50 w 69"/>
                  <a:gd name="T41" fmla="*/ 40 h 152"/>
                  <a:gd name="T42" fmla="*/ 43 w 69"/>
                  <a:gd name="T43" fmla="*/ 39 h 152"/>
                  <a:gd name="T44" fmla="*/ 41 w 69"/>
                  <a:gd name="T45" fmla="*/ 35 h 152"/>
                  <a:gd name="T46" fmla="*/ 48 w 69"/>
                  <a:gd name="T47" fmla="*/ 24 h 152"/>
                  <a:gd name="T48" fmla="*/ 50 w 69"/>
                  <a:gd name="T49" fmla="*/ 12 h 152"/>
                  <a:gd name="T50" fmla="*/ 47 w 69"/>
                  <a:gd name="T51" fmla="*/ 8 h 152"/>
                  <a:gd name="T52" fmla="*/ 45 w 69"/>
                  <a:gd name="T53" fmla="*/ 4 h 152"/>
                  <a:gd name="T54" fmla="*/ 39 w 69"/>
                  <a:gd name="T55" fmla="*/ 1 h 152"/>
                  <a:gd name="T56" fmla="*/ 38 w 69"/>
                  <a:gd name="T57" fmla="*/ 2 h 152"/>
                  <a:gd name="T58" fmla="*/ 38 w 69"/>
                  <a:gd name="T59" fmla="*/ 2 h 152"/>
                  <a:gd name="T60" fmla="*/ 36 w 69"/>
                  <a:gd name="T61" fmla="*/ 6 h 152"/>
                  <a:gd name="T62" fmla="*/ 37 w 69"/>
                  <a:gd name="T63" fmla="*/ 11 h 152"/>
                  <a:gd name="T64" fmla="*/ 33 w 69"/>
                  <a:gd name="T65" fmla="*/ 11 h 152"/>
                  <a:gd name="T66" fmla="*/ 27 w 69"/>
                  <a:gd name="T67" fmla="*/ 14 h 152"/>
                  <a:gd name="T68" fmla="*/ 21 w 69"/>
                  <a:gd name="T69" fmla="*/ 21 h 152"/>
                  <a:gd name="T70" fmla="*/ 19 w 69"/>
                  <a:gd name="T71" fmla="*/ 30 h 152"/>
                  <a:gd name="T72" fmla="*/ 16 w 69"/>
                  <a:gd name="T73" fmla="*/ 40 h 152"/>
                  <a:gd name="T74" fmla="*/ 10 w 69"/>
                  <a:gd name="T75" fmla="*/ 40 h 152"/>
                  <a:gd name="T76" fmla="*/ 8 w 69"/>
                  <a:gd name="T77" fmla="*/ 48 h 152"/>
                  <a:gd name="T78" fmla="*/ 6 w 69"/>
                  <a:gd name="T79" fmla="*/ 56 h 152"/>
                  <a:gd name="T80" fmla="*/ 3 w 69"/>
                  <a:gd name="T81" fmla="*/ 62 h 152"/>
                  <a:gd name="T82" fmla="*/ 0 w 69"/>
                  <a:gd name="T83" fmla="*/ 65 h 152"/>
                  <a:gd name="T84" fmla="*/ 7 w 69"/>
                  <a:gd name="T85" fmla="*/ 73 h 152"/>
                  <a:gd name="T86" fmla="*/ 16 w 69"/>
                  <a:gd name="T87" fmla="*/ 89 h 152"/>
                  <a:gd name="T88" fmla="*/ 15 w 69"/>
                  <a:gd name="T89" fmla="*/ 102 h 152"/>
                  <a:gd name="T90" fmla="*/ 19 w 69"/>
                  <a:gd name="T91" fmla="*/ 106 h 152"/>
                  <a:gd name="T92" fmla="*/ 26 w 69"/>
                  <a:gd name="T93" fmla="*/ 105 h 152"/>
                  <a:gd name="T94" fmla="*/ 33 w 69"/>
                  <a:gd name="T95" fmla="*/ 97 h 152"/>
                  <a:gd name="T96" fmla="*/ 37 w 69"/>
                  <a:gd name="T97" fmla="*/ 101 h 152"/>
                  <a:gd name="T98" fmla="*/ 41 w 69"/>
                  <a:gd name="T99" fmla="*/ 109 h 152"/>
                  <a:gd name="T100" fmla="*/ 45 w 69"/>
                  <a:gd name="T101" fmla="*/ 127 h 152"/>
                  <a:gd name="T102" fmla="*/ 48 w 69"/>
                  <a:gd name="T103" fmla="*/ 140 h 152"/>
                  <a:gd name="T104" fmla="*/ 49 w 69"/>
                  <a:gd name="T105" fmla="*/ 149 h 152"/>
                  <a:gd name="T106" fmla="*/ 48 w 69"/>
                  <a:gd name="T107" fmla="*/ 151 h 152"/>
                  <a:gd name="T108" fmla="*/ 55 w 69"/>
                  <a:gd name="T109" fmla="*/ 138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9" h="152">
                    <a:moveTo>
                      <a:pt x="55" y="138"/>
                    </a:moveTo>
                    <a:cubicBezTo>
                      <a:pt x="55" y="135"/>
                      <a:pt x="53" y="135"/>
                      <a:pt x="53" y="132"/>
                    </a:cubicBezTo>
                    <a:cubicBezTo>
                      <a:pt x="53" y="129"/>
                      <a:pt x="53" y="125"/>
                      <a:pt x="50" y="122"/>
                    </a:cubicBezTo>
                    <a:cubicBezTo>
                      <a:pt x="46" y="119"/>
                      <a:pt x="45" y="115"/>
                      <a:pt x="47" y="114"/>
                    </a:cubicBezTo>
                    <a:cubicBezTo>
                      <a:pt x="49" y="112"/>
                      <a:pt x="47" y="108"/>
                      <a:pt x="48" y="108"/>
                    </a:cubicBezTo>
                    <a:cubicBezTo>
                      <a:pt x="49" y="108"/>
                      <a:pt x="50" y="105"/>
                      <a:pt x="48" y="104"/>
                    </a:cubicBezTo>
                    <a:cubicBezTo>
                      <a:pt x="46" y="103"/>
                      <a:pt x="48" y="99"/>
                      <a:pt x="47" y="99"/>
                    </a:cubicBezTo>
                    <a:cubicBezTo>
                      <a:pt x="45" y="98"/>
                      <a:pt x="41" y="93"/>
                      <a:pt x="41" y="91"/>
                    </a:cubicBezTo>
                    <a:cubicBezTo>
                      <a:pt x="41" y="90"/>
                      <a:pt x="42" y="81"/>
                      <a:pt x="42" y="79"/>
                    </a:cubicBezTo>
                    <a:cubicBezTo>
                      <a:pt x="43" y="76"/>
                      <a:pt x="46" y="76"/>
                      <a:pt x="47" y="76"/>
                    </a:cubicBezTo>
                    <a:cubicBezTo>
                      <a:pt x="48" y="76"/>
                      <a:pt x="52" y="76"/>
                      <a:pt x="53" y="74"/>
                    </a:cubicBezTo>
                    <a:cubicBezTo>
                      <a:pt x="54" y="72"/>
                      <a:pt x="59" y="72"/>
                      <a:pt x="60" y="70"/>
                    </a:cubicBezTo>
                    <a:cubicBezTo>
                      <a:pt x="61" y="68"/>
                      <a:pt x="64" y="68"/>
                      <a:pt x="64" y="67"/>
                    </a:cubicBezTo>
                    <a:cubicBezTo>
                      <a:pt x="64" y="65"/>
                      <a:pt x="68" y="60"/>
                      <a:pt x="68" y="60"/>
                    </a:cubicBezTo>
                    <a:cubicBezTo>
                      <a:pt x="68" y="60"/>
                      <a:pt x="68" y="60"/>
                      <a:pt x="69" y="60"/>
                    </a:cubicBezTo>
                    <a:cubicBezTo>
                      <a:pt x="68" y="59"/>
                      <a:pt x="67" y="60"/>
                      <a:pt x="65" y="61"/>
                    </a:cubicBezTo>
                    <a:cubicBezTo>
                      <a:pt x="61" y="62"/>
                      <a:pt x="60" y="60"/>
                      <a:pt x="60" y="58"/>
                    </a:cubicBezTo>
                    <a:cubicBezTo>
                      <a:pt x="60" y="56"/>
                      <a:pt x="57" y="56"/>
                      <a:pt x="55" y="56"/>
                    </a:cubicBezTo>
                    <a:cubicBezTo>
                      <a:pt x="54" y="56"/>
                      <a:pt x="55" y="53"/>
                      <a:pt x="55" y="51"/>
                    </a:cubicBezTo>
                    <a:cubicBezTo>
                      <a:pt x="56" y="48"/>
                      <a:pt x="55" y="47"/>
                      <a:pt x="52" y="47"/>
                    </a:cubicBezTo>
                    <a:cubicBezTo>
                      <a:pt x="50" y="47"/>
                      <a:pt x="49" y="42"/>
                      <a:pt x="50" y="40"/>
                    </a:cubicBezTo>
                    <a:cubicBezTo>
                      <a:pt x="51" y="39"/>
                      <a:pt x="45" y="38"/>
                      <a:pt x="43" y="39"/>
                    </a:cubicBezTo>
                    <a:cubicBezTo>
                      <a:pt x="40" y="40"/>
                      <a:pt x="42" y="37"/>
                      <a:pt x="41" y="35"/>
                    </a:cubicBezTo>
                    <a:cubicBezTo>
                      <a:pt x="40" y="33"/>
                      <a:pt x="44" y="27"/>
                      <a:pt x="48" y="24"/>
                    </a:cubicBezTo>
                    <a:cubicBezTo>
                      <a:pt x="51" y="20"/>
                      <a:pt x="50" y="16"/>
                      <a:pt x="50" y="12"/>
                    </a:cubicBezTo>
                    <a:cubicBezTo>
                      <a:pt x="50" y="8"/>
                      <a:pt x="48" y="8"/>
                      <a:pt x="47" y="8"/>
                    </a:cubicBezTo>
                    <a:cubicBezTo>
                      <a:pt x="45" y="8"/>
                      <a:pt x="45" y="6"/>
                      <a:pt x="45" y="4"/>
                    </a:cubicBezTo>
                    <a:cubicBezTo>
                      <a:pt x="45" y="1"/>
                      <a:pt x="41" y="0"/>
                      <a:pt x="39" y="1"/>
                    </a:cubicBezTo>
                    <a:cubicBezTo>
                      <a:pt x="39" y="1"/>
                      <a:pt x="39" y="2"/>
                      <a:pt x="38" y="2"/>
                    </a:cubicBezTo>
                    <a:cubicBezTo>
                      <a:pt x="38" y="2"/>
                      <a:pt x="38" y="2"/>
                      <a:pt x="38" y="2"/>
                    </a:cubicBezTo>
                    <a:cubicBezTo>
                      <a:pt x="38" y="2"/>
                      <a:pt x="38" y="5"/>
                      <a:pt x="36" y="6"/>
                    </a:cubicBezTo>
                    <a:cubicBezTo>
                      <a:pt x="35" y="7"/>
                      <a:pt x="35" y="8"/>
                      <a:pt x="37" y="11"/>
                    </a:cubicBezTo>
                    <a:cubicBezTo>
                      <a:pt x="39" y="14"/>
                      <a:pt x="34" y="13"/>
                      <a:pt x="33" y="11"/>
                    </a:cubicBezTo>
                    <a:cubicBezTo>
                      <a:pt x="33" y="10"/>
                      <a:pt x="29" y="12"/>
                      <a:pt x="27" y="14"/>
                    </a:cubicBezTo>
                    <a:cubicBezTo>
                      <a:pt x="25" y="16"/>
                      <a:pt x="21" y="17"/>
                      <a:pt x="21" y="21"/>
                    </a:cubicBezTo>
                    <a:cubicBezTo>
                      <a:pt x="21" y="24"/>
                      <a:pt x="19" y="28"/>
                      <a:pt x="19" y="30"/>
                    </a:cubicBezTo>
                    <a:cubicBezTo>
                      <a:pt x="20" y="33"/>
                      <a:pt x="16" y="39"/>
                      <a:pt x="16" y="40"/>
                    </a:cubicBezTo>
                    <a:cubicBezTo>
                      <a:pt x="17" y="42"/>
                      <a:pt x="11" y="40"/>
                      <a:pt x="10" y="40"/>
                    </a:cubicBezTo>
                    <a:cubicBezTo>
                      <a:pt x="9" y="40"/>
                      <a:pt x="10" y="46"/>
                      <a:pt x="8" y="48"/>
                    </a:cubicBezTo>
                    <a:cubicBezTo>
                      <a:pt x="7" y="50"/>
                      <a:pt x="8" y="56"/>
                      <a:pt x="6" y="56"/>
                    </a:cubicBezTo>
                    <a:cubicBezTo>
                      <a:pt x="4" y="56"/>
                      <a:pt x="3" y="62"/>
                      <a:pt x="3" y="62"/>
                    </a:cubicBezTo>
                    <a:cubicBezTo>
                      <a:pt x="3" y="62"/>
                      <a:pt x="1" y="63"/>
                      <a:pt x="0" y="65"/>
                    </a:cubicBezTo>
                    <a:cubicBezTo>
                      <a:pt x="1" y="68"/>
                      <a:pt x="4" y="71"/>
                      <a:pt x="7" y="73"/>
                    </a:cubicBezTo>
                    <a:cubicBezTo>
                      <a:pt x="12" y="75"/>
                      <a:pt x="15" y="84"/>
                      <a:pt x="16" y="89"/>
                    </a:cubicBezTo>
                    <a:cubicBezTo>
                      <a:pt x="18" y="94"/>
                      <a:pt x="17" y="99"/>
                      <a:pt x="15" y="102"/>
                    </a:cubicBezTo>
                    <a:cubicBezTo>
                      <a:pt x="14" y="105"/>
                      <a:pt x="16" y="105"/>
                      <a:pt x="19" y="106"/>
                    </a:cubicBezTo>
                    <a:cubicBezTo>
                      <a:pt x="21" y="108"/>
                      <a:pt x="24" y="108"/>
                      <a:pt x="26" y="105"/>
                    </a:cubicBezTo>
                    <a:cubicBezTo>
                      <a:pt x="28" y="103"/>
                      <a:pt x="33" y="101"/>
                      <a:pt x="33" y="97"/>
                    </a:cubicBezTo>
                    <a:cubicBezTo>
                      <a:pt x="34" y="94"/>
                      <a:pt x="36" y="99"/>
                      <a:pt x="37" y="101"/>
                    </a:cubicBezTo>
                    <a:cubicBezTo>
                      <a:pt x="39" y="102"/>
                      <a:pt x="40" y="105"/>
                      <a:pt x="41" y="109"/>
                    </a:cubicBezTo>
                    <a:cubicBezTo>
                      <a:pt x="41" y="114"/>
                      <a:pt x="41" y="124"/>
                      <a:pt x="45" y="127"/>
                    </a:cubicBezTo>
                    <a:cubicBezTo>
                      <a:pt x="48" y="130"/>
                      <a:pt x="49" y="137"/>
                      <a:pt x="48" y="140"/>
                    </a:cubicBezTo>
                    <a:cubicBezTo>
                      <a:pt x="47" y="142"/>
                      <a:pt x="50" y="146"/>
                      <a:pt x="49" y="149"/>
                    </a:cubicBezTo>
                    <a:cubicBezTo>
                      <a:pt x="49" y="150"/>
                      <a:pt x="49" y="150"/>
                      <a:pt x="48" y="151"/>
                    </a:cubicBezTo>
                    <a:cubicBezTo>
                      <a:pt x="52" y="152"/>
                      <a:pt x="55" y="138"/>
                      <a:pt x="55" y="13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62">
                <a:extLst>
                  <a:ext uri="{FF2B5EF4-FFF2-40B4-BE49-F238E27FC236}">
                    <a16:creationId xmlns:a16="http://schemas.microsoft.com/office/drawing/2014/main" id="{7678E276-C32B-4902-BB3C-706A4D640A3F}"/>
                  </a:ext>
                </a:extLst>
              </p:cNvPr>
              <p:cNvSpPr>
                <a:spLocks/>
              </p:cNvSpPr>
              <p:nvPr/>
            </p:nvSpPr>
            <p:spPr bwMode="auto">
              <a:xfrm>
                <a:off x="6559641" y="3546502"/>
                <a:ext cx="57717" cy="35132"/>
              </a:xfrm>
              <a:custGeom>
                <a:avLst/>
                <a:gdLst>
                  <a:gd name="T0" fmla="*/ 24 w 25"/>
                  <a:gd name="T1" fmla="*/ 5 h 15"/>
                  <a:gd name="T2" fmla="*/ 15 w 25"/>
                  <a:gd name="T3" fmla="*/ 3 h 15"/>
                  <a:gd name="T4" fmla="*/ 8 w 25"/>
                  <a:gd name="T5" fmla="*/ 2 h 15"/>
                  <a:gd name="T6" fmla="*/ 2 w 25"/>
                  <a:gd name="T7" fmla="*/ 7 h 15"/>
                  <a:gd name="T8" fmla="*/ 0 w 25"/>
                  <a:gd name="T9" fmla="*/ 10 h 15"/>
                  <a:gd name="T10" fmla="*/ 3 w 25"/>
                  <a:gd name="T11" fmla="*/ 12 h 15"/>
                  <a:gd name="T12" fmla="*/ 8 w 25"/>
                  <a:gd name="T13" fmla="*/ 13 h 15"/>
                  <a:gd name="T14" fmla="*/ 16 w 25"/>
                  <a:gd name="T15" fmla="*/ 14 h 15"/>
                  <a:gd name="T16" fmla="*/ 23 w 25"/>
                  <a:gd name="T17" fmla="*/ 13 h 15"/>
                  <a:gd name="T18" fmla="*/ 23 w 25"/>
                  <a:gd name="T19" fmla="*/ 6 h 15"/>
                  <a:gd name="T20" fmla="*/ 24 w 25"/>
                  <a:gd name="T21"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15">
                    <a:moveTo>
                      <a:pt x="24" y="5"/>
                    </a:moveTo>
                    <a:cubicBezTo>
                      <a:pt x="19" y="1"/>
                      <a:pt x="18" y="4"/>
                      <a:pt x="15" y="3"/>
                    </a:cubicBezTo>
                    <a:cubicBezTo>
                      <a:pt x="11" y="1"/>
                      <a:pt x="10" y="0"/>
                      <a:pt x="8" y="2"/>
                    </a:cubicBezTo>
                    <a:cubicBezTo>
                      <a:pt x="6" y="3"/>
                      <a:pt x="4" y="3"/>
                      <a:pt x="2" y="7"/>
                    </a:cubicBezTo>
                    <a:cubicBezTo>
                      <a:pt x="2" y="8"/>
                      <a:pt x="1" y="9"/>
                      <a:pt x="0" y="10"/>
                    </a:cubicBezTo>
                    <a:cubicBezTo>
                      <a:pt x="1" y="11"/>
                      <a:pt x="2" y="12"/>
                      <a:pt x="3" y="12"/>
                    </a:cubicBezTo>
                    <a:cubicBezTo>
                      <a:pt x="4" y="12"/>
                      <a:pt x="5" y="14"/>
                      <a:pt x="8" y="13"/>
                    </a:cubicBezTo>
                    <a:cubicBezTo>
                      <a:pt x="10" y="13"/>
                      <a:pt x="12" y="15"/>
                      <a:pt x="16" y="14"/>
                    </a:cubicBezTo>
                    <a:cubicBezTo>
                      <a:pt x="19" y="13"/>
                      <a:pt x="22" y="15"/>
                      <a:pt x="23" y="13"/>
                    </a:cubicBezTo>
                    <a:cubicBezTo>
                      <a:pt x="25" y="11"/>
                      <a:pt x="23" y="6"/>
                      <a:pt x="23" y="6"/>
                    </a:cubicBezTo>
                    <a:cubicBezTo>
                      <a:pt x="23" y="6"/>
                      <a:pt x="23" y="6"/>
                      <a:pt x="24"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63">
                <a:extLst>
                  <a:ext uri="{FF2B5EF4-FFF2-40B4-BE49-F238E27FC236}">
                    <a16:creationId xmlns:a16="http://schemas.microsoft.com/office/drawing/2014/main" id="{5AFF8436-0D27-47C6-8A60-72E9E02279E5}"/>
                  </a:ext>
                </a:extLst>
              </p:cNvPr>
              <p:cNvSpPr>
                <a:spLocks/>
              </p:cNvSpPr>
              <p:nvPr/>
            </p:nvSpPr>
            <p:spPr bwMode="auto">
              <a:xfrm>
                <a:off x="6791766" y="3645625"/>
                <a:ext cx="139275" cy="283568"/>
              </a:xfrm>
              <a:custGeom>
                <a:avLst/>
                <a:gdLst>
                  <a:gd name="T0" fmla="*/ 44 w 60"/>
                  <a:gd name="T1" fmla="*/ 15 h 123"/>
                  <a:gd name="T2" fmla="*/ 36 w 60"/>
                  <a:gd name="T3" fmla="*/ 9 h 123"/>
                  <a:gd name="T4" fmla="*/ 34 w 60"/>
                  <a:gd name="T5" fmla="*/ 4 h 123"/>
                  <a:gd name="T6" fmla="*/ 27 w 60"/>
                  <a:gd name="T7" fmla="*/ 1 h 123"/>
                  <a:gd name="T8" fmla="*/ 21 w 60"/>
                  <a:gd name="T9" fmla="*/ 5 h 123"/>
                  <a:gd name="T10" fmla="*/ 16 w 60"/>
                  <a:gd name="T11" fmla="*/ 6 h 123"/>
                  <a:gd name="T12" fmla="*/ 9 w 60"/>
                  <a:gd name="T13" fmla="*/ 6 h 123"/>
                  <a:gd name="T14" fmla="*/ 2 w 60"/>
                  <a:gd name="T15" fmla="*/ 6 h 123"/>
                  <a:gd name="T16" fmla="*/ 0 w 60"/>
                  <a:gd name="T17" fmla="*/ 8 h 123"/>
                  <a:gd name="T18" fmla="*/ 3 w 60"/>
                  <a:gd name="T19" fmla="*/ 12 h 123"/>
                  <a:gd name="T20" fmla="*/ 7 w 60"/>
                  <a:gd name="T21" fmla="*/ 18 h 123"/>
                  <a:gd name="T22" fmla="*/ 14 w 60"/>
                  <a:gd name="T23" fmla="*/ 22 h 123"/>
                  <a:gd name="T24" fmla="*/ 20 w 60"/>
                  <a:gd name="T25" fmla="*/ 23 h 123"/>
                  <a:gd name="T26" fmla="*/ 22 w 60"/>
                  <a:gd name="T27" fmla="*/ 30 h 123"/>
                  <a:gd name="T28" fmla="*/ 16 w 60"/>
                  <a:gd name="T29" fmla="*/ 33 h 123"/>
                  <a:gd name="T30" fmla="*/ 25 w 60"/>
                  <a:gd name="T31" fmla="*/ 41 h 123"/>
                  <a:gd name="T32" fmla="*/ 29 w 60"/>
                  <a:gd name="T33" fmla="*/ 48 h 123"/>
                  <a:gd name="T34" fmla="*/ 35 w 60"/>
                  <a:gd name="T35" fmla="*/ 57 h 123"/>
                  <a:gd name="T36" fmla="*/ 42 w 60"/>
                  <a:gd name="T37" fmla="*/ 63 h 123"/>
                  <a:gd name="T38" fmla="*/ 43 w 60"/>
                  <a:gd name="T39" fmla="*/ 71 h 123"/>
                  <a:gd name="T40" fmla="*/ 46 w 60"/>
                  <a:gd name="T41" fmla="*/ 84 h 123"/>
                  <a:gd name="T42" fmla="*/ 40 w 60"/>
                  <a:gd name="T43" fmla="*/ 93 h 123"/>
                  <a:gd name="T44" fmla="*/ 33 w 60"/>
                  <a:gd name="T45" fmla="*/ 98 h 123"/>
                  <a:gd name="T46" fmla="*/ 33 w 60"/>
                  <a:gd name="T47" fmla="*/ 105 h 123"/>
                  <a:gd name="T48" fmla="*/ 24 w 60"/>
                  <a:gd name="T49" fmla="*/ 105 h 123"/>
                  <a:gd name="T50" fmla="*/ 19 w 60"/>
                  <a:gd name="T51" fmla="*/ 109 h 123"/>
                  <a:gd name="T52" fmla="*/ 23 w 60"/>
                  <a:gd name="T53" fmla="*/ 112 h 123"/>
                  <a:gd name="T54" fmla="*/ 20 w 60"/>
                  <a:gd name="T55" fmla="*/ 119 h 123"/>
                  <a:gd name="T56" fmla="*/ 24 w 60"/>
                  <a:gd name="T57" fmla="*/ 122 h 123"/>
                  <a:gd name="T58" fmla="*/ 32 w 60"/>
                  <a:gd name="T59" fmla="*/ 116 h 123"/>
                  <a:gd name="T60" fmla="*/ 34 w 60"/>
                  <a:gd name="T61" fmla="*/ 113 h 123"/>
                  <a:gd name="T62" fmla="*/ 36 w 60"/>
                  <a:gd name="T63" fmla="*/ 109 h 123"/>
                  <a:gd name="T64" fmla="*/ 41 w 60"/>
                  <a:gd name="T65" fmla="*/ 108 h 123"/>
                  <a:gd name="T66" fmla="*/ 52 w 60"/>
                  <a:gd name="T67" fmla="*/ 103 h 123"/>
                  <a:gd name="T68" fmla="*/ 58 w 60"/>
                  <a:gd name="T69" fmla="*/ 92 h 123"/>
                  <a:gd name="T70" fmla="*/ 56 w 60"/>
                  <a:gd name="T71" fmla="*/ 73 h 123"/>
                  <a:gd name="T72" fmla="*/ 49 w 60"/>
                  <a:gd name="T73" fmla="*/ 61 h 123"/>
                  <a:gd name="T74" fmla="*/ 36 w 60"/>
                  <a:gd name="T75" fmla="*/ 50 h 123"/>
                  <a:gd name="T76" fmla="*/ 32 w 60"/>
                  <a:gd name="T77" fmla="*/ 44 h 123"/>
                  <a:gd name="T78" fmla="*/ 30 w 60"/>
                  <a:gd name="T79" fmla="*/ 33 h 123"/>
                  <a:gd name="T80" fmla="*/ 36 w 60"/>
                  <a:gd name="T81" fmla="*/ 26 h 123"/>
                  <a:gd name="T82" fmla="*/ 39 w 60"/>
                  <a:gd name="T83" fmla="*/ 21 h 123"/>
                  <a:gd name="T84" fmla="*/ 45 w 60"/>
                  <a:gd name="T85" fmla="*/ 17 h 123"/>
                  <a:gd name="T86" fmla="*/ 46 w 60"/>
                  <a:gd name="T87" fmla="*/ 16 h 123"/>
                  <a:gd name="T88" fmla="*/ 44 w 60"/>
                  <a:gd name="T89" fmla="*/ 1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0" h="123">
                    <a:moveTo>
                      <a:pt x="44" y="15"/>
                    </a:moveTo>
                    <a:cubicBezTo>
                      <a:pt x="42" y="15"/>
                      <a:pt x="36" y="10"/>
                      <a:pt x="36" y="9"/>
                    </a:cubicBezTo>
                    <a:cubicBezTo>
                      <a:pt x="36" y="7"/>
                      <a:pt x="39" y="5"/>
                      <a:pt x="34" y="4"/>
                    </a:cubicBezTo>
                    <a:cubicBezTo>
                      <a:pt x="29" y="3"/>
                      <a:pt x="28" y="2"/>
                      <a:pt x="27" y="1"/>
                    </a:cubicBezTo>
                    <a:cubicBezTo>
                      <a:pt x="26" y="0"/>
                      <a:pt x="22" y="3"/>
                      <a:pt x="21" y="5"/>
                    </a:cubicBezTo>
                    <a:cubicBezTo>
                      <a:pt x="20" y="7"/>
                      <a:pt x="18" y="4"/>
                      <a:pt x="16" y="6"/>
                    </a:cubicBezTo>
                    <a:cubicBezTo>
                      <a:pt x="13" y="7"/>
                      <a:pt x="10" y="3"/>
                      <a:pt x="9" y="6"/>
                    </a:cubicBezTo>
                    <a:cubicBezTo>
                      <a:pt x="7" y="8"/>
                      <a:pt x="4" y="4"/>
                      <a:pt x="2" y="6"/>
                    </a:cubicBezTo>
                    <a:cubicBezTo>
                      <a:pt x="2" y="7"/>
                      <a:pt x="1" y="8"/>
                      <a:pt x="0" y="8"/>
                    </a:cubicBezTo>
                    <a:cubicBezTo>
                      <a:pt x="2" y="10"/>
                      <a:pt x="3" y="11"/>
                      <a:pt x="3" y="12"/>
                    </a:cubicBezTo>
                    <a:cubicBezTo>
                      <a:pt x="3" y="14"/>
                      <a:pt x="7" y="16"/>
                      <a:pt x="7" y="18"/>
                    </a:cubicBezTo>
                    <a:cubicBezTo>
                      <a:pt x="7" y="21"/>
                      <a:pt x="12" y="23"/>
                      <a:pt x="14" y="22"/>
                    </a:cubicBezTo>
                    <a:cubicBezTo>
                      <a:pt x="15" y="21"/>
                      <a:pt x="19" y="20"/>
                      <a:pt x="20" y="23"/>
                    </a:cubicBezTo>
                    <a:cubicBezTo>
                      <a:pt x="20" y="27"/>
                      <a:pt x="22" y="27"/>
                      <a:pt x="22" y="30"/>
                    </a:cubicBezTo>
                    <a:cubicBezTo>
                      <a:pt x="22" y="32"/>
                      <a:pt x="17" y="31"/>
                      <a:pt x="16" y="33"/>
                    </a:cubicBezTo>
                    <a:cubicBezTo>
                      <a:pt x="15" y="36"/>
                      <a:pt x="25" y="39"/>
                      <a:pt x="25" y="41"/>
                    </a:cubicBezTo>
                    <a:cubicBezTo>
                      <a:pt x="25" y="43"/>
                      <a:pt x="28" y="45"/>
                      <a:pt x="29" y="48"/>
                    </a:cubicBezTo>
                    <a:cubicBezTo>
                      <a:pt x="30" y="50"/>
                      <a:pt x="34" y="54"/>
                      <a:pt x="35" y="57"/>
                    </a:cubicBezTo>
                    <a:cubicBezTo>
                      <a:pt x="36" y="60"/>
                      <a:pt x="40" y="61"/>
                      <a:pt x="42" y="63"/>
                    </a:cubicBezTo>
                    <a:cubicBezTo>
                      <a:pt x="43" y="64"/>
                      <a:pt x="44" y="68"/>
                      <a:pt x="43" y="71"/>
                    </a:cubicBezTo>
                    <a:cubicBezTo>
                      <a:pt x="43" y="74"/>
                      <a:pt x="43" y="80"/>
                      <a:pt x="46" y="84"/>
                    </a:cubicBezTo>
                    <a:cubicBezTo>
                      <a:pt x="49" y="89"/>
                      <a:pt x="42" y="91"/>
                      <a:pt x="40" y="93"/>
                    </a:cubicBezTo>
                    <a:cubicBezTo>
                      <a:pt x="38" y="96"/>
                      <a:pt x="39" y="99"/>
                      <a:pt x="33" y="98"/>
                    </a:cubicBezTo>
                    <a:cubicBezTo>
                      <a:pt x="27" y="96"/>
                      <a:pt x="34" y="103"/>
                      <a:pt x="33" y="105"/>
                    </a:cubicBezTo>
                    <a:cubicBezTo>
                      <a:pt x="32" y="107"/>
                      <a:pt x="24" y="103"/>
                      <a:pt x="24" y="105"/>
                    </a:cubicBezTo>
                    <a:cubicBezTo>
                      <a:pt x="24" y="106"/>
                      <a:pt x="21" y="108"/>
                      <a:pt x="19" y="109"/>
                    </a:cubicBezTo>
                    <a:cubicBezTo>
                      <a:pt x="20" y="110"/>
                      <a:pt x="21" y="111"/>
                      <a:pt x="23" y="112"/>
                    </a:cubicBezTo>
                    <a:cubicBezTo>
                      <a:pt x="25" y="113"/>
                      <a:pt x="20" y="115"/>
                      <a:pt x="20" y="119"/>
                    </a:cubicBezTo>
                    <a:cubicBezTo>
                      <a:pt x="21" y="122"/>
                      <a:pt x="23" y="123"/>
                      <a:pt x="24" y="122"/>
                    </a:cubicBezTo>
                    <a:cubicBezTo>
                      <a:pt x="26" y="120"/>
                      <a:pt x="30" y="117"/>
                      <a:pt x="32" y="116"/>
                    </a:cubicBezTo>
                    <a:cubicBezTo>
                      <a:pt x="34" y="116"/>
                      <a:pt x="32" y="113"/>
                      <a:pt x="34" y="113"/>
                    </a:cubicBezTo>
                    <a:cubicBezTo>
                      <a:pt x="36" y="113"/>
                      <a:pt x="35" y="110"/>
                      <a:pt x="36" y="109"/>
                    </a:cubicBezTo>
                    <a:cubicBezTo>
                      <a:pt x="37" y="107"/>
                      <a:pt x="38" y="108"/>
                      <a:pt x="41" y="108"/>
                    </a:cubicBezTo>
                    <a:cubicBezTo>
                      <a:pt x="44" y="108"/>
                      <a:pt x="48" y="105"/>
                      <a:pt x="52" y="103"/>
                    </a:cubicBezTo>
                    <a:cubicBezTo>
                      <a:pt x="56" y="100"/>
                      <a:pt x="56" y="100"/>
                      <a:pt x="58" y="92"/>
                    </a:cubicBezTo>
                    <a:cubicBezTo>
                      <a:pt x="60" y="85"/>
                      <a:pt x="56" y="76"/>
                      <a:pt x="56" y="73"/>
                    </a:cubicBezTo>
                    <a:cubicBezTo>
                      <a:pt x="56" y="71"/>
                      <a:pt x="51" y="61"/>
                      <a:pt x="49" y="61"/>
                    </a:cubicBezTo>
                    <a:cubicBezTo>
                      <a:pt x="46" y="61"/>
                      <a:pt x="37" y="51"/>
                      <a:pt x="36" y="50"/>
                    </a:cubicBezTo>
                    <a:cubicBezTo>
                      <a:pt x="34" y="48"/>
                      <a:pt x="34" y="46"/>
                      <a:pt x="32" y="44"/>
                    </a:cubicBezTo>
                    <a:cubicBezTo>
                      <a:pt x="30" y="42"/>
                      <a:pt x="29" y="36"/>
                      <a:pt x="30" y="33"/>
                    </a:cubicBezTo>
                    <a:cubicBezTo>
                      <a:pt x="31" y="29"/>
                      <a:pt x="36" y="28"/>
                      <a:pt x="36" y="26"/>
                    </a:cubicBezTo>
                    <a:cubicBezTo>
                      <a:pt x="36" y="23"/>
                      <a:pt x="36" y="21"/>
                      <a:pt x="39" y="21"/>
                    </a:cubicBezTo>
                    <a:cubicBezTo>
                      <a:pt x="41" y="21"/>
                      <a:pt x="44" y="19"/>
                      <a:pt x="45" y="17"/>
                    </a:cubicBezTo>
                    <a:cubicBezTo>
                      <a:pt x="45" y="17"/>
                      <a:pt x="45" y="16"/>
                      <a:pt x="46" y="16"/>
                    </a:cubicBezTo>
                    <a:cubicBezTo>
                      <a:pt x="45" y="15"/>
                      <a:pt x="45" y="15"/>
                      <a:pt x="44"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64">
                <a:extLst>
                  <a:ext uri="{FF2B5EF4-FFF2-40B4-BE49-F238E27FC236}">
                    <a16:creationId xmlns:a16="http://schemas.microsoft.com/office/drawing/2014/main" id="{78E698BF-5E47-4047-90E5-CF8E6A186B38}"/>
                  </a:ext>
                </a:extLst>
              </p:cNvPr>
              <p:cNvSpPr>
                <a:spLocks/>
              </p:cNvSpPr>
              <p:nvPr/>
            </p:nvSpPr>
            <p:spPr bwMode="auto">
              <a:xfrm>
                <a:off x="6791766" y="3816268"/>
                <a:ext cx="112925" cy="81557"/>
              </a:xfrm>
              <a:custGeom>
                <a:avLst/>
                <a:gdLst>
                  <a:gd name="T0" fmla="*/ 24 w 49"/>
                  <a:gd name="T1" fmla="*/ 31 h 35"/>
                  <a:gd name="T2" fmla="*/ 33 w 49"/>
                  <a:gd name="T3" fmla="*/ 31 h 35"/>
                  <a:gd name="T4" fmla="*/ 33 w 49"/>
                  <a:gd name="T5" fmla="*/ 24 h 35"/>
                  <a:gd name="T6" fmla="*/ 40 w 49"/>
                  <a:gd name="T7" fmla="*/ 19 h 35"/>
                  <a:gd name="T8" fmla="*/ 46 w 49"/>
                  <a:gd name="T9" fmla="*/ 10 h 35"/>
                  <a:gd name="T10" fmla="*/ 43 w 49"/>
                  <a:gd name="T11" fmla="*/ 0 h 35"/>
                  <a:gd name="T12" fmla="*/ 38 w 49"/>
                  <a:gd name="T13" fmla="*/ 1 h 35"/>
                  <a:gd name="T14" fmla="*/ 32 w 49"/>
                  <a:gd name="T15" fmla="*/ 3 h 35"/>
                  <a:gd name="T16" fmla="*/ 30 w 49"/>
                  <a:gd name="T17" fmla="*/ 5 h 35"/>
                  <a:gd name="T18" fmla="*/ 25 w 49"/>
                  <a:gd name="T19" fmla="*/ 2 h 35"/>
                  <a:gd name="T20" fmla="*/ 14 w 49"/>
                  <a:gd name="T21" fmla="*/ 2 h 35"/>
                  <a:gd name="T22" fmla="*/ 3 w 49"/>
                  <a:gd name="T23" fmla="*/ 7 h 35"/>
                  <a:gd name="T24" fmla="*/ 4 w 49"/>
                  <a:gd name="T25" fmla="*/ 14 h 35"/>
                  <a:gd name="T26" fmla="*/ 5 w 49"/>
                  <a:gd name="T27" fmla="*/ 20 h 35"/>
                  <a:gd name="T28" fmla="*/ 4 w 49"/>
                  <a:gd name="T29" fmla="*/ 21 h 35"/>
                  <a:gd name="T30" fmla="*/ 7 w 49"/>
                  <a:gd name="T31" fmla="*/ 28 h 35"/>
                  <a:gd name="T32" fmla="*/ 12 w 49"/>
                  <a:gd name="T33" fmla="*/ 29 h 35"/>
                  <a:gd name="T34" fmla="*/ 12 w 49"/>
                  <a:gd name="T35" fmla="*/ 33 h 35"/>
                  <a:gd name="T36" fmla="*/ 18 w 49"/>
                  <a:gd name="T37" fmla="*/ 34 h 35"/>
                  <a:gd name="T38" fmla="*/ 19 w 49"/>
                  <a:gd name="T39" fmla="*/ 35 h 35"/>
                  <a:gd name="T40" fmla="*/ 24 w 49"/>
                  <a:gd name="T41"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35">
                    <a:moveTo>
                      <a:pt x="24" y="31"/>
                    </a:moveTo>
                    <a:cubicBezTo>
                      <a:pt x="24" y="29"/>
                      <a:pt x="32" y="33"/>
                      <a:pt x="33" y="31"/>
                    </a:cubicBezTo>
                    <a:cubicBezTo>
                      <a:pt x="34" y="29"/>
                      <a:pt x="27" y="22"/>
                      <a:pt x="33" y="24"/>
                    </a:cubicBezTo>
                    <a:cubicBezTo>
                      <a:pt x="39" y="25"/>
                      <a:pt x="38" y="22"/>
                      <a:pt x="40" y="19"/>
                    </a:cubicBezTo>
                    <a:cubicBezTo>
                      <a:pt x="42" y="17"/>
                      <a:pt x="49" y="15"/>
                      <a:pt x="46" y="10"/>
                    </a:cubicBezTo>
                    <a:cubicBezTo>
                      <a:pt x="44" y="7"/>
                      <a:pt x="43" y="3"/>
                      <a:pt x="43" y="0"/>
                    </a:cubicBezTo>
                    <a:cubicBezTo>
                      <a:pt x="41" y="2"/>
                      <a:pt x="39" y="2"/>
                      <a:pt x="38" y="1"/>
                    </a:cubicBezTo>
                    <a:cubicBezTo>
                      <a:pt x="36" y="1"/>
                      <a:pt x="32" y="0"/>
                      <a:pt x="32" y="3"/>
                    </a:cubicBezTo>
                    <a:cubicBezTo>
                      <a:pt x="32" y="6"/>
                      <a:pt x="29" y="6"/>
                      <a:pt x="30" y="5"/>
                    </a:cubicBezTo>
                    <a:cubicBezTo>
                      <a:pt x="30" y="4"/>
                      <a:pt x="27" y="4"/>
                      <a:pt x="25" y="2"/>
                    </a:cubicBezTo>
                    <a:cubicBezTo>
                      <a:pt x="23" y="0"/>
                      <a:pt x="17" y="3"/>
                      <a:pt x="14" y="2"/>
                    </a:cubicBezTo>
                    <a:cubicBezTo>
                      <a:pt x="11" y="1"/>
                      <a:pt x="6" y="3"/>
                      <a:pt x="3" y="7"/>
                    </a:cubicBezTo>
                    <a:cubicBezTo>
                      <a:pt x="0" y="11"/>
                      <a:pt x="4" y="11"/>
                      <a:pt x="4" y="14"/>
                    </a:cubicBezTo>
                    <a:cubicBezTo>
                      <a:pt x="4" y="18"/>
                      <a:pt x="6" y="18"/>
                      <a:pt x="5" y="20"/>
                    </a:cubicBezTo>
                    <a:cubicBezTo>
                      <a:pt x="5" y="21"/>
                      <a:pt x="5" y="21"/>
                      <a:pt x="4" y="21"/>
                    </a:cubicBezTo>
                    <a:cubicBezTo>
                      <a:pt x="8" y="22"/>
                      <a:pt x="6" y="26"/>
                      <a:pt x="7" y="28"/>
                    </a:cubicBezTo>
                    <a:cubicBezTo>
                      <a:pt x="7" y="30"/>
                      <a:pt x="10" y="29"/>
                      <a:pt x="12" y="29"/>
                    </a:cubicBezTo>
                    <a:cubicBezTo>
                      <a:pt x="13" y="29"/>
                      <a:pt x="11" y="31"/>
                      <a:pt x="12" y="33"/>
                    </a:cubicBezTo>
                    <a:cubicBezTo>
                      <a:pt x="13" y="35"/>
                      <a:pt x="18" y="32"/>
                      <a:pt x="18" y="34"/>
                    </a:cubicBezTo>
                    <a:cubicBezTo>
                      <a:pt x="19" y="34"/>
                      <a:pt x="19" y="35"/>
                      <a:pt x="19" y="35"/>
                    </a:cubicBezTo>
                    <a:cubicBezTo>
                      <a:pt x="21" y="34"/>
                      <a:pt x="24" y="32"/>
                      <a:pt x="24"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65">
                <a:extLst>
                  <a:ext uri="{FF2B5EF4-FFF2-40B4-BE49-F238E27FC236}">
                    <a16:creationId xmlns:a16="http://schemas.microsoft.com/office/drawing/2014/main" id="{B580E777-9096-4DF8-8EFA-F10045F6DF16}"/>
                  </a:ext>
                </a:extLst>
              </p:cNvPr>
              <p:cNvSpPr>
                <a:spLocks/>
              </p:cNvSpPr>
              <p:nvPr/>
            </p:nvSpPr>
            <p:spPr bwMode="auto">
              <a:xfrm>
                <a:off x="6755379" y="3661937"/>
                <a:ext cx="138020" cy="168133"/>
              </a:xfrm>
              <a:custGeom>
                <a:avLst/>
                <a:gdLst>
                  <a:gd name="T0" fmla="*/ 41 w 60"/>
                  <a:gd name="T1" fmla="*/ 34 h 73"/>
                  <a:gd name="T2" fmla="*/ 32 w 60"/>
                  <a:gd name="T3" fmla="*/ 26 h 73"/>
                  <a:gd name="T4" fmla="*/ 38 w 60"/>
                  <a:gd name="T5" fmla="*/ 23 h 73"/>
                  <a:gd name="T6" fmla="*/ 36 w 60"/>
                  <a:gd name="T7" fmla="*/ 16 h 73"/>
                  <a:gd name="T8" fmla="*/ 30 w 60"/>
                  <a:gd name="T9" fmla="*/ 15 h 73"/>
                  <a:gd name="T10" fmla="*/ 23 w 60"/>
                  <a:gd name="T11" fmla="*/ 11 h 73"/>
                  <a:gd name="T12" fmla="*/ 19 w 60"/>
                  <a:gd name="T13" fmla="*/ 5 h 73"/>
                  <a:gd name="T14" fmla="*/ 16 w 60"/>
                  <a:gd name="T15" fmla="*/ 1 h 73"/>
                  <a:gd name="T16" fmla="*/ 13 w 60"/>
                  <a:gd name="T17" fmla="*/ 1 h 73"/>
                  <a:gd name="T18" fmla="*/ 12 w 60"/>
                  <a:gd name="T19" fmla="*/ 5 h 73"/>
                  <a:gd name="T20" fmla="*/ 12 w 60"/>
                  <a:gd name="T21" fmla="*/ 12 h 73"/>
                  <a:gd name="T22" fmla="*/ 7 w 60"/>
                  <a:gd name="T23" fmla="*/ 8 h 73"/>
                  <a:gd name="T24" fmla="*/ 3 w 60"/>
                  <a:gd name="T25" fmla="*/ 15 h 73"/>
                  <a:gd name="T26" fmla="*/ 0 w 60"/>
                  <a:gd name="T27" fmla="*/ 17 h 73"/>
                  <a:gd name="T28" fmla="*/ 2 w 60"/>
                  <a:gd name="T29" fmla="*/ 18 h 73"/>
                  <a:gd name="T30" fmla="*/ 3 w 60"/>
                  <a:gd name="T31" fmla="*/ 25 h 73"/>
                  <a:gd name="T32" fmla="*/ 8 w 60"/>
                  <a:gd name="T33" fmla="*/ 27 h 73"/>
                  <a:gd name="T34" fmla="*/ 8 w 60"/>
                  <a:gd name="T35" fmla="*/ 35 h 73"/>
                  <a:gd name="T36" fmla="*/ 5 w 60"/>
                  <a:gd name="T37" fmla="*/ 41 h 73"/>
                  <a:gd name="T38" fmla="*/ 13 w 60"/>
                  <a:gd name="T39" fmla="*/ 39 h 73"/>
                  <a:gd name="T40" fmla="*/ 18 w 60"/>
                  <a:gd name="T41" fmla="*/ 38 h 73"/>
                  <a:gd name="T42" fmla="*/ 24 w 60"/>
                  <a:gd name="T43" fmla="*/ 37 h 73"/>
                  <a:gd name="T44" fmla="*/ 31 w 60"/>
                  <a:gd name="T45" fmla="*/ 37 h 73"/>
                  <a:gd name="T46" fmla="*/ 37 w 60"/>
                  <a:gd name="T47" fmla="*/ 43 h 73"/>
                  <a:gd name="T48" fmla="*/ 38 w 60"/>
                  <a:gd name="T49" fmla="*/ 52 h 73"/>
                  <a:gd name="T50" fmla="*/ 43 w 60"/>
                  <a:gd name="T51" fmla="*/ 61 h 73"/>
                  <a:gd name="T52" fmla="*/ 42 w 60"/>
                  <a:gd name="T53" fmla="*/ 70 h 73"/>
                  <a:gd name="T54" fmla="*/ 46 w 60"/>
                  <a:gd name="T55" fmla="*/ 72 h 73"/>
                  <a:gd name="T56" fmla="*/ 48 w 60"/>
                  <a:gd name="T57" fmla="*/ 70 h 73"/>
                  <a:gd name="T58" fmla="*/ 54 w 60"/>
                  <a:gd name="T59" fmla="*/ 68 h 73"/>
                  <a:gd name="T60" fmla="*/ 59 w 60"/>
                  <a:gd name="T61" fmla="*/ 67 h 73"/>
                  <a:gd name="T62" fmla="*/ 59 w 60"/>
                  <a:gd name="T63" fmla="*/ 64 h 73"/>
                  <a:gd name="T64" fmla="*/ 58 w 60"/>
                  <a:gd name="T65" fmla="*/ 56 h 73"/>
                  <a:gd name="T66" fmla="*/ 51 w 60"/>
                  <a:gd name="T67" fmla="*/ 50 h 73"/>
                  <a:gd name="T68" fmla="*/ 45 w 60"/>
                  <a:gd name="T69" fmla="*/ 41 h 73"/>
                  <a:gd name="T70" fmla="*/ 41 w 60"/>
                  <a:gd name="T71" fmla="*/ 3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0" h="73">
                    <a:moveTo>
                      <a:pt x="41" y="34"/>
                    </a:moveTo>
                    <a:cubicBezTo>
                      <a:pt x="41" y="32"/>
                      <a:pt x="31" y="29"/>
                      <a:pt x="32" y="26"/>
                    </a:cubicBezTo>
                    <a:cubicBezTo>
                      <a:pt x="33" y="24"/>
                      <a:pt x="38" y="25"/>
                      <a:pt x="38" y="23"/>
                    </a:cubicBezTo>
                    <a:cubicBezTo>
                      <a:pt x="38" y="20"/>
                      <a:pt x="36" y="20"/>
                      <a:pt x="36" y="16"/>
                    </a:cubicBezTo>
                    <a:cubicBezTo>
                      <a:pt x="35" y="13"/>
                      <a:pt x="31" y="14"/>
                      <a:pt x="30" y="15"/>
                    </a:cubicBezTo>
                    <a:cubicBezTo>
                      <a:pt x="28" y="16"/>
                      <a:pt x="23" y="14"/>
                      <a:pt x="23" y="11"/>
                    </a:cubicBezTo>
                    <a:cubicBezTo>
                      <a:pt x="23" y="9"/>
                      <a:pt x="19" y="7"/>
                      <a:pt x="19" y="5"/>
                    </a:cubicBezTo>
                    <a:cubicBezTo>
                      <a:pt x="19" y="4"/>
                      <a:pt x="18" y="3"/>
                      <a:pt x="16" y="1"/>
                    </a:cubicBezTo>
                    <a:cubicBezTo>
                      <a:pt x="15" y="2"/>
                      <a:pt x="14" y="2"/>
                      <a:pt x="13" y="1"/>
                    </a:cubicBezTo>
                    <a:cubicBezTo>
                      <a:pt x="12" y="0"/>
                      <a:pt x="11" y="4"/>
                      <a:pt x="12" y="5"/>
                    </a:cubicBezTo>
                    <a:cubicBezTo>
                      <a:pt x="13" y="6"/>
                      <a:pt x="14" y="12"/>
                      <a:pt x="12" y="12"/>
                    </a:cubicBezTo>
                    <a:cubicBezTo>
                      <a:pt x="9" y="11"/>
                      <a:pt x="9" y="8"/>
                      <a:pt x="7" y="8"/>
                    </a:cubicBezTo>
                    <a:cubicBezTo>
                      <a:pt x="7" y="8"/>
                      <a:pt x="3" y="13"/>
                      <a:pt x="3" y="15"/>
                    </a:cubicBezTo>
                    <a:cubicBezTo>
                      <a:pt x="3" y="16"/>
                      <a:pt x="2" y="16"/>
                      <a:pt x="0" y="17"/>
                    </a:cubicBezTo>
                    <a:cubicBezTo>
                      <a:pt x="1" y="18"/>
                      <a:pt x="2" y="18"/>
                      <a:pt x="2" y="18"/>
                    </a:cubicBezTo>
                    <a:cubicBezTo>
                      <a:pt x="3" y="20"/>
                      <a:pt x="2" y="22"/>
                      <a:pt x="3" y="25"/>
                    </a:cubicBezTo>
                    <a:cubicBezTo>
                      <a:pt x="4" y="27"/>
                      <a:pt x="7" y="23"/>
                      <a:pt x="8" y="27"/>
                    </a:cubicBezTo>
                    <a:cubicBezTo>
                      <a:pt x="9" y="30"/>
                      <a:pt x="8" y="32"/>
                      <a:pt x="8" y="35"/>
                    </a:cubicBezTo>
                    <a:cubicBezTo>
                      <a:pt x="8" y="39"/>
                      <a:pt x="5" y="38"/>
                      <a:pt x="5" y="41"/>
                    </a:cubicBezTo>
                    <a:cubicBezTo>
                      <a:pt x="6" y="45"/>
                      <a:pt x="10" y="41"/>
                      <a:pt x="13" y="39"/>
                    </a:cubicBezTo>
                    <a:cubicBezTo>
                      <a:pt x="15" y="37"/>
                      <a:pt x="17" y="37"/>
                      <a:pt x="18" y="38"/>
                    </a:cubicBezTo>
                    <a:cubicBezTo>
                      <a:pt x="20" y="40"/>
                      <a:pt x="23" y="39"/>
                      <a:pt x="24" y="37"/>
                    </a:cubicBezTo>
                    <a:cubicBezTo>
                      <a:pt x="24" y="35"/>
                      <a:pt x="29" y="35"/>
                      <a:pt x="31" y="37"/>
                    </a:cubicBezTo>
                    <a:cubicBezTo>
                      <a:pt x="33" y="39"/>
                      <a:pt x="35" y="41"/>
                      <a:pt x="37" y="43"/>
                    </a:cubicBezTo>
                    <a:cubicBezTo>
                      <a:pt x="39" y="44"/>
                      <a:pt x="35" y="51"/>
                      <a:pt x="38" y="52"/>
                    </a:cubicBezTo>
                    <a:cubicBezTo>
                      <a:pt x="40" y="53"/>
                      <a:pt x="44" y="57"/>
                      <a:pt x="43" y="61"/>
                    </a:cubicBezTo>
                    <a:cubicBezTo>
                      <a:pt x="43" y="64"/>
                      <a:pt x="45" y="67"/>
                      <a:pt x="42" y="70"/>
                    </a:cubicBezTo>
                    <a:cubicBezTo>
                      <a:pt x="44" y="71"/>
                      <a:pt x="46" y="71"/>
                      <a:pt x="46" y="72"/>
                    </a:cubicBezTo>
                    <a:cubicBezTo>
                      <a:pt x="45" y="73"/>
                      <a:pt x="48" y="73"/>
                      <a:pt x="48" y="70"/>
                    </a:cubicBezTo>
                    <a:cubicBezTo>
                      <a:pt x="48" y="67"/>
                      <a:pt x="52" y="68"/>
                      <a:pt x="54" y="68"/>
                    </a:cubicBezTo>
                    <a:cubicBezTo>
                      <a:pt x="55" y="69"/>
                      <a:pt x="57" y="69"/>
                      <a:pt x="59" y="67"/>
                    </a:cubicBezTo>
                    <a:cubicBezTo>
                      <a:pt x="59" y="66"/>
                      <a:pt x="59" y="65"/>
                      <a:pt x="59" y="64"/>
                    </a:cubicBezTo>
                    <a:cubicBezTo>
                      <a:pt x="60" y="61"/>
                      <a:pt x="59" y="57"/>
                      <a:pt x="58" y="56"/>
                    </a:cubicBezTo>
                    <a:cubicBezTo>
                      <a:pt x="56" y="54"/>
                      <a:pt x="52" y="53"/>
                      <a:pt x="51" y="50"/>
                    </a:cubicBezTo>
                    <a:cubicBezTo>
                      <a:pt x="50" y="47"/>
                      <a:pt x="46" y="43"/>
                      <a:pt x="45" y="41"/>
                    </a:cubicBezTo>
                    <a:cubicBezTo>
                      <a:pt x="44" y="38"/>
                      <a:pt x="41" y="36"/>
                      <a:pt x="41" y="3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66">
                <a:extLst>
                  <a:ext uri="{FF2B5EF4-FFF2-40B4-BE49-F238E27FC236}">
                    <a16:creationId xmlns:a16="http://schemas.microsoft.com/office/drawing/2014/main" id="{193A8D87-778C-4AD1-A14C-347200D592C9}"/>
                  </a:ext>
                </a:extLst>
              </p:cNvPr>
              <p:cNvSpPr>
                <a:spLocks/>
              </p:cNvSpPr>
              <p:nvPr/>
            </p:nvSpPr>
            <p:spPr bwMode="auto">
              <a:xfrm>
                <a:off x="6708954" y="3702088"/>
                <a:ext cx="150567" cy="281058"/>
              </a:xfrm>
              <a:custGeom>
                <a:avLst/>
                <a:gdLst>
                  <a:gd name="T0" fmla="*/ 40 w 65"/>
                  <a:gd name="T1" fmla="*/ 64 h 122"/>
                  <a:gd name="T2" fmla="*/ 39 w 65"/>
                  <a:gd name="T3" fmla="*/ 57 h 122"/>
                  <a:gd name="T4" fmla="*/ 50 w 65"/>
                  <a:gd name="T5" fmla="*/ 52 h 122"/>
                  <a:gd name="T6" fmla="*/ 61 w 65"/>
                  <a:gd name="T7" fmla="*/ 52 h 122"/>
                  <a:gd name="T8" fmla="*/ 62 w 65"/>
                  <a:gd name="T9" fmla="*/ 53 h 122"/>
                  <a:gd name="T10" fmla="*/ 63 w 65"/>
                  <a:gd name="T11" fmla="*/ 44 h 122"/>
                  <a:gd name="T12" fmla="*/ 58 w 65"/>
                  <a:gd name="T13" fmla="*/ 35 h 122"/>
                  <a:gd name="T14" fmla="*/ 57 w 65"/>
                  <a:gd name="T15" fmla="*/ 26 h 122"/>
                  <a:gd name="T16" fmla="*/ 51 w 65"/>
                  <a:gd name="T17" fmla="*/ 20 h 122"/>
                  <a:gd name="T18" fmla="*/ 44 w 65"/>
                  <a:gd name="T19" fmla="*/ 20 h 122"/>
                  <a:gd name="T20" fmla="*/ 38 w 65"/>
                  <a:gd name="T21" fmla="*/ 21 h 122"/>
                  <a:gd name="T22" fmla="*/ 33 w 65"/>
                  <a:gd name="T23" fmla="*/ 22 h 122"/>
                  <a:gd name="T24" fmla="*/ 25 w 65"/>
                  <a:gd name="T25" fmla="*/ 24 h 122"/>
                  <a:gd name="T26" fmla="*/ 28 w 65"/>
                  <a:gd name="T27" fmla="*/ 18 h 122"/>
                  <a:gd name="T28" fmla="*/ 28 w 65"/>
                  <a:gd name="T29" fmla="*/ 10 h 122"/>
                  <a:gd name="T30" fmla="*/ 23 w 65"/>
                  <a:gd name="T31" fmla="*/ 8 h 122"/>
                  <a:gd name="T32" fmla="*/ 22 w 65"/>
                  <a:gd name="T33" fmla="*/ 1 h 122"/>
                  <a:gd name="T34" fmla="*/ 20 w 65"/>
                  <a:gd name="T35" fmla="*/ 0 h 122"/>
                  <a:gd name="T36" fmla="*/ 19 w 65"/>
                  <a:gd name="T37" fmla="*/ 1 h 122"/>
                  <a:gd name="T38" fmla="*/ 12 w 65"/>
                  <a:gd name="T39" fmla="*/ 5 h 122"/>
                  <a:gd name="T40" fmla="*/ 6 w 65"/>
                  <a:gd name="T41" fmla="*/ 7 h 122"/>
                  <a:gd name="T42" fmla="*/ 1 w 65"/>
                  <a:gd name="T43" fmla="*/ 10 h 122"/>
                  <a:gd name="T44" fmla="*/ 0 w 65"/>
                  <a:gd name="T45" fmla="*/ 22 h 122"/>
                  <a:gd name="T46" fmla="*/ 6 w 65"/>
                  <a:gd name="T47" fmla="*/ 30 h 122"/>
                  <a:gd name="T48" fmla="*/ 7 w 65"/>
                  <a:gd name="T49" fmla="*/ 35 h 122"/>
                  <a:gd name="T50" fmla="*/ 7 w 65"/>
                  <a:gd name="T51" fmla="*/ 39 h 122"/>
                  <a:gd name="T52" fmla="*/ 6 w 65"/>
                  <a:gd name="T53" fmla="*/ 45 h 122"/>
                  <a:gd name="T54" fmla="*/ 9 w 65"/>
                  <a:gd name="T55" fmla="*/ 53 h 122"/>
                  <a:gd name="T56" fmla="*/ 12 w 65"/>
                  <a:gd name="T57" fmla="*/ 63 h 122"/>
                  <a:gd name="T58" fmla="*/ 14 w 65"/>
                  <a:gd name="T59" fmla="*/ 69 h 122"/>
                  <a:gd name="T60" fmla="*/ 7 w 65"/>
                  <a:gd name="T61" fmla="*/ 82 h 122"/>
                  <a:gd name="T62" fmla="*/ 5 w 65"/>
                  <a:gd name="T63" fmla="*/ 94 h 122"/>
                  <a:gd name="T64" fmla="*/ 6 w 65"/>
                  <a:gd name="T65" fmla="*/ 101 h 122"/>
                  <a:gd name="T66" fmla="*/ 16 w 65"/>
                  <a:gd name="T67" fmla="*/ 112 h 122"/>
                  <a:gd name="T68" fmla="*/ 19 w 65"/>
                  <a:gd name="T69" fmla="*/ 116 h 122"/>
                  <a:gd name="T70" fmla="*/ 23 w 65"/>
                  <a:gd name="T71" fmla="*/ 116 h 122"/>
                  <a:gd name="T72" fmla="*/ 27 w 65"/>
                  <a:gd name="T73" fmla="*/ 121 h 122"/>
                  <a:gd name="T74" fmla="*/ 34 w 65"/>
                  <a:gd name="T75" fmla="*/ 121 h 122"/>
                  <a:gd name="T76" fmla="*/ 36 w 65"/>
                  <a:gd name="T77" fmla="*/ 118 h 122"/>
                  <a:gd name="T78" fmla="*/ 27 w 65"/>
                  <a:gd name="T79" fmla="*/ 113 h 122"/>
                  <a:gd name="T80" fmla="*/ 21 w 65"/>
                  <a:gd name="T81" fmla="*/ 104 h 122"/>
                  <a:gd name="T82" fmla="*/ 18 w 65"/>
                  <a:gd name="T83" fmla="*/ 96 h 122"/>
                  <a:gd name="T84" fmla="*/ 13 w 65"/>
                  <a:gd name="T85" fmla="*/ 92 h 122"/>
                  <a:gd name="T86" fmla="*/ 14 w 65"/>
                  <a:gd name="T87" fmla="*/ 79 h 122"/>
                  <a:gd name="T88" fmla="*/ 19 w 65"/>
                  <a:gd name="T89" fmla="*/ 63 h 122"/>
                  <a:gd name="T90" fmla="*/ 25 w 65"/>
                  <a:gd name="T91" fmla="*/ 61 h 122"/>
                  <a:gd name="T92" fmla="*/ 31 w 65"/>
                  <a:gd name="T93" fmla="*/ 66 h 122"/>
                  <a:gd name="T94" fmla="*/ 40 w 65"/>
                  <a:gd name="T95" fmla="*/ 70 h 122"/>
                  <a:gd name="T96" fmla="*/ 40 w 65"/>
                  <a:gd name="T97" fmla="*/ 71 h 122"/>
                  <a:gd name="T98" fmla="*/ 41 w 65"/>
                  <a:gd name="T99" fmla="*/ 70 h 122"/>
                  <a:gd name="T100" fmla="*/ 40 w 65"/>
                  <a:gd name="T101" fmla="*/ 64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5" h="122">
                    <a:moveTo>
                      <a:pt x="40" y="64"/>
                    </a:moveTo>
                    <a:cubicBezTo>
                      <a:pt x="40" y="61"/>
                      <a:pt x="36" y="61"/>
                      <a:pt x="39" y="57"/>
                    </a:cubicBezTo>
                    <a:cubicBezTo>
                      <a:pt x="42" y="53"/>
                      <a:pt x="47" y="51"/>
                      <a:pt x="50" y="52"/>
                    </a:cubicBezTo>
                    <a:cubicBezTo>
                      <a:pt x="53" y="53"/>
                      <a:pt x="59" y="50"/>
                      <a:pt x="61" y="52"/>
                    </a:cubicBezTo>
                    <a:cubicBezTo>
                      <a:pt x="61" y="52"/>
                      <a:pt x="62" y="53"/>
                      <a:pt x="62" y="53"/>
                    </a:cubicBezTo>
                    <a:cubicBezTo>
                      <a:pt x="65" y="50"/>
                      <a:pt x="63" y="47"/>
                      <a:pt x="63" y="44"/>
                    </a:cubicBezTo>
                    <a:cubicBezTo>
                      <a:pt x="64" y="40"/>
                      <a:pt x="60" y="36"/>
                      <a:pt x="58" y="35"/>
                    </a:cubicBezTo>
                    <a:cubicBezTo>
                      <a:pt x="55" y="34"/>
                      <a:pt x="59" y="27"/>
                      <a:pt x="57" y="26"/>
                    </a:cubicBezTo>
                    <a:cubicBezTo>
                      <a:pt x="55" y="24"/>
                      <a:pt x="53" y="22"/>
                      <a:pt x="51" y="20"/>
                    </a:cubicBezTo>
                    <a:cubicBezTo>
                      <a:pt x="49" y="18"/>
                      <a:pt x="44" y="18"/>
                      <a:pt x="44" y="20"/>
                    </a:cubicBezTo>
                    <a:cubicBezTo>
                      <a:pt x="43" y="22"/>
                      <a:pt x="40" y="23"/>
                      <a:pt x="38" y="21"/>
                    </a:cubicBezTo>
                    <a:cubicBezTo>
                      <a:pt x="37" y="20"/>
                      <a:pt x="35" y="20"/>
                      <a:pt x="33" y="22"/>
                    </a:cubicBezTo>
                    <a:cubicBezTo>
                      <a:pt x="30" y="24"/>
                      <a:pt x="26" y="28"/>
                      <a:pt x="25" y="24"/>
                    </a:cubicBezTo>
                    <a:cubicBezTo>
                      <a:pt x="25" y="21"/>
                      <a:pt x="28" y="22"/>
                      <a:pt x="28" y="18"/>
                    </a:cubicBezTo>
                    <a:cubicBezTo>
                      <a:pt x="28" y="15"/>
                      <a:pt x="29" y="13"/>
                      <a:pt x="28" y="10"/>
                    </a:cubicBezTo>
                    <a:cubicBezTo>
                      <a:pt x="27" y="6"/>
                      <a:pt x="24" y="10"/>
                      <a:pt x="23" y="8"/>
                    </a:cubicBezTo>
                    <a:cubicBezTo>
                      <a:pt x="22" y="5"/>
                      <a:pt x="23" y="3"/>
                      <a:pt x="22" y="1"/>
                    </a:cubicBezTo>
                    <a:cubicBezTo>
                      <a:pt x="22" y="1"/>
                      <a:pt x="21" y="1"/>
                      <a:pt x="20" y="0"/>
                    </a:cubicBezTo>
                    <a:cubicBezTo>
                      <a:pt x="20" y="0"/>
                      <a:pt x="19" y="1"/>
                      <a:pt x="19" y="1"/>
                    </a:cubicBezTo>
                    <a:cubicBezTo>
                      <a:pt x="18" y="3"/>
                      <a:pt x="13" y="3"/>
                      <a:pt x="12" y="5"/>
                    </a:cubicBezTo>
                    <a:cubicBezTo>
                      <a:pt x="11" y="7"/>
                      <a:pt x="7" y="7"/>
                      <a:pt x="6" y="7"/>
                    </a:cubicBezTo>
                    <a:cubicBezTo>
                      <a:pt x="5" y="7"/>
                      <a:pt x="2" y="7"/>
                      <a:pt x="1" y="10"/>
                    </a:cubicBezTo>
                    <a:cubicBezTo>
                      <a:pt x="1" y="12"/>
                      <a:pt x="0" y="21"/>
                      <a:pt x="0" y="22"/>
                    </a:cubicBezTo>
                    <a:cubicBezTo>
                      <a:pt x="0" y="24"/>
                      <a:pt x="4" y="29"/>
                      <a:pt x="6" y="30"/>
                    </a:cubicBezTo>
                    <a:cubicBezTo>
                      <a:pt x="7" y="30"/>
                      <a:pt x="5" y="34"/>
                      <a:pt x="7" y="35"/>
                    </a:cubicBezTo>
                    <a:cubicBezTo>
                      <a:pt x="9" y="36"/>
                      <a:pt x="8" y="39"/>
                      <a:pt x="7" y="39"/>
                    </a:cubicBezTo>
                    <a:cubicBezTo>
                      <a:pt x="6" y="39"/>
                      <a:pt x="8" y="43"/>
                      <a:pt x="6" y="45"/>
                    </a:cubicBezTo>
                    <a:cubicBezTo>
                      <a:pt x="4" y="46"/>
                      <a:pt x="5" y="50"/>
                      <a:pt x="9" y="53"/>
                    </a:cubicBezTo>
                    <a:cubicBezTo>
                      <a:pt x="12" y="56"/>
                      <a:pt x="12" y="60"/>
                      <a:pt x="12" y="63"/>
                    </a:cubicBezTo>
                    <a:cubicBezTo>
                      <a:pt x="12" y="66"/>
                      <a:pt x="14" y="66"/>
                      <a:pt x="14" y="69"/>
                    </a:cubicBezTo>
                    <a:cubicBezTo>
                      <a:pt x="14" y="69"/>
                      <a:pt x="11" y="83"/>
                      <a:pt x="7" y="82"/>
                    </a:cubicBezTo>
                    <a:cubicBezTo>
                      <a:pt x="7" y="86"/>
                      <a:pt x="6" y="91"/>
                      <a:pt x="5" y="94"/>
                    </a:cubicBezTo>
                    <a:cubicBezTo>
                      <a:pt x="4" y="98"/>
                      <a:pt x="4" y="101"/>
                      <a:pt x="6" y="101"/>
                    </a:cubicBezTo>
                    <a:cubicBezTo>
                      <a:pt x="8" y="101"/>
                      <a:pt x="12" y="106"/>
                      <a:pt x="16" y="112"/>
                    </a:cubicBezTo>
                    <a:cubicBezTo>
                      <a:pt x="17" y="113"/>
                      <a:pt x="18" y="114"/>
                      <a:pt x="19" y="116"/>
                    </a:cubicBezTo>
                    <a:cubicBezTo>
                      <a:pt x="20" y="115"/>
                      <a:pt x="22" y="116"/>
                      <a:pt x="23" y="116"/>
                    </a:cubicBezTo>
                    <a:cubicBezTo>
                      <a:pt x="26" y="116"/>
                      <a:pt x="27" y="119"/>
                      <a:pt x="27" y="121"/>
                    </a:cubicBezTo>
                    <a:cubicBezTo>
                      <a:pt x="27" y="122"/>
                      <a:pt x="33" y="122"/>
                      <a:pt x="34" y="121"/>
                    </a:cubicBezTo>
                    <a:cubicBezTo>
                      <a:pt x="34" y="121"/>
                      <a:pt x="33" y="119"/>
                      <a:pt x="36" y="118"/>
                    </a:cubicBezTo>
                    <a:cubicBezTo>
                      <a:pt x="34" y="116"/>
                      <a:pt x="30" y="113"/>
                      <a:pt x="27" y="113"/>
                    </a:cubicBezTo>
                    <a:cubicBezTo>
                      <a:pt x="23" y="112"/>
                      <a:pt x="21" y="106"/>
                      <a:pt x="21" y="104"/>
                    </a:cubicBezTo>
                    <a:cubicBezTo>
                      <a:pt x="22" y="101"/>
                      <a:pt x="18" y="99"/>
                      <a:pt x="18" y="96"/>
                    </a:cubicBezTo>
                    <a:cubicBezTo>
                      <a:pt x="18" y="94"/>
                      <a:pt x="16" y="94"/>
                      <a:pt x="13" y="92"/>
                    </a:cubicBezTo>
                    <a:cubicBezTo>
                      <a:pt x="10" y="91"/>
                      <a:pt x="14" y="83"/>
                      <a:pt x="14" y="79"/>
                    </a:cubicBezTo>
                    <a:cubicBezTo>
                      <a:pt x="14" y="76"/>
                      <a:pt x="20" y="66"/>
                      <a:pt x="19" y="63"/>
                    </a:cubicBezTo>
                    <a:cubicBezTo>
                      <a:pt x="17" y="60"/>
                      <a:pt x="24" y="58"/>
                      <a:pt x="25" y="61"/>
                    </a:cubicBezTo>
                    <a:cubicBezTo>
                      <a:pt x="26" y="65"/>
                      <a:pt x="27" y="66"/>
                      <a:pt x="31" y="66"/>
                    </a:cubicBezTo>
                    <a:cubicBezTo>
                      <a:pt x="36" y="66"/>
                      <a:pt x="36" y="69"/>
                      <a:pt x="40" y="70"/>
                    </a:cubicBezTo>
                    <a:cubicBezTo>
                      <a:pt x="40" y="71"/>
                      <a:pt x="40" y="71"/>
                      <a:pt x="40" y="71"/>
                    </a:cubicBezTo>
                    <a:cubicBezTo>
                      <a:pt x="41" y="71"/>
                      <a:pt x="41" y="71"/>
                      <a:pt x="41" y="70"/>
                    </a:cubicBezTo>
                    <a:cubicBezTo>
                      <a:pt x="42" y="68"/>
                      <a:pt x="40" y="68"/>
                      <a:pt x="40" y="6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67">
                <a:extLst>
                  <a:ext uri="{FF2B5EF4-FFF2-40B4-BE49-F238E27FC236}">
                    <a16:creationId xmlns:a16="http://schemas.microsoft.com/office/drawing/2014/main" id="{6EB773F2-971F-406F-9498-FCA24DFB0F26}"/>
                  </a:ext>
                </a:extLst>
              </p:cNvPr>
              <p:cNvSpPr>
                <a:spLocks/>
              </p:cNvSpPr>
              <p:nvPr/>
            </p:nvSpPr>
            <p:spPr bwMode="auto">
              <a:xfrm>
                <a:off x="5185716" y="2940470"/>
                <a:ext cx="176916" cy="145548"/>
              </a:xfrm>
              <a:custGeom>
                <a:avLst/>
                <a:gdLst>
                  <a:gd name="T0" fmla="*/ 1 w 77"/>
                  <a:gd name="T1" fmla="*/ 13 h 63"/>
                  <a:gd name="T2" fmla="*/ 1 w 77"/>
                  <a:gd name="T3" fmla="*/ 22 h 63"/>
                  <a:gd name="T4" fmla="*/ 1 w 77"/>
                  <a:gd name="T5" fmla="*/ 25 h 63"/>
                  <a:gd name="T6" fmla="*/ 3 w 77"/>
                  <a:gd name="T7" fmla="*/ 29 h 63"/>
                  <a:gd name="T8" fmla="*/ 4 w 77"/>
                  <a:gd name="T9" fmla="*/ 33 h 63"/>
                  <a:gd name="T10" fmla="*/ 6 w 77"/>
                  <a:gd name="T11" fmla="*/ 39 h 63"/>
                  <a:gd name="T12" fmla="*/ 6 w 77"/>
                  <a:gd name="T13" fmla="*/ 43 h 63"/>
                  <a:gd name="T14" fmla="*/ 11 w 77"/>
                  <a:gd name="T15" fmla="*/ 46 h 63"/>
                  <a:gd name="T16" fmla="*/ 16 w 77"/>
                  <a:gd name="T17" fmla="*/ 49 h 63"/>
                  <a:gd name="T18" fmla="*/ 21 w 77"/>
                  <a:gd name="T19" fmla="*/ 51 h 63"/>
                  <a:gd name="T20" fmla="*/ 25 w 77"/>
                  <a:gd name="T21" fmla="*/ 50 h 63"/>
                  <a:gd name="T22" fmla="*/ 27 w 77"/>
                  <a:gd name="T23" fmla="*/ 53 h 63"/>
                  <a:gd name="T24" fmla="*/ 33 w 77"/>
                  <a:gd name="T25" fmla="*/ 55 h 63"/>
                  <a:gd name="T26" fmla="*/ 36 w 77"/>
                  <a:gd name="T27" fmla="*/ 59 h 63"/>
                  <a:gd name="T28" fmla="*/ 41 w 77"/>
                  <a:gd name="T29" fmla="*/ 59 h 63"/>
                  <a:gd name="T30" fmla="*/ 48 w 77"/>
                  <a:gd name="T31" fmla="*/ 60 h 63"/>
                  <a:gd name="T32" fmla="*/ 54 w 77"/>
                  <a:gd name="T33" fmla="*/ 60 h 63"/>
                  <a:gd name="T34" fmla="*/ 61 w 77"/>
                  <a:gd name="T35" fmla="*/ 62 h 63"/>
                  <a:gd name="T36" fmla="*/ 66 w 77"/>
                  <a:gd name="T37" fmla="*/ 63 h 63"/>
                  <a:gd name="T38" fmla="*/ 65 w 77"/>
                  <a:gd name="T39" fmla="*/ 58 h 63"/>
                  <a:gd name="T40" fmla="*/ 73 w 77"/>
                  <a:gd name="T41" fmla="*/ 50 h 63"/>
                  <a:gd name="T42" fmla="*/ 76 w 77"/>
                  <a:gd name="T43" fmla="*/ 47 h 63"/>
                  <a:gd name="T44" fmla="*/ 73 w 77"/>
                  <a:gd name="T45" fmla="*/ 39 h 63"/>
                  <a:gd name="T46" fmla="*/ 73 w 77"/>
                  <a:gd name="T47" fmla="*/ 32 h 63"/>
                  <a:gd name="T48" fmla="*/ 70 w 77"/>
                  <a:gd name="T49" fmla="*/ 28 h 63"/>
                  <a:gd name="T50" fmla="*/ 75 w 77"/>
                  <a:gd name="T51" fmla="*/ 24 h 63"/>
                  <a:gd name="T52" fmla="*/ 74 w 77"/>
                  <a:gd name="T53" fmla="*/ 17 h 63"/>
                  <a:gd name="T54" fmla="*/ 73 w 77"/>
                  <a:gd name="T55" fmla="*/ 11 h 63"/>
                  <a:gd name="T56" fmla="*/ 67 w 77"/>
                  <a:gd name="T57" fmla="*/ 7 h 63"/>
                  <a:gd name="T58" fmla="*/ 66 w 77"/>
                  <a:gd name="T59" fmla="*/ 6 h 63"/>
                  <a:gd name="T60" fmla="*/ 46 w 77"/>
                  <a:gd name="T61" fmla="*/ 5 h 63"/>
                  <a:gd name="T62" fmla="*/ 42 w 77"/>
                  <a:gd name="T63" fmla="*/ 4 h 63"/>
                  <a:gd name="T64" fmla="*/ 37 w 77"/>
                  <a:gd name="T65" fmla="*/ 6 h 63"/>
                  <a:gd name="T66" fmla="*/ 33 w 77"/>
                  <a:gd name="T67" fmla="*/ 1 h 63"/>
                  <a:gd name="T68" fmla="*/ 16 w 77"/>
                  <a:gd name="T69" fmla="*/ 6 h 63"/>
                  <a:gd name="T70" fmla="*/ 3 w 77"/>
                  <a:gd name="T71" fmla="*/ 10 h 63"/>
                  <a:gd name="T72" fmla="*/ 1 w 77"/>
                  <a:gd name="T73" fmla="*/ 12 h 63"/>
                  <a:gd name="T74" fmla="*/ 1 w 77"/>
                  <a:gd name="T75" fmla="*/ 1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63">
                    <a:moveTo>
                      <a:pt x="1" y="13"/>
                    </a:moveTo>
                    <a:cubicBezTo>
                      <a:pt x="2" y="15"/>
                      <a:pt x="2" y="20"/>
                      <a:pt x="1" y="22"/>
                    </a:cubicBezTo>
                    <a:cubicBezTo>
                      <a:pt x="0" y="23"/>
                      <a:pt x="0" y="24"/>
                      <a:pt x="1" y="25"/>
                    </a:cubicBezTo>
                    <a:cubicBezTo>
                      <a:pt x="3" y="25"/>
                      <a:pt x="3" y="27"/>
                      <a:pt x="3" y="29"/>
                    </a:cubicBezTo>
                    <a:cubicBezTo>
                      <a:pt x="3" y="30"/>
                      <a:pt x="4" y="30"/>
                      <a:pt x="4" y="33"/>
                    </a:cubicBezTo>
                    <a:cubicBezTo>
                      <a:pt x="4" y="36"/>
                      <a:pt x="5" y="38"/>
                      <a:pt x="6" y="39"/>
                    </a:cubicBezTo>
                    <a:cubicBezTo>
                      <a:pt x="7" y="40"/>
                      <a:pt x="7" y="42"/>
                      <a:pt x="6" y="43"/>
                    </a:cubicBezTo>
                    <a:cubicBezTo>
                      <a:pt x="8" y="44"/>
                      <a:pt x="10" y="45"/>
                      <a:pt x="11" y="46"/>
                    </a:cubicBezTo>
                    <a:cubicBezTo>
                      <a:pt x="15" y="47"/>
                      <a:pt x="16" y="48"/>
                      <a:pt x="16" y="49"/>
                    </a:cubicBezTo>
                    <a:cubicBezTo>
                      <a:pt x="17" y="51"/>
                      <a:pt x="20" y="53"/>
                      <a:pt x="21" y="51"/>
                    </a:cubicBezTo>
                    <a:cubicBezTo>
                      <a:pt x="21" y="49"/>
                      <a:pt x="24" y="50"/>
                      <a:pt x="25" y="50"/>
                    </a:cubicBezTo>
                    <a:cubicBezTo>
                      <a:pt x="27" y="50"/>
                      <a:pt x="27" y="52"/>
                      <a:pt x="27" y="53"/>
                    </a:cubicBezTo>
                    <a:cubicBezTo>
                      <a:pt x="28" y="54"/>
                      <a:pt x="31" y="54"/>
                      <a:pt x="33" y="55"/>
                    </a:cubicBezTo>
                    <a:cubicBezTo>
                      <a:pt x="34" y="55"/>
                      <a:pt x="34" y="58"/>
                      <a:pt x="36" y="59"/>
                    </a:cubicBezTo>
                    <a:cubicBezTo>
                      <a:pt x="38" y="61"/>
                      <a:pt x="40" y="58"/>
                      <a:pt x="41" y="59"/>
                    </a:cubicBezTo>
                    <a:cubicBezTo>
                      <a:pt x="42" y="60"/>
                      <a:pt x="46" y="61"/>
                      <a:pt x="48" y="60"/>
                    </a:cubicBezTo>
                    <a:cubicBezTo>
                      <a:pt x="50" y="59"/>
                      <a:pt x="51" y="61"/>
                      <a:pt x="54" y="60"/>
                    </a:cubicBezTo>
                    <a:cubicBezTo>
                      <a:pt x="57" y="60"/>
                      <a:pt x="60" y="61"/>
                      <a:pt x="61" y="62"/>
                    </a:cubicBezTo>
                    <a:cubicBezTo>
                      <a:pt x="61" y="62"/>
                      <a:pt x="64" y="63"/>
                      <a:pt x="66" y="63"/>
                    </a:cubicBezTo>
                    <a:cubicBezTo>
                      <a:pt x="66" y="62"/>
                      <a:pt x="65" y="59"/>
                      <a:pt x="65" y="58"/>
                    </a:cubicBezTo>
                    <a:cubicBezTo>
                      <a:pt x="66" y="57"/>
                      <a:pt x="72" y="51"/>
                      <a:pt x="73" y="50"/>
                    </a:cubicBezTo>
                    <a:cubicBezTo>
                      <a:pt x="74" y="49"/>
                      <a:pt x="76" y="49"/>
                      <a:pt x="76" y="47"/>
                    </a:cubicBezTo>
                    <a:cubicBezTo>
                      <a:pt x="77" y="46"/>
                      <a:pt x="74" y="40"/>
                      <a:pt x="73" y="39"/>
                    </a:cubicBezTo>
                    <a:cubicBezTo>
                      <a:pt x="72" y="38"/>
                      <a:pt x="72" y="34"/>
                      <a:pt x="73" y="32"/>
                    </a:cubicBezTo>
                    <a:cubicBezTo>
                      <a:pt x="73" y="30"/>
                      <a:pt x="70" y="29"/>
                      <a:pt x="70" y="28"/>
                    </a:cubicBezTo>
                    <a:cubicBezTo>
                      <a:pt x="70" y="27"/>
                      <a:pt x="73" y="25"/>
                      <a:pt x="75" y="24"/>
                    </a:cubicBezTo>
                    <a:cubicBezTo>
                      <a:pt x="76" y="23"/>
                      <a:pt x="76" y="18"/>
                      <a:pt x="74" y="17"/>
                    </a:cubicBezTo>
                    <a:cubicBezTo>
                      <a:pt x="73" y="16"/>
                      <a:pt x="72" y="14"/>
                      <a:pt x="73" y="11"/>
                    </a:cubicBezTo>
                    <a:cubicBezTo>
                      <a:pt x="74" y="9"/>
                      <a:pt x="68" y="7"/>
                      <a:pt x="67" y="7"/>
                    </a:cubicBezTo>
                    <a:cubicBezTo>
                      <a:pt x="67" y="7"/>
                      <a:pt x="67" y="6"/>
                      <a:pt x="66" y="6"/>
                    </a:cubicBezTo>
                    <a:cubicBezTo>
                      <a:pt x="61" y="7"/>
                      <a:pt x="47" y="6"/>
                      <a:pt x="46" y="5"/>
                    </a:cubicBezTo>
                    <a:cubicBezTo>
                      <a:pt x="45" y="5"/>
                      <a:pt x="43" y="4"/>
                      <a:pt x="42" y="4"/>
                    </a:cubicBezTo>
                    <a:cubicBezTo>
                      <a:pt x="41" y="5"/>
                      <a:pt x="39" y="6"/>
                      <a:pt x="37" y="6"/>
                    </a:cubicBezTo>
                    <a:cubicBezTo>
                      <a:pt x="34" y="6"/>
                      <a:pt x="33" y="3"/>
                      <a:pt x="33" y="1"/>
                    </a:cubicBezTo>
                    <a:cubicBezTo>
                      <a:pt x="33" y="0"/>
                      <a:pt x="19" y="2"/>
                      <a:pt x="16" y="6"/>
                    </a:cubicBezTo>
                    <a:cubicBezTo>
                      <a:pt x="12" y="10"/>
                      <a:pt x="3" y="8"/>
                      <a:pt x="3" y="10"/>
                    </a:cubicBezTo>
                    <a:cubicBezTo>
                      <a:pt x="3" y="12"/>
                      <a:pt x="2" y="13"/>
                      <a:pt x="1" y="12"/>
                    </a:cubicBezTo>
                    <a:cubicBezTo>
                      <a:pt x="1" y="13"/>
                      <a:pt x="1" y="13"/>
                      <a:pt x="1"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68">
                <a:extLst>
                  <a:ext uri="{FF2B5EF4-FFF2-40B4-BE49-F238E27FC236}">
                    <a16:creationId xmlns:a16="http://schemas.microsoft.com/office/drawing/2014/main" id="{88B3C971-3E3A-440F-9366-053A7B334D33}"/>
                  </a:ext>
                </a:extLst>
              </p:cNvPr>
              <p:cNvSpPr>
                <a:spLocks/>
              </p:cNvSpPr>
              <p:nvPr/>
            </p:nvSpPr>
            <p:spPr bwMode="auto">
              <a:xfrm>
                <a:off x="5210811" y="3177613"/>
                <a:ext cx="66500" cy="62736"/>
              </a:xfrm>
              <a:custGeom>
                <a:avLst/>
                <a:gdLst>
                  <a:gd name="T0" fmla="*/ 21 w 29"/>
                  <a:gd name="T1" fmla="*/ 25 h 27"/>
                  <a:gd name="T2" fmla="*/ 28 w 29"/>
                  <a:gd name="T3" fmla="*/ 16 h 27"/>
                  <a:gd name="T4" fmla="*/ 29 w 29"/>
                  <a:gd name="T5" fmla="*/ 5 h 27"/>
                  <a:gd name="T6" fmla="*/ 21 w 29"/>
                  <a:gd name="T7" fmla="*/ 2 h 27"/>
                  <a:gd name="T8" fmla="*/ 9 w 29"/>
                  <a:gd name="T9" fmla="*/ 0 h 27"/>
                  <a:gd name="T10" fmla="*/ 4 w 29"/>
                  <a:gd name="T11" fmla="*/ 1 h 27"/>
                  <a:gd name="T12" fmla="*/ 0 w 29"/>
                  <a:gd name="T13" fmla="*/ 3 h 27"/>
                  <a:gd name="T14" fmla="*/ 4 w 29"/>
                  <a:gd name="T15" fmla="*/ 9 h 27"/>
                  <a:gd name="T16" fmla="*/ 10 w 29"/>
                  <a:gd name="T17" fmla="*/ 17 h 27"/>
                  <a:gd name="T18" fmla="*/ 17 w 29"/>
                  <a:gd name="T19" fmla="*/ 24 h 27"/>
                  <a:gd name="T20" fmla="*/ 21 w 29"/>
                  <a:gd name="T21" fmla="*/ 27 h 27"/>
                  <a:gd name="T22" fmla="*/ 21 w 29"/>
                  <a:gd name="T23"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 h="27">
                    <a:moveTo>
                      <a:pt x="21" y="25"/>
                    </a:moveTo>
                    <a:cubicBezTo>
                      <a:pt x="21" y="23"/>
                      <a:pt x="26" y="16"/>
                      <a:pt x="28" y="16"/>
                    </a:cubicBezTo>
                    <a:cubicBezTo>
                      <a:pt x="29" y="16"/>
                      <a:pt x="29" y="9"/>
                      <a:pt x="29" y="5"/>
                    </a:cubicBezTo>
                    <a:cubicBezTo>
                      <a:pt x="25" y="2"/>
                      <a:pt x="21" y="2"/>
                      <a:pt x="21" y="2"/>
                    </a:cubicBezTo>
                    <a:cubicBezTo>
                      <a:pt x="21" y="2"/>
                      <a:pt x="11" y="1"/>
                      <a:pt x="9" y="0"/>
                    </a:cubicBezTo>
                    <a:cubicBezTo>
                      <a:pt x="7" y="0"/>
                      <a:pt x="5" y="3"/>
                      <a:pt x="4" y="1"/>
                    </a:cubicBezTo>
                    <a:cubicBezTo>
                      <a:pt x="2" y="0"/>
                      <a:pt x="0" y="2"/>
                      <a:pt x="0" y="3"/>
                    </a:cubicBezTo>
                    <a:cubicBezTo>
                      <a:pt x="1" y="5"/>
                      <a:pt x="4" y="6"/>
                      <a:pt x="4" y="9"/>
                    </a:cubicBezTo>
                    <a:cubicBezTo>
                      <a:pt x="4" y="12"/>
                      <a:pt x="11" y="16"/>
                      <a:pt x="10" y="17"/>
                    </a:cubicBezTo>
                    <a:cubicBezTo>
                      <a:pt x="10" y="18"/>
                      <a:pt x="15" y="21"/>
                      <a:pt x="17" y="24"/>
                    </a:cubicBezTo>
                    <a:cubicBezTo>
                      <a:pt x="18" y="25"/>
                      <a:pt x="20" y="26"/>
                      <a:pt x="21" y="27"/>
                    </a:cubicBezTo>
                    <a:cubicBezTo>
                      <a:pt x="21" y="26"/>
                      <a:pt x="22" y="25"/>
                      <a:pt x="21"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69">
                <a:extLst>
                  <a:ext uri="{FF2B5EF4-FFF2-40B4-BE49-F238E27FC236}">
                    <a16:creationId xmlns:a16="http://schemas.microsoft.com/office/drawing/2014/main" id="{50A48F5A-2A5F-4B3F-A3AE-A7F8446341D7}"/>
                  </a:ext>
                </a:extLst>
              </p:cNvPr>
              <p:cNvSpPr>
                <a:spLocks/>
              </p:cNvSpPr>
              <p:nvPr/>
            </p:nvSpPr>
            <p:spPr bwMode="auto">
              <a:xfrm>
                <a:off x="5178188" y="3147499"/>
                <a:ext cx="99123" cy="85321"/>
              </a:xfrm>
              <a:custGeom>
                <a:avLst/>
                <a:gdLst>
                  <a:gd name="T0" fmla="*/ 24 w 43"/>
                  <a:gd name="T1" fmla="*/ 30 h 37"/>
                  <a:gd name="T2" fmla="*/ 18 w 43"/>
                  <a:gd name="T3" fmla="*/ 22 h 37"/>
                  <a:gd name="T4" fmla="*/ 14 w 43"/>
                  <a:gd name="T5" fmla="*/ 16 h 37"/>
                  <a:gd name="T6" fmla="*/ 18 w 43"/>
                  <a:gd name="T7" fmla="*/ 14 h 37"/>
                  <a:gd name="T8" fmla="*/ 23 w 43"/>
                  <a:gd name="T9" fmla="*/ 13 h 37"/>
                  <a:gd name="T10" fmla="*/ 35 w 43"/>
                  <a:gd name="T11" fmla="*/ 15 h 37"/>
                  <a:gd name="T12" fmla="*/ 43 w 43"/>
                  <a:gd name="T13" fmla="*/ 18 h 37"/>
                  <a:gd name="T14" fmla="*/ 42 w 43"/>
                  <a:gd name="T15" fmla="*/ 16 h 37"/>
                  <a:gd name="T16" fmla="*/ 40 w 43"/>
                  <a:gd name="T17" fmla="*/ 11 h 37"/>
                  <a:gd name="T18" fmla="*/ 38 w 43"/>
                  <a:gd name="T19" fmla="*/ 6 h 37"/>
                  <a:gd name="T20" fmla="*/ 35 w 43"/>
                  <a:gd name="T21" fmla="*/ 7 h 37"/>
                  <a:gd name="T22" fmla="*/ 27 w 43"/>
                  <a:gd name="T23" fmla="*/ 5 h 37"/>
                  <a:gd name="T24" fmla="*/ 20 w 43"/>
                  <a:gd name="T25" fmla="*/ 0 h 37"/>
                  <a:gd name="T26" fmla="*/ 15 w 43"/>
                  <a:gd name="T27" fmla="*/ 3 h 37"/>
                  <a:gd name="T28" fmla="*/ 13 w 43"/>
                  <a:gd name="T29" fmla="*/ 7 h 37"/>
                  <a:gd name="T30" fmla="*/ 10 w 43"/>
                  <a:gd name="T31" fmla="*/ 11 h 37"/>
                  <a:gd name="T32" fmla="*/ 5 w 43"/>
                  <a:gd name="T33" fmla="*/ 10 h 37"/>
                  <a:gd name="T34" fmla="*/ 0 w 43"/>
                  <a:gd name="T35" fmla="*/ 11 h 37"/>
                  <a:gd name="T36" fmla="*/ 1 w 43"/>
                  <a:gd name="T37" fmla="*/ 15 h 37"/>
                  <a:gd name="T38" fmla="*/ 7 w 43"/>
                  <a:gd name="T39" fmla="*/ 17 h 37"/>
                  <a:gd name="T40" fmla="*/ 14 w 43"/>
                  <a:gd name="T41" fmla="*/ 29 h 37"/>
                  <a:gd name="T42" fmla="*/ 21 w 43"/>
                  <a:gd name="T43" fmla="*/ 32 h 37"/>
                  <a:gd name="T44" fmla="*/ 28 w 43"/>
                  <a:gd name="T45" fmla="*/ 36 h 37"/>
                  <a:gd name="T46" fmla="*/ 31 w 43"/>
                  <a:gd name="T47" fmla="*/ 37 h 37"/>
                  <a:gd name="T48" fmla="*/ 24 w 43"/>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3" h="37">
                    <a:moveTo>
                      <a:pt x="24" y="30"/>
                    </a:moveTo>
                    <a:cubicBezTo>
                      <a:pt x="25" y="29"/>
                      <a:pt x="18" y="25"/>
                      <a:pt x="18" y="22"/>
                    </a:cubicBezTo>
                    <a:cubicBezTo>
                      <a:pt x="18" y="19"/>
                      <a:pt x="15" y="18"/>
                      <a:pt x="14" y="16"/>
                    </a:cubicBezTo>
                    <a:cubicBezTo>
                      <a:pt x="14" y="15"/>
                      <a:pt x="16" y="13"/>
                      <a:pt x="18" y="14"/>
                    </a:cubicBezTo>
                    <a:cubicBezTo>
                      <a:pt x="19" y="16"/>
                      <a:pt x="21" y="13"/>
                      <a:pt x="23" y="13"/>
                    </a:cubicBezTo>
                    <a:cubicBezTo>
                      <a:pt x="25" y="14"/>
                      <a:pt x="35" y="15"/>
                      <a:pt x="35" y="15"/>
                    </a:cubicBezTo>
                    <a:cubicBezTo>
                      <a:pt x="35" y="15"/>
                      <a:pt x="39" y="15"/>
                      <a:pt x="43" y="18"/>
                    </a:cubicBezTo>
                    <a:cubicBezTo>
                      <a:pt x="42" y="17"/>
                      <a:pt x="42" y="17"/>
                      <a:pt x="42" y="16"/>
                    </a:cubicBezTo>
                    <a:cubicBezTo>
                      <a:pt x="41" y="14"/>
                      <a:pt x="42" y="12"/>
                      <a:pt x="40" y="11"/>
                    </a:cubicBezTo>
                    <a:cubicBezTo>
                      <a:pt x="38" y="10"/>
                      <a:pt x="38" y="8"/>
                      <a:pt x="38" y="6"/>
                    </a:cubicBezTo>
                    <a:cubicBezTo>
                      <a:pt x="36" y="6"/>
                      <a:pt x="35" y="7"/>
                      <a:pt x="35" y="7"/>
                    </a:cubicBezTo>
                    <a:cubicBezTo>
                      <a:pt x="33" y="7"/>
                      <a:pt x="28" y="7"/>
                      <a:pt x="27" y="5"/>
                    </a:cubicBezTo>
                    <a:cubicBezTo>
                      <a:pt x="25" y="3"/>
                      <a:pt x="22" y="1"/>
                      <a:pt x="20" y="0"/>
                    </a:cubicBezTo>
                    <a:cubicBezTo>
                      <a:pt x="19" y="0"/>
                      <a:pt x="16" y="3"/>
                      <a:pt x="15" y="3"/>
                    </a:cubicBezTo>
                    <a:cubicBezTo>
                      <a:pt x="14" y="3"/>
                      <a:pt x="14" y="7"/>
                      <a:pt x="13" y="7"/>
                    </a:cubicBezTo>
                    <a:cubicBezTo>
                      <a:pt x="12" y="7"/>
                      <a:pt x="11" y="9"/>
                      <a:pt x="10" y="11"/>
                    </a:cubicBezTo>
                    <a:cubicBezTo>
                      <a:pt x="10" y="12"/>
                      <a:pt x="7" y="10"/>
                      <a:pt x="5" y="10"/>
                    </a:cubicBezTo>
                    <a:cubicBezTo>
                      <a:pt x="4" y="11"/>
                      <a:pt x="1" y="11"/>
                      <a:pt x="0" y="11"/>
                    </a:cubicBezTo>
                    <a:cubicBezTo>
                      <a:pt x="0" y="13"/>
                      <a:pt x="0" y="15"/>
                      <a:pt x="1" y="15"/>
                    </a:cubicBezTo>
                    <a:cubicBezTo>
                      <a:pt x="3" y="15"/>
                      <a:pt x="7" y="15"/>
                      <a:pt x="7" y="17"/>
                    </a:cubicBezTo>
                    <a:cubicBezTo>
                      <a:pt x="7" y="20"/>
                      <a:pt x="12" y="27"/>
                      <a:pt x="14" y="29"/>
                    </a:cubicBezTo>
                    <a:cubicBezTo>
                      <a:pt x="16" y="31"/>
                      <a:pt x="21" y="30"/>
                      <a:pt x="21" y="32"/>
                    </a:cubicBezTo>
                    <a:cubicBezTo>
                      <a:pt x="21" y="34"/>
                      <a:pt x="24" y="36"/>
                      <a:pt x="28" y="36"/>
                    </a:cubicBezTo>
                    <a:cubicBezTo>
                      <a:pt x="29" y="36"/>
                      <a:pt x="30" y="37"/>
                      <a:pt x="31" y="37"/>
                    </a:cubicBezTo>
                    <a:cubicBezTo>
                      <a:pt x="29" y="34"/>
                      <a:pt x="24" y="31"/>
                      <a:pt x="24" y="3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70">
                <a:extLst>
                  <a:ext uri="{FF2B5EF4-FFF2-40B4-BE49-F238E27FC236}">
                    <a16:creationId xmlns:a16="http://schemas.microsoft.com/office/drawing/2014/main" id="{20264324-39B7-4822-A538-3484AC548AD9}"/>
                  </a:ext>
                </a:extLst>
              </p:cNvPr>
              <p:cNvSpPr>
                <a:spLocks/>
              </p:cNvSpPr>
              <p:nvPr/>
            </p:nvSpPr>
            <p:spPr bwMode="auto">
              <a:xfrm>
                <a:off x="5273547" y="3237839"/>
                <a:ext cx="33878" cy="69010"/>
              </a:xfrm>
              <a:custGeom>
                <a:avLst/>
                <a:gdLst>
                  <a:gd name="T0" fmla="*/ 10 w 15"/>
                  <a:gd name="T1" fmla="*/ 25 h 30"/>
                  <a:gd name="T2" fmla="*/ 12 w 15"/>
                  <a:gd name="T3" fmla="*/ 22 h 30"/>
                  <a:gd name="T4" fmla="*/ 15 w 15"/>
                  <a:gd name="T5" fmla="*/ 18 h 30"/>
                  <a:gd name="T6" fmla="*/ 15 w 15"/>
                  <a:gd name="T7" fmla="*/ 17 h 30"/>
                  <a:gd name="T8" fmla="*/ 10 w 15"/>
                  <a:gd name="T9" fmla="*/ 12 h 30"/>
                  <a:gd name="T10" fmla="*/ 11 w 15"/>
                  <a:gd name="T11" fmla="*/ 4 h 30"/>
                  <a:gd name="T12" fmla="*/ 4 w 15"/>
                  <a:gd name="T13" fmla="*/ 0 h 30"/>
                  <a:gd name="T14" fmla="*/ 0 w 15"/>
                  <a:gd name="T15" fmla="*/ 6 h 30"/>
                  <a:gd name="T16" fmla="*/ 2 w 15"/>
                  <a:gd name="T17" fmla="*/ 11 h 30"/>
                  <a:gd name="T18" fmla="*/ 2 w 15"/>
                  <a:gd name="T19" fmla="*/ 23 h 30"/>
                  <a:gd name="T20" fmla="*/ 8 w 15"/>
                  <a:gd name="T21" fmla="*/ 30 h 30"/>
                  <a:gd name="T22" fmla="*/ 10 w 15"/>
                  <a:gd name="T23" fmla="*/ 2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 h="30">
                    <a:moveTo>
                      <a:pt x="10" y="25"/>
                    </a:moveTo>
                    <a:cubicBezTo>
                      <a:pt x="12" y="25"/>
                      <a:pt x="11" y="23"/>
                      <a:pt x="12" y="22"/>
                    </a:cubicBezTo>
                    <a:cubicBezTo>
                      <a:pt x="13" y="21"/>
                      <a:pt x="15" y="18"/>
                      <a:pt x="15" y="18"/>
                    </a:cubicBezTo>
                    <a:cubicBezTo>
                      <a:pt x="15" y="17"/>
                      <a:pt x="15" y="17"/>
                      <a:pt x="15" y="17"/>
                    </a:cubicBezTo>
                    <a:cubicBezTo>
                      <a:pt x="12" y="16"/>
                      <a:pt x="11" y="14"/>
                      <a:pt x="10" y="12"/>
                    </a:cubicBezTo>
                    <a:cubicBezTo>
                      <a:pt x="10" y="10"/>
                      <a:pt x="10" y="7"/>
                      <a:pt x="11" y="4"/>
                    </a:cubicBezTo>
                    <a:cubicBezTo>
                      <a:pt x="10" y="3"/>
                      <a:pt x="5" y="0"/>
                      <a:pt x="4" y="0"/>
                    </a:cubicBezTo>
                    <a:cubicBezTo>
                      <a:pt x="3" y="0"/>
                      <a:pt x="1" y="3"/>
                      <a:pt x="0" y="6"/>
                    </a:cubicBezTo>
                    <a:cubicBezTo>
                      <a:pt x="3" y="7"/>
                      <a:pt x="5" y="9"/>
                      <a:pt x="2" y="11"/>
                    </a:cubicBezTo>
                    <a:cubicBezTo>
                      <a:pt x="0" y="13"/>
                      <a:pt x="0" y="21"/>
                      <a:pt x="2" y="23"/>
                    </a:cubicBezTo>
                    <a:cubicBezTo>
                      <a:pt x="5" y="25"/>
                      <a:pt x="5" y="28"/>
                      <a:pt x="8" y="30"/>
                    </a:cubicBezTo>
                    <a:cubicBezTo>
                      <a:pt x="8" y="28"/>
                      <a:pt x="9" y="25"/>
                      <a:pt x="1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71">
                <a:extLst>
                  <a:ext uri="{FF2B5EF4-FFF2-40B4-BE49-F238E27FC236}">
                    <a16:creationId xmlns:a16="http://schemas.microsoft.com/office/drawing/2014/main" id="{3596EB34-E1FE-44D4-9843-5C02EBDCE08B}"/>
                  </a:ext>
                </a:extLst>
              </p:cNvPr>
              <p:cNvSpPr>
                <a:spLocks/>
              </p:cNvSpPr>
              <p:nvPr/>
            </p:nvSpPr>
            <p:spPr bwMode="auto">
              <a:xfrm>
                <a:off x="5102904" y="3088527"/>
                <a:ext cx="135510" cy="61482"/>
              </a:xfrm>
              <a:custGeom>
                <a:avLst/>
                <a:gdLst>
                  <a:gd name="T0" fmla="*/ 50 w 59"/>
                  <a:gd name="T1" fmla="*/ 2 h 27"/>
                  <a:gd name="T2" fmla="*/ 43 w 59"/>
                  <a:gd name="T3" fmla="*/ 0 h 27"/>
                  <a:gd name="T4" fmla="*/ 41 w 59"/>
                  <a:gd name="T5" fmla="*/ 4 h 27"/>
                  <a:gd name="T6" fmla="*/ 34 w 59"/>
                  <a:gd name="T7" fmla="*/ 4 h 27"/>
                  <a:gd name="T8" fmla="*/ 30 w 59"/>
                  <a:gd name="T9" fmla="*/ 7 h 27"/>
                  <a:gd name="T10" fmla="*/ 27 w 59"/>
                  <a:gd name="T11" fmla="*/ 12 h 27"/>
                  <a:gd name="T12" fmla="*/ 23 w 59"/>
                  <a:gd name="T13" fmla="*/ 14 h 27"/>
                  <a:gd name="T14" fmla="*/ 15 w 59"/>
                  <a:gd name="T15" fmla="*/ 16 h 27"/>
                  <a:gd name="T16" fmla="*/ 11 w 59"/>
                  <a:gd name="T17" fmla="*/ 16 h 27"/>
                  <a:gd name="T18" fmla="*/ 6 w 59"/>
                  <a:gd name="T19" fmla="*/ 17 h 27"/>
                  <a:gd name="T20" fmla="*/ 1 w 59"/>
                  <a:gd name="T21" fmla="*/ 16 h 27"/>
                  <a:gd name="T22" fmla="*/ 0 w 59"/>
                  <a:gd name="T23" fmla="*/ 20 h 27"/>
                  <a:gd name="T24" fmla="*/ 4 w 59"/>
                  <a:gd name="T25" fmla="*/ 22 h 27"/>
                  <a:gd name="T26" fmla="*/ 9 w 59"/>
                  <a:gd name="T27" fmla="*/ 23 h 27"/>
                  <a:gd name="T28" fmla="*/ 14 w 59"/>
                  <a:gd name="T29" fmla="*/ 22 h 27"/>
                  <a:gd name="T30" fmla="*/ 21 w 59"/>
                  <a:gd name="T31" fmla="*/ 21 h 27"/>
                  <a:gd name="T32" fmla="*/ 22 w 59"/>
                  <a:gd name="T33" fmla="*/ 24 h 27"/>
                  <a:gd name="T34" fmla="*/ 30 w 59"/>
                  <a:gd name="T35" fmla="*/ 25 h 27"/>
                  <a:gd name="T36" fmla="*/ 39 w 59"/>
                  <a:gd name="T37" fmla="*/ 27 h 27"/>
                  <a:gd name="T38" fmla="*/ 46 w 59"/>
                  <a:gd name="T39" fmla="*/ 24 h 27"/>
                  <a:gd name="T40" fmla="*/ 51 w 59"/>
                  <a:gd name="T41" fmla="*/ 23 h 27"/>
                  <a:gd name="T42" fmla="*/ 51 w 59"/>
                  <a:gd name="T43" fmla="*/ 23 h 27"/>
                  <a:gd name="T44" fmla="*/ 52 w 59"/>
                  <a:gd name="T45" fmla="*/ 21 h 27"/>
                  <a:gd name="T46" fmla="*/ 54 w 59"/>
                  <a:gd name="T47" fmla="*/ 17 h 27"/>
                  <a:gd name="T48" fmla="*/ 55 w 59"/>
                  <a:gd name="T49" fmla="*/ 14 h 27"/>
                  <a:gd name="T50" fmla="*/ 58 w 59"/>
                  <a:gd name="T51" fmla="*/ 12 h 27"/>
                  <a:gd name="T52" fmla="*/ 59 w 59"/>
                  <a:gd name="T53" fmla="*/ 10 h 27"/>
                  <a:gd name="T54" fmla="*/ 56 w 59"/>
                  <a:gd name="T55" fmla="*/ 3 h 27"/>
                  <a:gd name="T56" fmla="*/ 50 w 59"/>
                  <a:gd name="T57" fmla="*/ 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27">
                    <a:moveTo>
                      <a:pt x="50" y="2"/>
                    </a:moveTo>
                    <a:cubicBezTo>
                      <a:pt x="48" y="0"/>
                      <a:pt x="43" y="0"/>
                      <a:pt x="43" y="0"/>
                    </a:cubicBezTo>
                    <a:cubicBezTo>
                      <a:pt x="43" y="0"/>
                      <a:pt x="42" y="2"/>
                      <a:pt x="41" y="4"/>
                    </a:cubicBezTo>
                    <a:cubicBezTo>
                      <a:pt x="41" y="5"/>
                      <a:pt x="37" y="5"/>
                      <a:pt x="34" y="4"/>
                    </a:cubicBezTo>
                    <a:cubicBezTo>
                      <a:pt x="33" y="5"/>
                      <a:pt x="30" y="6"/>
                      <a:pt x="30" y="7"/>
                    </a:cubicBezTo>
                    <a:cubicBezTo>
                      <a:pt x="29" y="9"/>
                      <a:pt x="25" y="8"/>
                      <a:pt x="27" y="12"/>
                    </a:cubicBezTo>
                    <a:cubicBezTo>
                      <a:pt x="28" y="16"/>
                      <a:pt x="25" y="15"/>
                      <a:pt x="23" y="14"/>
                    </a:cubicBezTo>
                    <a:cubicBezTo>
                      <a:pt x="22" y="14"/>
                      <a:pt x="17" y="15"/>
                      <a:pt x="15" y="16"/>
                    </a:cubicBezTo>
                    <a:cubicBezTo>
                      <a:pt x="14" y="17"/>
                      <a:pt x="12" y="17"/>
                      <a:pt x="11" y="16"/>
                    </a:cubicBezTo>
                    <a:cubicBezTo>
                      <a:pt x="9" y="16"/>
                      <a:pt x="7" y="15"/>
                      <a:pt x="6" y="17"/>
                    </a:cubicBezTo>
                    <a:cubicBezTo>
                      <a:pt x="5" y="19"/>
                      <a:pt x="3" y="16"/>
                      <a:pt x="1" y="16"/>
                    </a:cubicBezTo>
                    <a:cubicBezTo>
                      <a:pt x="0" y="16"/>
                      <a:pt x="0" y="19"/>
                      <a:pt x="0" y="20"/>
                    </a:cubicBezTo>
                    <a:cubicBezTo>
                      <a:pt x="0" y="21"/>
                      <a:pt x="3" y="23"/>
                      <a:pt x="4" y="22"/>
                    </a:cubicBezTo>
                    <a:cubicBezTo>
                      <a:pt x="6" y="22"/>
                      <a:pt x="8" y="22"/>
                      <a:pt x="9" y="23"/>
                    </a:cubicBezTo>
                    <a:cubicBezTo>
                      <a:pt x="11" y="24"/>
                      <a:pt x="13" y="23"/>
                      <a:pt x="14" y="22"/>
                    </a:cubicBezTo>
                    <a:cubicBezTo>
                      <a:pt x="15" y="21"/>
                      <a:pt x="20" y="21"/>
                      <a:pt x="21" y="21"/>
                    </a:cubicBezTo>
                    <a:cubicBezTo>
                      <a:pt x="21" y="21"/>
                      <a:pt x="21" y="24"/>
                      <a:pt x="22" y="24"/>
                    </a:cubicBezTo>
                    <a:cubicBezTo>
                      <a:pt x="23" y="25"/>
                      <a:pt x="27" y="25"/>
                      <a:pt x="30" y="25"/>
                    </a:cubicBezTo>
                    <a:cubicBezTo>
                      <a:pt x="33" y="25"/>
                      <a:pt x="37" y="27"/>
                      <a:pt x="39" y="27"/>
                    </a:cubicBezTo>
                    <a:cubicBezTo>
                      <a:pt x="40" y="27"/>
                      <a:pt x="42" y="24"/>
                      <a:pt x="46" y="24"/>
                    </a:cubicBezTo>
                    <a:cubicBezTo>
                      <a:pt x="49" y="24"/>
                      <a:pt x="51" y="22"/>
                      <a:pt x="51" y="23"/>
                    </a:cubicBezTo>
                    <a:cubicBezTo>
                      <a:pt x="51" y="23"/>
                      <a:pt x="51" y="23"/>
                      <a:pt x="51" y="23"/>
                    </a:cubicBezTo>
                    <a:cubicBezTo>
                      <a:pt x="51" y="22"/>
                      <a:pt x="52" y="21"/>
                      <a:pt x="52" y="21"/>
                    </a:cubicBezTo>
                    <a:cubicBezTo>
                      <a:pt x="54" y="21"/>
                      <a:pt x="53" y="18"/>
                      <a:pt x="54" y="17"/>
                    </a:cubicBezTo>
                    <a:cubicBezTo>
                      <a:pt x="55" y="16"/>
                      <a:pt x="53" y="14"/>
                      <a:pt x="55" y="14"/>
                    </a:cubicBezTo>
                    <a:cubicBezTo>
                      <a:pt x="56" y="14"/>
                      <a:pt x="58" y="14"/>
                      <a:pt x="58" y="12"/>
                    </a:cubicBezTo>
                    <a:cubicBezTo>
                      <a:pt x="58" y="11"/>
                      <a:pt x="59" y="10"/>
                      <a:pt x="59" y="10"/>
                    </a:cubicBezTo>
                    <a:cubicBezTo>
                      <a:pt x="57" y="7"/>
                      <a:pt x="56" y="3"/>
                      <a:pt x="56" y="3"/>
                    </a:cubicBezTo>
                    <a:cubicBezTo>
                      <a:pt x="56" y="3"/>
                      <a:pt x="52" y="5"/>
                      <a:pt x="50"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72">
                <a:extLst>
                  <a:ext uri="{FF2B5EF4-FFF2-40B4-BE49-F238E27FC236}">
                    <a16:creationId xmlns:a16="http://schemas.microsoft.com/office/drawing/2014/main" id="{E5F81B6F-AC58-40B7-8698-856EB1A973B9}"/>
                  </a:ext>
                </a:extLst>
              </p:cNvPr>
              <p:cNvSpPr>
                <a:spLocks/>
              </p:cNvSpPr>
              <p:nvPr/>
            </p:nvSpPr>
            <p:spPr bwMode="auto">
              <a:xfrm>
                <a:off x="5220849" y="3094801"/>
                <a:ext cx="119199" cy="69010"/>
              </a:xfrm>
              <a:custGeom>
                <a:avLst/>
                <a:gdLst>
                  <a:gd name="T0" fmla="*/ 51 w 52"/>
                  <a:gd name="T1" fmla="*/ 6 h 30"/>
                  <a:gd name="T2" fmla="*/ 49 w 52"/>
                  <a:gd name="T3" fmla="*/ 5 h 30"/>
                  <a:gd name="T4" fmla="*/ 44 w 52"/>
                  <a:gd name="T5" fmla="*/ 3 h 30"/>
                  <a:gd name="T6" fmla="*/ 36 w 52"/>
                  <a:gd name="T7" fmla="*/ 1 h 30"/>
                  <a:gd name="T8" fmla="*/ 29 w 52"/>
                  <a:gd name="T9" fmla="*/ 5 h 30"/>
                  <a:gd name="T10" fmla="*/ 20 w 52"/>
                  <a:gd name="T11" fmla="*/ 8 h 30"/>
                  <a:gd name="T12" fmla="*/ 9 w 52"/>
                  <a:gd name="T13" fmla="*/ 8 h 30"/>
                  <a:gd name="T14" fmla="*/ 8 w 52"/>
                  <a:gd name="T15" fmla="*/ 7 h 30"/>
                  <a:gd name="T16" fmla="*/ 7 w 52"/>
                  <a:gd name="T17" fmla="*/ 9 h 30"/>
                  <a:gd name="T18" fmla="*/ 4 w 52"/>
                  <a:gd name="T19" fmla="*/ 11 h 30"/>
                  <a:gd name="T20" fmla="*/ 3 w 52"/>
                  <a:gd name="T21" fmla="*/ 14 h 30"/>
                  <a:gd name="T22" fmla="*/ 1 w 52"/>
                  <a:gd name="T23" fmla="*/ 18 h 30"/>
                  <a:gd name="T24" fmla="*/ 0 w 52"/>
                  <a:gd name="T25" fmla="*/ 20 h 30"/>
                  <a:gd name="T26" fmla="*/ 2 w 52"/>
                  <a:gd name="T27" fmla="*/ 23 h 30"/>
                  <a:gd name="T28" fmla="*/ 2 w 52"/>
                  <a:gd name="T29" fmla="*/ 23 h 30"/>
                  <a:gd name="T30" fmla="*/ 9 w 52"/>
                  <a:gd name="T31" fmla="*/ 28 h 30"/>
                  <a:gd name="T32" fmla="*/ 17 w 52"/>
                  <a:gd name="T33" fmla="*/ 30 h 30"/>
                  <a:gd name="T34" fmla="*/ 28 w 52"/>
                  <a:gd name="T35" fmla="*/ 26 h 30"/>
                  <a:gd name="T36" fmla="*/ 31 w 52"/>
                  <a:gd name="T37" fmla="*/ 27 h 30"/>
                  <a:gd name="T38" fmla="*/ 34 w 52"/>
                  <a:gd name="T39" fmla="*/ 28 h 30"/>
                  <a:gd name="T40" fmla="*/ 38 w 52"/>
                  <a:gd name="T41" fmla="*/ 24 h 30"/>
                  <a:gd name="T42" fmla="*/ 46 w 52"/>
                  <a:gd name="T43" fmla="*/ 12 h 30"/>
                  <a:gd name="T44" fmla="*/ 51 w 52"/>
                  <a:gd name="T45" fmla="*/ 9 h 30"/>
                  <a:gd name="T46" fmla="*/ 51 w 52"/>
                  <a:gd name="T47" fmla="*/ 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 h="30">
                    <a:moveTo>
                      <a:pt x="51" y="6"/>
                    </a:moveTo>
                    <a:cubicBezTo>
                      <a:pt x="50" y="6"/>
                      <a:pt x="49" y="5"/>
                      <a:pt x="49" y="5"/>
                    </a:cubicBezTo>
                    <a:cubicBezTo>
                      <a:pt x="46" y="4"/>
                      <a:pt x="44" y="4"/>
                      <a:pt x="44" y="3"/>
                    </a:cubicBezTo>
                    <a:cubicBezTo>
                      <a:pt x="42" y="2"/>
                      <a:pt x="37" y="1"/>
                      <a:pt x="36" y="1"/>
                    </a:cubicBezTo>
                    <a:cubicBezTo>
                      <a:pt x="35" y="0"/>
                      <a:pt x="30" y="5"/>
                      <a:pt x="29" y="5"/>
                    </a:cubicBezTo>
                    <a:cubicBezTo>
                      <a:pt x="27" y="5"/>
                      <a:pt x="20" y="6"/>
                      <a:pt x="20" y="8"/>
                    </a:cubicBezTo>
                    <a:cubicBezTo>
                      <a:pt x="20" y="10"/>
                      <a:pt x="12" y="10"/>
                      <a:pt x="9" y="8"/>
                    </a:cubicBezTo>
                    <a:cubicBezTo>
                      <a:pt x="9" y="8"/>
                      <a:pt x="9" y="7"/>
                      <a:pt x="8" y="7"/>
                    </a:cubicBezTo>
                    <a:cubicBezTo>
                      <a:pt x="8" y="7"/>
                      <a:pt x="7" y="8"/>
                      <a:pt x="7" y="9"/>
                    </a:cubicBezTo>
                    <a:cubicBezTo>
                      <a:pt x="7" y="11"/>
                      <a:pt x="5" y="11"/>
                      <a:pt x="4" y="11"/>
                    </a:cubicBezTo>
                    <a:cubicBezTo>
                      <a:pt x="2" y="11"/>
                      <a:pt x="4" y="13"/>
                      <a:pt x="3" y="14"/>
                    </a:cubicBezTo>
                    <a:cubicBezTo>
                      <a:pt x="2" y="15"/>
                      <a:pt x="3" y="18"/>
                      <a:pt x="1" y="18"/>
                    </a:cubicBezTo>
                    <a:cubicBezTo>
                      <a:pt x="1" y="18"/>
                      <a:pt x="0" y="19"/>
                      <a:pt x="0" y="20"/>
                    </a:cubicBezTo>
                    <a:cubicBezTo>
                      <a:pt x="1" y="20"/>
                      <a:pt x="2" y="23"/>
                      <a:pt x="2" y="23"/>
                    </a:cubicBezTo>
                    <a:cubicBezTo>
                      <a:pt x="2" y="23"/>
                      <a:pt x="2" y="23"/>
                      <a:pt x="2" y="23"/>
                    </a:cubicBezTo>
                    <a:cubicBezTo>
                      <a:pt x="4" y="24"/>
                      <a:pt x="7" y="26"/>
                      <a:pt x="9" y="28"/>
                    </a:cubicBezTo>
                    <a:cubicBezTo>
                      <a:pt x="10" y="30"/>
                      <a:pt x="15" y="30"/>
                      <a:pt x="17" y="30"/>
                    </a:cubicBezTo>
                    <a:cubicBezTo>
                      <a:pt x="19" y="29"/>
                      <a:pt x="28" y="26"/>
                      <a:pt x="28" y="26"/>
                    </a:cubicBezTo>
                    <a:cubicBezTo>
                      <a:pt x="28" y="26"/>
                      <a:pt x="30" y="27"/>
                      <a:pt x="31" y="27"/>
                    </a:cubicBezTo>
                    <a:cubicBezTo>
                      <a:pt x="32" y="27"/>
                      <a:pt x="33" y="27"/>
                      <a:pt x="34" y="28"/>
                    </a:cubicBezTo>
                    <a:cubicBezTo>
                      <a:pt x="34" y="27"/>
                      <a:pt x="36" y="26"/>
                      <a:pt x="38" y="24"/>
                    </a:cubicBezTo>
                    <a:cubicBezTo>
                      <a:pt x="41" y="22"/>
                      <a:pt x="45" y="13"/>
                      <a:pt x="46" y="12"/>
                    </a:cubicBezTo>
                    <a:cubicBezTo>
                      <a:pt x="47" y="11"/>
                      <a:pt x="50" y="10"/>
                      <a:pt x="51" y="9"/>
                    </a:cubicBezTo>
                    <a:cubicBezTo>
                      <a:pt x="52" y="8"/>
                      <a:pt x="52" y="7"/>
                      <a:pt x="51"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73">
                <a:extLst>
                  <a:ext uri="{FF2B5EF4-FFF2-40B4-BE49-F238E27FC236}">
                    <a16:creationId xmlns:a16="http://schemas.microsoft.com/office/drawing/2014/main" id="{18E9FD24-7C83-47C3-A65F-2DC8B8591747}"/>
                  </a:ext>
                </a:extLst>
              </p:cNvPr>
              <p:cNvSpPr>
                <a:spLocks/>
              </p:cNvSpPr>
              <p:nvPr/>
            </p:nvSpPr>
            <p:spPr bwMode="auto">
              <a:xfrm>
                <a:off x="5149329" y="3039593"/>
                <a:ext cx="116690" cy="60227"/>
              </a:xfrm>
              <a:custGeom>
                <a:avLst/>
                <a:gdLst>
                  <a:gd name="T0" fmla="*/ 49 w 51"/>
                  <a:gd name="T1" fmla="*/ 12 h 26"/>
                  <a:gd name="T2" fmla="*/ 43 w 51"/>
                  <a:gd name="T3" fmla="*/ 10 h 26"/>
                  <a:gd name="T4" fmla="*/ 41 w 51"/>
                  <a:gd name="T5" fmla="*/ 7 h 26"/>
                  <a:gd name="T6" fmla="*/ 37 w 51"/>
                  <a:gd name="T7" fmla="*/ 8 h 26"/>
                  <a:gd name="T8" fmla="*/ 32 w 51"/>
                  <a:gd name="T9" fmla="*/ 6 h 26"/>
                  <a:gd name="T10" fmla="*/ 27 w 51"/>
                  <a:gd name="T11" fmla="*/ 3 h 26"/>
                  <a:gd name="T12" fmla="*/ 22 w 51"/>
                  <a:gd name="T13" fmla="*/ 0 h 26"/>
                  <a:gd name="T14" fmla="*/ 22 w 51"/>
                  <a:gd name="T15" fmla="*/ 1 h 26"/>
                  <a:gd name="T16" fmla="*/ 18 w 51"/>
                  <a:gd name="T17" fmla="*/ 1 h 26"/>
                  <a:gd name="T18" fmla="*/ 11 w 51"/>
                  <a:gd name="T19" fmla="*/ 4 h 26"/>
                  <a:gd name="T20" fmla="*/ 3 w 51"/>
                  <a:gd name="T21" fmla="*/ 7 h 26"/>
                  <a:gd name="T22" fmla="*/ 3 w 51"/>
                  <a:gd name="T23" fmla="*/ 12 h 26"/>
                  <a:gd name="T24" fmla="*/ 6 w 51"/>
                  <a:gd name="T25" fmla="*/ 18 h 26"/>
                  <a:gd name="T26" fmla="*/ 14 w 51"/>
                  <a:gd name="T27" fmla="*/ 25 h 26"/>
                  <a:gd name="T28" fmla="*/ 14 w 51"/>
                  <a:gd name="T29" fmla="*/ 25 h 26"/>
                  <a:gd name="T30" fmla="*/ 21 w 51"/>
                  <a:gd name="T31" fmla="*/ 25 h 26"/>
                  <a:gd name="T32" fmla="*/ 23 w 51"/>
                  <a:gd name="T33" fmla="*/ 21 h 26"/>
                  <a:gd name="T34" fmla="*/ 30 w 51"/>
                  <a:gd name="T35" fmla="*/ 23 h 26"/>
                  <a:gd name="T36" fmla="*/ 36 w 51"/>
                  <a:gd name="T37" fmla="*/ 24 h 26"/>
                  <a:gd name="T38" fmla="*/ 37 w 51"/>
                  <a:gd name="T39" fmla="*/ 26 h 26"/>
                  <a:gd name="T40" fmla="*/ 39 w 51"/>
                  <a:gd name="T41" fmla="*/ 23 h 26"/>
                  <a:gd name="T42" fmla="*/ 47 w 51"/>
                  <a:gd name="T43" fmla="*/ 19 h 26"/>
                  <a:gd name="T44" fmla="*/ 51 w 51"/>
                  <a:gd name="T45" fmla="*/ 16 h 26"/>
                  <a:gd name="T46" fmla="*/ 49 w 51"/>
                  <a:gd name="T47"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 h="26">
                    <a:moveTo>
                      <a:pt x="49" y="12"/>
                    </a:moveTo>
                    <a:cubicBezTo>
                      <a:pt x="47" y="11"/>
                      <a:pt x="44" y="11"/>
                      <a:pt x="43" y="10"/>
                    </a:cubicBezTo>
                    <a:cubicBezTo>
                      <a:pt x="43" y="9"/>
                      <a:pt x="43" y="7"/>
                      <a:pt x="41" y="7"/>
                    </a:cubicBezTo>
                    <a:cubicBezTo>
                      <a:pt x="40" y="7"/>
                      <a:pt x="37" y="6"/>
                      <a:pt x="37" y="8"/>
                    </a:cubicBezTo>
                    <a:cubicBezTo>
                      <a:pt x="36" y="10"/>
                      <a:pt x="33" y="8"/>
                      <a:pt x="32" y="6"/>
                    </a:cubicBezTo>
                    <a:cubicBezTo>
                      <a:pt x="32" y="5"/>
                      <a:pt x="31" y="4"/>
                      <a:pt x="27" y="3"/>
                    </a:cubicBezTo>
                    <a:cubicBezTo>
                      <a:pt x="26" y="2"/>
                      <a:pt x="24" y="1"/>
                      <a:pt x="22" y="0"/>
                    </a:cubicBezTo>
                    <a:cubicBezTo>
                      <a:pt x="22" y="0"/>
                      <a:pt x="22" y="1"/>
                      <a:pt x="22" y="1"/>
                    </a:cubicBezTo>
                    <a:cubicBezTo>
                      <a:pt x="21" y="2"/>
                      <a:pt x="19" y="0"/>
                      <a:pt x="18" y="1"/>
                    </a:cubicBezTo>
                    <a:cubicBezTo>
                      <a:pt x="17" y="2"/>
                      <a:pt x="13" y="2"/>
                      <a:pt x="11" y="4"/>
                    </a:cubicBezTo>
                    <a:cubicBezTo>
                      <a:pt x="9" y="6"/>
                      <a:pt x="5" y="7"/>
                      <a:pt x="3" y="7"/>
                    </a:cubicBezTo>
                    <a:cubicBezTo>
                      <a:pt x="0" y="8"/>
                      <a:pt x="2" y="10"/>
                      <a:pt x="3" y="12"/>
                    </a:cubicBezTo>
                    <a:cubicBezTo>
                      <a:pt x="4" y="13"/>
                      <a:pt x="4" y="17"/>
                      <a:pt x="6" y="18"/>
                    </a:cubicBezTo>
                    <a:cubicBezTo>
                      <a:pt x="8" y="20"/>
                      <a:pt x="14" y="23"/>
                      <a:pt x="14" y="25"/>
                    </a:cubicBezTo>
                    <a:cubicBezTo>
                      <a:pt x="14" y="25"/>
                      <a:pt x="14" y="25"/>
                      <a:pt x="14" y="25"/>
                    </a:cubicBezTo>
                    <a:cubicBezTo>
                      <a:pt x="17" y="26"/>
                      <a:pt x="21" y="26"/>
                      <a:pt x="21" y="25"/>
                    </a:cubicBezTo>
                    <a:cubicBezTo>
                      <a:pt x="22" y="23"/>
                      <a:pt x="23" y="21"/>
                      <a:pt x="23" y="21"/>
                    </a:cubicBezTo>
                    <a:cubicBezTo>
                      <a:pt x="23" y="21"/>
                      <a:pt x="28" y="21"/>
                      <a:pt x="30" y="23"/>
                    </a:cubicBezTo>
                    <a:cubicBezTo>
                      <a:pt x="32" y="26"/>
                      <a:pt x="36" y="24"/>
                      <a:pt x="36" y="24"/>
                    </a:cubicBezTo>
                    <a:cubicBezTo>
                      <a:pt x="36" y="24"/>
                      <a:pt x="36" y="25"/>
                      <a:pt x="37" y="26"/>
                    </a:cubicBezTo>
                    <a:cubicBezTo>
                      <a:pt x="37" y="24"/>
                      <a:pt x="38" y="23"/>
                      <a:pt x="39" y="23"/>
                    </a:cubicBezTo>
                    <a:cubicBezTo>
                      <a:pt x="41" y="23"/>
                      <a:pt x="44" y="23"/>
                      <a:pt x="47" y="19"/>
                    </a:cubicBezTo>
                    <a:cubicBezTo>
                      <a:pt x="48" y="18"/>
                      <a:pt x="50" y="16"/>
                      <a:pt x="51" y="16"/>
                    </a:cubicBezTo>
                    <a:cubicBezTo>
                      <a:pt x="50" y="14"/>
                      <a:pt x="50" y="12"/>
                      <a:pt x="49" y="1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74">
                <a:extLst>
                  <a:ext uri="{FF2B5EF4-FFF2-40B4-BE49-F238E27FC236}">
                    <a16:creationId xmlns:a16="http://schemas.microsoft.com/office/drawing/2014/main" id="{D19AC202-5831-42E3-826F-29E56CB1D634}"/>
                  </a:ext>
                </a:extLst>
              </p:cNvPr>
              <p:cNvSpPr>
                <a:spLocks/>
              </p:cNvSpPr>
              <p:nvPr/>
            </p:nvSpPr>
            <p:spPr bwMode="auto">
              <a:xfrm>
                <a:off x="5234651" y="3074725"/>
                <a:ext cx="102888" cy="43915"/>
              </a:xfrm>
              <a:custGeom>
                <a:avLst/>
                <a:gdLst>
                  <a:gd name="T0" fmla="*/ 33 w 45"/>
                  <a:gd name="T1" fmla="*/ 2 h 19"/>
                  <a:gd name="T2" fmla="*/ 27 w 45"/>
                  <a:gd name="T3" fmla="*/ 2 h 19"/>
                  <a:gd name="T4" fmla="*/ 20 w 45"/>
                  <a:gd name="T5" fmla="*/ 1 h 19"/>
                  <a:gd name="T6" fmla="*/ 15 w 45"/>
                  <a:gd name="T7" fmla="*/ 1 h 19"/>
                  <a:gd name="T8" fmla="*/ 14 w 45"/>
                  <a:gd name="T9" fmla="*/ 1 h 19"/>
                  <a:gd name="T10" fmla="*/ 10 w 45"/>
                  <a:gd name="T11" fmla="*/ 4 h 19"/>
                  <a:gd name="T12" fmla="*/ 2 w 45"/>
                  <a:gd name="T13" fmla="*/ 8 h 19"/>
                  <a:gd name="T14" fmla="*/ 0 w 45"/>
                  <a:gd name="T15" fmla="*/ 11 h 19"/>
                  <a:gd name="T16" fmla="*/ 3 w 45"/>
                  <a:gd name="T17" fmla="*/ 17 h 19"/>
                  <a:gd name="T18" fmla="*/ 14 w 45"/>
                  <a:gd name="T19" fmla="*/ 17 h 19"/>
                  <a:gd name="T20" fmla="*/ 23 w 45"/>
                  <a:gd name="T21" fmla="*/ 14 h 19"/>
                  <a:gd name="T22" fmla="*/ 30 w 45"/>
                  <a:gd name="T23" fmla="*/ 10 h 19"/>
                  <a:gd name="T24" fmla="*/ 38 w 45"/>
                  <a:gd name="T25" fmla="*/ 12 h 19"/>
                  <a:gd name="T26" fmla="*/ 43 w 45"/>
                  <a:gd name="T27" fmla="*/ 14 h 19"/>
                  <a:gd name="T28" fmla="*/ 41 w 45"/>
                  <a:gd name="T29" fmla="*/ 11 h 19"/>
                  <a:gd name="T30" fmla="*/ 45 w 45"/>
                  <a:gd name="T31" fmla="*/ 5 h 19"/>
                  <a:gd name="T32" fmla="*/ 45 w 45"/>
                  <a:gd name="T33" fmla="*/ 5 h 19"/>
                  <a:gd name="T34" fmla="*/ 40 w 45"/>
                  <a:gd name="T35" fmla="*/ 4 h 19"/>
                  <a:gd name="T36" fmla="*/ 33 w 45"/>
                  <a:gd name="T37" fmla="*/ 2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 h="19">
                    <a:moveTo>
                      <a:pt x="33" y="2"/>
                    </a:moveTo>
                    <a:cubicBezTo>
                      <a:pt x="30" y="3"/>
                      <a:pt x="29" y="1"/>
                      <a:pt x="27" y="2"/>
                    </a:cubicBezTo>
                    <a:cubicBezTo>
                      <a:pt x="25" y="3"/>
                      <a:pt x="21" y="2"/>
                      <a:pt x="20" y="1"/>
                    </a:cubicBezTo>
                    <a:cubicBezTo>
                      <a:pt x="19" y="0"/>
                      <a:pt x="17" y="3"/>
                      <a:pt x="15" y="1"/>
                    </a:cubicBezTo>
                    <a:cubicBezTo>
                      <a:pt x="15" y="1"/>
                      <a:pt x="15" y="1"/>
                      <a:pt x="14" y="1"/>
                    </a:cubicBezTo>
                    <a:cubicBezTo>
                      <a:pt x="13" y="1"/>
                      <a:pt x="11" y="3"/>
                      <a:pt x="10" y="4"/>
                    </a:cubicBezTo>
                    <a:cubicBezTo>
                      <a:pt x="7" y="8"/>
                      <a:pt x="4" y="8"/>
                      <a:pt x="2" y="8"/>
                    </a:cubicBezTo>
                    <a:cubicBezTo>
                      <a:pt x="1" y="8"/>
                      <a:pt x="0" y="9"/>
                      <a:pt x="0" y="11"/>
                    </a:cubicBezTo>
                    <a:cubicBezTo>
                      <a:pt x="0" y="13"/>
                      <a:pt x="2" y="16"/>
                      <a:pt x="3" y="17"/>
                    </a:cubicBezTo>
                    <a:cubicBezTo>
                      <a:pt x="6" y="19"/>
                      <a:pt x="14" y="19"/>
                      <a:pt x="14" y="17"/>
                    </a:cubicBezTo>
                    <a:cubicBezTo>
                      <a:pt x="14" y="15"/>
                      <a:pt x="21" y="14"/>
                      <a:pt x="23" y="14"/>
                    </a:cubicBezTo>
                    <a:cubicBezTo>
                      <a:pt x="24" y="14"/>
                      <a:pt x="29" y="9"/>
                      <a:pt x="30" y="10"/>
                    </a:cubicBezTo>
                    <a:cubicBezTo>
                      <a:pt x="31" y="10"/>
                      <a:pt x="36" y="11"/>
                      <a:pt x="38" y="12"/>
                    </a:cubicBezTo>
                    <a:cubicBezTo>
                      <a:pt x="38" y="13"/>
                      <a:pt x="40" y="13"/>
                      <a:pt x="43" y="14"/>
                    </a:cubicBezTo>
                    <a:cubicBezTo>
                      <a:pt x="42" y="13"/>
                      <a:pt x="41" y="12"/>
                      <a:pt x="41" y="11"/>
                    </a:cubicBezTo>
                    <a:cubicBezTo>
                      <a:pt x="41" y="10"/>
                      <a:pt x="44" y="6"/>
                      <a:pt x="45" y="5"/>
                    </a:cubicBezTo>
                    <a:cubicBezTo>
                      <a:pt x="45" y="5"/>
                      <a:pt x="45" y="5"/>
                      <a:pt x="45" y="5"/>
                    </a:cubicBezTo>
                    <a:cubicBezTo>
                      <a:pt x="43" y="5"/>
                      <a:pt x="40" y="4"/>
                      <a:pt x="40" y="4"/>
                    </a:cubicBezTo>
                    <a:cubicBezTo>
                      <a:pt x="39" y="3"/>
                      <a:pt x="36" y="2"/>
                      <a:pt x="33"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75">
                <a:extLst>
                  <a:ext uri="{FF2B5EF4-FFF2-40B4-BE49-F238E27FC236}">
                    <a16:creationId xmlns:a16="http://schemas.microsoft.com/office/drawing/2014/main" id="{42B78536-ABFA-4078-B08C-79001FC35D76}"/>
                  </a:ext>
                </a:extLst>
              </p:cNvPr>
              <p:cNvSpPr>
                <a:spLocks/>
              </p:cNvSpPr>
              <p:nvPr/>
            </p:nvSpPr>
            <p:spPr bwMode="auto">
              <a:xfrm>
                <a:off x="4740289" y="3249132"/>
                <a:ext cx="70265" cy="115435"/>
              </a:xfrm>
              <a:custGeom>
                <a:avLst/>
                <a:gdLst>
                  <a:gd name="T0" fmla="*/ 22 w 30"/>
                  <a:gd name="T1" fmla="*/ 40 h 50"/>
                  <a:gd name="T2" fmla="*/ 20 w 30"/>
                  <a:gd name="T3" fmla="*/ 36 h 50"/>
                  <a:gd name="T4" fmla="*/ 22 w 30"/>
                  <a:gd name="T5" fmla="*/ 32 h 50"/>
                  <a:gd name="T6" fmla="*/ 20 w 30"/>
                  <a:gd name="T7" fmla="*/ 28 h 50"/>
                  <a:gd name="T8" fmla="*/ 22 w 30"/>
                  <a:gd name="T9" fmla="*/ 24 h 50"/>
                  <a:gd name="T10" fmla="*/ 23 w 30"/>
                  <a:gd name="T11" fmla="*/ 19 h 50"/>
                  <a:gd name="T12" fmla="*/ 23 w 30"/>
                  <a:gd name="T13" fmla="*/ 11 h 50"/>
                  <a:gd name="T14" fmla="*/ 28 w 30"/>
                  <a:gd name="T15" fmla="*/ 7 h 50"/>
                  <a:gd name="T16" fmla="*/ 26 w 30"/>
                  <a:gd name="T17" fmla="*/ 4 h 50"/>
                  <a:gd name="T18" fmla="*/ 21 w 30"/>
                  <a:gd name="T19" fmla="*/ 3 h 50"/>
                  <a:gd name="T20" fmla="*/ 18 w 30"/>
                  <a:gd name="T21" fmla="*/ 3 h 50"/>
                  <a:gd name="T22" fmla="*/ 13 w 30"/>
                  <a:gd name="T23" fmla="*/ 2 h 50"/>
                  <a:gd name="T24" fmla="*/ 10 w 30"/>
                  <a:gd name="T25" fmla="*/ 1 h 50"/>
                  <a:gd name="T26" fmla="*/ 8 w 30"/>
                  <a:gd name="T27" fmla="*/ 2 h 50"/>
                  <a:gd name="T28" fmla="*/ 8 w 30"/>
                  <a:gd name="T29" fmla="*/ 8 h 50"/>
                  <a:gd name="T30" fmla="*/ 3 w 30"/>
                  <a:gd name="T31" fmla="*/ 27 h 50"/>
                  <a:gd name="T32" fmla="*/ 6 w 30"/>
                  <a:gd name="T33" fmla="*/ 34 h 50"/>
                  <a:gd name="T34" fmla="*/ 7 w 30"/>
                  <a:gd name="T35" fmla="*/ 48 h 50"/>
                  <a:gd name="T36" fmla="*/ 13 w 30"/>
                  <a:gd name="T37" fmla="*/ 49 h 50"/>
                  <a:gd name="T38" fmla="*/ 20 w 30"/>
                  <a:gd name="T39" fmla="*/ 48 h 50"/>
                  <a:gd name="T40" fmla="*/ 19 w 30"/>
                  <a:gd name="T41" fmla="*/ 45 h 50"/>
                  <a:gd name="T42" fmla="*/ 22 w 30"/>
                  <a:gd name="T43" fmla="*/ 4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0" h="50">
                    <a:moveTo>
                      <a:pt x="22" y="40"/>
                    </a:moveTo>
                    <a:cubicBezTo>
                      <a:pt x="25" y="40"/>
                      <a:pt x="21" y="37"/>
                      <a:pt x="20" y="36"/>
                    </a:cubicBezTo>
                    <a:cubicBezTo>
                      <a:pt x="19" y="35"/>
                      <a:pt x="20" y="32"/>
                      <a:pt x="22" y="32"/>
                    </a:cubicBezTo>
                    <a:cubicBezTo>
                      <a:pt x="24" y="32"/>
                      <a:pt x="22" y="30"/>
                      <a:pt x="20" y="28"/>
                    </a:cubicBezTo>
                    <a:cubicBezTo>
                      <a:pt x="18" y="25"/>
                      <a:pt x="20" y="24"/>
                      <a:pt x="22" y="24"/>
                    </a:cubicBezTo>
                    <a:cubicBezTo>
                      <a:pt x="24" y="24"/>
                      <a:pt x="21" y="21"/>
                      <a:pt x="23" y="19"/>
                    </a:cubicBezTo>
                    <a:cubicBezTo>
                      <a:pt x="25" y="17"/>
                      <a:pt x="23" y="13"/>
                      <a:pt x="23" y="11"/>
                    </a:cubicBezTo>
                    <a:cubicBezTo>
                      <a:pt x="23" y="10"/>
                      <a:pt x="26" y="9"/>
                      <a:pt x="28" y="7"/>
                    </a:cubicBezTo>
                    <a:cubicBezTo>
                      <a:pt x="30" y="4"/>
                      <a:pt x="26" y="5"/>
                      <a:pt x="26" y="4"/>
                    </a:cubicBezTo>
                    <a:cubicBezTo>
                      <a:pt x="26" y="2"/>
                      <a:pt x="23" y="1"/>
                      <a:pt x="21" y="3"/>
                    </a:cubicBezTo>
                    <a:cubicBezTo>
                      <a:pt x="19" y="4"/>
                      <a:pt x="20" y="3"/>
                      <a:pt x="18" y="3"/>
                    </a:cubicBezTo>
                    <a:cubicBezTo>
                      <a:pt x="16" y="3"/>
                      <a:pt x="13" y="3"/>
                      <a:pt x="13" y="2"/>
                    </a:cubicBezTo>
                    <a:cubicBezTo>
                      <a:pt x="13" y="0"/>
                      <a:pt x="12" y="0"/>
                      <a:pt x="10" y="1"/>
                    </a:cubicBezTo>
                    <a:cubicBezTo>
                      <a:pt x="10" y="2"/>
                      <a:pt x="9" y="2"/>
                      <a:pt x="8" y="2"/>
                    </a:cubicBezTo>
                    <a:cubicBezTo>
                      <a:pt x="8" y="4"/>
                      <a:pt x="7" y="7"/>
                      <a:pt x="8" y="8"/>
                    </a:cubicBezTo>
                    <a:cubicBezTo>
                      <a:pt x="10" y="10"/>
                      <a:pt x="6" y="23"/>
                      <a:pt x="3" y="27"/>
                    </a:cubicBezTo>
                    <a:cubicBezTo>
                      <a:pt x="0" y="30"/>
                      <a:pt x="3" y="31"/>
                      <a:pt x="6" y="34"/>
                    </a:cubicBezTo>
                    <a:cubicBezTo>
                      <a:pt x="9" y="36"/>
                      <a:pt x="7" y="45"/>
                      <a:pt x="7" y="48"/>
                    </a:cubicBezTo>
                    <a:cubicBezTo>
                      <a:pt x="7" y="50"/>
                      <a:pt x="10" y="49"/>
                      <a:pt x="13" y="49"/>
                    </a:cubicBezTo>
                    <a:cubicBezTo>
                      <a:pt x="15" y="49"/>
                      <a:pt x="18" y="48"/>
                      <a:pt x="20" y="48"/>
                    </a:cubicBezTo>
                    <a:cubicBezTo>
                      <a:pt x="19" y="47"/>
                      <a:pt x="19" y="46"/>
                      <a:pt x="19" y="45"/>
                    </a:cubicBezTo>
                    <a:cubicBezTo>
                      <a:pt x="19" y="43"/>
                      <a:pt x="19" y="41"/>
                      <a:pt x="22" y="4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76">
                <a:extLst>
                  <a:ext uri="{FF2B5EF4-FFF2-40B4-BE49-F238E27FC236}">
                    <a16:creationId xmlns:a16="http://schemas.microsoft.com/office/drawing/2014/main" id="{57849B8D-7CA7-46AA-87D3-E0B72CCB7912}"/>
                  </a:ext>
                </a:extLst>
              </p:cNvPr>
              <p:cNvSpPr>
                <a:spLocks/>
              </p:cNvSpPr>
              <p:nvPr/>
            </p:nvSpPr>
            <p:spPr bwMode="auto">
              <a:xfrm>
                <a:off x="4982451" y="2979366"/>
                <a:ext cx="76538" cy="65246"/>
              </a:xfrm>
              <a:custGeom>
                <a:avLst/>
                <a:gdLst>
                  <a:gd name="T0" fmla="*/ 10 w 33"/>
                  <a:gd name="T1" fmla="*/ 22 h 28"/>
                  <a:gd name="T2" fmla="*/ 16 w 33"/>
                  <a:gd name="T3" fmla="*/ 23 h 28"/>
                  <a:gd name="T4" fmla="*/ 22 w 33"/>
                  <a:gd name="T5" fmla="*/ 27 h 28"/>
                  <a:gd name="T6" fmla="*/ 23 w 33"/>
                  <a:gd name="T7" fmla="*/ 28 h 28"/>
                  <a:gd name="T8" fmla="*/ 24 w 33"/>
                  <a:gd name="T9" fmla="*/ 22 h 28"/>
                  <a:gd name="T10" fmla="*/ 25 w 33"/>
                  <a:gd name="T11" fmla="*/ 18 h 28"/>
                  <a:gd name="T12" fmla="*/ 29 w 33"/>
                  <a:gd name="T13" fmla="*/ 16 h 28"/>
                  <a:gd name="T14" fmla="*/ 31 w 33"/>
                  <a:gd name="T15" fmla="*/ 13 h 28"/>
                  <a:gd name="T16" fmla="*/ 28 w 33"/>
                  <a:gd name="T17" fmla="*/ 9 h 28"/>
                  <a:gd name="T18" fmla="*/ 32 w 33"/>
                  <a:gd name="T19" fmla="*/ 5 h 28"/>
                  <a:gd name="T20" fmla="*/ 32 w 33"/>
                  <a:gd name="T21" fmla="*/ 0 h 28"/>
                  <a:gd name="T22" fmla="*/ 30 w 33"/>
                  <a:gd name="T23" fmla="*/ 1 h 28"/>
                  <a:gd name="T24" fmla="*/ 22 w 33"/>
                  <a:gd name="T25" fmla="*/ 1 h 28"/>
                  <a:gd name="T26" fmla="*/ 19 w 33"/>
                  <a:gd name="T27" fmla="*/ 7 h 28"/>
                  <a:gd name="T28" fmla="*/ 15 w 33"/>
                  <a:gd name="T29" fmla="*/ 7 h 28"/>
                  <a:gd name="T30" fmla="*/ 11 w 33"/>
                  <a:gd name="T31" fmla="*/ 9 h 28"/>
                  <a:gd name="T32" fmla="*/ 8 w 33"/>
                  <a:gd name="T33" fmla="*/ 15 h 28"/>
                  <a:gd name="T34" fmla="*/ 1 w 33"/>
                  <a:gd name="T35" fmla="*/ 23 h 28"/>
                  <a:gd name="T36" fmla="*/ 0 w 33"/>
                  <a:gd name="T37" fmla="*/ 23 h 28"/>
                  <a:gd name="T38" fmla="*/ 3 w 33"/>
                  <a:gd name="T39" fmla="*/ 24 h 28"/>
                  <a:gd name="T40" fmla="*/ 10 w 33"/>
                  <a:gd name="T41" fmla="*/ 2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 h="28">
                    <a:moveTo>
                      <a:pt x="10" y="22"/>
                    </a:moveTo>
                    <a:cubicBezTo>
                      <a:pt x="12" y="20"/>
                      <a:pt x="14" y="21"/>
                      <a:pt x="16" y="23"/>
                    </a:cubicBezTo>
                    <a:cubicBezTo>
                      <a:pt x="17" y="24"/>
                      <a:pt x="19" y="24"/>
                      <a:pt x="22" y="27"/>
                    </a:cubicBezTo>
                    <a:cubicBezTo>
                      <a:pt x="22" y="27"/>
                      <a:pt x="23" y="28"/>
                      <a:pt x="23" y="28"/>
                    </a:cubicBezTo>
                    <a:cubicBezTo>
                      <a:pt x="24" y="27"/>
                      <a:pt x="24" y="24"/>
                      <a:pt x="24" y="22"/>
                    </a:cubicBezTo>
                    <a:cubicBezTo>
                      <a:pt x="25" y="20"/>
                      <a:pt x="24" y="18"/>
                      <a:pt x="25" y="18"/>
                    </a:cubicBezTo>
                    <a:cubicBezTo>
                      <a:pt x="26" y="18"/>
                      <a:pt x="29" y="18"/>
                      <a:pt x="29" y="16"/>
                    </a:cubicBezTo>
                    <a:cubicBezTo>
                      <a:pt x="29" y="14"/>
                      <a:pt x="30" y="15"/>
                      <a:pt x="31" y="13"/>
                    </a:cubicBezTo>
                    <a:cubicBezTo>
                      <a:pt x="32" y="12"/>
                      <a:pt x="29" y="10"/>
                      <a:pt x="28" y="9"/>
                    </a:cubicBezTo>
                    <a:cubicBezTo>
                      <a:pt x="28" y="8"/>
                      <a:pt x="30" y="8"/>
                      <a:pt x="32" y="5"/>
                    </a:cubicBezTo>
                    <a:cubicBezTo>
                      <a:pt x="33" y="4"/>
                      <a:pt x="33" y="2"/>
                      <a:pt x="32" y="0"/>
                    </a:cubicBezTo>
                    <a:cubicBezTo>
                      <a:pt x="32" y="1"/>
                      <a:pt x="31" y="1"/>
                      <a:pt x="30" y="1"/>
                    </a:cubicBezTo>
                    <a:cubicBezTo>
                      <a:pt x="28" y="0"/>
                      <a:pt x="26" y="0"/>
                      <a:pt x="22" y="1"/>
                    </a:cubicBezTo>
                    <a:cubicBezTo>
                      <a:pt x="18" y="2"/>
                      <a:pt x="17" y="5"/>
                      <a:pt x="19" y="7"/>
                    </a:cubicBezTo>
                    <a:cubicBezTo>
                      <a:pt x="20" y="8"/>
                      <a:pt x="15" y="9"/>
                      <a:pt x="15" y="7"/>
                    </a:cubicBezTo>
                    <a:cubicBezTo>
                      <a:pt x="15" y="5"/>
                      <a:pt x="11" y="6"/>
                      <a:pt x="11" y="9"/>
                    </a:cubicBezTo>
                    <a:cubicBezTo>
                      <a:pt x="11" y="11"/>
                      <a:pt x="7" y="12"/>
                      <a:pt x="8" y="15"/>
                    </a:cubicBezTo>
                    <a:cubicBezTo>
                      <a:pt x="8" y="18"/>
                      <a:pt x="4" y="21"/>
                      <a:pt x="1" y="23"/>
                    </a:cubicBezTo>
                    <a:cubicBezTo>
                      <a:pt x="1" y="23"/>
                      <a:pt x="0" y="23"/>
                      <a:pt x="0" y="23"/>
                    </a:cubicBezTo>
                    <a:cubicBezTo>
                      <a:pt x="1" y="24"/>
                      <a:pt x="2" y="24"/>
                      <a:pt x="3" y="24"/>
                    </a:cubicBezTo>
                    <a:cubicBezTo>
                      <a:pt x="5" y="24"/>
                      <a:pt x="9" y="23"/>
                      <a:pt x="10"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77">
                <a:extLst>
                  <a:ext uri="{FF2B5EF4-FFF2-40B4-BE49-F238E27FC236}">
                    <a16:creationId xmlns:a16="http://schemas.microsoft.com/office/drawing/2014/main" id="{87907663-2A2F-4EC2-BC1B-3C8C76EFE8FC}"/>
                  </a:ext>
                </a:extLst>
              </p:cNvPr>
              <p:cNvSpPr>
                <a:spLocks/>
              </p:cNvSpPr>
              <p:nvPr/>
            </p:nvSpPr>
            <p:spPr bwMode="auto">
              <a:xfrm>
                <a:off x="5031385" y="3063433"/>
                <a:ext cx="11293" cy="15057"/>
              </a:xfrm>
              <a:custGeom>
                <a:avLst/>
                <a:gdLst>
                  <a:gd name="T0" fmla="*/ 3 w 5"/>
                  <a:gd name="T1" fmla="*/ 0 h 7"/>
                  <a:gd name="T2" fmla="*/ 0 w 5"/>
                  <a:gd name="T3" fmla="*/ 7 h 7"/>
                  <a:gd name="T4" fmla="*/ 5 w 5"/>
                  <a:gd name="T5" fmla="*/ 7 h 7"/>
                  <a:gd name="T6" fmla="*/ 3 w 5"/>
                  <a:gd name="T7" fmla="*/ 1 h 7"/>
                  <a:gd name="T8" fmla="*/ 3 w 5"/>
                  <a:gd name="T9" fmla="*/ 0 h 7"/>
                </a:gdLst>
                <a:ahLst/>
                <a:cxnLst>
                  <a:cxn ang="0">
                    <a:pos x="T0" y="T1"/>
                  </a:cxn>
                  <a:cxn ang="0">
                    <a:pos x="T2" y="T3"/>
                  </a:cxn>
                  <a:cxn ang="0">
                    <a:pos x="T4" y="T5"/>
                  </a:cxn>
                  <a:cxn ang="0">
                    <a:pos x="T6" y="T7"/>
                  </a:cxn>
                  <a:cxn ang="0">
                    <a:pos x="T8" y="T9"/>
                  </a:cxn>
                </a:cxnLst>
                <a:rect l="0" t="0" r="r" b="b"/>
                <a:pathLst>
                  <a:path w="5" h="7">
                    <a:moveTo>
                      <a:pt x="3" y="0"/>
                    </a:moveTo>
                    <a:cubicBezTo>
                      <a:pt x="1" y="1"/>
                      <a:pt x="0" y="3"/>
                      <a:pt x="0" y="7"/>
                    </a:cubicBezTo>
                    <a:cubicBezTo>
                      <a:pt x="2" y="7"/>
                      <a:pt x="4" y="7"/>
                      <a:pt x="5" y="7"/>
                    </a:cubicBezTo>
                    <a:cubicBezTo>
                      <a:pt x="5" y="3"/>
                      <a:pt x="3" y="1"/>
                      <a:pt x="3" y="1"/>
                    </a:cubicBezTo>
                    <a:cubicBezTo>
                      <a:pt x="3" y="0"/>
                      <a:pt x="3" y="0"/>
                      <a:pt x="3"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78">
                <a:extLst>
                  <a:ext uri="{FF2B5EF4-FFF2-40B4-BE49-F238E27FC236}">
                    <a16:creationId xmlns:a16="http://schemas.microsoft.com/office/drawing/2014/main" id="{CDCADA37-44E8-42CD-8E1C-E80BD43A1781}"/>
                  </a:ext>
                </a:extLst>
              </p:cNvPr>
              <p:cNvSpPr>
                <a:spLocks/>
              </p:cNvSpPr>
              <p:nvPr/>
            </p:nvSpPr>
            <p:spPr bwMode="auto">
              <a:xfrm>
                <a:off x="4968649" y="3025791"/>
                <a:ext cx="74029" cy="52698"/>
              </a:xfrm>
              <a:custGeom>
                <a:avLst/>
                <a:gdLst>
                  <a:gd name="T0" fmla="*/ 2 w 32"/>
                  <a:gd name="T1" fmla="*/ 7 h 23"/>
                  <a:gd name="T2" fmla="*/ 4 w 32"/>
                  <a:gd name="T3" fmla="*/ 10 h 23"/>
                  <a:gd name="T4" fmla="*/ 8 w 32"/>
                  <a:gd name="T5" fmla="*/ 12 h 23"/>
                  <a:gd name="T6" fmla="*/ 13 w 32"/>
                  <a:gd name="T7" fmla="*/ 15 h 23"/>
                  <a:gd name="T8" fmla="*/ 16 w 32"/>
                  <a:gd name="T9" fmla="*/ 18 h 23"/>
                  <a:gd name="T10" fmla="*/ 19 w 32"/>
                  <a:gd name="T11" fmla="*/ 16 h 23"/>
                  <a:gd name="T12" fmla="*/ 22 w 32"/>
                  <a:gd name="T13" fmla="*/ 20 h 23"/>
                  <a:gd name="T14" fmla="*/ 26 w 32"/>
                  <a:gd name="T15" fmla="*/ 23 h 23"/>
                  <a:gd name="T16" fmla="*/ 27 w 32"/>
                  <a:gd name="T17" fmla="*/ 23 h 23"/>
                  <a:gd name="T18" fmla="*/ 30 w 32"/>
                  <a:gd name="T19" fmla="*/ 16 h 23"/>
                  <a:gd name="T20" fmla="*/ 31 w 32"/>
                  <a:gd name="T21" fmla="*/ 13 h 23"/>
                  <a:gd name="T22" fmla="*/ 29 w 32"/>
                  <a:gd name="T23" fmla="*/ 8 h 23"/>
                  <a:gd name="T24" fmla="*/ 29 w 32"/>
                  <a:gd name="T25" fmla="*/ 8 h 23"/>
                  <a:gd name="T26" fmla="*/ 28 w 32"/>
                  <a:gd name="T27" fmla="*/ 7 h 23"/>
                  <a:gd name="T28" fmla="*/ 22 w 32"/>
                  <a:gd name="T29" fmla="*/ 3 h 23"/>
                  <a:gd name="T30" fmla="*/ 16 w 32"/>
                  <a:gd name="T31" fmla="*/ 2 h 23"/>
                  <a:gd name="T32" fmla="*/ 9 w 32"/>
                  <a:gd name="T33" fmla="*/ 4 h 23"/>
                  <a:gd name="T34" fmla="*/ 6 w 32"/>
                  <a:gd name="T35" fmla="*/ 3 h 23"/>
                  <a:gd name="T36" fmla="*/ 0 w 32"/>
                  <a:gd name="T37" fmla="*/ 6 h 23"/>
                  <a:gd name="T38" fmla="*/ 2 w 32"/>
                  <a:gd name="T39"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 h="23">
                    <a:moveTo>
                      <a:pt x="2" y="7"/>
                    </a:moveTo>
                    <a:cubicBezTo>
                      <a:pt x="2" y="8"/>
                      <a:pt x="4" y="11"/>
                      <a:pt x="4" y="10"/>
                    </a:cubicBezTo>
                    <a:cubicBezTo>
                      <a:pt x="5" y="9"/>
                      <a:pt x="7" y="11"/>
                      <a:pt x="8" y="12"/>
                    </a:cubicBezTo>
                    <a:cubicBezTo>
                      <a:pt x="10" y="13"/>
                      <a:pt x="13" y="14"/>
                      <a:pt x="13" y="15"/>
                    </a:cubicBezTo>
                    <a:cubicBezTo>
                      <a:pt x="14" y="16"/>
                      <a:pt x="14" y="19"/>
                      <a:pt x="16" y="18"/>
                    </a:cubicBezTo>
                    <a:cubicBezTo>
                      <a:pt x="17" y="17"/>
                      <a:pt x="19" y="15"/>
                      <a:pt x="19" y="16"/>
                    </a:cubicBezTo>
                    <a:cubicBezTo>
                      <a:pt x="19" y="18"/>
                      <a:pt x="20" y="20"/>
                      <a:pt x="22" y="20"/>
                    </a:cubicBezTo>
                    <a:cubicBezTo>
                      <a:pt x="23" y="20"/>
                      <a:pt x="24" y="23"/>
                      <a:pt x="26" y="23"/>
                    </a:cubicBezTo>
                    <a:cubicBezTo>
                      <a:pt x="26" y="23"/>
                      <a:pt x="27" y="23"/>
                      <a:pt x="27" y="23"/>
                    </a:cubicBezTo>
                    <a:cubicBezTo>
                      <a:pt x="27" y="19"/>
                      <a:pt x="28" y="17"/>
                      <a:pt x="30" y="16"/>
                    </a:cubicBezTo>
                    <a:cubicBezTo>
                      <a:pt x="30" y="15"/>
                      <a:pt x="31" y="14"/>
                      <a:pt x="31" y="13"/>
                    </a:cubicBezTo>
                    <a:cubicBezTo>
                      <a:pt x="32" y="12"/>
                      <a:pt x="29" y="10"/>
                      <a:pt x="29" y="8"/>
                    </a:cubicBezTo>
                    <a:cubicBezTo>
                      <a:pt x="29" y="8"/>
                      <a:pt x="29" y="8"/>
                      <a:pt x="29" y="8"/>
                    </a:cubicBezTo>
                    <a:cubicBezTo>
                      <a:pt x="29" y="8"/>
                      <a:pt x="28" y="7"/>
                      <a:pt x="28" y="7"/>
                    </a:cubicBezTo>
                    <a:cubicBezTo>
                      <a:pt x="25" y="4"/>
                      <a:pt x="23" y="4"/>
                      <a:pt x="22" y="3"/>
                    </a:cubicBezTo>
                    <a:cubicBezTo>
                      <a:pt x="20" y="1"/>
                      <a:pt x="18" y="0"/>
                      <a:pt x="16" y="2"/>
                    </a:cubicBezTo>
                    <a:cubicBezTo>
                      <a:pt x="15" y="3"/>
                      <a:pt x="11" y="4"/>
                      <a:pt x="9" y="4"/>
                    </a:cubicBezTo>
                    <a:cubicBezTo>
                      <a:pt x="8" y="4"/>
                      <a:pt x="7" y="4"/>
                      <a:pt x="6" y="3"/>
                    </a:cubicBezTo>
                    <a:cubicBezTo>
                      <a:pt x="4" y="4"/>
                      <a:pt x="2" y="5"/>
                      <a:pt x="0" y="6"/>
                    </a:cubicBezTo>
                    <a:cubicBezTo>
                      <a:pt x="1" y="6"/>
                      <a:pt x="1" y="6"/>
                      <a:pt x="2"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79">
                <a:extLst>
                  <a:ext uri="{FF2B5EF4-FFF2-40B4-BE49-F238E27FC236}">
                    <a16:creationId xmlns:a16="http://schemas.microsoft.com/office/drawing/2014/main" id="{F5D02EE1-7058-49F8-8255-A0D49B940DB0}"/>
                  </a:ext>
                </a:extLst>
              </p:cNvPr>
              <p:cNvSpPr>
                <a:spLocks/>
              </p:cNvSpPr>
              <p:nvPr/>
            </p:nvSpPr>
            <p:spPr bwMode="auto">
              <a:xfrm>
                <a:off x="5296132" y="3104839"/>
                <a:ext cx="168133" cy="107906"/>
              </a:xfrm>
              <a:custGeom>
                <a:avLst/>
                <a:gdLst>
                  <a:gd name="T0" fmla="*/ 65 w 73"/>
                  <a:gd name="T1" fmla="*/ 31 h 47"/>
                  <a:gd name="T2" fmla="*/ 62 w 73"/>
                  <a:gd name="T3" fmla="*/ 30 h 47"/>
                  <a:gd name="T4" fmla="*/ 63 w 73"/>
                  <a:gd name="T5" fmla="*/ 29 h 47"/>
                  <a:gd name="T6" fmla="*/ 61 w 73"/>
                  <a:gd name="T7" fmla="*/ 20 h 47"/>
                  <a:gd name="T8" fmla="*/ 56 w 73"/>
                  <a:gd name="T9" fmla="*/ 9 h 47"/>
                  <a:gd name="T10" fmla="*/ 51 w 73"/>
                  <a:gd name="T11" fmla="*/ 0 h 47"/>
                  <a:gd name="T12" fmla="*/ 47 w 73"/>
                  <a:gd name="T13" fmla="*/ 2 h 47"/>
                  <a:gd name="T14" fmla="*/ 42 w 73"/>
                  <a:gd name="T15" fmla="*/ 4 h 47"/>
                  <a:gd name="T16" fmla="*/ 38 w 73"/>
                  <a:gd name="T17" fmla="*/ 5 h 47"/>
                  <a:gd name="T18" fmla="*/ 35 w 73"/>
                  <a:gd name="T19" fmla="*/ 6 h 47"/>
                  <a:gd name="T20" fmla="*/ 30 w 73"/>
                  <a:gd name="T21" fmla="*/ 4 h 47"/>
                  <a:gd name="T22" fmla="*/ 22 w 73"/>
                  <a:gd name="T23" fmla="*/ 3 h 47"/>
                  <a:gd name="T24" fmla="*/ 19 w 73"/>
                  <a:gd name="T25" fmla="*/ 3 h 47"/>
                  <a:gd name="T26" fmla="*/ 18 w 73"/>
                  <a:gd name="T27" fmla="*/ 5 h 47"/>
                  <a:gd name="T28" fmla="*/ 13 w 73"/>
                  <a:gd name="T29" fmla="*/ 8 h 47"/>
                  <a:gd name="T30" fmla="*/ 5 w 73"/>
                  <a:gd name="T31" fmla="*/ 20 h 47"/>
                  <a:gd name="T32" fmla="*/ 0 w 73"/>
                  <a:gd name="T33" fmla="*/ 24 h 47"/>
                  <a:gd name="T34" fmla="*/ 3 w 73"/>
                  <a:gd name="T35" fmla="*/ 29 h 47"/>
                  <a:gd name="T36" fmla="*/ 6 w 73"/>
                  <a:gd name="T37" fmla="*/ 31 h 47"/>
                  <a:gd name="T38" fmla="*/ 7 w 73"/>
                  <a:gd name="T39" fmla="*/ 36 h 47"/>
                  <a:gd name="T40" fmla="*/ 16 w 73"/>
                  <a:gd name="T41" fmla="*/ 39 h 47"/>
                  <a:gd name="T42" fmla="*/ 16 w 73"/>
                  <a:gd name="T43" fmla="*/ 43 h 47"/>
                  <a:gd name="T44" fmla="*/ 21 w 73"/>
                  <a:gd name="T45" fmla="*/ 46 h 47"/>
                  <a:gd name="T46" fmla="*/ 30 w 73"/>
                  <a:gd name="T47" fmla="*/ 47 h 47"/>
                  <a:gd name="T48" fmla="*/ 38 w 73"/>
                  <a:gd name="T49" fmla="*/ 47 h 47"/>
                  <a:gd name="T50" fmla="*/ 44 w 73"/>
                  <a:gd name="T51" fmla="*/ 45 h 47"/>
                  <a:gd name="T52" fmla="*/ 53 w 73"/>
                  <a:gd name="T53" fmla="*/ 43 h 47"/>
                  <a:gd name="T54" fmla="*/ 60 w 73"/>
                  <a:gd name="T55" fmla="*/ 45 h 47"/>
                  <a:gd name="T56" fmla="*/ 65 w 73"/>
                  <a:gd name="T57" fmla="*/ 47 h 47"/>
                  <a:gd name="T58" fmla="*/ 65 w 73"/>
                  <a:gd name="T59" fmla="*/ 43 h 47"/>
                  <a:gd name="T60" fmla="*/ 69 w 73"/>
                  <a:gd name="T61" fmla="*/ 36 h 47"/>
                  <a:gd name="T62" fmla="*/ 73 w 73"/>
                  <a:gd name="T63" fmla="*/ 32 h 47"/>
                  <a:gd name="T64" fmla="*/ 73 w 73"/>
                  <a:gd name="T65" fmla="*/ 32 h 47"/>
                  <a:gd name="T66" fmla="*/ 70 w 73"/>
                  <a:gd name="T67" fmla="*/ 30 h 47"/>
                  <a:gd name="T68" fmla="*/ 65 w 73"/>
                  <a:gd name="T69" fmla="*/ 3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3" h="47">
                    <a:moveTo>
                      <a:pt x="65" y="31"/>
                    </a:moveTo>
                    <a:cubicBezTo>
                      <a:pt x="64" y="31"/>
                      <a:pt x="62" y="31"/>
                      <a:pt x="62" y="30"/>
                    </a:cubicBezTo>
                    <a:cubicBezTo>
                      <a:pt x="62" y="30"/>
                      <a:pt x="63" y="29"/>
                      <a:pt x="63" y="29"/>
                    </a:cubicBezTo>
                    <a:cubicBezTo>
                      <a:pt x="60" y="28"/>
                      <a:pt x="60" y="22"/>
                      <a:pt x="61" y="20"/>
                    </a:cubicBezTo>
                    <a:cubicBezTo>
                      <a:pt x="63" y="18"/>
                      <a:pt x="58" y="12"/>
                      <a:pt x="56" y="9"/>
                    </a:cubicBezTo>
                    <a:cubicBezTo>
                      <a:pt x="55" y="8"/>
                      <a:pt x="53" y="4"/>
                      <a:pt x="51" y="0"/>
                    </a:cubicBezTo>
                    <a:cubicBezTo>
                      <a:pt x="49" y="1"/>
                      <a:pt x="47" y="1"/>
                      <a:pt x="47" y="2"/>
                    </a:cubicBezTo>
                    <a:cubicBezTo>
                      <a:pt x="46" y="3"/>
                      <a:pt x="44" y="4"/>
                      <a:pt x="42" y="4"/>
                    </a:cubicBezTo>
                    <a:cubicBezTo>
                      <a:pt x="41" y="4"/>
                      <a:pt x="40" y="3"/>
                      <a:pt x="38" y="5"/>
                    </a:cubicBezTo>
                    <a:cubicBezTo>
                      <a:pt x="37" y="6"/>
                      <a:pt x="35" y="6"/>
                      <a:pt x="35" y="6"/>
                    </a:cubicBezTo>
                    <a:cubicBezTo>
                      <a:pt x="34" y="5"/>
                      <a:pt x="32" y="4"/>
                      <a:pt x="30" y="4"/>
                    </a:cubicBezTo>
                    <a:cubicBezTo>
                      <a:pt x="28" y="4"/>
                      <a:pt x="23" y="3"/>
                      <a:pt x="22" y="3"/>
                    </a:cubicBezTo>
                    <a:cubicBezTo>
                      <a:pt x="21" y="3"/>
                      <a:pt x="20" y="3"/>
                      <a:pt x="19" y="3"/>
                    </a:cubicBezTo>
                    <a:cubicBezTo>
                      <a:pt x="19" y="4"/>
                      <a:pt x="19" y="4"/>
                      <a:pt x="18" y="5"/>
                    </a:cubicBezTo>
                    <a:cubicBezTo>
                      <a:pt x="17" y="6"/>
                      <a:pt x="14" y="7"/>
                      <a:pt x="13" y="8"/>
                    </a:cubicBezTo>
                    <a:cubicBezTo>
                      <a:pt x="12" y="9"/>
                      <a:pt x="8" y="18"/>
                      <a:pt x="5" y="20"/>
                    </a:cubicBezTo>
                    <a:cubicBezTo>
                      <a:pt x="3" y="23"/>
                      <a:pt x="1" y="23"/>
                      <a:pt x="0" y="24"/>
                    </a:cubicBezTo>
                    <a:cubicBezTo>
                      <a:pt x="0" y="25"/>
                      <a:pt x="3" y="27"/>
                      <a:pt x="3" y="29"/>
                    </a:cubicBezTo>
                    <a:cubicBezTo>
                      <a:pt x="3" y="30"/>
                      <a:pt x="4" y="31"/>
                      <a:pt x="6" y="31"/>
                    </a:cubicBezTo>
                    <a:cubicBezTo>
                      <a:pt x="8" y="31"/>
                      <a:pt x="6" y="36"/>
                      <a:pt x="7" y="36"/>
                    </a:cubicBezTo>
                    <a:cubicBezTo>
                      <a:pt x="8" y="37"/>
                      <a:pt x="16" y="37"/>
                      <a:pt x="16" y="39"/>
                    </a:cubicBezTo>
                    <a:cubicBezTo>
                      <a:pt x="16" y="41"/>
                      <a:pt x="17" y="42"/>
                      <a:pt x="16" y="43"/>
                    </a:cubicBezTo>
                    <a:cubicBezTo>
                      <a:pt x="19" y="43"/>
                      <a:pt x="20" y="46"/>
                      <a:pt x="21" y="46"/>
                    </a:cubicBezTo>
                    <a:cubicBezTo>
                      <a:pt x="22" y="46"/>
                      <a:pt x="28" y="47"/>
                      <a:pt x="30" y="47"/>
                    </a:cubicBezTo>
                    <a:cubicBezTo>
                      <a:pt x="31" y="46"/>
                      <a:pt x="36" y="47"/>
                      <a:pt x="38" y="47"/>
                    </a:cubicBezTo>
                    <a:cubicBezTo>
                      <a:pt x="40" y="47"/>
                      <a:pt x="42" y="46"/>
                      <a:pt x="44" y="45"/>
                    </a:cubicBezTo>
                    <a:cubicBezTo>
                      <a:pt x="45" y="43"/>
                      <a:pt x="51" y="43"/>
                      <a:pt x="53" y="43"/>
                    </a:cubicBezTo>
                    <a:cubicBezTo>
                      <a:pt x="55" y="43"/>
                      <a:pt x="59" y="44"/>
                      <a:pt x="60" y="45"/>
                    </a:cubicBezTo>
                    <a:cubicBezTo>
                      <a:pt x="60" y="45"/>
                      <a:pt x="62" y="46"/>
                      <a:pt x="65" y="47"/>
                    </a:cubicBezTo>
                    <a:cubicBezTo>
                      <a:pt x="65" y="46"/>
                      <a:pt x="65" y="44"/>
                      <a:pt x="65" y="43"/>
                    </a:cubicBezTo>
                    <a:cubicBezTo>
                      <a:pt x="65" y="40"/>
                      <a:pt x="66" y="37"/>
                      <a:pt x="69" y="36"/>
                    </a:cubicBezTo>
                    <a:cubicBezTo>
                      <a:pt x="71" y="36"/>
                      <a:pt x="73" y="36"/>
                      <a:pt x="73" y="32"/>
                    </a:cubicBezTo>
                    <a:cubicBezTo>
                      <a:pt x="73" y="32"/>
                      <a:pt x="73" y="32"/>
                      <a:pt x="73" y="32"/>
                    </a:cubicBezTo>
                    <a:cubicBezTo>
                      <a:pt x="72" y="31"/>
                      <a:pt x="70" y="30"/>
                      <a:pt x="70" y="30"/>
                    </a:cubicBezTo>
                    <a:cubicBezTo>
                      <a:pt x="69" y="30"/>
                      <a:pt x="66" y="32"/>
                      <a:pt x="65"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80">
                <a:extLst>
                  <a:ext uri="{FF2B5EF4-FFF2-40B4-BE49-F238E27FC236}">
                    <a16:creationId xmlns:a16="http://schemas.microsoft.com/office/drawing/2014/main" id="{073ED889-686E-41A6-8069-20F6CAA2DC4A}"/>
                  </a:ext>
                </a:extLst>
              </p:cNvPr>
              <p:cNvSpPr>
                <a:spLocks/>
              </p:cNvSpPr>
              <p:nvPr/>
            </p:nvSpPr>
            <p:spPr bwMode="auto">
              <a:xfrm>
                <a:off x="5414076" y="3099820"/>
                <a:ext cx="57717" cy="71519"/>
              </a:xfrm>
              <a:custGeom>
                <a:avLst/>
                <a:gdLst>
                  <a:gd name="T0" fmla="*/ 18 w 25"/>
                  <a:gd name="T1" fmla="*/ 8 h 31"/>
                  <a:gd name="T2" fmla="*/ 12 w 25"/>
                  <a:gd name="T3" fmla="*/ 4 h 31"/>
                  <a:gd name="T4" fmla="*/ 6 w 25"/>
                  <a:gd name="T5" fmla="*/ 0 h 31"/>
                  <a:gd name="T6" fmla="*/ 0 w 25"/>
                  <a:gd name="T7" fmla="*/ 2 h 31"/>
                  <a:gd name="T8" fmla="*/ 5 w 25"/>
                  <a:gd name="T9" fmla="*/ 11 h 31"/>
                  <a:gd name="T10" fmla="*/ 10 w 25"/>
                  <a:gd name="T11" fmla="*/ 22 h 31"/>
                  <a:gd name="T12" fmla="*/ 12 w 25"/>
                  <a:gd name="T13" fmla="*/ 31 h 31"/>
                  <a:gd name="T14" fmla="*/ 16 w 25"/>
                  <a:gd name="T15" fmla="*/ 24 h 31"/>
                  <a:gd name="T16" fmla="*/ 19 w 25"/>
                  <a:gd name="T17" fmla="*/ 21 h 31"/>
                  <a:gd name="T18" fmla="*/ 25 w 25"/>
                  <a:gd name="T19" fmla="*/ 22 h 31"/>
                  <a:gd name="T20" fmla="*/ 23 w 25"/>
                  <a:gd name="T21" fmla="*/ 16 h 31"/>
                  <a:gd name="T22" fmla="*/ 18 w 25"/>
                  <a:gd name="T23" fmla="*/ 8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31">
                    <a:moveTo>
                      <a:pt x="18" y="8"/>
                    </a:moveTo>
                    <a:cubicBezTo>
                      <a:pt x="17" y="5"/>
                      <a:pt x="14" y="4"/>
                      <a:pt x="12" y="4"/>
                    </a:cubicBezTo>
                    <a:cubicBezTo>
                      <a:pt x="10" y="4"/>
                      <a:pt x="8" y="0"/>
                      <a:pt x="6" y="0"/>
                    </a:cubicBezTo>
                    <a:cubicBezTo>
                      <a:pt x="5" y="1"/>
                      <a:pt x="2" y="1"/>
                      <a:pt x="0" y="2"/>
                    </a:cubicBezTo>
                    <a:cubicBezTo>
                      <a:pt x="2" y="6"/>
                      <a:pt x="4" y="10"/>
                      <a:pt x="5" y="11"/>
                    </a:cubicBezTo>
                    <a:cubicBezTo>
                      <a:pt x="7" y="14"/>
                      <a:pt x="12" y="20"/>
                      <a:pt x="10" y="22"/>
                    </a:cubicBezTo>
                    <a:cubicBezTo>
                      <a:pt x="9" y="24"/>
                      <a:pt x="9" y="30"/>
                      <a:pt x="12" y="31"/>
                    </a:cubicBezTo>
                    <a:cubicBezTo>
                      <a:pt x="13" y="30"/>
                      <a:pt x="16" y="26"/>
                      <a:pt x="16" y="24"/>
                    </a:cubicBezTo>
                    <a:cubicBezTo>
                      <a:pt x="16" y="23"/>
                      <a:pt x="16" y="20"/>
                      <a:pt x="19" y="21"/>
                    </a:cubicBezTo>
                    <a:cubicBezTo>
                      <a:pt x="22" y="21"/>
                      <a:pt x="25" y="23"/>
                      <a:pt x="25" y="22"/>
                    </a:cubicBezTo>
                    <a:cubicBezTo>
                      <a:pt x="25" y="21"/>
                      <a:pt x="24" y="18"/>
                      <a:pt x="23" y="16"/>
                    </a:cubicBezTo>
                    <a:cubicBezTo>
                      <a:pt x="22" y="15"/>
                      <a:pt x="19" y="11"/>
                      <a:pt x="18"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81">
                <a:extLst>
                  <a:ext uri="{FF2B5EF4-FFF2-40B4-BE49-F238E27FC236}">
                    <a16:creationId xmlns:a16="http://schemas.microsoft.com/office/drawing/2014/main" id="{18ED64BF-A2CD-474D-AB05-053D599BA6BE}"/>
                  </a:ext>
                </a:extLst>
              </p:cNvPr>
              <p:cNvSpPr>
                <a:spLocks/>
              </p:cNvSpPr>
              <p:nvPr/>
            </p:nvSpPr>
            <p:spPr bwMode="auto">
              <a:xfrm>
                <a:off x="5328755" y="3203962"/>
                <a:ext cx="117944" cy="61482"/>
              </a:xfrm>
              <a:custGeom>
                <a:avLst/>
                <a:gdLst>
                  <a:gd name="T0" fmla="*/ 39 w 51"/>
                  <a:gd name="T1" fmla="*/ 0 h 27"/>
                  <a:gd name="T2" fmla="*/ 30 w 51"/>
                  <a:gd name="T3" fmla="*/ 2 h 27"/>
                  <a:gd name="T4" fmla="*/ 24 w 51"/>
                  <a:gd name="T5" fmla="*/ 4 h 27"/>
                  <a:gd name="T6" fmla="*/ 16 w 51"/>
                  <a:gd name="T7" fmla="*/ 4 h 27"/>
                  <a:gd name="T8" fmla="*/ 7 w 51"/>
                  <a:gd name="T9" fmla="*/ 3 h 27"/>
                  <a:gd name="T10" fmla="*/ 2 w 51"/>
                  <a:gd name="T11" fmla="*/ 0 h 27"/>
                  <a:gd name="T12" fmla="*/ 2 w 51"/>
                  <a:gd name="T13" fmla="*/ 0 h 27"/>
                  <a:gd name="T14" fmla="*/ 2 w 51"/>
                  <a:gd name="T15" fmla="*/ 6 h 27"/>
                  <a:gd name="T16" fmla="*/ 4 w 51"/>
                  <a:gd name="T17" fmla="*/ 11 h 27"/>
                  <a:gd name="T18" fmla="*/ 2 w 51"/>
                  <a:gd name="T19" fmla="*/ 14 h 27"/>
                  <a:gd name="T20" fmla="*/ 2 w 51"/>
                  <a:gd name="T21" fmla="*/ 18 h 27"/>
                  <a:gd name="T22" fmla="*/ 6 w 51"/>
                  <a:gd name="T23" fmla="*/ 23 h 27"/>
                  <a:gd name="T24" fmla="*/ 8 w 51"/>
                  <a:gd name="T25" fmla="*/ 26 h 27"/>
                  <a:gd name="T26" fmla="*/ 18 w 51"/>
                  <a:gd name="T27" fmla="*/ 26 h 27"/>
                  <a:gd name="T28" fmla="*/ 27 w 51"/>
                  <a:gd name="T29" fmla="*/ 27 h 27"/>
                  <a:gd name="T30" fmla="*/ 30 w 51"/>
                  <a:gd name="T31" fmla="*/ 25 h 27"/>
                  <a:gd name="T32" fmla="*/ 34 w 51"/>
                  <a:gd name="T33" fmla="*/ 24 h 27"/>
                  <a:gd name="T34" fmla="*/ 34 w 51"/>
                  <a:gd name="T35" fmla="*/ 21 h 27"/>
                  <a:gd name="T36" fmla="*/ 42 w 51"/>
                  <a:gd name="T37" fmla="*/ 21 h 27"/>
                  <a:gd name="T38" fmla="*/ 45 w 51"/>
                  <a:gd name="T39" fmla="*/ 21 h 27"/>
                  <a:gd name="T40" fmla="*/ 44 w 51"/>
                  <a:gd name="T41" fmla="*/ 19 h 27"/>
                  <a:gd name="T42" fmla="*/ 43 w 51"/>
                  <a:gd name="T43" fmla="*/ 13 h 27"/>
                  <a:gd name="T44" fmla="*/ 49 w 51"/>
                  <a:gd name="T45" fmla="*/ 6 h 27"/>
                  <a:gd name="T46" fmla="*/ 51 w 51"/>
                  <a:gd name="T47" fmla="*/ 4 h 27"/>
                  <a:gd name="T48" fmla="*/ 46 w 51"/>
                  <a:gd name="T49" fmla="*/ 2 h 27"/>
                  <a:gd name="T50" fmla="*/ 39 w 51"/>
                  <a:gd name="T5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27">
                    <a:moveTo>
                      <a:pt x="39" y="0"/>
                    </a:moveTo>
                    <a:cubicBezTo>
                      <a:pt x="37" y="0"/>
                      <a:pt x="31" y="0"/>
                      <a:pt x="30" y="2"/>
                    </a:cubicBezTo>
                    <a:cubicBezTo>
                      <a:pt x="28" y="3"/>
                      <a:pt x="26" y="4"/>
                      <a:pt x="24" y="4"/>
                    </a:cubicBezTo>
                    <a:cubicBezTo>
                      <a:pt x="22" y="4"/>
                      <a:pt x="17" y="3"/>
                      <a:pt x="16" y="4"/>
                    </a:cubicBezTo>
                    <a:cubicBezTo>
                      <a:pt x="14" y="4"/>
                      <a:pt x="8" y="3"/>
                      <a:pt x="7" y="3"/>
                    </a:cubicBezTo>
                    <a:cubicBezTo>
                      <a:pt x="6" y="3"/>
                      <a:pt x="5" y="0"/>
                      <a:pt x="2" y="0"/>
                    </a:cubicBezTo>
                    <a:cubicBezTo>
                      <a:pt x="2" y="0"/>
                      <a:pt x="2" y="0"/>
                      <a:pt x="2" y="0"/>
                    </a:cubicBezTo>
                    <a:cubicBezTo>
                      <a:pt x="0" y="2"/>
                      <a:pt x="0" y="4"/>
                      <a:pt x="2" y="6"/>
                    </a:cubicBezTo>
                    <a:cubicBezTo>
                      <a:pt x="4" y="8"/>
                      <a:pt x="6" y="11"/>
                      <a:pt x="4" y="11"/>
                    </a:cubicBezTo>
                    <a:cubicBezTo>
                      <a:pt x="3" y="11"/>
                      <a:pt x="1" y="13"/>
                      <a:pt x="2" y="14"/>
                    </a:cubicBezTo>
                    <a:cubicBezTo>
                      <a:pt x="2" y="15"/>
                      <a:pt x="1" y="18"/>
                      <a:pt x="2" y="18"/>
                    </a:cubicBezTo>
                    <a:cubicBezTo>
                      <a:pt x="2" y="19"/>
                      <a:pt x="6" y="22"/>
                      <a:pt x="6" y="23"/>
                    </a:cubicBezTo>
                    <a:cubicBezTo>
                      <a:pt x="6" y="24"/>
                      <a:pt x="8" y="25"/>
                      <a:pt x="8" y="26"/>
                    </a:cubicBezTo>
                    <a:cubicBezTo>
                      <a:pt x="11" y="25"/>
                      <a:pt x="17" y="25"/>
                      <a:pt x="18" y="26"/>
                    </a:cubicBezTo>
                    <a:cubicBezTo>
                      <a:pt x="20" y="27"/>
                      <a:pt x="27" y="27"/>
                      <a:pt x="27" y="27"/>
                    </a:cubicBezTo>
                    <a:cubicBezTo>
                      <a:pt x="29" y="27"/>
                      <a:pt x="31" y="27"/>
                      <a:pt x="30" y="25"/>
                    </a:cubicBezTo>
                    <a:cubicBezTo>
                      <a:pt x="30" y="24"/>
                      <a:pt x="32" y="24"/>
                      <a:pt x="34" y="24"/>
                    </a:cubicBezTo>
                    <a:cubicBezTo>
                      <a:pt x="34" y="22"/>
                      <a:pt x="33" y="22"/>
                      <a:pt x="34" y="21"/>
                    </a:cubicBezTo>
                    <a:cubicBezTo>
                      <a:pt x="35" y="21"/>
                      <a:pt x="40" y="20"/>
                      <a:pt x="42" y="21"/>
                    </a:cubicBezTo>
                    <a:cubicBezTo>
                      <a:pt x="43" y="22"/>
                      <a:pt x="44" y="21"/>
                      <a:pt x="45" y="21"/>
                    </a:cubicBezTo>
                    <a:cubicBezTo>
                      <a:pt x="45" y="20"/>
                      <a:pt x="45" y="19"/>
                      <a:pt x="44" y="19"/>
                    </a:cubicBezTo>
                    <a:cubicBezTo>
                      <a:pt x="43" y="19"/>
                      <a:pt x="41" y="13"/>
                      <a:pt x="43" y="13"/>
                    </a:cubicBezTo>
                    <a:cubicBezTo>
                      <a:pt x="44" y="12"/>
                      <a:pt x="46" y="7"/>
                      <a:pt x="49" y="6"/>
                    </a:cubicBezTo>
                    <a:cubicBezTo>
                      <a:pt x="50" y="6"/>
                      <a:pt x="50" y="5"/>
                      <a:pt x="51" y="4"/>
                    </a:cubicBezTo>
                    <a:cubicBezTo>
                      <a:pt x="48" y="3"/>
                      <a:pt x="46" y="2"/>
                      <a:pt x="46" y="2"/>
                    </a:cubicBezTo>
                    <a:cubicBezTo>
                      <a:pt x="45" y="1"/>
                      <a:pt x="41" y="0"/>
                      <a:pt x="39"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82">
                <a:extLst>
                  <a:ext uri="{FF2B5EF4-FFF2-40B4-BE49-F238E27FC236}">
                    <a16:creationId xmlns:a16="http://schemas.microsoft.com/office/drawing/2014/main" id="{9F789697-920B-40A2-AF86-EA13CC8CBE39}"/>
                  </a:ext>
                </a:extLst>
              </p:cNvPr>
              <p:cNvSpPr>
                <a:spLocks/>
              </p:cNvSpPr>
              <p:nvPr/>
            </p:nvSpPr>
            <p:spPr bwMode="auto">
              <a:xfrm>
                <a:off x="5296132" y="3242858"/>
                <a:ext cx="51444" cy="33878"/>
              </a:xfrm>
              <a:custGeom>
                <a:avLst/>
                <a:gdLst>
                  <a:gd name="T0" fmla="*/ 5 w 22"/>
                  <a:gd name="T1" fmla="*/ 15 h 15"/>
                  <a:gd name="T2" fmla="*/ 5 w 22"/>
                  <a:gd name="T3" fmla="*/ 15 h 15"/>
                  <a:gd name="T4" fmla="*/ 5 w 22"/>
                  <a:gd name="T5" fmla="*/ 15 h 15"/>
                  <a:gd name="T6" fmla="*/ 5 w 22"/>
                  <a:gd name="T7" fmla="*/ 15 h 15"/>
                  <a:gd name="T8" fmla="*/ 6 w 22"/>
                  <a:gd name="T9" fmla="*/ 15 h 15"/>
                  <a:gd name="T10" fmla="*/ 6 w 22"/>
                  <a:gd name="T11" fmla="*/ 15 h 15"/>
                  <a:gd name="T12" fmla="*/ 8 w 22"/>
                  <a:gd name="T13" fmla="*/ 15 h 15"/>
                  <a:gd name="T14" fmla="*/ 9 w 22"/>
                  <a:gd name="T15" fmla="*/ 15 h 15"/>
                  <a:gd name="T16" fmla="*/ 9 w 22"/>
                  <a:gd name="T17" fmla="*/ 15 h 15"/>
                  <a:gd name="T18" fmla="*/ 9 w 22"/>
                  <a:gd name="T19" fmla="*/ 15 h 15"/>
                  <a:gd name="T20" fmla="*/ 10 w 22"/>
                  <a:gd name="T21" fmla="*/ 15 h 15"/>
                  <a:gd name="T22" fmla="*/ 14 w 22"/>
                  <a:gd name="T23" fmla="*/ 13 h 15"/>
                  <a:gd name="T24" fmla="*/ 21 w 22"/>
                  <a:gd name="T25" fmla="*/ 9 h 15"/>
                  <a:gd name="T26" fmla="*/ 22 w 22"/>
                  <a:gd name="T27" fmla="*/ 9 h 15"/>
                  <a:gd name="T28" fmla="*/ 20 w 22"/>
                  <a:gd name="T29" fmla="*/ 6 h 15"/>
                  <a:gd name="T30" fmla="*/ 16 w 22"/>
                  <a:gd name="T31" fmla="*/ 1 h 15"/>
                  <a:gd name="T32" fmla="*/ 15 w 22"/>
                  <a:gd name="T33" fmla="*/ 1 h 15"/>
                  <a:gd name="T34" fmla="*/ 15 w 22"/>
                  <a:gd name="T35" fmla="*/ 1 h 15"/>
                  <a:gd name="T36" fmla="*/ 15 w 22"/>
                  <a:gd name="T37" fmla="*/ 0 h 15"/>
                  <a:gd name="T38" fmla="*/ 2 w 22"/>
                  <a:gd name="T39" fmla="*/ 2 h 15"/>
                  <a:gd name="T40" fmla="*/ 1 w 22"/>
                  <a:gd name="T41" fmla="*/ 2 h 15"/>
                  <a:gd name="T42" fmla="*/ 0 w 22"/>
                  <a:gd name="T43" fmla="*/ 10 h 15"/>
                  <a:gd name="T44" fmla="*/ 5 w 22"/>
                  <a:gd name="T45"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15">
                    <a:moveTo>
                      <a:pt x="5" y="15"/>
                    </a:moveTo>
                    <a:cubicBezTo>
                      <a:pt x="5" y="15"/>
                      <a:pt x="5" y="15"/>
                      <a:pt x="5" y="15"/>
                    </a:cubicBezTo>
                    <a:cubicBezTo>
                      <a:pt x="5" y="15"/>
                      <a:pt x="5" y="15"/>
                      <a:pt x="5" y="15"/>
                    </a:cubicBezTo>
                    <a:cubicBezTo>
                      <a:pt x="5" y="15"/>
                      <a:pt x="5" y="15"/>
                      <a:pt x="5" y="15"/>
                    </a:cubicBezTo>
                    <a:cubicBezTo>
                      <a:pt x="5" y="15"/>
                      <a:pt x="6" y="15"/>
                      <a:pt x="6" y="15"/>
                    </a:cubicBezTo>
                    <a:cubicBezTo>
                      <a:pt x="6" y="15"/>
                      <a:pt x="6" y="15"/>
                      <a:pt x="6" y="15"/>
                    </a:cubicBezTo>
                    <a:cubicBezTo>
                      <a:pt x="6" y="15"/>
                      <a:pt x="7" y="15"/>
                      <a:pt x="8" y="15"/>
                    </a:cubicBezTo>
                    <a:cubicBezTo>
                      <a:pt x="8" y="15"/>
                      <a:pt x="8" y="15"/>
                      <a:pt x="9" y="15"/>
                    </a:cubicBezTo>
                    <a:cubicBezTo>
                      <a:pt x="9" y="15"/>
                      <a:pt x="9" y="15"/>
                      <a:pt x="9" y="15"/>
                    </a:cubicBezTo>
                    <a:cubicBezTo>
                      <a:pt x="9" y="15"/>
                      <a:pt x="9" y="15"/>
                      <a:pt x="9" y="15"/>
                    </a:cubicBezTo>
                    <a:cubicBezTo>
                      <a:pt x="10" y="15"/>
                      <a:pt x="10" y="15"/>
                      <a:pt x="10" y="15"/>
                    </a:cubicBezTo>
                    <a:cubicBezTo>
                      <a:pt x="12" y="14"/>
                      <a:pt x="13" y="12"/>
                      <a:pt x="14" y="13"/>
                    </a:cubicBezTo>
                    <a:cubicBezTo>
                      <a:pt x="15" y="13"/>
                      <a:pt x="21" y="10"/>
                      <a:pt x="21" y="9"/>
                    </a:cubicBezTo>
                    <a:cubicBezTo>
                      <a:pt x="22" y="9"/>
                      <a:pt x="22" y="9"/>
                      <a:pt x="22" y="9"/>
                    </a:cubicBezTo>
                    <a:cubicBezTo>
                      <a:pt x="22" y="8"/>
                      <a:pt x="20" y="7"/>
                      <a:pt x="20" y="6"/>
                    </a:cubicBezTo>
                    <a:cubicBezTo>
                      <a:pt x="20" y="5"/>
                      <a:pt x="16" y="2"/>
                      <a:pt x="16" y="1"/>
                    </a:cubicBezTo>
                    <a:cubicBezTo>
                      <a:pt x="15" y="1"/>
                      <a:pt x="15" y="1"/>
                      <a:pt x="15" y="1"/>
                    </a:cubicBezTo>
                    <a:cubicBezTo>
                      <a:pt x="15" y="1"/>
                      <a:pt x="15" y="1"/>
                      <a:pt x="15" y="1"/>
                    </a:cubicBezTo>
                    <a:cubicBezTo>
                      <a:pt x="15" y="0"/>
                      <a:pt x="15" y="0"/>
                      <a:pt x="15" y="0"/>
                    </a:cubicBezTo>
                    <a:cubicBezTo>
                      <a:pt x="10" y="1"/>
                      <a:pt x="2" y="2"/>
                      <a:pt x="2" y="2"/>
                    </a:cubicBezTo>
                    <a:cubicBezTo>
                      <a:pt x="2" y="2"/>
                      <a:pt x="1" y="2"/>
                      <a:pt x="1" y="2"/>
                    </a:cubicBezTo>
                    <a:cubicBezTo>
                      <a:pt x="0" y="5"/>
                      <a:pt x="0" y="8"/>
                      <a:pt x="0" y="10"/>
                    </a:cubicBezTo>
                    <a:cubicBezTo>
                      <a:pt x="1" y="12"/>
                      <a:pt x="2" y="14"/>
                      <a:pt x="5"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83">
                <a:extLst>
                  <a:ext uri="{FF2B5EF4-FFF2-40B4-BE49-F238E27FC236}">
                    <a16:creationId xmlns:a16="http://schemas.microsoft.com/office/drawing/2014/main" id="{AE521EE0-4FFF-4BC3-8446-B5C0DD4D4E4B}"/>
                  </a:ext>
                </a:extLst>
              </p:cNvPr>
              <p:cNvSpPr>
                <a:spLocks/>
              </p:cNvSpPr>
              <p:nvPr/>
            </p:nvSpPr>
            <p:spPr bwMode="auto">
              <a:xfrm>
                <a:off x="5328755" y="3005715"/>
                <a:ext cx="329993" cy="190718"/>
              </a:xfrm>
              <a:custGeom>
                <a:avLst/>
                <a:gdLst>
                  <a:gd name="T0" fmla="*/ 134 w 143"/>
                  <a:gd name="T1" fmla="*/ 48 h 83"/>
                  <a:gd name="T2" fmla="*/ 142 w 143"/>
                  <a:gd name="T3" fmla="*/ 43 h 83"/>
                  <a:gd name="T4" fmla="*/ 143 w 143"/>
                  <a:gd name="T5" fmla="*/ 38 h 83"/>
                  <a:gd name="T6" fmla="*/ 143 w 143"/>
                  <a:gd name="T7" fmla="*/ 32 h 83"/>
                  <a:gd name="T8" fmla="*/ 132 w 143"/>
                  <a:gd name="T9" fmla="*/ 28 h 83"/>
                  <a:gd name="T10" fmla="*/ 122 w 143"/>
                  <a:gd name="T11" fmla="*/ 22 h 83"/>
                  <a:gd name="T12" fmla="*/ 113 w 143"/>
                  <a:gd name="T13" fmla="*/ 23 h 83"/>
                  <a:gd name="T14" fmla="*/ 106 w 143"/>
                  <a:gd name="T15" fmla="*/ 20 h 83"/>
                  <a:gd name="T16" fmla="*/ 97 w 143"/>
                  <a:gd name="T17" fmla="*/ 12 h 83"/>
                  <a:gd name="T18" fmla="*/ 94 w 143"/>
                  <a:gd name="T19" fmla="*/ 1 h 83"/>
                  <a:gd name="T20" fmla="*/ 82 w 143"/>
                  <a:gd name="T21" fmla="*/ 1 h 83"/>
                  <a:gd name="T22" fmla="*/ 76 w 143"/>
                  <a:gd name="T23" fmla="*/ 2 h 83"/>
                  <a:gd name="T24" fmla="*/ 66 w 143"/>
                  <a:gd name="T25" fmla="*/ 8 h 83"/>
                  <a:gd name="T26" fmla="*/ 57 w 143"/>
                  <a:gd name="T27" fmla="*/ 10 h 83"/>
                  <a:gd name="T28" fmla="*/ 47 w 143"/>
                  <a:gd name="T29" fmla="*/ 8 h 83"/>
                  <a:gd name="T30" fmla="*/ 34 w 143"/>
                  <a:gd name="T31" fmla="*/ 6 h 83"/>
                  <a:gd name="T32" fmla="*/ 15 w 143"/>
                  <a:gd name="T33" fmla="*/ 8 h 83"/>
                  <a:gd name="T34" fmla="*/ 11 w 143"/>
                  <a:gd name="T35" fmla="*/ 11 h 83"/>
                  <a:gd name="T36" fmla="*/ 11 w 143"/>
                  <a:gd name="T37" fmla="*/ 22 h 83"/>
                  <a:gd name="T38" fmla="*/ 4 w 143"/>
                  <a:gd name="T39" fmla="*/ 35 h 83"/>
                  <a:gd name="T40" fmla="*/ 4 w 143"/>
                  <a:gd name="T41" fmla="*/ 45 h 83"/>
                  <a:gd name="T42" fmla="*/ 8 w 143"/>
                  <a:gd name="T43" fmla="*/ 46 h 83"/>
                  <a:gd name="T44" fmla="*/ 21 w 143"/>
                  <a:gd name="T45" fmla="*/ 49 h 83"/>
                  <a:gd name="T46" fmla="*/ 28 w 143"/>
                  <a:gd name="T47" fmla="*/ 47 h 83"/>
                  <a:gd name="T48" fmla="*/ 43 w 143"/>
                  <a:gd name="T49" fmla="*/ 41 h 83"/>
                  <a:gd name="T50" fmla="*/ 55 w 143"/>
                  <a:gd name="T51" fmla="*/ 49 h 83"/>
                  <a:gd name="T52" fmla="*/ 62 w 143"/>
                  <a:gd name="T53" fmla="*/ 63 h 83"/>
                  <a:gd name="T54" fmla="*/ 53 w 143"/>
                  <a:gd name="T55" fmla="*/ 65 h 83"/>
                  <a:gd name="T56" fmla="*/ 51 w 143"/>
                  <a:gd name="T57" fmla="*/ 74 h 83"/>
                  <a:gd name="T58" fmla="*/ 59 w 143"/>
                  <a:gd name="T59" fmla="*/ 75 h 83"/>
                  <a:gd name="T60" fmla="*/ 70 w 143"/>
                  <a:gd name="T61" fmla="*/ 60 h 83"/>
                  <a:gd name="T62" fmla="*/ 79 w 143"/>
                  <a:gd name="T63" fmla="*/ 64 h 83"/>
                  <a:gd name="T64" fmla="*/ 82 w 143"/>
                  <a:gd name="T65" fmla="*/ 72 h 83"/>
                  <a:gd name="T66" fmla="*/ 90 w 143"/>
                  <a:gd name="T67" fmla="*/ 82 h 83"/>
                  <a:gd name="T68" fmla="*/ 104 w 143"/>
                  <a:gd name="T69" fmla="*/ 77 h 83"/>
                  <a:gd name="T70" fmla="*/ 107 w 143"/>
                  <a:gd name="T71" fmla="*/ 74 h 83"/>
                  <a:gd name="T72" fmla="*/ 111 w 143"/>
                  <a:gd name="T73" fmla="*/ 61 h 83"/>
                  <a:gd name="T74" fmla="*/ 127 w 143"/>
                  <a:gd name="T75" fmla="*/ 5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3" h="83">
                    <a:moveTo>
                      <a:pt x="127" y="52"/>
                    </a:moveTo>
                    <a:cubicBezTo>
                      <a:pt x="129" y="52"/>
                      <a:pt x="132" y="48"/>
                      <a:pt x="134" y="48"/>
                    </a:cubicBezTo>
                    <a:cubicBezTo>
                      <a:pt x="135" y="48"/>
                      <a:pt x="140" y="49"/>
                      <a:pt x="140" y="48"/>
                    </a:cubicBezTo>
                    <a:cubicBezTo>
                      <a:pt x="140" y="47"/>
                      <a:pt x="142" y="44"/>
                      <a:pt x="142" y="43"/>
                    </a:cubicBezTo>
                    <a:cubicBezTo>
                      <a:pt x="141" y="42"/>
                      <a:pt x="140" y="41"/>
                      <a:pt x="140" y="40"/>
                    </a:cubicBezTo>
                    <a:cubicBezTo>
                      <a:pt x="140" y="39"/>
                      <a:pt x="143" y="39"/>
                      <a:pt x="143" y="38"/>
                    </a:cubicBezTo>
                    <a:cubicBezTo>
                      <a:pt x="143" y="37"/>
                      <a:pt x="141" y="36"/>
                      <a:pt x="141" y="36"/>
                    </a:cubicBezTo>
                    <a:cubicBezTo>
                      <a:pt x="141" y="35"/>
                      <a:pt x="143" y="34"/>
                      <a:pt x="143" y="32"/>
                    </a:cubicBezTo>
                    <a:cubicBezTo>
                      <a:pt x="143" y="31"/>
                      <a:pt x="141" y="31"/>
                      <a:pt x="139" y="29"/>
                    </a:cubicBezTo>
                    <a:cubicBezTo>
                      <a:pt x="136" y="28"/>
                      <a:pt x="134" y="29"/>
                      <a:pt x="132" y="28"/>
                    </a:cubicBezTo>
                    <a:cubicBezTo>
                      <a:pt x="130" y="27"/>
                      <a:pt x="125" y="27"/>
                      <a:pt x="125" y="27"/>
                    </a:cubicBezTo>
                    <a:cubicBezTo>
                      <a:pt x="125" y="26"/>
                      <a:pt x="122" y="23"/>
                      <a:pt x="122" y="22"/>
                    </a:cubicBezTo>
                    <a:cubicBezTo>
                      <a:pt x="121" y="21"/>
                      <a:pt x="119" y="22"/>
                      <a:pt x="117" y="23"/>
                    </a:cubicBezTo>
                    <a:cubicBezTo>
                      <a:pt x="116" y="23"/>
                      <a:pt x="114" y="24"/>
                      <a:pt x="113" y="23"/>
                    </a:cubicBezTo>
                    <a:cubicBezTo>
                      <a:pt x="112" y="22"/>
                      <a:pt x="110" y="21"/>
                      <a:pt x="109" y="21"/>
                    </a:cubicBezTo>
                    <a:cubicBezTo>
                      <a:pt x="108" y="22"/>
                      <a:pt x="106" y="21"/>
                      <a:pt x="106" y="20"/>
                    </a:cubicBezTo>
                    <a:cubicBezTo>
                      <a:pt x="107" y="18"/>
                      <a:pt x="104" y="14"/>
                      <a:pt x="103" y="13"/>
                    </a:cubicBezTo>
                    <a:cubicBezTo>
                      <a:pt x="101" y="13"/>
                      <a:pt x="98" y="14"/>
                      <a:pt x="97" y="12"/>
                    </a:cubicBezTo>
                    <a:cubicBezTo>
                      <a:pt x="96" y="10"/>
                      <a:pt x="94" y="9"/>
                      <a:pt x="95" y="7"/>
                    </a:cubicBezTo>
                    <a:cubicBezTo>
                      <a:pt x="96" y="6"/>
                      <a:pt x="95" y="3"/>
                      <a:pt x="94" y="1"/>
                    </a:cubicBezTo>
                    <a:cubicBezTo>
                      <a:pt x="93" y="0"/>
                      <a:pt x="88" y="0"/>
                      <a:pt x="87" y="1"/>
                    </a:cubicBezTo>
                    <a:cubicBezTo>
                      <a:pt x="86" y="1"/>
                      <a:pt x="83" y="0"/>
                      <a:pt x="82" y="1"/>
                    </a:cubicBezTo>
                    <a:cubicBezTo>
                      <a:pt x="81" y="2"/>
                      <a:pt x="80" y="3"/>
                      <a:pt x="78" y="3"/>
                    </a:cubicBezTo>
                    <a:cubicBezTo>
                      <a:pt x="77" y="3"/>
                      <a:pt x="76" y="3"/>
                      <a:pt x="76" y="2"/>
                    </a:cubicBezTo>
                    <a:cubicBezTo>
                      <a:pt x="74" y="3"/>
                      <a:pt x="71" y="3"/>
                      <a:pt x="71" y="3"/>
                    </a:cubicBezTo>
                    <a:cubicBezTo>
                      <a:pt x="71" y="3"/>
                      <a:pt x="66" y="7"/>
                      <a:pt x="66" y="8"/>
                    </a:cubicBezTo>
                    <a:cubicBezTo>
                      <a:pt x="66" y="10"/>
                      <a:pt x="66" y="12"/>
                      <a:pt x="65" y="11"/>
                    </a:cubicBezTo>
                    <a:cubicBezTo>
                      <a:pt x="63" y="10"/>
                      <a:pt x="58" y="10"/>
                      <a:pt x="57" y="10"/>
                    </a:cubicBezTo>
                    <a:cubicBezTo>
                      <a:pt x="56" y="11"/>
                      <a:pt x="54" y="7"/>
                      <a:pt x="52" y="9"/>
                    </a:cubicBezTo>
                    <a:cubicBezTo>
                      <a:pt x="50" y="10"/>
                      <a:pt x="47" y="7"/>
                      <a:pt x="47" y="8"/>
                    </a:cubicBezTo>
                    <a:cubicBezTo>
                      <a:pt x="46" y="9"/>
                      <a:pt x="43" y="8"/>
                      <a:pt x="41" y="7"/>
                    </a:cubicBezTo>
                    <a:cubicBezTo>
                      <a:pt x="39" y="6"/>
                      <a:pt x="35" y="8"/>
                      <a:pt x="34" y="6"/>
                    </a:cubicBezTo>
                    <a:cubicBezTo>
                      <a:pt x="32" y="5"/>
                      <a:pt x="23" y="5"/>
                      <a:pt x="20" y="5"/>
                    </a:cubicBezTo>
                    <a:cubicBezTo>
                      <a:pt x="17" y="5"/>
                      <a:pt x="16" y="6"/>
                      <a:pt x="15" y="8"/>
                    </a:cubicBezTo>
                    <a:cubicBezTo>
                      <a:pt x="14" y="9"/>
                      <a:pt x="12" y="9"/>
                      <a:pt x="11" y="9"/>
                    </a:cubicBezTo>
                    <a:cubicBezTo>
                      <a:pt x="11" y="10"/>
                      <a:pt x="11" y="11"/>
                      <a:pt x="11" y="11"/>
                    </a:cubicBezTo>
                    <a:cubicBezTo>
                      <a:pt x="12" y="12"/>
                      <a:pt x="15" y="18"/>
                      <a:pt x="14" y="19"/>
                    </a:cubicBezTo>
                    <a:cubicBezTo>
                      <a:pt x="14" y="21"/>
                      <a:pt x="12" y="21"/>
                      <a:pt x="11" y="22"/>
                    </a:cubicBezTo>
                    <a:cubicBezTo>
                      <a:pt x="10" y="23"/>
                      <a:pt x="4" y="29"/>
                      <a:pt x="3" y="30"/>
                    </a:cubicBezTo>
                    <a:cubicBezTo>
                      <a:pt x="3" y="31"/>
                      <a:pt x="4" y="35"/>
                      <a:pt x="4" y="35"/>
                    </a:cubicBezTo>
                    <a:cubicBezTo>
                      <a:pt x="3" y="36"/>
                      <a:pt x="0" y="40"/>
                      <a:pt x="0" y="41"/>
                    </a:cubicBezTo>
                    <a:cubicBezTo>
                      <a:pt x="0" y="43"/>
                      <a:pt x="2" y="45"/>
                      <a:pt x="4" y="45"/>
                    </a:cubicBezTo>
                    <a:cubicBezTo>
                      <a:pt x="4" y="45"/>
                      <a:pt x="5" y="46"/>
                      <a:pt x="5" y="46"/>
                    </a:cubicBezTo>
                    <a:cubicBezTo>
                      <a:pt x="6" y="46"/>
                      <a:pt x="7" y="46"/>
                      <a:pt x="8" y="46"/>
                    </a:cubicBezTo>
                    <a:cubicBezTo>
                      <a:pt x="9" y="46"/>
                      <a:pt x="14" y="47"/>
                      <a:pt x="16" y="47"/>
                    </a:cubicBezTo>
                    <a:cubicBezTo>
                      <a:pt x="18" y="47"/>
                      <a:pt x="20" y="48"/>
                      <a:pt x="21" y="49"/>
                    </a:cubicBezTo>
                    <a:cubicBezTo>
                      <a:pt x="21" y="49"/>
                      <a:pt x="23" y="49"/>
                      <a:pt x="24" y="48"/>
                    </a:cubicBezTo>
                    <a:cubicBezTo>
                      <a:pt x="26" y="46"/>
                      <a:pt x="27" y="47"/>
                      <a:pt x="28" y="47"/>
                    </a:cubicBezTo>
                    <a:cubicBezTo>
                      <a:pt x="30" y="47"/>
                      <a:pt x="32" y="46"/>
                      <a:pt x="33" y="45"/>
                    </a:cubicBezTo>
                    <a:cubicBezTo>
                      <a:pt x="34" y="44"/>
                      <a:pt x="41" y="42"/>
                      <a:pt x="43" y="41"/>
                    </a:cubicBezTo>
                    <a:cubicBezTo>
                      <a:pt x="45" y="41"/>
                      <a:pt x="47" y="45"/>
                      <a:pt x="49" y="45"/>
                    </a:cubicBezTo>
                    <a:cubicBezTo>
                      <a:pt x="51" y="45"/>
                      <a:pt x="54" y="46"/>
                      <a:pt x="55" y="49"/>
                    </a:cubicBezTo>
                    <a:cubicBezTo>
                      <a:pt x="56" y="52"/>
                      <a:pt x="59" y="56"/>
                      <a:pt x="60" y="57"/>
                    </a:cubicBezTo>
                    <a:cubicBezTo>
                      <a:pt x="61" y="59"/>
                      <a:pt x="62" y="62"/>
                      <a:pt x="62" y="63"/>
                    </a:cubicBezTo>
                    <a:cubicBezTo>
                      <a:pt x="62" y="64"/>
                      <a:pt x="59" y="62"/>
                      <a:pt x="56" y="62"/>
                    </a:cubicBezTo>
                    <a:cubicBezTo>
                      <a:pt x="53" y="61"/>
                      <a:pt x="53" y="64"/>
                      <a:pt x="53" y="65"/>
                    </a:cubicBezTo>
                    <a:cubicBezTo>
                      <a:pt x="53" y="67"/>
                      <a:pt x="49" y="72"/>
                      <a:pt x="48" y="73"/>
                    </a:cubicBezTo>
                    <a:cubicBezTo>
                      <a:pt x="48" y="74"/>
                      <a:pt x="50" y="74"/>
                      <a:pt x="51" y="74"/>
                    </a:cubicBezTo>
                    <a:cubicBezTo>
                      <a:pt x="52" y="75"/>
                      <a:pt x="55" y="73"/>
                      <a:pt x="56" y="73"/>
                    </a:cubicBezTo>
                    <a:cubicBezTo>
                      <a:pt x="56" y="73"/>
                      <a:pt x="58" y="74"/>
                      <a:pt x="59" y="75"/>
                    </a:cubicBezTo>
                    <a:cubicBezTo>
                      <a:pt x="59" y="71"/>
                      <a:pt x="59" y="71"/>
                      <a:pt x="63" y="69"/>
                    </a:cubicBezTo>
                    <a:cubicBezTo>
                      <a:pt x="66" y="66"/>
                      <a:pt x="66" y="61"/>
                      <a:pt x="70" y="60"/>
                    </a:cubicBezTo>
                    <a:cubicBezTo>
                      <a:pt x="73" y="60"/>
                      <a:pt x="74" y="58"/>
                      <a:pt x="78" y="59"/>
                    </a:cubicBezTo>
                    <a:cubicBezTo>
                      <a:pt x="83" y="60"/>
                      <a:pt x="76" y="63"/>
                      <a:pt x="79" y="64"/>
                    </a:cubicBezTo>
                    <a:cubicBezTo>
                      <a:pt x="82" y="66"/>
                      <a:pt x="92" y="64"/>
                      <a:pt x="92" y="66"/>
                    </a:cubicBezTo>
                    <a:cubicBezTo>
                      <a:pt x="93" y="69"/>
                      <a:pt x="81" y="71"/>
                      <a:pt x="82" y="72"/>
                    </a:cubicBezTo>
                    <a:cubicBezTo>
                      <a:pt x="82" y="73"/>
                      <a:pt x="88" y="75"/>
                      <a:pt x="90" y="76"/>
                    </a:cubicBezTo>
                    <a:cubicBezTo>
                      <a:pt x="92" y="77"/>
                      <a:pt x="89" y="81"/>
                      <a:pt x="90" y="82"/>
                    </a:cubicBezTo>
                    <a:cubicBezTo>
                      <a:pt x="91" y="83"/>
                      <a:pt x="94" y="82"/>
                      <a:pt x="97" y="81"/>
                    </a:cubicBezTo>
                    <a:cubicBezTo>
                      <a:pt x="99" y="79"/>
                      <a:pt x="101" y="79"/>
                      <a:pt x="104" y="77"/>
                    </a:cubicBezTo>
                    <a:cubicBezTo>
                      <a:pt x="108" y="75"/>
                      <a:pt x="114" y="77"/>
                      <a:pt x="115" y="76"/>
                    </a:cubicBezTo>
                    <a:cubicBezTo>
                      <a:pt x="116" y="74"/>
                      <a:pt x="113" y="73"/>
                      <a:pt x="107" y="74"/>
                    </a:cubicBezTo>
                    <a:cubicBezTo>
                      <a:pt x="101" y="74"/>
                      <a:pt x="100" y="68"/>
                      <a:pt x="100" y="67"/>
                    </a:cubicBezTo>
                    <a:cubicBezTo>
                      <a:pt x="100" y="66"/>
                      <a:pt x="107" y="61"/>
                      <a:pt x="111" y="61"/>
                    </a:cubicBezTo>
                    <a:cubicBezTo>
                      <a:pt x="114" y="60"/>
                      <a:pt x="117" y="59"/>
                      <a:pt x="121" y="57"/>
                    </a:cubicBezTo>
                    <a:cubicBezTo>
                      <a:pt x="122" y="57"/>
                      <a:pt x="125" y="56"/>
                      <a:pt x="127" y="56"/>
                    </a:cubicBezTo>
                    <a:cubicBezTo>
                      <a:pt x="127" y="54"/>
                      <a:pt x="126" y="52"/>
                      <a:pt x="127" y="5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84">
                <a:extLst>
                  <a:ext uri="{FF2B5EF4-FFF2-40B4-BE49-F238E27FC236}">
                    <a16:creationId xmlns:a16="http://schemas.microsoft.com/office/drawing/2014/main" id="{E667E14A-C710-4F2F-9AC0-D4296874764C}"/>
                  </a:ext>
                </a:extLst>
              </p:cNvPr>
              <p:cNvSpPr>
                <a:spLocks/>
              </p:cNvSpPr>
              <p:nvPr/>
            </p:nvSpPr>
            <p:spPr bwMode="auto">
              <a:xfrm>
                <a:off x="5347576" y="2906592"/>
                <a:ext cx="174407" cy="126727"/>
              </a:xfrm>
              <a:custGeom>
                <a:avLst/>
                <a:gdLst>
                  <a:gd name="T0" fmla="*/ 71 w 76"/>
                  <a:gd name="T1" fmla="*/ 27 h 55"/>
                  <a:gd name="T2" fmla="*/ 66 w 76"/>
                  <a:gd name="T3" fmla="*/ 23 h 55"/>
                  <a:gd name="T4" fmla="*/ 62 w 76"/>
                  <a:gd name="T5" fmla="*/ 18 h 55"/>
                  <a:gd name="T6" fmla="*/ 62 w 76"/>
                  <a:gd name="T7" fmla="*/ 12 h 55"/>
                  <a:gd name="T8" fmla="*/ 61 w 76"/>
                  <a:gd name="T9" fmla="*/ 6 h 55"/>
                  <a:gd name="T10" fmla="*/ 53 w 76"/>
                  <a:gd name="T11" fmla="*/ 4 h 55"/>
                  <a:gd name="T12" fmla="*/ 49 w 76"/>
                  <a:gd name="T13" fmla="*/ 4 h 55"/>
                  <a:gd name="T14" fmla="*/ 45 w 76"/>
                  <a:gd name="T15" fmla="*/ 2 h 55"/>
                  <a:gd name="T16" fmla="*/ 41 w 76"/>
                  <a:gd name="T17" fmla="*/ 1 h 55"/>
                  <a:gd name="T18" fmla="*/ 40 w 76"/>
                  <a:gd name="T19" fmla="*/ 0 h 55"/>
                  <a:gd name="T20" fmla="*/ 38 w 76"/>
                  <a:gd name="T21" fmla="*/ 1 h 55"/>
                  <a:gd name="T22" fmla="*/ 35 w 76"/>
                  <a:gd name="T23" fmla="*/ 4 h 55"/>
                  <a:gd name="T24" fmla="*/ 29 w 76"/>
                  <a:gd name="T25" fmla="*/ 5 h 55"/>
                  <a:gd name="T26" fmla="*/ 27 w 76"/>
                  <a:gd name="T27" fmla="*/ 9 h 55"/>
                  <a:gd name="T28" fmla="*/ 26 w 76"/>
                  <a:gd name="T29" fmla="*/ 12 h 55"/>
                  <a:gd name="T30" fmla="*/ 23 w 76"/>
                  <a:gd name="T31" fmla="*/ 15 h 55"/>
                  <a:gd name="T32" fmla="*/ 19 w 76"/>
                  <a:gd name="T33" fmla="*/ 18 h 55"/>
                  <a:gd name="T34" fmla="*/ 18 w 76"/>
                  <a:gd name="T35" fmla="*/ 22 h 55"/>
                  <a:gd name="T36" fmla="*/ 13 w 76"/>
                  <a:gd name="T37" fmla="*/ 24 h 55"/>
                  <a:gd name="T38" fmla="*/ 9 w 76"/>
                  <a:gd name="T39" fmla="*/ 26 h 55"/>
                  <a:gd name="T40" fmla="*/ 3 w 76"/>
                  <a:gd name="T41" fmla="*/ 25 h 55"/>
                  <a:gd name="T42" fmla="*/ 3 w 76"/>
                  <a:gd name="T43" fmla="*/ 26 h 55"/>
                  <a:gd name="T44" fmla="*/ 4 w 76"/>
                  <a:gd name="T45" fmla="*/ 32 h 55"/>
                  <a:gd name="T46" fmla="*/ 5 w 76"/>
                  <a:gd name="T47" fmla="*/ 39 h 55"/>
                  <a:gd name="T48" fmla="*/ 0 w 76"/>
                  <a:gd name="T49" fmla="*/ 43 h 55"/>
                  <a:gd name="T50" fmla="*/ 3 w 76"/>
                  <a:gd name="T51" fmla="*/ 47 h 55"/>
                  <a:gd name="T52" fmla="*/ 3 w 76"/>
                  <a:gd name="T53" fmla="*/ 52 h 55"/>
                  <a:gd name="T54" fmla="*/ 7 w 76"/>
                  <a:gd name="T55" fmla="*/ 51 h 55"/>
                  <a:gd name="T56" fmla="*/ 12 w 76"/>
                  <a:gd name="T57" fmla="*/ 48 h 55"/>
                  <a:gd name="T58" fmla="*/ 26 w 76"/>
                  <a:gd name="T59" fmla="*/ 49 h 55"/>
                  <a:gd name="T60" fmla="*/ 33 w 76"/>
                  <a:gd name="T61" fmla="*/ 50 h 55"/>
                  <a:gd name="T62" fmla="*/ 39 w 76"/>
                  <a:gd name="T63" fmla="*/ 51 h 55"/>
                  <a:gd name="T64" fmla="*/ 44 w 76"/>
                  <a:gd name="T65" fmla="*/ 52 h 55"/>
                  <a:gd name="T66" fmla="*/ 49 w 76"/>
                  <a:gd name="T67" fmla="*/ 53 h 55"/>
                  <a:gd name="T68" fmla="*/ 57 w 76"/>
                  <a:gd name="T69" fmla="*/ 54 h 55"/>
                  <a:gd name="T70" fmla="*/ 58 w 76"/>
                  <a:gd name="T71" fmla="*/ 51 h 55"/>
                  <a:gd name="T72" fmla="*/ 63 w 76"/>
                  <a:gd name="T73" fmla="*/ 46 h 55"/>
                  <a:gd name="T74" fmla="*/ 68 w 76"/>
                  <a:gd name="T75" fmla="*/ 45 h 55"/>
                  <a:gd name="T76" fmla="*/ 67 w 76"/>
                  <a:gd name="T77" fmla="*/ 42 h 55"/>
                  <a:gd name="T78" fmla="*/ 65 w 76"/>
                  <a:gd name="T79" fmla="*/ 34 h 55"/>
                  <a:gd name="T80" fmla="*/ 71 w 76"/>
                  <a:gd name="T81" fmla="*/ 35 h 55"/>
                  <a:gd name="T82" fmla="*/ 75 w 76"/>
                  <a:gd name="T83" fmla="*/ 31 h 55"/>
                  <a:gd name="T84" fmla="*/ 71 w 76"/>
                  <a:gd name="T85" fmla="*/ 2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6" h="55">
                    <a:moveTo>
                      <a:pt x="71" y="27"/>
                    </a:moveTo>
                    <a:cubicBezTo>
                      <a:pt x="69" y="27"/>
                      <a:pt x="68" y="24"/>
                      <a:pt x="66" y="23"/>
                    </a:cubicBezTo>
                    <a:cubicBezTo>
                      <a:pt x="64" y="22"/>
                      <a:pt x="64" y="19"/>
                      <a:pt x="62" y="18"/>
                    </a:cubicBezTo>
                    <a:cubicBezTo>
                      <a:pt x="60" y="16"/>
                      <a:pt x="62" y="14"/>
                      <a:pt x="62" y="12"/>
                    </a:cubicBezTo>
                    <a:cubicBezTo>
                      <a:pt x="61" y="10"/>
                      <a:pt x="62" y="7"/>
                      <a:pt x="61" y="6"/>
                    </a:cubicBezTo>
                    <a:cubicBezTo>
                      <a:pt x="60" y="6"/>
                      <a:pt x="55" y="3"/>
                      <a:pt x="53" y="4"/>
                    </a:cubicBezTo>
                    <a:cubicBezTo>
                      <a:pt x="51" y="5"/>
                      <a:pt x="50" y="6"/>
                      <a:pt x="49" y="4"/>
                    </a:cubicBezTo>
                    <a:cubicBezTo>
                      <a:pt x="48" y="3"/>
                      <a:pt x="47" y="2"/>
                      <a:pt x="45" y="2"/>
                    </a:cubicBezTo>
                    <a:cubicBezTo>
                      <a:pt x="43" y="3"/>
                      <a:pt x="42" y="2"/>
                      <a:pt x="41" y="1"/>
                    </a:cubicBezTo>
                    <a:cubicBezTo>
                      <a:pt x="40" y="1"/>
                      <a:pt x="40" y="1"/>
                      <a:pt x="40" y="0"/>
                    </a:cubicBezTo>
                    <a:cubicBezTo>
                      <a:pt x="39" y="1"/>
                      <a:pt x="38" y="1"/>
                      <a:pt x="38" y="1"/>
                    </a:cubicBezTo>
                    <a:cubicBezTo>
                      <a:pt x="37" y="2"/>
                      <a:pt x="36" y="4"/>
                      <a:pt x="35" y="4"/>
                    </a:cubicBezTo>
                    <a:cubicBezTo>
                      <a:pt x="33" y="4"/>
                      <a:pt x="31" y="4"/>
                      <a:pt x="29" y="5"/>
                    </a:cubicBezTo>
                    <a:cubicBezTo>
                      <a:pt x="27" y="6"/>
                      <a:pt x="27" y="8"/>
                      <a:pt x="27" y="9"/>
                    </a:cubicBezTo>
                    <a:cubicBezTo>
                      <a:pt x="27" y="10"/>
                      <a:pt x="28" y="12"/>
                      <a:pt x="26" y="12"/>
                    </a:cubicBezTo>
                    <a:cubicBezTo>
                      <a:pt x="25" y="12"/>
                      <a:pt x="25" y="14"/>
                      <a:pt x="23" y="15"/>
                    </a:cubicBezTo>
                    <a:cubicBezTo>
                      <a:pt x="22" y="15"/>
                      <a:pt x="20" y="17"/>
                      <a:pt x="19" y="18"/>
                    </a:cubicBezTo>
                    <a:cubicBezTo>
                      <a:pt x="19" y="20"/>
                      <a:pt x="19" y="22"/>
                      <a:pt x="18" y="22"/>
                    </a:cubicBezTo>
                    <a:cubicBezTo>
                      <a:pt x="17" y="22"/>
                      <a:pt x="14" y="23"/>
                      <a:pt x="13" y="24"/>
                    </a:cubicBezTo>
                    <a:cubicBezTo>
                      <a:pt x="12" y="25"/>
                      <a:pt x="11" y="26"/>
                      <a:pt x="9" y="26"/>
                    </a:cubicBezTo>
                    <a:cubicBezTo>
                      <a:pt x="8" y="25"/>
                      <a:pt x="5" y="25"/>
                      <a:pt x="3" y="25"/>
                    </a:cubicBezTo>
                    <a:cubicBezTo>
                      <a:pt x="3" y="26"/>
                      <a:pt x="3" y="26"/>
                      <a:pt x="3" y="26"/>
                    </a:cubicBezTo>
                    <a:cubicBezTo>
                      <a:pt x="2" y="29"/>
                      <a:pt x="3" y="31"/>
                      <a:pt x="4" y="32"/>
                    </a:cubicBezTo>
                    <a:cubicBezTo>
                      <a:pt x="6" y="33"/>
                      <a:pt x="6" y="38"/>
                      <a:pt x="5" y="39"/>
                    </a:cubicBezTo>
                    <a:cubicBezTo>
                      <a:pt x="3" y="40"/>
                      <a:pt x="0" y="42"/>
                      <a:pt x="0" y="43"/>
                    </a:cubicBezTo>
                    <a:cubicBezTo>
                      <a:pt x="0" y="44"/>
                      <a:pt x="3" y="45"/>
                      <a:pt x="3" y="47"/>
                    </a:cubicBezTo>
                    <a:cubicBezTo>
                      <a:pt x="2" y="48"/>
                      <a:pt x="2" y="50"/>
                      <a:pt x="3" y="52"/>
                    </a:cubicBezTo>
                    <a:cubicBezTo>
                      <a:pt x="4" y="52"/>
                      <a:pt x="6" y="52"/>
                      <a:pt x="7" y="51"/>
                    </a:cubicBezTo>
                    <a:cubicBezTo>
                      <a:pt x="8" y="49"/>
                      <a:pt x="9" y="48"/>
                      <a:pt x="12" y="48"/>
                    </a:cubicBezTo>
                    <a:cubicBezTo>
                      <a:pt x="15" y="48"/>
                      <a:pt x="24" y="48"/>
                      <a:pt x="26" y="49"/>
                    </a:cubicBezTo>
                    <a:cubicBezTo>
                      <a:pt x="27" y="51"/>
                      <a:pt x="31" y="49"/>
                      <a:pt x="33" y="50"/>
                    </a:cubicBezTo>
                    <a:cubicBezTo>
                      <a:pt x="35" y="51"/>
                      <a:pt x="38" y="52"/>
                      <a:pt x="39" y="51"/>
                    </a:cubicBezTo>
                    <a:cubicBezTo>
                      <a:pt x="39" y="50"/>
                      <a:pt x="42" y="53"/>
                      <a:pt x="44" y="52"/>
                    </a:cubicBezTo>
                    <a:cubicBezTo>
                      <a:pt x="46" y="50"/>
                      <a:pt x="48" y="54"/>
                      <a:pt x="49" y="53"/>
                    </a:cubicBezTo>
                    <a:cubicBezTo>
                      <a:pt x="50" y="53"/>
                      <a:pt x="55" y="53"/>
                      <a:pt x="57" y="54"/>
                    </a:cubicBezTo>
                    <a:cubicBezTo>
                      <a:pt x="58" y="55"/>
                      <a:pt x="58" y="53"/>
                      <a:pt x="58" y="51"/>
                    </a:cubicBezTo>
                    <a:cubicBezTo>
                      <a:pt x="58" y="50"/>
                      <a:pt x="63" y="46"/>
                      <a:pt x="63" y="46"/>
                    </a:cubicBezTo>
                    <a:cubicBezTo>
                      <a:pt x="63" y="46"/>
                      <a:pt x="66" y="46"/>
                      <a:pt x="68" y="45"/>
                    </a:cubicBezTo>
                    <a:cubicBezTo>
                      <a:pt x="67" y="44"/>
                      <a:pt x="67" y="43"/>
                      <a:pt x="67" y="42"/>
                    </a:cubicBezTo>
                    <a:cubicBezTo>
                      <a:pt x="66" y="38"/>
                      <a:pt x="64" y="35"/>
                      <a:pt x="65" y="34"/>
                    </a:cubicBezTo>
                    <a:cubicBezTo>
                      <a:pt x="67" y="33"/>
                      <a:pt x="70" y="36"/>
                      <a:pt x="71" y="35"/>
                    </a:cubicBezTo>
                    <a:cubicBezTo>
                      <a:pt x="73" y="34"/>
                      <a:pt x="76" y="33"/>
                      <a:pt x="75" y="31"/>
                    </a:cubicBezTo>
                    <a:cubicBezTo>
                      <a:pt x="75" y="30"/>
                      <a:pt x="72" y="27"/>
                      <a:pt x="71" y="2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85">
                <a:extLst>
                  <a:ext uri="{FF2B5EF4-FFF2-40B4-BE49-F238E27FC236}">
                    <a16:creationId xmlns:a16="http://schemas.microsoft.com/office/drawing/2014/main" id="{57F43134-4FA4-4AD5-8A61-A5EF810B4C1B}"/>
                  </a:ext>
                </a:extLst>
              </p:cNvPr>
              <p:cNvSpPr>
                <a:spLocks/>
              </p:cNvSpPr>
              <p:nvPr/>
            </p:nvSpPr>
            <p:spPr bwMode="auto">
              <a:xfrm>
                <a:off x="5303661" y="2857658"/>
                <a:ext cx="135510" cy="63991"/>
              </a:xfrm>
              <a:custGeom>
                <a:avLst/>
                <a:gdLst>
                  <a:gd name="T0" fmla="*/ 20 w 59"/>
                  <a:gd name="T1" fmla="*/ 19 h 28"/>
                  <a:gd name="T2" fmla="*/ 30 w 59"/>
                  <a:gd name="T3" fmla="*/ 19 h 28"/>
                  <a:gd name="T4" fmla="*/ 35 w 59"/>
                  <a:gd name="T5" fmla="*/ 21 h 28"/>
                  <a:gd name="T6" fmla="*/ 43 w 59"/>
                  <a:gd name="T7" fmla="*/ 25 h 28"/>
                  <a:gd name="T8" fmla="*/ 47 w 59"/>
                  <a:gd name="T9" fmla="*/ 28 h 28"/>
                  <a:gd name="T10" fmla="*/ 48 w 59"/>
                  <a:gd name="T11" fmla="*/ 26 h 28"/>
                  <a:gd name="T12" fmla="*/ 54 w 59"/>
                  <a:gd name="T13" fmla="*/ 25 h 28"/>
                  <a:gd name="T14" fmla="*/ 57 w 59"/>
                  <a:gd name="T15" fmla="*/ 22 h 28"/>
                  <a:gd name="T16" fmla="*/ 59 w 59"/>
                  <a:gd name="T17" fmla="*/ 21 h 28"/>
                  <a:gd name="T18" fmla="*/ 58 w 59"/>
                  <a:gd name="T19" fmla="*/ 17 h 28"/>
                  <a:gd name="T20" fmla="*/ 55 w 59"/>
                  <a:gd name="T21" fmla="*/ 12 h 28"/>
                  <a:gd name="T22" fmla="*/ 54 w 59"/>
                  <a:gd name="T23" fmla="*/ 7 h 28"/>
                  <a:gd name="T24" fmla="*/ 53 w 59"/>
                  <a:gd name="T25" fmla="*/ 5 h 28"/>
                  <a:gd name="T26" fmla="*/ 45 w 59"/>
                  <a:gd name="T27" fmla="*/ 5 h 28"/>
                  <a:gd name="T28" fmla="*/ 37 w 59"/>
                  <a:gd name="T29" fmla="*/ 0 h 28"/>
                  <a:gd name="T30" fmla="*/ 28 w 59"/>
                  <a:gd name="T31" fmla="*/ 0 h 28"/>
                  <a:gd name="T32" fmla="*/ 28 w 59"/>
                  <a:gd name="T33" fmla="*/ 8 h 28"/>
                  <a:gd name="T34" fmla="*/ 21 w 59"/>
                  <a:gd name="T35" fmla="*/ 11 h 28"/>
                  <a:gd name="T36" fmla="*/ 14 w 59"/>
                  <a:gd name="T37" fmla="*/ 3 h 28"/>
                  <a:gd name="T38" fmla="*/ 6 w 59"/>
                  <a:gd name="T39" fmla="*/ 7 h 28"/>
                  <a:gd name="T40" fmla="*/ 3 w 59"/>
                  <a:gd name="T41" fmla="*/ 13 h 28"/>
                  <a:gd name="T42" fmla="*/ 2 w 59"/>
                  <a:gd name="T43" fmla="*/ 21 h 28"/>
                  <a:gd name="T44" fmla="*/ 2 w 59"/>
                  <a:gd name="T45" fmla="*/ 21 h 28"/>
                  <a:gd name="T46" fmla="*/ 8 w 59"/>
                  <a:gd name="T47" fmla="*/ 19 h 28"/>
                  <a:gd name="T48" fmla="*/ 20 w 59"/>
                  <a:gd name="T49" fmla="*/ 19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 h="28">
                    <a:moveTo>
                      <a:pt x="20" y="19"/>
                    </a:moveTo>
                    <a:cubicBezTo>
                      <a:pt x="22" y="19"/>
                      <a:pt x="27" y="20"/>
                      <a:pt x="30" y="19"/>
                    </a:cubicBezTo>
                    <a:cubicBezTo>
                      <a:pt x="33" y="18"/>
                      <a:pt x="33" y="21"/>
                      <a:pt x="35" y="21"/>
                    </a:cubicBezTo>
                    <a:cubicBezTo>
                      <a:pt x="37" y="21"/>
                      <a:pt x="40" y="23"/>
                      <a:pt x="43" y="25"/>
                    </a:cubicBezTo>
                    <a:cubicBezTo>
                      <a:pt x="44" y="26"/>
                      <a:pt x="45" y="27"/>
                      <a:pt x="47" y="28"/>
                    </a:cubicBezTo>
                    <a:cubicBezTo>
                      <a:pt x="47" y="27"/>
                      <a:pt x="47" y="27"/>
                      <a:pt x="48" y="26"/>
                    </a:cubicBezTo>
                    <a:cubicBezTo>
                      <a:pt x="50" y="25"/>
                      <a:pt x="52" y="25"/>
                      <a:pt x="54" y="25"/>
                    </a:cubicBezTo>
                    <a:cubicBezTo>
                      <a:pt x="55" y="25"/>
                      <a:pt x="56" y="23"/>
                      <a:pt x="57" y="22"/>
                    </a:cubicBezTo>
                    <a:cubicBezTo>
                      <a:pt x="57" y="22"/>
                      <a:pt x="58" y="22"/>
                      <a:pt x="59" y="21"/>
                    </a:cubicBezTo>
                    <a:cubicBezTo>
                      <a:pt x="59" y="20"/>
                      <a:pt x="59" y="18"/>
                      <a:pt x="58" y="17"/>
                    </a:cubicBezTo>
                    <a:cubicBezTo>
                      <a:pt x="56" y="15"/>
                      <a:pt x="54" y="13"/>
                      <a:pt x="55" y="12"/>
                    </a:cubicBezTo>
                    <a:cubicBezTo>
                      <a:pt x="56" y="11"/>
                      <a:pt x="56" y="9"/>
                      <a:pt x="54" y="7"/>
                    </a:cubicBezTo>
                    <a:cubicBezTo>
                      <a:pt x="54" y="7"/>
                      <a:pt x="53" y="6"/>
                      <a:pt x="53" y="5"/>
                    </a:cubicBezTo>
                    <a:cubicBezTo>
                      <a:pt x="50" y="5"/>
                      <a:pt x="46" y="5"/>
                      <a:pt x="45" y="5"/>
                    </a:cubicBezTo>
                    <a:cubicBezTo>
                      <a:pt x="44" y="5"/>
                      <a:pt x="38" y="1"/>
                      <a:pt x="37" y="0"/>
                    </a:cubicBezTo>
                    <a:cubicBezTo>
                      <a:pt x="36" y="0"/>
                      <a:pt x="32" y="0"/>
                      <a:pt x="28" y="0"/>
                    </a:cubicBezTo>
                    <a:cubicBezTo>
                      <a:pt x="26" y="3"/>
                      <a:pt x="28" y="4"/>
                      <a:pt x="28" y="8"/>
                    </a:cubicBezTo>
                    <a:cubicBezTo>
                      <a:pt x="27" y="12"/>
                      <a:pt x="23" y="11"/>
                      <a:pt x="21" y="11"/>
                    </a:cubicBezTo>
                    <a:cubicBezTo>
                      <a:pt x="19" y="11"/>
                      <a:pt x="15" y="5"/>
                      <a:pt x="14" y="3"/>
                    </a:cubicBezTo>
                    <a:cubicBezTo>
                      <a:pt x="13" y="1"/>
                      <a:pt x="9" y="5"/>
                      <a:pt x="6" y="7"/>
                    </a:cubicBezTo>
                    <a:cubicBezTo>
                      <a:pt x="3" y="8"/>
                      <a:pt x="5" y="11"/>
                      <a:pt x="3" y="13"/>
                    </a:cubicBezTo>
                    <a:cubicBezTo>
                      <a:pt x="1" y="14"/>
                      <a:pt x="0" y="17"/>
                      <a:pt x="2" y="21"/>
                    </a:cubicBezTo>
                    <a:cubicBezTo>
                      <a:pt x="2" y="21"/>
                      <a:pt x="2" y="21"/>
                      <a:pt x="2" y="21"/>
                    </a:cubicBezTo>
                    <a:cubicBezTo>
                      <a:pt x="4" y="21"/>
                      <a:pt x="7" y="20"/>
                      <a:pt x="8" y="19"/>
                    </a:cubicBezTo>
                    <a:cubicBezTo>
                      <a:pt x="11" y="17"/>
                      <a:pt x="18" y="19"/>
                      <a:pt x="20"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6">
                <a:extLst>
                  <a:ext uri="{FF2B5EF4-FFF2-40B4-BE49-F238E27FC236}">
                    <a16:creationId xmlns:a16="http://schemas.microsoft.com/office/drawing/2014/main" id="{E4866CED-8D58-4C97-8E46-D614531F888F}"/>
                  </a:ext>
                </a:extLst>
              </p:cNvPr>
              <p:cNvSpPr>
                <a:spLocks/>
              </p:cNvSpPr>
              <p:nvPr/>
            </p:nvSpPr>
            <p:spPr bwMode="auto">
              <a:xfrm>
                <a:off x="5303661" y="2896554"/>
                <a:ext cx="107906" cy="69010"/>
              </a:xfrm>
              <a:custGeom>
                <a:avLst/>
                <a:gdLst>
                  <a:gd name="T0" fmla="*/ 7 w 47"/>
                  <a:gd name="T1" fmla="*/ 15 h 30"/>
                  <a:gd name="T2" fmla="*/ 11 w 47"/>
                  <a:gd name="T3" fmla="*/ 17 h 30"/>
                  <a:gd name="T4" fmla="*/ 16 w 47"/>
                  <a:gd name="T5" fmla="*/ 20 h 30"/>
                  <a:gd name="T6" fmla="*/ 16 w 47"/>
                  <a:gd name="T7" fmla="*/ 26 h 30"/>
                  <a:gd name="T8" fmla="*/ 22 w 47"/>
                  <a:gd name="T9" fmla="*/ 29 h 30"/>
                  <a:gd name="T10" fmla="*/ 28 w 47"/>
                  <a:gd name="T11" fmla="*/ 30 h 30"/>
                  <a:gd name="T12" fmla="*/ 32 w 47"/>
                  <a:gd name="T13" fmla="*/ 28 h 30"/>
                  <a:gd name="T14" fmla="*/ 37 w 47"/>
                  <a:gd name="T15" fmla="*/ 26 h 30"/>
                  <a:gd name="T16" fmla="*/ 38 w 47"/>
                  <a:gd name="T17" fmla="*/ 22 h 30"/>
                  <a:gd name="T18" fmla="*/ 42 w 47"/>
                  <a:gd name="T19" fmla="*/ 19 h 30"/>
                  <a:gd name="T20" fmla="*/ 45 w 47"/>
                  <a:gd name="T21" fmla="*/ 16 h 30"/>
                  <a:gd name="T22" fmla="*/ 46 w 47"/>
                  <a:gd name="T23" fmla="*/ 13 h 30"/>
                  <a:gd name="T24" fmla="*/ 47 w 47"/>
                  <a:gd name="T25" fmla="*/ 11 h 30"/>
                  <a:gd name="T26" fmla="*/ 43 w 47"/>
                  <a:gd name="T27" fmla="*/ 8 h 30"/>
                  <a:gd name="T28" fmla="*/ 35 w 47"/>
                  <a:gd name="T29" fmla="*/ 4 h 30"/>
                  <a:gd name="T30" fmla="*/ 30 w 47"/>
                  <a:gd name="T31" fmla="*/ 2 h 30"/>
                  <a:gd name="T32" fmla="*/ 20 w 47"/>
                  <a:gd name="T33" fmla="*/ 2 h 30"/>
                  <a:gd name="T34" fmla="*/ 8 w 47"/>
                  <a:gd name="T35" fmla="*/ 2 h 30"/>
                  <a:gd name="T36" fmla="*/ 2 w 47"/>
                  <a:gd name="T37" fmla="*/ 4 h 30"/>
                  <a:gd name="T38" fmla="*/ 1 w 47"/>
                  <a:gd name="T39" fmla="*/ 13 h 30"/>
                  <a:gd name="T40" fmla="*/ 2 w 47"/>
                  <a:gd name="T41" fmla="*/ 15 h 30"/>
                  <a:gd name="T42" fmla="*/ 7 w 47"/>
                  <a:gd name="T43"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7" h="30">
                    <a:moveTo>
                      <a:pt x="7" y="15"/>
                    </a:moveTo>
                    <a:cubicBezTo>
                      <a:pt x="7" y="17"/>
                      <a:pt x="10" y="18"/>
                      <a:pt x="11" y="17"/>
                    </a:cubicBezTo>
                    <a:cubicBezTo>
                      <a:pt x="12" y="17"/>
                      <a:pt x="16" y="18"/>
                      <a:pt x="16" y="20"/>
                    </a:cubicBezTo>
                    <a:cubicBezTo>
                      <a:pt x="16" y="21"/>
                      <a:pt x="15" y="26"/>
                      <a:pt x="16" y="26"/>
                    </a:cubicBezTo>
                    <a:cubicBezTo>
                      <a:pt x="17" y="26"/>
                      <a:pt x="22" y="27"/>
                      <a:pt x="22" y="29"/>
                    </a:cubicBezTo>
                    <a:cubicBezTo>
                      <a:pt x="24" y="29"/>
                      <a:pt x="27" y="29"/>
                      <a:pt x="28" y="30"/>
                    </a:cubicBezTo>
                    <a:cubicBezTo>
                      <a:pt x="30" y="30"/>
                      <a:pt x="31" y="29"/>
                      <a:pt x="32" y="28"/>
                    </a:cubicBezTo>
                    <a:cubicBezTo>
                      <a:pt x="33" y="27"/>
                      <a:pt x="36" y="26"/>
                      <a:pt x="37" y="26"/>
                    </a:cubicBezTo>
                    <a:cubicBezTo>
                      <a:pt x="38" y="26"/>
                      <a:pt x="38" y="24"/>
                      <a:pt x="38" y="22"/>
                    </a:cubicBezTo>
                    <a:cubicBezTo>
                      <a:pt x="39" y="21"/>
                      <a:pt x="41" y="19"/>
                      <a:pt x="42" y="19"/>
                    </a:cubicBezTo>
                    <a:cubicBezTo>
                      <a:pt x="44" y="18"/>
                      <a:pt x="44" y="16"/>
                      <a:pt x="45" y="16"/>
                    </a:cubicBezTo>
                    <a:cubicBezTo>
                      <a:pt x="47" y="16"/>
                      <a:pt x="46" y="14"/>
                      <a:pt x="46" y="13"/>
                    </a:cubicBezTo>
                    <a:cubicBezTo>
                      <a:pt x="46" y="13"/>
                      <a:pt x="46" y="12"/>
                      <a:pt x="47" y="11"/>
                    </a:cubicBezTo>
                    <a:cubicBezTo>
                      <a:pt x="45" y="10"/>
                      <a:pt x="44" y="9"/>
                      <a:pt x="43" y="8"/>
                    </a:cubicBezTo>
                    <a:cubicBezTo>
                      <a:pt x="40" y="6"/>
                      <a:pt x="37" y="4"/>
                      <a:pt x="35" y="4"/>
                    </a:cubicBezTo>
                    <a:cubicBezTo>
                      <a:pt x="33" y="4"/>
                      <a:pt x="33" y="1"/>
                      <a:pt x="30" y="2"/>
                    </a:cubicBezTo>
                    <a:cubicBezTo>
                      <a:pt x="27" y="3"/>
                      <a:pt x="22" y="2"/>
                      <a:pt x="20" y="2"/>
                    </a:cubicBezTo>
                    <a:cubicBezTo>
                      <a:pt x="18" y="2"/>
                      <a:pt x="11" y="0"/>
                      <a:pt x="8" y="2"/>
                    </a:cubicBezTo>
                    <a:cubicBezTo>
                      <a:pt x="7" y="3"/>
                      <a:pt x="4" y="4"/>
                      <a:pt x="2" y="4"/>
                    </a:cubicBezTo>
                    <a:cubicBezTo>
                      <a:pt x="4" y="7"/>
                      <a:pt x="3" y="11"/>
                      <a:pt x="1" y="13"/>
                    </a:cubicBezTo>
                    <a:cubicBezTo>
                      <a:pt x="0" y="14"/>
                      <a:pt x="1" y="14"/>
                      <a:pt x="2" y="15"/>
                    </a:cubicBezTo>
                    <a:cubicBezTo>
                      <a:pt x="4" y="15"/>
                      <a:pt x="6" y="14"/>
                      <a:pt x="7" y="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7">
                <a:extLst>
                  <a:ext uri="{FF2B5EF4-FFF2-40B4-BE49-F238E27FC236}">
                    <a16:creationId xmlns:a16="http://schemas.microsoft.com/office/drawing/2014/main" id="{4CABC660-9AF0-4149-B14C-7A53F8D93332}"/>
                  </a:ext>
                </a:extLst>
              </p:cNvPr>
              <p:cNvSpPr>
                <a:spLocks/>
              </p:cNvSpPr>
              <p:nvPr/>
            </p:nvSpPr>
            <p:spPr bwMode="auto">
              <a:xfrm>
                <a:off x="5037659" y="3119895"/>
                <a:ext cx="84067" cy="46425"/>
              </a:xfrm>
              <a:custGeom>
                <a:avLst/>
                <a:gdLst>
                  <a:gd name="T0" fmla="*/ 32 w 36"/>
                  <a:gd name="T1" fmla="*/ 8 h 20"/>
                  <a:gd name="T2" fmla="*/ 28 w 36"/>
                  <a:gd name="T3" fmla="*/ 6 h 20"/>
                  <a:gd name="T4" fmla="*/ 28 w 36"/>
                  <a:gd name="T5" fmla="*/ 3 h 20"/>
                  <a:gd name="T6" fmla="*/ 24 w 36"/>
                  <a:gd name="T7" fmla="*/ 1 h 20"/>
                  <a:gd name="T8" fmla="*/ 18 w 36"/>
                  <a:gd name="T9" fmla="*/ 1 h 20"/>
                  <a:gd name="T10" fmla="*/ 11 w 36"/>
                  <a:gd name="T11" fmla="*/ 1 h 20"/>
                  <a:gd name="T12" fmla="*/ 10 w 36"/>
                  <a:gd name="T13" fmla="*/ 2 h 20"/>
                  <a:gd name="T14" fmla="*/ 6 w 36"/>
                  <a:gd name="T15" fmla="*/ 6 h 20"/>
                  <a:gd name="T16" fmla="*/ 1 w 36"/>
                  <a:gd name="T17" fmla="*/ 12 h 20"/>
                  <a:gd name="T18" fmla="*/ 2 w 36"/>
                  <a:gd name="T19" fmla="*/ 15 h 20"/>
                  <a:gd name="T20" fmla="*/ 6 w 36"/>
                  <a:gd name="T21" fmla="*/ 15 h 20"/>
                  <a:gd name="T22" fmla="*/ 7 w 36"/>
                  <a:gd name="T23" fmla="*/ 19 h 20"/>
                  <a:gd name="T24" fmla="*/ 7 w 36"/>
                  <a:gd name="T25" fmla="*/ 19 h 20"/>
                  <a:gd name="T26" fmla="*/ 14 w 36"/>
                  <a:gd name="T27" fmla="*/ 19 h 20"/>
                  <a:gd name="T28" fmla="*/ 18 w 36"/>
                  <a:gd name="T29" fmla="*/ 13 h 20"/>
                  <a:gd name="T30" fmla="*/ 22 w 36"/>
                  <a:gd name="T31" fmla="*/ 19 h 20"/>
                  <a:gd name="T32" fmla="*/ 25 w 36"/>
                  <a:gd name="T33" fmla="*/ 16 h 20"/>
                  <a:gd name="T34" fmla="*/ 27 w 36"/>
                  <a:gd name="T35" fmla="*/ 14 h 20"/>
                  <a:gd name="T36" fmla="*/ 31 w 36"/>
                  <a:gd name="T37" fmla="*/ 13 h 20"/>
                  <a:gd name="T38" fmla="*/ 34 w 36"/>
                  <a:gd name="T39" fmla="*/ 12 h 20"/>
                  <a:gd name="T40" fmla="*/ 35 w 36"/>
                  <a:gd name="T41" fmla="*/ 10 h 20"/>
                  <a:gd name="T42" fmla="*/ 36 w 36"/>
                  <a:gd name="T43" fmla="*/ 9 h 20"/>
                  <a:gd name="T44" fmla="*/ 32 w 36"/>
                  <a:gd name="T45"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20">
                    <a:moveTo>
                      <a:pt x="32" y="8"/>
                    </a:moveTo>
                    <a:cubicBezTo>
                      <a:pt x="31" y="9"/>
                      <a:pt x="28" y="7"/>
                      <a:pt x="28" y="6"/>
                    </a:cubicBezTo>
                    <a:cubicBezTo>
                      <a:pt x="28" y="6"/>
                      <a:pt x="28" y="4"/>
                      <a:pt x="28" y="3"/>
                    </a:cubicBezTo>
                    <a:cubicBezTo>
                      <a:pt x="27" y="2"/>
                      <a:pt x="25" y="1"/>
                      <a:pt x="24" y="1"/>
                    </a:cubicBezTo>
                    <a:cubicBezTo>
                      <a:pt x="21" y="0"/>
                      <a:pt x="20" y="0"/>
                      <a:pt x="18" y="1"/>
                    </a:cubicBezTo>
                    <a:cubicBezTo>
                      <a:pt x="17" y="2"/>
                      <a:pt x="14" y="1"/>
                      <a:pt x="11" y="1"/>
                    </a:cubicBezTo>
                    <a:cubicBezTo>
                      <a:pt x="11" y="2"/>
                      <a:pt x="11" y="2"/>
                      <a:pt x="10" y="2"/>
                    </a:cubicBezTo>
                    <a:cubicBezTo>
                      <a:pt x="9" y="2"/>
                      <a:pt x="6" y="4"/>
                      <a:pt x="6" y="6"/>
                    </a:cubicBezTo>
                    <a:cubicBezTo>
                      <a:pt x="6" y="8"/>
                      <a:pt x="2" y="9"/>
                      <a:pt x="1" y="12"/>
                    </a:cubicBezTo>
                    <a:cubicBezTo>
                      <a:pt x="0" y="15"/>
                      <a:pt x="0" y="17"/>
                      <a:pt x="2" y="15"/>
                    </a:cubicBezTo>
                    <a:cubicBezTo>
                      <a:pt x="4" y="13"/>
                      <a:pt x="6" y="14"/>
                      <a:pt x="6" y="15"/>
                    </a:cubicBezTo>
                    <a:cubicBezTo>
                      <a:pt x="6" y="17"/>
                      <a:pt x="8" y="17"/>
                      <a:pt x="7" y="19"/>
                    </a:cubicBezTo>
                    <a:cubicBezTo>
                      <a:pt x="7" y="19"/>
                      <a:pt x="7" y="19"/>
                      <a:pt x="7" y="19"/>
                    </a:cubicBezTo>
                    <a:cubicBezTo>
                      <a:pt x="9" y="19"/>
                      <a:pt x="13" y="19"/>
                      <a:pt x="14" y="19"/>
                    </a:cubicBezTo>
                    <a:cubicBezTo>
                      <a:pt x="16" y="19"/>
                      <a:pt x="17" y="14"/>
                      <a:pt x="18" y="13"/>
                    </a:cubicBezTo>
                    <a:cubicBezTo>
                      <a:pt x="19" y="13"/>
                      <a:pt x="21" y="17"/>
                      <a:pt x="22" y="19"/>
                    </a:cubicBezTo>
                    <a:cubicBezTo>
                      <a:pt x="24" y="20"/>
                      <a:pt x="25" y="17"/>
                      <a:pt x="25" y="16"/>
                    </a:cubicBezTo>
                    <a:cubicBezTo>
                      <a:pt x="25" y="14"/>
                      <a:pt x="26" y="14"/>
                      <a:pt x="27" y="14"/>
                    </a:cubicBezTo>
                    <a:cubicBezTo>
                      <a:pt x="29" y="14"/>
                      <a:pt x="31" y="15"/>
                      <a:pt x="31" y="13"/>
                    </a:cubicBezTo>
                    <a:cubicBezTo>
                      <a:pt x="31" y="11"/>
                      <a:pt x="33" y="12"/>
                      <a:pt x="34" y="12"/>
                    </a:cubicBezTo>
                    <a:cubicBezTo>
                      <a:pt x="35" y="12"/>
                      <a:pt x="35" y="10"/>
                      <a:pt x="35" y="10"/>
                    </a:cubicBezTo>
                    <a:cubicBezTo>
                      <a:pt x="36" y="9"/>
                      <a:pt x="36" y="9"/>
                      <a:pt x="36" y="9"/>
                    </a:cubicBezTo>
                    <a:cubicBezTo>
                      <a:pt x="35" y="8"/>
                      <a:pt x="34" y="8"/>
                      <a:pt x="32"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8">
                <a:extLst>
                  <a:ext uri="{FF2B5EF4-FFF2-40B4-BE49-F238E27FC236}">
                    <a16:creationId xmlns:a16="http://schemas.microsoft.com/office/drawing/2014/main" id="{5B13A227-23B3-4342-854B-6D368F23CAE0}"/>
                  </a:ext>
                </a:extLst>
              </p:cNvPr>
              <p:cNvSpPr>
                <a:spLocks/>
              </p:cNvSpPr>
              <p:nvPr/>
            </p:nvSpPr>
            <p:spPr bwMode="auto">
              <a:xfrm>
                <a:off x="5036404" y="2942979"/>
                <a:ext cx="165624" cy="189464"/>
              </a:xfrm>
              <a:custGeom>
                <a:avLst/>
                <a:gdLst>
                  <a:gd name="T0" fmla="*/ 9 w 72"/>
                  <a:gd name="T1" fmla="*/ 21 h 82"/>
                  <a:gd name="T2" fmla="*/ 5 w 72"/>
                  <a:gd name="T3" fmla="*/ 25 h 82"/>
                  <a:gd name="T4" fmla="*/ 8 w 72"/>
                  <a:gd name="T5" fmla="*/ 29 h 82"/>
                  <a:gd name="T6" fmla="*/ 6 w 72"/>
                  <a:gd name="T7" fmla="*/ 32 h 82"/>
                  <a:gd name="T8" fmla="*/ 2 w 72"/>
                  <a:gd name="T9" fmla="*/ 34 h 82"/>
                  <a:gd name="T10" fmla="*/ 1 w 72"/>
                  <a:gd name="T11" fmla="*/ 38 h 82"/>
                  <a:gd name="T12" fmla="*/ 0 w 72"/>
                  <a:gd name="T13" fmla="*/ 44 h 82"/>
                  <a:gd name="T14" fmla="*/ 2 w 72"/>
                  <a:gd name="T15" fmla="*/ 49 h 82"/>
                  <a:gd name="T16" fmla="*/ 1 w 72"/>
                  <a:gd name="T17" fmla="*/ 53 h 82"/>
                  <a:gd name="T18" fmla="*/ 3 w 72"/>
                  <a:gd name="T19" fmla="*/ 59 h 82"/>
                  <a:gd name="T20" fmla="*/ 5 w 72"/>
                  <a:gd name="T21" fmla="*/ 60 h 82"/>
                  <a:gd name="T22" fmla="*/ 10 w 72"/>
                  <a:gd name="T23" fmla="*/ 63 h 82"/>
                  <a:gd name="T24" fmla="*/ 15 w 72"/>
                  <a:gd name="T25" fmla="*/ 64 h 82"/>
                  <a:gd name="T26" fmla="*/ 16 w 72"/>
                  <a:gd name="T27" fmla="*/ 67 h 82"/>
                  <a:gd name="T28" fmla="*/ 13 w 72"/>
                  <a:gd name="T29" fmla="*/ 73 h 82"/>
                  <a:gd name="T30" fmla="*/ 12 w 72"/>
                  <a:gd name="T31" fmla="*/ 78 h 82"/>
                  <a:gd name="T32" fmla="*/ 19 w 72"/>
                  <a:gd name="T33" fmla="*/ 78 h 82"/>
                  <a:gd name="T34" fmla="*/ 25 w 72"/>
                  <a:gd name="T35" fmla="*/ 78 h 82"/>
                  <a:gd name="T36" fmla="*/ 29 w 72"/>
                  <a:gd name="T37" fmla="*/ 80 h 82"/>
                  <a:gd name="T38" fmla="*/ 30 w 72"/>
                  <a:gd name="T39" fmla="*/ 79 h 82"/>
                  <a:gd name="T40" fmla="*/ 35 w 72"/>
                  <a:gd name="T41" fmla="*/ 80 h 82"/>
                  <a:gd name="T42" fmla="*/ 40 w 72"/>
                  <a:gd name="T43" fmla="*/ 79 h 82"/>
                  <a:gd name="T44" fmla="*/ 44 w 72"/>
                  <a:gd name="T45" fmla="*/ 79 h 82"/>
                  <a:gd name="T46" fmla="*/ 52 w 72"/>
                  <a:gd name="T47" fmla="*/ 77 h 82"/>
                  <a:gd name="T48" fmla="*/ 56 w 72"/>
                  <a:gd name="T49" fmla="*/ 75 h 82"/>
                  <a:gd name="T50" fmla="*/ 59 w 72"/>
                  <a:gd name="T51" fmla="*/ 70 h 82"/>
                  <a:gd name="T52" fmla="*/ 63 w 72"/>
                  <a:gd name="T53" fmla="*/ 67 h 82"/>
                  <a:gd name="T54" fmla="*/ 55 w 72"/>
                  <a:gd name="T55" fmla="*/ 60 h 82"/>
                  <a:gd name="T56" fmla="*/ 52 w 72"/>
                  <a:gd name="T57" fmla="*/ 54 h 82"/>
                  <a:gd name="T58" fmla="*/ 52 w 72"/>
                  <a:gd name="T59" fmla="*/ 49 h 82"/>
                  <a:gd name="T60" fmla="*/ 60 w 72"/>
                  <a:gd name="T61" fmla="*/ 46 h 82"/>
                  <a:gd name="T62" fmla="*/ 67 w 72"/>
                  <a:gd name="T63" fmla="*/ 43 h 82"/>
                  <a:gd name="T64" fmla="*/ 71 w 72"/>
                  <a:gd name="T65" fmla="*/ 43 h 82"/>
                  <a:gd name="T66" fmla="*/ 71 w 72"/>
                  <a:gd name="T67" fmla="*/ 38 h 82"/>
                  <a:gd name="T68" fmla="*/ 69 w 72"/>
                  <a:gd name="T69" fmla="*/ 32 h 82"/>
                  <a:gd name="T70" fmla="*/ 68 w 72"/>
                  <a:gd name="T71" fmla="*/ 28 h 82"/>
                  <a:gd name="T72" fmla="*/ 66 w 72"/>
                  <a:gd name="T73" fmla="*/ 24 h 82"/>
                  <a:gd name="T74" fmla="*/ 66 w 72"/>
                  <a:gd name="T75" fmla="*/ 21 h 82"/>
                  <a:gd name="T76" fmla="*/ 66 w 72"/>
                  <a:gd name="T77" fmla="*/ 12 h 82"/>
                  <a:gd name="T78" fmla="*/ 66 w 72"/>
                  <a:gd name="T79" fmla="*/ 11 h 82"/>
                  <a:gd name="T80" fmla="*/ 65 w 72"/>
                  <a:gd name="T81" fmla="*/ 10 h 82"/>
                  <a:gd name="T82" fmla="*/ 61 w 72"/>
                  <a:gd name="T83" fmla="*/ 8 h 82"/>
                  <a:gd name="T84" fmla="*/ 61 w 72"/>
                  <a:gd name="T85" fmla="*/ 3 h 82"/>
                  <a:gd name="T86" fmla="*/ 54 w 72"/>
                  <a:gd name="T87" fmla="*/ 5 h 82"/>
                  <a:gd name="T88" fmla="*/ 45 w 72"/>
                  <a:gd name="T89" fmla="*/ 10 h 82"/>
                  <a:gd name="T90" fmla="*/ 41 w 72"/>
                  <a:gd name="T91" fmla="*/ 7 h 82"/>
                  <a:gd name="T92" fmla="*/ 38 w 72"/>
                  <a:gd name="T93" fmla="*/ 6 h 82"/>
                  <a:gd name="T94" fmla="*/ 32 w 72"/>
                  <a:gd name="T95" fmla="*/ 3 h 82"/>
                  <a:gd name="T96" fmla="*/ 32 w 72"/>
                  <a:gd name="T97" fmla="*/ 1 h 82"/>
                  <a:gd name="T98" fmla="*/ 29 w 72"/>
                  <a:gd name="T99" fmla="*/ 1 h 82"/>
                  <a:gd name="T100" fmla="*/ 21 w 72"/>
                  <a:gd name="T101" fmla="*/ 0 h 82"/>
                  <a:gd name="T102" fmla="*/ 23 w 72"/>
                  <a:gd name="T103" fmla="*/ 4 h 82"/>
                  <a:gd name="T104" fmla="*/ 25 w 72"/>
                  <a:gd name="T105" fmla="*/ 11 h 82"/>
                  <a:gd name="T106" fmla="*/ 21 w 72"/>
                  <a:gd name="T107" fmla="*/ 14 h 82"/>
                  <a:gd name="T108" fmla="*/ 15 w 72"/>
                  <a:gd name="T109" fmla="*/ 13 h 82"/>
                  <a:gd name="T110" fmla="*/ 9 w 72"/>
                  <a:gd name="T111" fmla="*/ 14 h 82"/>
                  <a:gd name="T112" fmla="*/ 9 w 72"/>
                  <a:gd name="T113" fmla="*/ 16 h 82"/>
                  <a:gd name="T114" fmla="*/ 9 w 72"/>
                  <a:gd name="T115" fmla="*/ 2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 h="82">
                    <a:moveTo>
                      <a:pt x="9" y="21"/>
                    </a:moveTo>
                    <a:cubicBezTo>
                      <a:pt x="7" y="24"/>
                      <a:pt x="5" y="24"/>
                      <a:pt x="5" y="25"/>
                    </a:cubicBezTo>
                    <a:cubicBezTo>
                      <a:pt x="6" y="26"/>
                      <a:pt x="9" y="28"/>
                      <a:pt x="8" y="29"/>
                    </a:cubicBezTo>
                    <a:cubicBezTo>
                      <a:pt x="7" y="31"/>
                      <a:pt x="6" y="30"/>
                      <a:pt x="6" y="32"/>
                    </a:cubicBezTo>
                    <a:cubicBezTo>
                      <a:pt x="6" y="34"/>
                      <a:pt x="3" y="34"/>
                      <a:pt x="2" y="34"/>
                    </a:cubicBezTo>
                    <a:cubicBezTo>
                      <a:pt x="1" y="34"/>
                      <a:pt x="2" y="36"/>
                      <a:pt x="1" y="38"/>
                    </a:cubicBezTo>
                    <a:cubicBezTo>
                      <a:pt x="1" y="40"/>
                      <a:pt x="1" y="43"/>
                      <a:pt x="0" y="44"/>
                    </a:cubicBezTo>
                    <a:cubicBezTo>
                      <a:pt x="0" y="46"/>
                      <a:pt x="3" y="48"/>
                      <a:pt x="2" y="49"/>
                    </a:cubicBezTo>
                    <a:cubicBezTo>
                      <a:pt x="2" y="51"/>
                      <a:pt x="0" y="52"/>
                      <a:pt x="1" y="53"/>
                    </a:cubicBezTo>
                    <a:cubicBezTo>
                      <a:pt x="1" y="53"/>
                      <a:pt x="3" y="55"/>
                      <a:pt x="3" y="59"/>
                    </a:cubicBezTo>
                    <a:cubicBezTo>
                      <a:pt x="4" y="59"/>
                      <a:pt x="5" y="60"/>
                      <a:pt x="5" y="60"/>
                    </a:cubicBezTo>
                    <a:cubicBezTo>
                      <a:pt x="6" y="62"/>
                      <a:pt x="8" y="63"/>
                      <a:pt x="10" y="63"/>
                    </a:cubicBezTo>
                    <a:cubicBezTo>
                      <a:pt x="13" y="63"/>
                      <a:pt x="14" y="64"/>
                      <a:pt x="15" y="64"/>
                    </a:cubicBezTo>
                    <a:cubicBezTo>
                      <a:pt x="16" y="64"/>
                      <a:pt x="19" y="65"/>
                      <a:pt x="16" y="67"/>
                    </a:cubicBezTo>
                    <a:cubicBezTo>
                      <a:pt x="14" y="69"/>
                      <a:pt x="14" y="71"/>
                      <a:pt x="13" y="73"/>
                    </a:cubicBezTo>
                    <a:cubicBezTo>
                      <a:pt x="13" y="75"/>
                      <a:pt x="13" y="77"/>
                      <a:pt x="12" y="78"/>
                    </a:cubicBezTo>
                    <a:cubicBezTo>
                      <a:pt x="15" y="78"/>
                      <a:pt x="18" y="79"/>
                      <a:pt x="19" y="78"/>
                    </a:cubicBezTo>
                    <a:cubicBezTo>
                      <a:pt x="21" y="77"/>
                      <a:pt x="22" y="77"/>
                      <a:pt x="25" y="78"/>
                    </a:cubicBezTo>
                    <a:cubicBezTo>
                      <a:pt x="26" y="78"/>
                      <a:pt x="28" y="79"/>
                      <a:pt x="29" y="80"/>
                    </a:cubicBezTo>
                    <a:cubicBezTo>
                      <a:pt x="29" y="79"/>
                      <a:pt x="30" y="79"/>
                      <a:pt x="30" y="79"/>
                    </a:cubicBezTo>
                    <a:cubicBezTo>
                      <a:pt x="32" y="79"/>
                      <a:pt x="34" y="82"/>
                      <a:pt x="35" y="80"/>
                    </a:cubicBezTo>
                    <a:cubicBezTo>
                      <a:pt x="36" y="78"/>
                      <a:pt x="38" y="79"/>
                      <a:pt x="40" y="79"/>
                    </a:cubicBezTo>
                    <a:cubicBezTo>
                      <a:pt x="41" y="80"/>
                      <a:pt x="43" y="80"/>
                      <a:pt x="44" y="79"/>
                    </a:cubicBezTo>
                    <a:cubicBezTo>
                      <a:pt x="46" y="78"/>
                      <a:pt x="51" y="77"/>
                      <a:pt x="52" y="77"/>
                    </a:cubicBezTo>
                    <a:cubicBezTo>
                      <a:pt x="54" y="78"/>
                      <a:pt x="57" y="79"/>
                      <a:pt x="56" y="75"/>
                    </a:cubicBezTo>
                    <a:cubicBezTo>
                      <a:pt x="54" y="71"/>
                      <a:pt x="58" y="72"/>
                      <a:pt x="59" y="70"/>
                    </a:cubicBezTo>
                    <a:cubicBezTo>
                      <a:pt x="59" y="69"/>
                      <a:pt x="64" y="68"/>
                      <a:pt x="63" y="67"/>
                    </a:cubicBezTo>
                    <a:cubicBezTo>
                      <a:pt x="63" y="65"/>
                      <a:pt x="57" y="62"/>
                      <a:pt x="55" y="60"/>
                    </a:cubicBezTo>
                    <a:cubicBezTo>
                      <a:pt x="53" y="59"/>
                      <a:pt x="53" y="55"/>
                      <a:pt x="52" y="54"/>
                    </a:cubicBezTo>
                    <a:cubicBezTo>
                      <a:pt x="51" y="52"/>
                      <a:pt x="49" y="50"/>
                      <a:pt x="52" y="49"/>
                    </a:cubicBezTo>
                    <a:cubicBezTo>
                      <a:pt x="54" y="49"/>
                      <a:pt x="58" y="48"/>
                      <a:pt x="60" y="46"/>
                    </a:cubicBezTo>
                    <a:cubicBezTo>
                      <a:pt x="62" y="44"/>
                      <a:pt x="66" y="44"/>
                      <a:pt x="67" y="43"/>
                    </a:cubicBezTo>
                    <a:cubicBezTo>
                      <a:pt x="68" y="42"/>
                      <a:pt x="70" y="44"/>
                      <a:pt x="71" y="43"/>
                    </a:cubicBezTo>
                    <a:cubicBezTo>
                      <a:pt x="72" y="42"/>
                      <a:pt x="72" y="40"/>
                      <a:pt x="71" y="38"/>
                    </a:cubicBezTo>
                    <a:cubicBezTo>
                      <a:pt x="70" y="37"/>
                      <a:pt x="69" y="35"/>
                      <a:pt x="69" y="32"/>
                    </a:cubicBezTo>
                    <a:cubicBezTo>
                      <a:pt x="69" y="29"/>
                      <a:pt x="68" y="29"/>
                      <a:pt x="68" y="28"/>
                    </a:cubicBezTo>
                    <a:cubicBezTo>
                      <a:pt x="68" y="26"/>
                      <a:pt x="68" y="24"/>
                      <a:pt x="66" y="24"/>
                    </a:cubicBezTo>
                    <a:cubicBezTo>
                      <a:pt x="65" y="23"/>
                      <a:pt x="65" y="22"/>
                      <a:pt x="66" y="21"/>
                    </a:cubicBezTo>
                    <a:cubicBezTo>
                      <a:pt x="67" y="19"/>
                      <a:pt x="67" y="14"/>
                      <a:pt x="66" y="12"/>
                    </a:cubicBezTo>
                    <a:cubicBezTo>
                      <a:pt x="66" y="12"/>
                      <a:pt x="66" y="12"/>
                      <a:pt x="66" y="11"/>
                    </a:cubicBezTo>
                    <a:cubicBezTo>
                      <a:pt x="66" y="11"/>
                      <a:pt x="65" y="11"/>
                      <a:pt x="65" y="10"/>
                    </a:cubicBezTo>
                    <a:cubicBezTo>
                      <a:pt x="65" y="8"/>
                      <a:pt x="64" y="8"/>
                      <a:pt x="61" y="8"/>
                    </a:cubicBezTo>
                    <a:cubicBezTo>
                      <a:pt x="57" y="8"/>
                      <a:pt x="62" y="4"/>
                      <a:pt x="61" y="3"/>
                    </a:cubicBezTo>
                    <a:cubicBezTo>
                      <a:pt x="60" y="1"/>
                      <a:pt x="57" y="6"/>
                      <a:pt x="54" y="5"/>
                    </a:cubicBezTo>
                    <a:cubicBezTo>
                      <a:pt x="51" y="4"/>
                      <a:pt x="48" y="8"/>
                      <a:pt x="45" y="10"/>
                    </a:cubicBezTo>
                    <a:cubicBezTo>
                      <a:pt x="43" y="12"/>
                      <a:pt x="39" y="10"/>
                      <a:pt x="41" y="7"/>
                    </a:cubicBezTo>
                    <a:cubicBezTo>
                      <a:pt x="43" y="4"/>
                      <a:pt x="41" y="4"/>
                      <a:pt x="38" y="6"/>
                    </a:cubicBezTo>
                    <a:cubicBezTo>
                      <a:pt x="35" y="7"/>
                      <a:pt x="32" y="5"/>
                      <a:pt x="32" y="3"/>
                    </a:cubicBezTo>
                    <a:cubicBezTo>
                      <a:pt x="32" y="2"/>
                      <a:pt x="32" y="1"/>
                      <a:pt x="32" y="1"/>
                    </a:cubicBezTo>
                    <a:cubicBezTo>
                      <a:pt x="30" y="1"/>
                      <a:pt x="29" y="1"/>
                      <a:pt x="29" y="1"/>
                    </a:cubicBezTo>
                    <a:cubicBezTo>
                      <a:pt x="27" y="0"/>
                      <a:pt x="24" y="0"/>
                      <a:pt x="21" y="0"/>
                    </a:cubicBezTo>
                    <a:cubicBezTo>
                      <a:pt x="22" y="2"/>
                      <a:pt x="23" y="3"/>
                      <a:pt x="23" y="4"/>
                    </a:cubicBezTo>
                    <a:cubicBezTo>
                      <a:pt x="22" y="6"/>
                      <a:pt x="23" y="8"/>
                      <a:pt x="25" y="11"/>
                    </a:cubicBezTo>
                    <a:cubicBezTo>
                      <a:pt x="26" y="14"/>
                      <a:pt x="22" y="12"/>
                      <a:pt x="21" y="14"/>
                    </a:cubicBezTo>
                    <a:cubicBezTo>
                      <a:pt x="21" y="16"/>
                      <a:pt x="17" y="14"/>
                      <a:pt x="15" y="13"/>
                    </a:cubicBezTo>
                    <a:cubicBezTo>
                      <a:pt x="14" y="13"/>
                      <a:pt x="9" y="13"/>
                      <a:pt x="9" y="14"/>
                    </a:cubicBezTo>
                    <a:cubicBezTo>
                      <a:pt x="9" y="15"/>
                      <a:pt x="9" y="15"/>
                      <a:pt x="9" y="16"/>
                    </a:cubicBezTo>
                    <a:cubicBezTo>
                      <a:pt x="10" y="18"/>
                      <a:pt x="10" y="20"/>
                      <a:pt x="9"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9">
                <a:extLst>
                  <a:ext uri="{FF2B5EF4-FFF2-40B4-BE49-F238E27FC236}">
                    <a16:creationId xmlns:a16="http://schemas.microsoft.com/office/drawing/2014/main" id="{3B341193-8026-4E7A-99A1-9AA780939FC8}"/>
                  </a:ext>
                </a:extLst>
              </p:cNvPr>
              <p:cNvSpPr>
                <a:spLocks/>
              </p:cNvSpPr>
              <p:nvPr/>
            </p:nvSpPr>
            <p:spPr bwMode="auto">
              <a:xfrm>
                <a:off x="5307425" y="2493787"/>
                <a:ext cx="194483" cy="311172"/>
              </a:xfrm>
              <a:custGeom>
                <a:avLst/>
                <a:gdLst>
                  <a:gd name="T0" fmla="*/ 71 w 84"/>
                  <a:gd name="T1" fmla="*/ 113 h 135"/>
                  <a:gd name="T2" fmla="*/ 83 w 84"/>
                  <a:gd name="T3" fmla="*/ 102 h 135"/>
                  <a:gd name="T4" fmla="*/ 81 w 84"/>
                  <a:gd name="T5" fmla="*/ 95 h 135"/>
                  <a:gd name="T6" fmla="*/ 71 w 84"/>
                  <a:gd name="T7" fmla="*/ 87 h 135"/>
                  <a:gd name="T8" fmla="*/ 76 w 84"/>
                  <a:gd name="T9" fmla="*/ 83 h 135"/>
                  <a:gd name="T10" fmla="*/ 72 w 84"/>
                  <a:gd name="T11" fmla="*/ 78 h 135"/>
                  <a:gd name="T12" fmla="*/ 73 w 84"/>
                  <a:gd name="T13" fmla="*/ 74 h 135"/>
                  <a:gd name="T14" fmla="*/ 69 w 84"/>
                  <a:gd name="T15" fmla="*/ 72 h 135"/>
                  <a:gd name="T16" fmla="*/ 71 w 84"/>
                  <a:gd name="T17" fmla="*/ 69 h 135"/>
                  <a:gd name="T18" fmla="*/ 69 w 84"/>
                  <a:gd name="T19" fmla="*/ 63 h 135"/>
                  <a:gd name="T20" fmla="*/ 72 w 84"/>
                  <a:gd name="T21" fmla="*/ 58 h 135"/>
                  <a:gd name="T22" fmla="*/ 64 w 84"/>
                  <a:gd name="T23" fmla="*/ 46 h 135"/>
                  <a:gd name="T24" fmla="*/ 67 w 84"/>
                  <a:gd name="T25" fmla="*/ 42 h 135"/>
                  <a:gd name="T26" fmla="*/ 72 w 84"/>
                  <a:gd name="T27" fmla="*/ 36 h 135"/>
                  <a:gd name="T28" fmla="*/ 66 w 84"/>
                  <a:gd name="T29" fmla="*/ 30 h 135"/>
                  <a:gd name="T30" fmla="*/ 61 w 84"/>
                  <a:gd name="T31" fmla="*/ 27 h 135"/>
                  <a:gd name="T32" fmla="*/ 60 w 84"/>
                  <a:gd name="T33" fmla="*/ 22 h 135"/>
                  <a:gd name="T34" fmla="*/ 61 w 84"/>
                  <a:gd name="T35" fmla="*/ 18 h 135"/>
                  <a:gd name="T36" fmla="*/ 64 w 84"/>
                  <a:gd name="T37" fmla="*/ 16 h 135"/>
                  <a:gd name="T38" fmla="*/ 66 w 84"/>
                  <a:gd name="T39" fmla="*/ 13 h 135"/>
                  <a:gd name="T40" fmla="*/ 66 w 84"/>
                  <a:gd name="T41" fmla="*/ 8 h 135"/>
                  <a:gd name="T42" fmla="*/ 58 w 84"/>
                  <a:gd name="T43" fmla="*/ 3 h 135"/>
                  <a:gd name="T44" fmla="*/ 51 w 84"/>
                  <a:gd name="T45" fmla="*/ 3 h 135"/>
                  <a:gd name="T46" fmla="*/ 43 w 84"/>
                  <a:gd name="T47" fmla="*/ 4 h 135"/>
                  <a:gd name="T48" fmla="*/ 38 w 84"/>
                  <a:gd name="T49" fmla="*/ 10 h 135"/>
                  <a:gd name="T50" fmla="*/ 37 w 84"/>
                  <a:gd name="T51" fmla="*/ 17 h 135"/>
                  <a:gd name="T52" fmla="*/ 33 w 84"/>
                  <a:gd name="T53" fmla="*/ 21 h 135"/>
                  <a:gd name="T54" fmla="*/ 29 w 84"/>
                  <a:gd name="T55" fmla="*/ 20 h 135"/>
                  <a:gd name="T56" fmla="*/ 22 w 84"/>
                  <a:gd name="T57" fmla="*/ 20 h 135"/>
                  <a:gd name="T58" fmla="*/ 14 w 84"/>
                  <a:gd name="T59" fmla="*/ 19 h 135"/>
                  <a:gd name="T60" fmla="*/ 5 w 84"/>
                  <a:gd name="T61" fmla="*/ 13 h 135"/>
                  <a:gd name="T62" fmla="*/ 0 w 84"/>
                  <a:gd name="T63" fmla="*/ 17 h 135"/>
                  <a:gd name="T64" fmla="*/ 8 w 84"/>
                  <a:gd name="T65" fmla="*/ 23 h 135"/>
                  <a:gd name="T66" fmla="*/ 20 w 84"/>
                  <a:gd name="T67" fmla="*/ 30 h 135"/>
                  <a:gd name="T68" fmla="*/ 20 w 84"/>
                  <a:gd name="T69" fmla="*/ 38 h 135"/>
                  <a:gd name="T70" fmla="*/ 22 w 84"/>
                  <a:gd name="T71" fmla="*/ 45 h 135"/>
                  <a:gd name="T72" fmla="*/ 22 w 84"/>
                  <a:gd name="T73" fmla="*/ 52 h 135"/>
                  <a:gd name="T74" fmla="*/ 23 w 84"/>
                  <a:gd name="T75" fmla="*/ 56 h 135"/>
                  <a:gd name="T76" fmla="*/ 24 w 84"/>
                  <a:gd name="T77" fmla="*/ 60 h 135"/>
                  <a:gd name="T78" fmla="*/ 31 w 84"/>
                  <a:gd name="T79" fmla="*/ 63 h 135"/>
                  <a:gd name="T80" fmla="*/ 34 w 84"/>
                  <a:gd name="T81" fmla="*/ 69 h 135"/>
                  <a:gd name="T82" fmla="*/ 32 w 84"/>
                  <a:gd name="T83" fmla="*/ 72 h 135"/>
                  <a:gd name="T84" fmla="*/ 28 w 84"/>
                  <a:gd name="T85" fmla="*/ 75 h 135"/>
                  <a:gd name="T86" fmla="*/ 20 w 84"/>
                  <a:gd name="T87" fmla="*/ 83 h 135"/>
                  <a:gd name="T88" fmla="*/ 15 w 84"/>
                  <a:gd name="T89" fmla="*/ 87 h 135"/>
                  <a:gd name="T90" fmla="*/ 11 w 84"/>
                  <a:gd name="T91" fmla="*/ 91 h 135"/>
                  <a:gd name="T92" fmla="*/ 5 w 84"/>
                  <a:gd name="T93" fmla="*/ 94 h 135"/>
                  <a:gd name="T94" fmla="*/ 1 w 84"/>
                  <a:gd name="T95" fmla="*/ 99 h 135"/>
                  <a:gd name="T96" fmla="*/ 2 w 84"/>
                  <a:gd name="T97" fmla="*/ 104 h 135"/>
                  <a:gd name="T98" fmla="*/ 3 w 84"/>
                  <a:gd name="T99" fmla="*/ 109 h 135"/>
                  <a:gd name="T100" fmla="*/ 4 w 84"/>
                  <a:gd name="T101" fmla="*/ 119 h 135"/>
                  <a:gd name="T102" fmla="*/ 2 w 84"/>
                  <a:gd name="T103" fmla="*/ 127 h 135"/>
                  <a:gd name="T104" fmla="*/ 9 w 84"/>
                  <a:gd name="T105" fmla="*/ 130 h 135"/>
                  <a:gd name="T106" fmla="*/ 14 w 84"/>
                  <a:gd name="T107" fmla="*/ 132 h 135"/>
                  <a:gd name="T108" fmla="*/ 23 w 84"/>
                  <a:gd name="T109" fmla="*/ 134 h 135"/>
                  <a:gd name="T110" fmla="*/ 48 w 84"/>
                  <a:gd name="T111" fmla="*/ 129 h 135"/>
                  <a:gd name="T112" fmla="*/ 55 w 84"/>
                  <a:gd name="T113" fmla="*/ 128 h 135"/>
                  <a:gd name="T114" fmla="*/ 59 w 84"/>
                  <a:gd name="T115" fmla="*/ 123 h 135"/>
                  <a:gd name="T116" fmla="*/ 71 w 84"/>
                  <a:gd name="T117" fmla="*/ 113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4" h="135">
                    <a:moveTo>
                      <a:pt x="71" y="113"/>
                    </a:moveTo>
                    <a:cubicBezTo>
                      <a:pt x="73" y="109"/>
                      <a:pt x="82" y="105"/>
                      <a:pt x="83" y="102"/>
                    </a:cubicBezTo>
                    <a:cubicBezTo>
                      <a:pt x="84" y="100"/>
                      <a:pt x="84" y="99"/>
                      <a:pt x="81" y="95"/>
                    </a:cubicBezTo>
                    <a:cubicBezTo>
                      <a:pt x="78" y="92"/>
                      <a:pt x="71" y="89"/>
                      <a:pt x="71" y="87"/>
                    </a:cubicBezTo>
                    <a:cubicBezTo>
                      <a:pt x="71" y="85"/>
                      <a:pt x="76" y="85"/>
                      <a:pt x="76" y="83"/>
                    </a:cubicBezTo>
                    <a:cubicBezTo>
                      <a:pt x="76" y="80"/>
                      <a:pt x="73" y="80"/>
                      <a:pt x="72" y="78"/>
                    </a:cubicBezTo>
                    <a:cubicBezTo>
                      <a:pt x="70" y="77"/>
                      <a:pt x="73" y="75"/>
                      <a:pt x="73" y="74"/>
                    </a:cubicBezTo>
                    <a:cubicBezTo>
                      <a:pt x="73" y="73"/>
                      <a:pt x="69" y="73"/>
                      <a:pt x="69" y="72"/>
                    </a:cubicBezTo>
                    <a:cubicBezTo>
                      <a:pt x="69" y="71"/>
                      <a:pt x="71" y="71"/>
                      <a:pt x="71" y="69"/>
                    </a:cubicBezTo>
                    <a:cubicBezTo>
                      <a:pt x="70" y="68"/>
                      <a:pt x="68" y="65"/>
                      <a:pt x="69" y="63"/>
                    </a:cubicBezTo>
                    <a:cubicBezTo>
                      <a:pt x="71" y="61"/>
                      <a:pt x="75" y="63"/>
                      <a:pt x="72" y="58"/>
                    </a:cubicBezTo>
                    <a:cubicBezTo>
                      <a:pt x="69" y="54"/>
                      <a:pt x="65" y="48"/>
                      <a:pt x="64" y="46"/>
                    </a:cubicBezTo>
                    <a:cubicBezTo>
                      <a:pt x="64" y="45"/>
                      <a:pt x="65" y="43"/>
                      <a:pt x="67" y="42"/>
                    </a:cubicBezTo>
                    <a:cubicBezTo>
                      <a:pt x="68" y="41"/>
                      <a:pt x="72" y="37"/>
                      <a:pt x="72" y="36"/>
                    </a:cubicBezTo>
                    <a:cubicBezTo>
                      <a:pt x="72" y="34"/>
                      <a:pt x="67" y="30"/>
                      <a:pt x="66" y="30"/>
                    </a:cubicBezTo>
                    <a:cubicBezTo>
                      <a:pt x="65" y="29"/>
                      <a:pt x="62" y="29"/>
                      <a:pt x="61" y="27"/>
                    </a:cubicBezTo>
                    <a:cubicBezTo>
                      <a:pt x="60" y="24"/>
                      <a:pt x="59" y="24"/>
                      <a:pt x="60" y="22"/>
                    </a:cubicBezTo>
                    <a:cubicBezTo>
                      <a:pt x="61" y="21"/>
                      <a:pt x="61" y="19"/>
                      <a:pt x="61" y="18"/>
                    </a:cubicBezTo>
                    <a:cubicBezTo>
                      <a:pt x="61" y="17"/>
                      <a:pt x="64" y="18"/>
                      <a:pt x="64" y="16"/>
                    </a:cubicBezTo>
                    <a:cubicBezTo>
                      <a:pt x="64" y="15"/>
                      <a:pt x="65" y="14"/>
                      <a:pt x="66" y="13"/>
                    </a:cubicBezTo>
                    <a:cubicBezTo>
                      <a:pt x="66" y="11"/>
                      <a:pt x="66" y="9"/>
                      <a:pt x="66" y="8"/>
                    </a:cubicBezTo>
                    <a:cubicBezTo>
                      <a:pt x="66" y="6"/>
                      <a:pt x="59" y="5"/>
                      <a:pt x="58" y="3"/>
                    </a:cubicBezTo>
                    <a:cubicBezTo>
                      <a:pt x="56" y="0"/>
                      <a:pt x="52" y="1"/>
                      <a:pt x="51" y="3"/>
                    </a:cubicBezTo>
                    <a:cubicBezTo>
                      <a:pt x="50" y="4"/>
                      <a:pt x="43" y="2"/>
                      <a:pt x="43" y="4"/>
                    </a:cubicBezTo>
                    <a:cubicBezTo>
                      <a:pt x="43" y="7"/>
                      <a:pt x="38" y="7"/>
                      <a:pt x="38" y="10"/>
                    </a:cubicBezTo>
                    <a:cubicBezTo>
                      <a:pt x="38" y="12"/>
                      <a:pt x="40" y="17"/>
                      <a:pt x="37" y="17"/>
                    </a:cubicBezTo>
                    <a:cubicBezTo>
                      <a:pt x="33" y="16"/>
                      <a:pt x="35" y="18"/>
                      <a:pt x="33" y="21"/>
                    </a:cubicBezTo>
                    <a:cubicBezTo>
                      <a:pt x="31" y="24"/>
                      <a:pt x="31" y="19"/>
                      <a:pt x="29" y="20"/>
                    </a:cubicBezTo>
                    <a:cubicBezTo>
                      <a:pt x="26" y="21"/>
                      <a:pt x="24" y="18"/>
                      <a:pt x="22" y="20"/>
                    </a:cubicBezTo>
                    <a:cubicBezTo>
                      <a:pt x="21" y="22"/>
                      <a:pt x="18" y="20"/>
                      <a:pt x="14" y="19"/>
                    </a:cubicBezTo>
                    <a:cubicBezTo>
                      <a:pt x="10" y="19"/>
                      <a:pt x="8" y="13"/>
                      <a:pt x="5" y="13"/>
                    </a:cubicBezTo>
                    <a:cubicBezTo>
                      <a:pt x="3" y="13"/>
                      <a:pt x="1" y="14"/>
                      <a:pt x="0" y="17"/>
                    </a:cubicBezTo>
                    <a:cubicBezTo>
                      <a:pt x="3" y="19"/>
                      <a:pt x="4" y="21"/>
                      <a:pt x="8" y="23"/>
                    </a:cubicBezTo>
                    <a:cubicBezTo>
                      <a:pt x="13" y="25"/>
                      <a:pt x="20" y="27"/>
                      <a:pt x="20" y="30"/>
                    </a:cubicBezTo>
                    <a:cubicBezTo>
                      <a:pt x="19" y="33"/>
                      <a:pt x="18" y="37"/>
                      <a:pt x="20" y="38"/>
                    </a:cubicBezTo>
                    <a:cubicBezTo>
                      <a:pt x="22" y="39"/>
                      <a:pt x="20" y="44"/>
                      <a:pt x="22" y="45"/>
                    </a:cubicBezTo>
                    <a:cubicBezTo>
                      <a:pt x="24" y="46"/>
                      <a:pt x="24" y="52"/>
                      <a:pt x="22" y="52"/>
                    </a:cubicBezTo>
                    <a:cubicBezTo>
                      <a:pt x="20" y="52"/>
                      <a:pt x="22" y="55"/>
                      <a:pt x="23" y="56"/>
                    </a:cubicBezTo>
                    <a:cubicBezTo>
                      <a:pt x="24" y="57"/>
                      <a:pt x="24" y="58"/>
                      <a:pt x="24" y="60"/>
                    </a:cubicBezTo>
                    <a:cubicBezTo>
                      <a:pt x="27" y="61"/>
                      <a:pt x="29" y="62"/>
                      <a:pt x="31" y="63"/>
                    </a:cubicBezTo>
                    <a:cubicBezTo>
                      <a:pt x="34" y="64"/>
                      <a:pt x="34" y="66"/>
                      <a:pt x="34" y="69"/>
                    </a:cubicBezTo>
                    <a:cubicBezTo>
                      <a:pt x="34" y="71"/>
                      <a:pt x="34" y="73"/>
                      <a:pt x="32" y="72"/>
                    </a:cubicBezTo>
                    <a:cubicBezTo>
                      <a:pt x="31" y="71"/>
                      <a:pt x="29" y="72"/>
                      <a:pt x="28" y="75"/>
                    </a:cubicBezTo>
                    <a:cubicBezTo>
                      <a:pt x="27" y="79"/>
                      <a:pt x="22" y="83"/>
                      <a:pt x="20" y="83"/>
                    </a:cubicBezTo>
                    <a:cubicBezTo>
                      <a:pt x="17" y="84"/>
                      <a:pt x="17" y="86"/>
                      <a:pt x="15" y="87"/>
                    </a:cubicBezTo>
                    <a:cubicBezTo>
                      <a:pt x="13" y="88"/>
                      <a:pt x="11" y="89"/>
                      <a:pt x="11" y="91"/>
                    </a:cubicBezTo>
                    <a:cubicBezTo>
                      <a:pt x="11" y="94"/>
                      <a:pt x="7" y="94"/>
                      <a:pt x="5" y="94"/>
                    </a:cubicBezTo>
                    <a:cubicBezTo>
                      <a:pt x="3" y="94"/>
                      <a:pt x="3" y="98"/>
                      <a:pt x="1" y="99"/>
                    </a:cubicBezTo>
                    <a:cubicBezTo>
                      <a:pt x="0" y="100"/>
                      <a:pt x="0" y="102"/>
                      <a:pt x="2" y="104"/>
                    </a:cubicBezTo>
                    <a:cubicBezTo>
                      <a:pt x="3" y="106"/>
                      <a:pt x="2" y="108"/>
                      <a:pt x="3" y="109"/>
                    </a:cubicBezTo>
                    <a:cubicBezTo>
                      <a:pt x="3" y="111"/>
                      <a:pt x="6" y="115"/>
                      <a:pt x="4" y="119"/>
                    </a:cubicBezTo>
                    <a:cubicBezTo>
                      <a:pt x="2" y="122"/>
                      <a:pt x="0" y="127"/>
                      <a:pt x="2" y="127"/>
                    </a:cubicBezTo>
                    <a:cubicBezTo>
                      <a:pt x="3" y="126"/>
                      <a:pt x="7" y="130"/>
                      <a:pt x="9" y="130"/>
                    </a:cubicBezTo>
                    <a:cubicBezTo>
                      <a:pt x="12" y="130"/>
                      <a:pt x="12" y="133"/>
                      <a:pt x="14" y="132"/>
                    </a:cubicBezTo>
                    <a:cubicBezTo>
                      <a:pt x="16" y="132"/>
                      <a:pt x="16" y="135"/>
                      <a:pt x="23" y="134"/>
                    </a:cubicBezTo>
                    <a:cubicBezTo>
                      <a:pt x="30" y="134"/>
                      <a:pt x="43" y="129"/>
                      <a:pt x="48" y="129"/>
                    </a:cubicBezTo>
                    <a:cubicBezTo>
                      <a:pt x="51" y="129"/>
                      <a:pt x="53" y="128"/>
                      <a:pt x="55" y="128"/>
                    </a:cubicBezTo>
                    <a:cubicBezTo>
                      <a:pt x="56" y="126"/>
                      <a:pt x="58" y="124"/>
                      <a:pt x="59" y="123"/>
                    </a:cubicBezTo>
                    <a:cubicBezTo>
                      <a:pt x="62" y="120"/>
                      <a:pt x="69" y="117"/>
                      <a:pt x="71" y="1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90">
                <a:extLst>
                  <a:ext uri="{FF2B5EF4-FFF2-40B4-BE49-F238E27FC236}">
                    <a16:creationId xmlns:a16="http://schemas.microsoft.com/office/drawing/2014/main" id="{EAE5E0A7-5DFB-4341-A6AC-E416EB7322AE}"/>
                  </a:ext>
                </a:extLst>
              </p:cNvPr>
              <p:cNvSpPr>
                <a:spLocks/>
              </p:cNvSpPr>
              <p:nvPr/>
            </p:nvSpPr>
            <p:spPr bwMode="auto">
              <a:xfrm>
                <a:off x="5554606" y="3466200"/>
                <a:ext cx="391474" cy="313681"/>
              </a:xfrm>
              <a:custGeom>
                <a:avLst/>
                <a:gdLst>
                  <a:gd name="T0" fmla="*/ 102 w 170"/>
                  <a:gd name="T1" fmla="*/ 28 h 136"/>
                  <a:gd name="T2" fmla="*/ 88 w 170"/>
                  <a:gd name="T3" fmla="*/ 27 h 136"/>
                  <a:gd name="T4" fmla="*/ 78 w 170"/>
                  <a:gd name="T5" fmla="*/ 23 h 136"/>
                  <a:gd name="T6" fmla="*/ 59 w 170"/>
                  <a:gd name="T7" fmla="*/ 9 h 136"/>
                  <a:gd name="T8" fmla="*/ 43 w 170"/>
                  <a:gd name="T9" fmla="*/ 0 h 136"/>
                  <a:gd name="T10" fmla="*/ 36 w 170"/>
                  <a:gd name="T11" fmla="*/ 0 h 136"/>
                  <a:gd name="T12" fmla="*/ 28 w 170"/>
                  <a:gd name="T13" fmla="*/ 2 h 136"/>
                  <a:gd name="T14" fmla="*/ 20 w 170"/>
                  <a:gd name="T15" fmla="*/ 7 h 136"/>
                  <a:gd name="T16" fmla="*/ 26 w 170"/>
                  <a:gd name="T17" fmla="*/ 14 h 136"/>
                  <a:gd name="T18" fmla="*/ 21 w 170"/>
                  <a:gd name="T19" fmla="*/ 18 h 136"/>
                  <a:gd name="T20" fmla="*/ 16 w 170"/>
                  <a:gd name="T21" fmla="*/ 21 h 136"/>
                  <a:gd name="T22" fmla="*/ 10 w 170"/>
                  <a:gd name="T23" fmla="*/ 25 h 136"/>
                  <a:gd name="T24" fmla="*/ 2 w 170"/>
                  <a:gd name="T25" fmla="*/ 22 h 136"/>
                  <a:gd name="T26" fmla="*/ 1 w 170"/>
                  <a:gd name="T27" fmla="*/ 24 h 136"/>
                  <a:gd name="T28" fmla="*/ 1 w 170"/>
                  <a:gd name="T29" fmla="*/ 26 h 136"/>
                  <a:gd name="T30" fmla="*/ 2 w 170"/>
                  <a:gd name="T31" fmla="*/ 35 h 136"/>
                  <a:gd name="T32" fmla="*/ 9 w 170"/>
                  <a:gd name="T33" fmla="*/ 43 h 136"/>
                  <a:gd name="T34" fmla="*/ 20 w 170"/>
                  <a:gd name="T35" fmla="*/ 61 h 136"/>
                  <a:gd name="T36" fmla="*/ 26 w 170"/>
                  <a:gd name="T37" fmla="*/ 70 h 136"/>
                  <a:gd name="T38" fmla="*/ 34 w 170"/>
                  <a:gd name="T39" fmla="*/ 79 h 136"/>
                  <a:gd name="T40" fmla="*/ 36 w 170"/>
                  <a:gd name="T41" fmla="*/ 88 h 136"/>
                  <a:gd name="T42" fmla="*/ 42 w 170"/>
                  <a:gd name="T43" fmla="*/ 102 h 136"/>
                  <a:gd name="T44" fmla="*/ 52 w 170"/>
                  <a:gd name="T45" fmla="*/ 112 h 136"/>
                  <a:gd name="T46" fmla="*/ 59 w 170"/>
                  <a:gd name="T47" fmla="*/ 125 h 136"/>
                  <a:gd name="T48" fmla="*/ 62 w 170"/>
                  <a:gd name="T49" fmla="*/ 131 h 136"/>
                  <a:gd name="T50" fmla="*/ 64 w 170"/>
                  <a:gd name="T51" fmla="*/ 136 h 136"/>
                  <a:gd name="T52" fmla="*/ 68 w 170"/>
                  <a:gd name="T53" fmla="*/ 133 h 136"/>
                  <a:gd name="T54" fmla="*/ 68 w 170"/>
                  <a:gd name="T55" fmla="*/ 129 h 136"/>
                  <a:gd name="T56" fmla="*/ 71 w 170"/>
                  <a:gd name="T57" fmla="*/ 126 h 136"/>
                  <a:gd name="T58" fmla="*/ 77 w 170"/>
                  <a:gd name="T59" fmla="*/ 127 h 136"/>
                  <a:gd name="T60" fmla="*/ 87 w 170"/>
                  <a:gd name="T61" fmla="*/ 128 h 136"/>
                  <a:gd name="T62" fmla="*/ 98 w 170"/>
                  <a:gd name="T63" fmla="*/ 130 h 136"/>
                  <a:gd name="T64" fmla="*/ 104 w 170"/>
                  <a:gd name="T65" fmla="*/ 128 h 136"/>
                  <a:gd name="T66" fmla="*/ 116 w 170"/>
                  <a:gd name="T67" fmla="*/ 117 h 136"/>
                  <a:gd name="T68" fmla="*/ 132 w 170"/>
                  <a:gd name="T69" fmla="*/ 116 h 136"/>
                  <a:gd name="T70" fmla="*/ 165 w 170"/>
                  <a:gd name="T71" fmla="*/ 105 h 136"/>
                  <a:gd name="T72" fmla="*/ 170 w 170"/>
                  <a:gd name="T73" fmla="*/ 89 h 136"/>
                  <a:gd name="T74" fmla="*/ 166 w 170"/>
                  <a:gd name="T75" fmla="*/ 83 h 136"/>
                  <a:gd name="T76" fmla="*/ 146 w 170"/>
                  <a:gd name="T77" fmla="*/ 81 h 136"/>
                  <a:gd name="T78" fmla="*/ 140 w 170"/>
                  <a:gd name="T79" fmla="*/ 72 h 136"/>
                  <a:gd name="T80" fmla="*/ 136 w 170"/>
                  <a:gd name="T81" fmla="*/ 67 h 136"/>
                  <a:gd name="T82" fmla="*/ 130 w 170"/>
                  <a:gd name="T83" fmla="*/ 62 h 136"/>
                  <a:gd name="T84" fmla="*/ 125 w 170"/>
                  <a:gd name="T85" fmla="*/ 54 h 136"/>
                  <a:gd name="T86" fmla="*/ 122 w 170"/>
                  <a:gd name="T87" fmla="*/ 45 h 136"/>
                  <a:gd name="T88" fmla="*/ 113 w 170"/>
                  <a:gd name="T89" fmla="*/ 35 h 136"/>
                  <a:gd name="T90" fmla="*/ 112 w 170"/>
                  <a:gd name="T91" fmla="*/ 32 h 136"/>
                  <a:gd name="T92" fmla="*/ 106 w 170"/>
                  <a:gd name="T93" fmla="*/ 32 h 136"/>
                  <a:gd name="T94" fmla="*/ 102 w 170"/>
                  <a:gd name="T95" fmla="*/ 2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0" h="136">
                    <a:moveTo>
                      <a:pt x="102" y="28"/>
                    </a:moveTo>
                    <a:cubicBezTo>
                      <a:pt x="102" y="28"/>
                      <a:pt x="90" y="27"/>
                      <a:pt x="88" y="27"/>
                    </a:cubicBezTo>
                    <a:cubicBezTo>
                      <a:pt x="86" y="27"/>
                      <a:pt x="81" y="26"/>
                      <a:pt x="78" y="23"/>
                    </a:cubicBezTo>
                    <a:cubicBezTo>
                      <a:pt x="75" y="21"/>
                      <a:pt x="61" y="10"/>
                      <a:pt x="59" y="9"/>
                    </a:cubicBezTo>
                    <a:cubicBezTo>
                      <a:pt x="56" y="8"/>
                      <a:pt x="46" y="0"/>
                      <a:pt x="43" y="0"/>
                    </a:cubicBezTo>
                    <a:cubicBezTo>
                      <a:pt x="40" y="0"/>
                      <a:pt x="40" y="0"/>
                      <a:pt x="36" y="0"/>
                    </a:cubicBezTo>
                    <a:cubicBezTo>
                      <a:pt x="33" y="0"/>
                      <a:pt x="34" y="2"/>
                      <a:pt x="28" y="2"/>
                    </a:cubicBezTo>
                    <a:cubicBezTo>
                      <a:pt x="22" y="3"/>
                      <a:pt x="18" y="7"/>
                      <a:pt x="20" y="7"/>
                    </a:cubicBezTo>
                    <a:cubicBezTo>
                      <a:pt x="22" y="8"/>
                      <a:pt x="28" y="14"/>
                      <a:pt x="26" y="14"/>
                    </a:cubicBezTo>
                    <a:cubicBezTo>
                      <a:pt x="24" y="15"/>
                      <a:pt x="24" y="18"/>
                      <a:pt x="21" y="18"/>
                    </a:cubicBezTo>
                    <a:cubicBezTo>
                      <a:pt x="19" y="18"/>
                      <a:pt x="16" y="19"/>
                      <a:pt x="16" y="21"/>
                    </a:cubicBezTo>
                    <a:cubicBezTo>
                      <a:pt x="16" y="22"/>
                      <a:pt x="13" y="26"/>
                      <a:pt x="10" y="25"/>
                    </a:cubicBezTo>
                    <a:cubicBezTo>
                      <a:pt x="8" y="25"/>
                      <a:pt x="5" y="23"/>
                      <a:pt x="2" y="22"/>
                    </a:cubicBezTo>
                    <a:cubicBezTo>
                      <a:pt x="1" y="24"/>
                      <a:pt x="1" y="24"/>
                      <a:pt x="1" y="24"/>
                    </a:cubicBezTo>
                    <a:cubicBezTo>
                      <a:pt x="1" y="26"/>
                      <a:pt x="1" y="26"/>
                      <a:pt x="1" y="26"/>
                    </a:cubicBezTo>
                    <a:cubicBezTo>
                      <a:pt x="1" y="28"/>
                      <a:pt x="0" y="35"/>
                      <a:pt x="2" y="35"/>
                    </a:cubicBezTo>
                    <a:cubicBezTo>
                      <a:pt x="4" y="36"/>
                      <a:pt x="5" y="39"/>
                      <a:pt x="9" y="43"/>
                    </a:cubicBezTo>
                    <a:cubicBezTo>
                      <a:pt x="12" y="47"/>
                      <a:pt x="20" y="59"/>
                      <a:pt x="20" y="61"/>
                    </a:cubicBezTo>
                    <a:cubicBezTo>
                      <a:pt x="20" y="64"/>
                      <a:pt x="22" y="67"/>
                      <a:pt x="26" y="70"/>
                    </a:cubicBezTo>
                    <a:cubicBezTo>
                      <a:pt x="31" y="74"/>
                      <a:pt x="31" y="77"/>
                      <a:pt x="34" y="79"/>
                    </a:cubicBezTo>
                    <a:cubicBezTo>
                      <a:pt x="36" y="81"/>
                      <a:pt x="36" y="84"/>
                      <a:pt x="36" y="88"/>
                    </a:cubicBezTo>
                    <a:cubicBezTo>
                      <a:pt x="36" y="93"/>
                      <a:pt x="38" y="99"/>
                      <a:pt x="42" y="102"/>
                    </a:cubicBezTo>
                    <a:cubicBezTo>
                      <a:pt x="47" y="104"/>
                      <a:pt x="50" y="107"/>
                      <a:pt x="52" y="112"/>
                    </a:cubicBezTo>
                    <a:cubicBezTo>
                      <a:pt x="54" y="118"/>
                      <a:pt x="56" y="122"/>
                      <a:pt x="59" y="125"/>
                    </a:cubicBezTo>
                    <a:cubicBezTo>
                      <a:pt x="62" y="127"/>
                      <a:pt x="60" y="129"/>
                      <a:pt x="62" y="131"/>
                    </a:cubicBezTo>
                    <a:cubicBezTo>
                      <a:pt x="62" y="132"/>
                      <a:pt x="64" y="134"/>
                      <a:pt x="64" y="136"/>
                    </a:cubicBezTo>
                    <a:cubicBezTo>
                      <a:pt x="66" y="134"/>
                      <a:pt x="68" y="134"/>
                      <a:pt x="68" y="133"/>
                    </a:cubicBezTo>
                    <a:cubicBezTo>
                      <a:pt x="68" y="133"/>
                      <a:pt x="67" y="130"/>
                      <a:pt x="68" y="129"/>
                    </a:cubicBezTo>
                    <a:cubicBezTo>
                      <a:pt x="68" y="128"/>
                      <a:pt x="70" y="127"/>
                      <a:pt x="71" y="126"/>
                    </a:cubicBezTo>
                    <a:cubicBezTo>
                      <a:pt x="73" y="126"/>
                      <a:pt x="74" y="128"/>
                      <a:pt x="77" y="127"/>
                    </a:cubicBezTo>
                    <a:cubicBezTo>
                      <a:pt x="80" y="127"/>
                      <a:pt x="86" y="127"/>
                      <a:pt x="87" y="128"/>
                    </a:cubicBezTo>
                    <a:cubicBezTo>
                      <a:pt x="88" y="129"/>
                      <a:pt x="96" y="128"/>
                      <a:pt x="98" y="130"/>
                    </a:cubicBezTo>
                    <a:cubicBezTo>
                      <a:pt x="100" y="131"/>
                      <a:pt x="102" y="131"/>
                      <a:pt x="104" y="128"/>
                    </a:cubicBezTo>
                    <a:cubicBezTo>
                      <a:pt x="105" y="125"/>
                      <a:pt x="115" y="118"/>
                      <a:pt x="116" y="117"/>
                    </a:cubicBezTo>
                    <a:cubicBezTo>
                      <a:pt x="118" y="116"/>
                      <a:pt x="128" y="117"/>
                      <a:pt x="132" y="116"/>
                    </a:cubicBezTo>
                    <a:cubicBezTo>
                      <a:pt x="136" y="115"/>
                      <a:pt x="163" y="106"/>
                      <a:pt x="165" y="105"/>
                    </a:cubicBezTo>
                    <a:cubicBezTo>
                      <a:pt x="166" y="105"/>
                      <a:pt x="170" y="90"/>
                      <a:pt x="170" y="89"/>
                    </a:cubicBezTo>
                    <a:cubicBezTo>
                      <a:pt x="170" y="87"/>
                      <a:pt x="168" y="83"/>
                      <a:pt x="166" y="83"/>
                    </a:cubicBezTo>
                    <a:cubicBezTo>
                      <a:pt x="164" y="83"/>
                      <a:pt x="147" y="81"/>
                      <a:pt x="146" y="81"/>
                    </a:cubicBezTo>
                    <a:cubicBezTo>
                      <a:pt x="145" y="80"/>
                      <a:pt x="140" y="77"/>
                      <a:pt x="140" y="72"/>
                    </a:cubicBezTo>
                    <a:cubicBezTo>
                      <a:pt x="138" y="71"/>
                      <a:pt x="137" y="69"/>
                      <a:pt x="136" y="67"/>
                    </a:cubicBezTo>
                    <a:cubicBezTo>
                      <a:pt x="134" y="67"/>
                      <a:pt x="131" y="67"/>
                      <a:pt x="130" y="62"/>
                    </a:cubicBezTo>
                    <a:cubicBezTo>
                      <a:pt x="128" y="61"/>
                      <a:pt x="124" y="55"/>
                      <a:pt x="125" y="54"/>
                    </a:cubicBezTo>
                    <a:cubicBezTo>
                      <a:pt x="127" y="52"/>
                      <a:pt x="124" y="47"/>
                      <a:pt x="122" y="45"/>
                    </a:cubicBezTo>
                    <a:cubicBezTo>
                      <a:pt x="119" y="42"/>
                      <a:pt x="114" y="38"/>
                      <a:pt x="113" y="35"/>
                    </a:cubicBezTo>
                    <a:cubicBezTo>
                      <a:pt x="113" y="35"/>
                      <a:pt x="113" y="33"/>
                      <a:pt x="112" y="32"/>
                    </a:cubicBezTo>
                    <a:cubicBezTo>
                      <a:pt x="106" y="32"/>
                      <a:pt x="106" y="32"/>
                      <a:pt x="106" y="32"/>
                    </a:cubicBezTo>
                    <a:lnTo>
                      <a:pt x="102" y="2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DF6C08B4-317D-4F73-8046-0A2E6A9F4882}"/>
                  </a:ext>
                </a:extLst>
              </p:cNvPr>
              <p:cNvSpPr>
                <a:spLocks/>
              </p:cNvSpPr>
              <p:nvPr/>
            </p:nvSpPr>
            <p:spPr bwMode="auto">
              <a:xfrm>
                <a:off x="5877070" y="3609238"/>
                <a:ext cx="150567" cy="165624"/>
              </a:xfrm>
              <a:custGeom>
                <a:avLst/>
                <a:gdLst>
                  <a:gd name="T0" fmla="*/ 32 w 65"/>
                  <a:gd name="T1" fmla="*/ 2 h 72"/>
                  <a:gd name="T2" fmla="*/ 32 w 65"/>
                  <a:gd name="T3" fmla="*/ 8 h 72"/>
                  <a:gd name="T4" fmla="*/ 27 w 65"/>
                  <a:gd name="T5" fmla="*/ 14 h 72"/>
                  <a:gd name="T6" fmla="*/ 24 w 65"/>
                  <a:gd name="T7" fmla="*/ 21 h 72"/>
                  <a:gd name="T8" fmla="*/ 26 w 65"/>
                  <a:gd name="T9" fmla="*/ 21 h 72"/>
                  <a:gd name="T10" fmla="*/ 30 w 65"/>
                  <a:gd name="T11" fmla="*/ 27 h 72"/>
                  <a:gd name="T12" fmla="*/ 25 w 65"/>
                  <a:gd name="T13" fmla="*/ 43 h 72"/>
                  <a:gd name="T14" fmla="*/ 0 w 65"/>
                  <a:gd name="T15" fmla="*/ 52 h 72"/>
                  <a:gd name="T16" fmla="*/ 10 w 65"/>
                  <a:gd name="T17" fmla="*/ 72 h 72"/>
                  <a:gd name="T18" fmla="*/ 12 w 65"/>
                  <a:gd name="T19" fmla="*/ 71 h 72"/>
                  <a:gd name="T20" fmla="*/ 25 w 65"/>
                  <a:gd name="T21" fmla="*/ 69 h 72"/>
                  <a:gd name="T22" fmla="*/ 28 w 65"/>
                  <a:gd name="T23" fmla="*/ 63 h 72"/>
                  <a:gd name="T24" fmla="*/ 37 w 65"/>
                  <a:gd name="T25" fmla="*/ 61 h 72"/>
                  <a:gd name="T26" fmla="*/ 42 w 65"/>
                  <a:gd name="T27" fmla="*/ 54 h 72"/>
                  <a:gd name="T28" fmla="*/ 47 w 65"/>
                  <a:gd name="T29" fmla="*/ 51 h 72"/>
                  <a:gd name="T30" fmla="*/ 50 w 65"/>
                  <a:gd name="T31" fmla="*/ 40 h 72"/>
                  <a:gd name="T32" fmla="*/ 56 w 65"/>
                  <a:gd name="T33" fmla="*/ 36 h 72"/>
                  <a:gd name="T34" fmla="*/ 63 w 65"/>
                  <a:gd name="T35" fmla="*/ 26 h 72"/>
                  <a:gd name="T36" fmla="*/ 62 w 65"/>
                  <a:gd name="T37" fmla="*/ 22 h 72"/>
                  <a:gd name="T38" fmla="*/ 56 w 65"/>
                  <a:gd name="T39" fmla="*/ 14 h 72"/>
                  <a:gd name="T40" fmla="*/ 42 w 65"/>
                  <a:gd name="T41" fmla="*/ 9 h 72"/>
                  <a:gd name="T42" fmla="*/ 38 w 65"/>
                  <a:gd name="T43" fmla="*/ 0 h 72"/>
                  <a:gd name="T44" fmla="*/ 35 w 65"/>
                  <a:gd name="T45" fmla="*/ 2 h 72"/>
                  <a:gd name="T46" fmla="*/ 32 w 65"/>
                  <a:gd name="T47" fmla="*/ 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 h="72">
                    <a:moveTo>
                      <a:pt x="32" y="2"/>
                    </a:moveTo>
                    <a:cubicBezTo>
                      <a:pt x="32" y="8"/>
                      <a:pt x="32" y="8"/>
                      <a:pt x="32" y="8"/>
                    </a:cubicBezTo>
                    <a:cubicBezTo>
                      <a:pt x="27" y="14"/>
                      <a:pt x="27" y="14"/>
                      <a:pt x="27" y="14"/>
                    </a:cubicBezTo>
                    <a:cubicBezTo>
                      <a:pt x="24" y="21"/>
                      <a:pt x="24" y="21"/>
                      <a:pt x="24" y="21"/>
                    </a:cubicBezTo>
                    <a:cubicBezTo>
                      <a:pt x="25" y="21"/>
                      <a:pt x="26" y="21"/>
                      <a:pt x="26" y="21"/>
                    </a:cubicBezTo>
                    <a:cubicBezTo>
                      <a:pt x="28" y="21"/>
                      <a:pt x="30" y="25"/>
                      <a:pt x="30" y="27"/>
                    </a:cubicBezTo>
                    <a:cubicBezTo>
                      <a:pt x="30" y="28"/>
                      <a:pt x="26" y="43"/>
                      <a:pt x="25" y="43"/>
                    </a:cubicBezTo>
                    <a:cubicBezTo>
                      <a:pt x="24" y="44"/>
                      <a:pt x="9" y="49"/>
                      <a:pt x="0" y="52"/>
                    </a:cubicBezTo>
                    <a:cubicBezTo>
                      <a:pt x="2" y="56"/>
                      <a:pt x="6" y="65"/>
                      <a:pt x="10" y="72"/>
                    </a:cubicBezTo>
                    <a:cubicBezTo>
                      <a:pt x="10" y="72"/>
                      <a:pt x="11" y="72"/>
                      <a:pt x="12" y="71"/>
                    </a:cubicBezTo>
                    <a:cubicBezTo>
                      <a:pt x="16" y="68"/>
                      <a:pt x="21" y="70"/>
                      <a:pt x="25" y="69"/>
                    </a:cubicBezTo>
                    <a:cubicBezTo>
                      <a:pt x="28" y="68"/>
                      <a:pt x="25" y="65"/>
                      <a:pt x="28" y="63"/>
                    </a:cubicBezTo>
                    <a:cubicBezTo>
                      <a:pt x="31" y="60"/>
                      <a:pt x="35" y="62"/>
                      <a:pt x="37" y="61"/>
                    </a:cubicBezTo>
                    <a:cubicBezTo>
                      <a:pt x="38" y="60"/>
                      <a:pt x="39" y="55"/>
                      <a:pt x="42" y="54"/>
                    </a:cubicBezTo>
                    <a:cubicBezTo>
                      <a:pt x="45" y="53"/>
                      <a:pt x="47" y="53"/>
                      <a:pt x="47" y="51"/>
                    </a:cubicBezTo>
                    <a:cubicBezTo>
                      <a:pt x="47" y="49"/>
                      <a:pt x="47" y="41"/>
                      <a:pt x="50" y="40"/>
                    </a:cubicBezTo>
                    <a:cubicBezTo>
                      <a:pt x="52" y="40"/>
                      <a:pt x="56" y="37"/>
                      <a:pt x="56" y="36"/>
                    </a:cubicBezTo>
                    <a:cubicBezTo>
                      <a:pt x="56" y="34"/>
                      <a:pt x="61" y="29"/>
                      <a:pt x="63" y="26"/>
                    </a:cubicBezTo>
                    <a:cubicBezTo>
                      <a:pt x="65" y="24"/>
                      <a:pt x="65" y="22"/>
                      <a:pt x="62" y="22"/>
                    </a:cubicBezTo>
                    <a:cubicBezTo>
                      <a:pt x="60" y="22"/>
                      <a:pt x="57" y="15"/>
                      <a:pt x="56" y="14"/>
                    </a:cubicBezTo>
                    <a:cubicBezTo>
                      <a:pt x="55" y="12"/>
                      <a:pt x="48" y="13"/>
                      <a:pt x="42" y="9"/>
                    </a:cubicBezTo>
                    <a:cubicBezTo>
                      <a:pt x="40" y="7"/>
                      <a:pt x="39" y="3"/>
                      <a:pt x="38" y="0"/>
                    </a:cubicBezTo>
                    <a:cubicBezTo>
                      <a:pt x="35" y="2"/>
                      <a:pt x="35" y="2"/>
                      <a:pt x="35" y="2"/>
                    </a:cubicBezTo>
                    <a:lnTo>
                      <a:pt x="32" y="2"/>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2">
                <a:extLst>
                  <a:ext uri="{FF2B5EF4-FFF2-40B4-BE49-F238E27FC236}">
                    <a16:creationId xmlns:a16="http://schemas.microsoft.com/office/drawing/2014/main" id="{052F22A9-7841-4204-A51F-76640142C51A}"/>
                  </a:ext>
                </a:extLst>
              </p:cNvPr>
              <p:cNvSpPr>
                <a:spLocks/>
              </p:cNvSpPr>
              <p:nvPr/>
            </p:nvSpPr>
            <p:spPr bwMode="auto">
              <a:xfrm>
                <a:off x="5854485" y="3587908"/>
                <a:ext cx="20076" cy="32623"/>
              </a:xfrm>
              <a:custGeom>
                <a:avLst/>
                <a:gdLst>
                  <a:gd name="T0" fmla="*/ 6 w 9"/>
                  <a:gd name="T1" fmla="*/ 14 h 14"/>
                  <a:gd name="T2" fmla="*/ 6 w 9"/>
                  <a:gd name="T3" fmla="*/ 12 h 14"/>
                  <a:gd name="T4" fmla="*/ 5 w 9"/>
                  <a:gd name="T5" fmla="*/ 1 h 14"/>
                  <a:gd name="T6" fmla="*/ 0 w 9"/>
                  <a:gd name="T7" fmla="*/ 9 h 14"/>
                  <a:gd name="T8" fmla="*/ 0 w 9"/>
                  <a:gd name="T9" fmla="*/ 9 h 14"/>
                  <a:gd name="T10" fmla="*/ 6 w 9"/>
                  <a:gd name="T11" fmla="*/ 14 h 14"/>
                </a:gdLst>
                <a:ahLst/>
                <a:cxnLst>
                  <a:cxn ang="0">
                    <a:pos x="T0" y="T1"/>
                  </a:cxn>
                  <a:cxn ang="0">
                    <a:pos x="T2" y="T3"/>
                  </a:cxn>
                  <a:cxn ang="0">
                    <a:pos x="T4" y="T5"/>
                  </a:cxn>
                  <a:cxn ang="0">
                    <a:pos x="T6" y="T7"/>
                  </a:cxn>
                  <a:cxn ang="0">
                    <a:pos x="T8" y="T9"/>
                  </a:cxn>
                  <a:cxn ang="0">
                    <a:pos x="T10" y="T11"/>
                  </a:cxn>
                </a:cxnLst>
                <a:rect l="0" t="0" r="r" b="b"/>
                <a:pathLst>
                  <a:path w="9" h="14">
                    <a:moveTo>
                      <a:pt x="6" y="14"/>
                    </a:moveTo>
                    <a:cubicBezTo>
                      <a:pt x="6" y="13"/>
                      <a:pt x="6" y="12"/>
                      <a:pt x="6" y="12"/>
                    </a:cubicBezTo>
                    <a:cubicBezTo>
                      <a:pt x="8" y="9"/>
                      <a:pt x="9" y="2"/>
                      <a:pt x="5" y="1"/>
                    </a:cubicBezTo>
                    <a:cubicBezTo>
                      <a:pt x="2" y="0"/>
                      <a:pt x="0" y="7"/>
                      <a:pt x="0" y="9"/>
                    </a:cubicBezTo>
                    <a:cubicBezTo>
                      <a:pt x="0" y="9"/>
                      <a:pt x="0" y="9"/>
                      <a:pt x="0" y="9"/>
                    </a:cubicBezTo>
                    <a:cubicBezTo>
                      <a:pt x="1" y="14"/>
                      <a:pt x="4" y="14"/>
                      <a:pt x="6"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3">
                <a:extLst>
                  <a:ext uri="{FF2B5EF4-FFF2-40B4-BE49-F238E27FC236}">
                    <a16:creationId xmlns:a16="http://schemas.microsoft.com/office/drawing/2014/main" id="{6A535125-5DB5-4A2E-8311-CA830F2F5E31}"/>
                  </a:ext>
                </a:extLst>
              </p:cNvPr>
              <p:cNvSpPr>
                <a:spLocks/>
              </p:cNvSpPr>
              <p:nvPr/>
            </p:nvSpPr>
            <p:spPr bwMode="auto">
              <a:xfrm>
                <a:off x="5877070" y="3586653"/>
                <a:ext cx="87831" cy="71519"/>
              </a:xfrm>
              <a:custGeom>
                <a:avLst/>
                <a:gdLst>
                  <a:gd name="T0" fmla="*/ 6 w 38"/>
                  <a:gd name="T1" fmla="*/ 29 h 31"/>
                  <a:gd name="T2" fmla="*/ 24 w 38"/>
                  <a:gd name="T3" fmla="*/ 31 h 31"/>
                  <a:gd name="T4" fmla="*/ 27 w 38"/>
                  <a:gd name="T5" fmla="*/ 24 h 31"/>
                  <a:gd name="T6" fmla="*/ 32 w 38"/>
                  <a:gd name="T7" fmla="*/ 18 h 31"/>
                  <a:gd name="T8" fmla="*/ 32 w 38"/>
                  <a:gd name="T9" fmla="*/ 12 h 31"/>
                  <a:gd name="T10" fmla="*/ 35 w 38"/>
                  <a:gd name="T11" fmla="*/ 12 h 31"/>
                  <a:gd name="T12" fmla="*/ 38 w 38"/>
                  <a:gd name="T13" fmla="*/ 10 h 31"/>
                  <a:gd name="T14" fmla="*/ 36 w 38"/>
                  <a:gd name="T15" fmla="*/ 0 h 31"/>
                  <a:gd name="T16" fmla="*/ 26 w 38"/>
                  <a:gd name="T17" fmla="*/ 11 h 31"/>
                  <a:gd name="T18" fmla="*/ 11 w 38"/>
                  <a:gd name="T19" fmla="*/ 18 h 31"/>
                  <a:gd name="T20" fmla="*/ 1 w 38"/>
                  <a:gd name="T21" fmla="*/ 20 h 31"/>
                  <a:gd name="T22" fmla="*/ 0 w 38"/>
                  <a:gd name="T23" fmla="*/ 20 h 31"/>
                  <a:gd name="T24" fmla="*/ 6 w 38"/>
                  <a:gd name="T25"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1">
                    <a:moveTo>
                      <a:pt x="6" y="29"/>
                    </a:moveTo>
                    <a:cubicBezTo>
                      <a:pt x="7" y="29"/>
                      <a:pt x="19" y="31"/>
                      <a:pt x="24" y="31"/>
                    </a:cubicBezTo>
                    <a:cubicBezTo>
                      <a:pt x="27" y="24"/>
                      <a:pt x="27" y="24"/>
                      <a:pt x="27" y="24"/>
                    </a:cubicBezTo>
                    <a:cubicBezTo>
                      <a:pt x="32" y="18"/>
                      <a:pt x="32" y="18"/>
                      <a:pt x="32" y="18"/>
                    </a:cubicBezTo>
                    <a:cubicBezTo>
                      <a:pt x="32" y="12"/>
                      <a:pt x="32" y="12"/>
                      <a:pt x="32" y="12"/>
                    </a:cubicBezTo>
                    <a:cubicBezTo>
                      <a:pt x="35" y="12"/>
                      <a:pt x="35" y="12"/>
                      <a:pt x="35" y="12"/>
                    </a:cubicBezTo>
                    <a:cubicBezTo>
                      <a:pt x="38" y="10"/>
                      <a:pt x="38" y="10"/>
                      <a:pt x="38" y="10"/>
                    </a:cubicBezTo>
                    <a:cubicBezTo>
                      <a:pt x="37" y="5"/>
                      <a:pt x="37" y="0"/>
                      <a:pt x="36" y="0"/>
                    </a:cubicBezTo>
                    <a:cubicBezTo>
                      <a:pt x="34" y="0"/>
                      <a:pt x="28" y="6"/>
                      <a:pt x="26" y="11"/>
                    </a:cubicBezTo>
                    <a:cubicBezTo>
                      <a:pt x="24" y="15"/>
                      <a:pt x="17" y="19"/>
                      <a:pt x="11" y="18"/>
                    </a:cubicBezTo>
                    <a:cubicBezTo>
                      <a:pt x="5" y="17"/>
                      <a:pt x="3" y="19"/>
                      <a:pt x="1" y="20"/>
                    </a:cubicBezTo>
                    <a:cubicBezTo>
                      <a:pt x="1" y="21"/>
                      <a:pt x="0" y="21"/>
                      <a:pt x="0" y="20"/>
                    </a:cubicBezTo>
                    <a:cubicBezTo>
                      <a:pt x="0" y="25"/>
                      <a:pt x="5" y="28"/>
                      <a:pt x="6"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4">
                <a:extLst>
                  <a:ext uri="{FF2B5EF4-FFF2-40B4-BE49-F238E27FC236}">
                    <a16:creationId xmlns:a16="http://schemas.microsoft.com/office/drawing/2014/main" id="{F28E06A1-1ED9-475E-A10B-1ACE2AD48C5E}"/>
                  </a:ext>
                </a:extLst>
              </p:cNvPr>
              <p:cNvSpPr>
                <a:spLocks noEditPoints="1"/>
              </p:cNvSpPr>
              <p:nvPr/>
            </p:nvSpPr>
            <p:spPr bwMode="auto">
              <a:xfrm>
                <a:off x="6752869" y="3964326"/>
                <a:ext cx="360106" cy="112925"/>
              </a:xfrm>
              <a:custGeom>
                <a:avLst/>
                <a:gdLst>
                  <a:gd name="T0" fmla="*/ 28 w 156"/>
                  <a:gd name="T1" fmla="*/ 18 h 49"/>
                  <a:gd name="T2" fmla="*/ 22 w 156"/>
                  <a:gd name="T3" fmla="*/ 9 h 49"/>
                  <a:gd name="T4" fmla="*/ 18 w 156"/>
                  <a:gd name="T5" fmla="*/ 5 h 49"/>
                  <a:gd name="T6" fmla="*/ 17 w 156"/>
                  <a:gd name="T7" fmla="*/ 4 h 49"/>
                  <a:gd name="T8" fmla="*/ 15 w 156"/>
                  <a:gd name="T9" fmla="*/ 7 h 49"/>
                  <a:gd name="T10" fmla="*/ 8 w 156"/>
                  <a:gd name="T11" fmla="*/ 7 h 49"/>
                  <a:gd name="T12" fmla="*/ 4 w 156"/>
                  <a:gd name="T13" fmla="*/ 2 h 49"/>
                  <a:gd name="T14" fmla="*/ 0 w 156"/>
                  <a:gd name="T15" fmla="*/ 2 h 49"/>
                  <a:gd name="T16" fmla="*/ 2 w 156"/>
                  <a:gd name="T17" fmla="*/ 14 h 49"/>
                  <a:gd name="T18" fmla="*/ 10 w 156"/>
                  <a:gd name="T19" fmla="*/ 29 h 49"/>
                  <a:gd name="T20" fmla="*/ 18 w 156"/>
                  <a:gd name="T21" fmla="*/ 37 h 49"/>
                  <a:gd name="T22" fmla="*/ 33 w 156"/>
                  <a:gd name="T23" fmla="*/ 45 h 49"/>
                  <a:gd name="T24" fmla="*/ 28 w 156"/>
                  <a:gd name="T25" fmla="*/ 33 h 49"/>
                  <a:gd name="T26" fmla="*/ 28 w 156"/>
                  <a:gd name="T27" fmla="*/ 18 h 49"/>
                  <a:gd name="T28" fmla="*/ 149 w 156"/>
                  <a:gd name="T29" fmla="*/ 9 h 49"/>
                  <a:gd name="T30" fmla="*/ 142 w 156"/>
                  <a:gd name="T31" fmla="*/ 7 h 49"/>
                  <a:gd name="T32" fmla="*/ 135 w 156"/>
                  <a:gd name="T33" fmla="*/ 0 h 49"/>
                  <a:gd name="T34" fmla="*/ 129 w 156"/>
                  <a:gd name="T35" fmla="*/ 9 h 49"/>
                  <a:gd name="T36" fmla="*/ 124 w 156"/>
                  <a:gd name="T37" fmla="*/ 14 h 49"/>
                  <a:gd name="T38" fmla="*/ 122 w 156"/>
                  <a:gd name="T39" fmla="*/ 16 h 49"/>
                  <a:gd name="T40" fmla="*/ 123 w 156"/>
                  <a:gd name="T41" fmla="*/ 21 h 49"/>
                  <a:gd name="T42" fmla="*/ 117 w 156"/>
                  <a:gd name="T43" fmla="*/ 23 h 49"/>
                  <a:gd name="T44" fmla="*/ 113 w 156"/>
                  <a:gd name="T45" fmla="*/ 17 h 49"/>
                  <a:gd name="T46" fmla="*/ 113 w 156"/>
                  <a:gd name="T47" fmla="*/ 17 h 49"/>
                  <a:gd name="T48" fmla="*/ 106 w 156"/>
                  <a:gd name="T49" fmla="*/ 28 h 49"/>
                  <a:gd name="T50" fmla="*/ 94 w 156"/>
                  <a:gd name="T51" fmla="*/ 32 h 49"/>
                  <a:gd name="T52" fmla="*/ 89 w 156"/>
                  <a:gd name="T53" fmla="*/ 42 h 49"/>
                  <a:gd name="T54" fmla="*/ 77 w 156"/>
                  <a:gd name="T55" fmla="*/ 39 h 49"/>
                  <a:gd name="T56" fmla="*/ 79 w 156"/>
                  <a:gd name="T57" fmla="*/ 44 h 49"/>
                  <a:gd name="T58" fmla="*/ 86 w 156"/>
                  <a:gd name="T59" fmla="*/ 48 h 49"/>
                  <a:gd name="T60" fmla="*/ 96 w 156"/>
                  <a:gd name="T61" fmla="*/ 47 h 49"/>
                  <a:gd name="T62" fmla="*/ 105 w 156"/>
                  <a:gd name="T63" fmla="*/ 43 h 49"/>
                  <a:gd name="T64" fmla="*/ 112 w 156"/>
                  <a:gd name="T65" fmla="*/ 45 h 49"/>
                  <a:gd name="T66" fmla="*/ 119 w 156"/>
                  <a:gd name="T67" fmla="*/ 40 h 49"/>
                  <a:gd name="T68" fmla="*/ 122 w 156"/>
                  <a:gd name="T69" fmla="*/ 32 h 49"/>
                  <a:gd name="T70" fmla="*/ 126 w 156"/>
                  <a:gd name="T71" fmla="*/ 25 h 49"/>
                  <a:gd name="T72" fmla="*/ 139 w 156"/>
                  <a:gd name="T73" fmla="*/ 20 h 49"/>
                  <a:gd name="T74" fmla="*/ 143 w 156"/>
                  <a:gd name="T75" fmla="*/ 21 h 49"/>
                  <a:gd name="T76" fmla="*/ 148 w 156"/>
                  <a:gd name="T77" fmla="*/ 16 h 49"/>
                  <a:gd name="T78" fmla="*/ 155 w 156"/>
                  <a:gd name="T79" fmla="*/ 13 h 49"/>
                  <a:gd name="T80" fmla="*/ 149 w 156"/>
                  <a:gd name="T81" fmla="*/ 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6" h="49">
                    <a:moveTo>
                      <a:pt x="28" y="18"/>
                    </a:moveTo>
                    <a:cubicBezTo>
                      <a:pt x="28" y="12"/>
                      <a:pt x="23" y="13"/>
                      <a:pt x="22" y="9"/>
                    </a:cubicBezTo>
                    <a:cubicBezTo>
                      <a:pt x="20" y="6"/>
                      <a:pt x="18" y="8"/>
                      <a:pt x="18" y="5"/>
                    </a:cubicBezTo>
                    <a:cubicBezTo>
                      <a:pt x="18" y="5"/>
                      <a:pt x="17" y="5"/>
                      <a:pt x="17" y="4"/>
                    </a:cubicBezTo>
                    <a:cubicBezTo>
                      <a:pt x="14" y="5"/>
                      <a:pt x="15" y="7"/>
                      <a:pt x="15" y="7"/>
                    </a:cubicBezTo>
                    <a:cubicBezTo>
                      <a:pt x="14" y="8"/>
                      <a:pt x="8" y="8"/>
                      <a:pt x="8" y="7"/>
                    </a:cubicBezTo>
                    <a:cubicBezTo>
                      <a:pt x="8" y="5"/>
                      <a:pt x="7" y="2"/>
                      <a:pt x="4" y="2"/>
                    </a:cubicBezTo>
                    <a:cubicBezTo>
                      <a:pt x="3" y="2"/>
                      <a:pt x="1" y="1"/>
                      <a:pt x="0" y="2"/>
                    </a:cubicBezTo>
                    <a:cubicBezTo>
                      <a:pt x="2" y="6"/>
                      <a:pt x="2" y="10"/>
                      <a:pt x="2" y="14"/>
                    </a:cubicBezTo>
                    <a:cubicBezTo>
                      <a:pt x="2" y="19"/>
                      <a:pt x="9" y="26"/>
                      <a:pt x="10" y="29"/>
                    </a:cubicBezTo>
                    <a:cubicBezTo>
                      <a:pt x="11" y="32"/>
                      <a:pt x="13" y="33"/>
                      <a:pt x="18" y="37"/>
                    </a:cubicBezTo>
                    <a:cubicBezTo>
                      <a:pt x="22" y="40"/>
                      <a:pt x="32" y="45"/>
                      <a:pt x="33" y="45"/>
                    </a:cubicBezTo>
                    <a:cubicBezTo>
                      <a:pt x="35" y="44"/>
                      <a:pt x="31" y="36"/>
                      <a:pt x="28" y="33"/>
                    </a:cubicBezTo>
                    <a:cubicBezTo>
                      <a:pt x="25" y="30"/>
                      <a:pt x="28" y="23"/>
                      <a:pt x="28" y="18"/>
                    </a:cubicBezTo>
                    <a:close/>
                    <a:moveTo>
                      <a:pt x="149" y="9"/>
                    </a:moveTo>
                    <a:cubicBezTo>
                      <a:pt x="147" y="9"/>
                      <a:pt x="142" y="9"/>
                      <a:pt x="142" y="7"/>
                    </a:cubicBezTo>
                    <a:cubicBezTo>
                      <a:pt x="142" y="4"/>
                      <a:pt x="138" y="0"/>
                      <a:pt x="135" y="0"/>
                    </a:cubicBezTo>
                    <a:cubicBezTo>
                      <a:pt x="132" y="0"/>
                      <a:pt x="129" y="6"/>
                      <a:pt x="129" y="9"/>
                    </a:cubicBezTo>
                    <a:cubicBezTo>
                      <a:pt x="128" y="11"/>
                      <a:pt x="124" y="11"/>
                      <a:pt x="124" y="14"/>
                    </a:cubicBezTo>
                    <a:cubicBezTo>
                      <a:pt x="124" y="15"/>
                      <a:pt x="124" y="16"/>
                      <a:pt x="122" y="16"/>
                    </a:cubicBezTo>
                    <a:cubicBezTo>
                      <a:pt x="123" y="19"/>
                      <a:pt x="124" y="21"/>
                      <a:pt x="123" y="21"/>
                    </a:cubicBezTo>
                    <a:cubicBezTo>
                      <a:pt x="121" y="20"/>
                      <a:pt x="120" y="23"/>
                      <a:pt x="117" y="23"/>
                    </a:cubicBezTo>
                    <a:cubicBezTo>
                      <a:pt x="116" y="23"/>
                      <a:pt x="115" y="20"/>
                      <a:pt x="113" y="17"/>
                    </a:cubicBezTo>
                    <a:cubicBezTo>
                      <a:pt x="113" y="17"/>
                      <a:pt x="113" y="17"/>
                      <a:pt x="113" y="17"/>
                    </a:cubicBezTo>
                    <a:cubicBezTo>
                      <a:pt x="111" y="17"/>
                      <a:pt x="107" y="24"/>
                      <a:pt x="106" y="28"/>
                    </a:cubicBezTo>
                    <a:cubicBezTo>
                      <a:pt x="105" y="33"/>
                      <a:pt x="100" y="31"/>
                      <a:pt x="94" y="32"/>
                    </a:cubicBezTo>
                    <a:cubicBezTo>
                      <a:pt x="88" y="32"/>
                      <a:pt x="90" y="39"/>
                      <a:pt x="89" y="42"/>
                    </a:cubicBezTo>
                    <a:cubicBezTo>
                      <a:pt x="88" y="45"/>
                      <a:pt x="80" y="40"/>
                      <a:pt x="77" y="39"/>
                    </a:cubicBezTo>
                    <a:cubicBezTo>
                      <a:pt x="77" y="42"/>
                      <a:pt x="78" y="44"/>
                      <a:pt x="79" y="44"/>
                    </a:cubicBezTo>
                    <a:cubicBezTo>
                      <a:pt x="81" y="44"/>
                      <a:pt x="84" y="49"/>
                      <a:pt x="86" y="48"/>
                    </a:cubicBezTo>
                    <a:cubicBezTo>
                      <a:pt x="88" y="46"/>
                      <a:pt x="94" y="48"/>
                      <a:pt x="96" y="47"/>
                    </a:cubicBezTo>
                    <a:cubicBezTo>
                      <a:pt x="99" y="46"/>
                      <a:pt x="100" y="43"/>
                      <a:pt x="105" y="43"/>
                    </a:cubicBezTo>
                    <a:cubicBezTo>
                      <a:pt x="109" y="43"/>
                      <a:pt x="107" y="47"/>
                      <a:pt x="112" y="45"/>
                    </a:cubicBezTo>
                    <a:cubicBezTo>
                      <a:pt x="117" y="42"/>
                      <a:pt x="120" y="44"/>
                      <a:pt x="119" y="40"/>
                    </a:cubicBezTo>
                    <a:cubicBezTo>
                      <a:pt x="119" y="36"/>
                      <a:pt x="122" y="36"/>
                      <a:pt x="122" y="32"/>
                    </a:cubicBezTo>
                    <a:cubicBezTo>
                      <a:pt x="121" y="29"/>
                      <a:pt x="127" y="31"/>
                      <a:pt x="126" y="25"/>
                    </a:cubicBezTo>
                    <a:cubicBezTo>
                      <a:pt x="126" y="19"/>
                      <a:pt x="135" y="20"/>
                      <a:pt x="139" y="20"/>
                    </a:cubicBezTo>
                    <a:cubicBezTo>
                      <a:pt x="140" y="20"/>
                      <a:pt x="141" y="20"/>
                      <a:pt x="143" y="21"/>
                    </a:cubicBezTo>
                    <a:cubicBezTo>
                      <a:pt x="145" y="20"/>
                      <a:pt x="149" y="18"/>
                      <a:pt x="148" y="16"/>
                    </a:cubicBezTo>
                    <a:cubicBezTo>
                      <a:pt x="145" y="14"/>
                      <a:pt x="154" y="16"/>
                      <a:pt x="155" y="13"/>
                    </a:cubicBezTo>
                    <a:cubicBezTo>
                      <a:pt x="156" y="10"/>
                      <a:pt x="152" y="8"/>
                      <a:pt x="149"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5">
                <a:extLst>
                  <a:ext uri="{FF2B5EF4-FFF2-40B4-BE49-F238E27FC236}">
                    <a16:creationId xmlns:a16="http://schemas.microsoft.com/office/drawing/2014/main" id="{685D9F58-FC5E-4133-8E8A-4B83622C7A34}"/>
                  </a:ext>
                </a:extLst>
              </p:cNvPr>
              <p:cNvSpPr>
                <a:spLocks/>
              </p:cNvSpPr>
              <p:nvPr/>
            </p:nvSpPr>
            <p:spPr bwMode="auto">
              <a:xfrm>
                <a:off x="7013852" y="4000713"/>
                <a:ext cx="25095" cy="16311"/>
              </a:xfrm>
              <a:custGeom>
                <a:avLst/>
                <a:gdLst>
                  <a:gd name="T0" fmla="*/ 4 w 11"/>
                  <a:gd name="T1" fmla="*/ 7 h 7"/>
                  <a:gd name="T2" fmla="*/ 10 w 11"/>
                  <a:gd name="T3" fmla="*/ 5 h 7"/>
                  <a:gd name="T4" fmla="*/ 9 w 11"/>
                  <a:gd name="T5" fmla="*/ 0 h 7"/>
                  <a:gd name="T6" fmla="*/ 6 w 11"/>
                  <a:gd name="T7" fmla="*/ 2 h 7"/>
                  <a:gd name="T8" fmla="*/ 0 w 11"/>
                  <a:gd name="T9" fmla="*/ 1 h 7"/>
                  <a:gd name="T10" fmla="*/ 4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4" y="7"/>
                    </a:moveTo>
                    <a:cubicBezTo>
                      <a:pt x="7" y="7"/>
                      <a:pt x="8" y="4"/>
                      <a:pt x="10" y="5"/>
                    </a:cubicBezTo>
                    <a:cubicBezTo>
                      <a:pt x="11" y="5"/>
                      <a:pt x="10" y="3"/>
                      <a:pt x="9" y="0"/>
                    </a:cubicBezTo>
                    <a:cubicBezTo>
                      <a:pt x="8" y="1"/>
                      <a:pt x="6" y="1"/>
                      <a:pt x="6" y="2"/>
                    </a:cubicBezTo>
                    <a:cubicBezTo>
                      <a:pt x="6" y="4"/>
                      <a:pt x="2" y="1"/>
                      <a:pt x="0" y="1"/>
                    </a:cubicBezTo>
                    <a:cubicBezTo>
                      <a:pt x="2" y="4"/>
                      <a:pt x="3" y="7"/>
                      <a:pt x="4"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96">
                <a:extLst>
                  <a:ext uri="{FF2B5EF4-FFF2-40B4-BE49-F238E27FC236}">
                    <a16:creationId xmlns:a16="http://schemas.microsoft.com/office/drawing/2014/main" id="{F0921AF9-53BF-4227-B542-E904D451499E}"/>
                  </a:ext>
                </a:extLst>
              </p:cNvPr>
              <p:cNvSpPr>
                <a:spLocks/>
              </p:cNvSpPr>
              <p:nvPr/>
            </p:nvSpPr>
            <p:spPr bwMode="auto">
              <a:xfrm>
                <a:off x="5632399" y="3353274"/>
                <a:ext cx="181935" cy="178171"/>
              </a:xfrm>
              <a:custGeom>
                <a:avLst/>
                <a:gdLst>
                  <a:gd name="T0" fmla="*/ 66 w 79"/>
                  <a:gd name="T1" fmla="*/ 69 h 77"/>
                  <a:gd name="T2" fmla="*/ 70 w 79"/>
                  <a:gd name="T3" fmla="*/ 66 h 77"/>
                  <a:gd name="T4" fmla="*/ 75 w 79"/>
                  <a:gd name="T5" fmla="*/ 69 h 77"/>
                  <a:gd name="T6" fmla="*/ 79 w 79"/>
                  <a:gd name="T7" fmla="*/ 68 h 77"/>
                  <a:gd name="T8" fmla="*/ 74 w 79"/>
                  <a:gd name="T9" fmla="*/ 61 h 77"/>
                  <a:gd name="T10" fmla="*/ 71 w 79"/>
                  <a:gd name="T11" fmla="*/ 56 h 77"/>
                  <a:gd name="T12" fmla="*/ 72 w 79"/>
                  <a:gd name="T13" fmla="*/ 50 h 77"/>
                  <a:gd name="T14" fmla="*/ 68 w 79"/>
                  <a:gd name="T15" fmla="*/ 46 h 77"/>
                  <a:gd name="T16" fmla="*/ 59 w 79"/>
                  <a:gd name="T17" fmla="*/ 40 h 77"/>
                  <a:gd name="T18" fmla="*/ 56 w 79"/>
                  <a:gd name="T19" fmla="*/ 35 h 77"/>
                  <a:gd name="T20" fmla="*/ 55 w 79"/>
                  <a:gd name="T21" fmla="*/ 28 h 77"/>
                  <a:gd name="T22" fmla="*/ 58 w 79"/>
                  <a:gd name="T23" fmla="*/ 22 h 77"/>
                  <a:gd name="T24" fmla="*/ 59 w 79"/>
                  <a:gd name="T25" fmla="*/ 17 h 77"/>
                  <a:gd name="T26" fmla="*/ 56 w 79"/>
                  <a:gd name="T27" fmla="*/ 14 h 77"/>
                  <a:gd name="T28" fmla="*/ 51 w 79"/>
                  <a:gd name="T29" fmla="*/ 9 h 77"/>
                  <a:gd name="T30" fmla="*/ 48 w 79"/>
                  <a:gd name="T31" fmla="*/ 3 h 77"/>
                  <a:gd name="T32" fmla="*/ 40 w 79"/>
                  <a:gd name="T33" fmla="*/ 1 h 77"/>
                  <a:gd name="T34" fmla="*/ 33 w 79"/>
                  <a:gd name="T35" fmla="*/ 0 h 77"/>
                  <a:gd name="T36" fmla="*/ 29 w 79"/>
                  <a:gd name="T37" fmla="*/ 3 h 77"/>
                  <a:gd name="T38" fmla="*/ 29 w 79"/>
                  <a:gd name="T39" fmla="*/ 3 h 77"/>
                  <a:gd name="T40" fmla="*/ 24 w 79"/>
                  <a:gd name="T41" fmla="*/ 6 h 77"/>
                  <a:gd name="T42" fmla="*/ 19 w 79"/>
                  <a:gd name="T43" fmla="*/ 10 h 77"/>
                  <a:gd name="T44" fmla="*/ 20 w 79"/>
                  <a:gd name="T45" fmla="*/ 17 h 77"/>
                  <a:gd name="T46" fmla="*/ 19 w 79"/>
                  <a:gd name="T47" fmla="*/ 23 h 77"/>
                  <a:gd name="T48" fmla="*/ 17 w 79"/>
                  <a:gd name="T49" fmla="*/ 28 h 77"/>
                  <a:gd name="T50" fmla="*/ 0 w 79"/>
                  <a:gd name="T51" fmla="*/ 37 h 77"/>
                  <a:gd name="T52" fmla="*/ 1 w 79"/>
                  <a:gd name="T53" fmla="*/ 41 h 77"/>
                  <a:gd name="T54" fmla="*/ 3 w 79"/>
                  <a:gd name="T55" fmla="*/ 49 h 77"/>
                  <a:gd name="T56" fmla="*/ 9 w 79"/>
                  <a:gd name="T57" fmla="*/ 49 h 77"/>
                  <a:gd name="T58" fmla="*/ 25 w 79"/>
                  <a:gd name="T59" fmla="*/ 58 h 77"/>
                  <a:gd name="T60" fmla="*/ 44 w 79"/>
                  <a:gd name="T61" fmla="*/ 72 h 77"/>
                  <a:gd name="T62" fmla="*/ 54 w 79"/>
                  <a:gd name="T63" fmla="*/ 76 h 77"/>
                  <a:gd name="T64" fmla="*/ 63 w 79"/>
                  <a:gd name="T65" fmla="*/ 77 h 77"/>
                  <a:gd name="T66" fmla="*/ 66 w 79"/>
                  <a:gd name="T67" fmla="*/ 69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9" h="77">
                    <a:moveTo>
                      <a:pt x="66" y="69"/>
                    </a:moveTo>
                    <a:cubicBezTo>
                      <a:pt x="67" y="68"/>
                      <a:pt x="68" y="67"/>
                      <a:pt x="70" y="66"/>
                    </a:cubicBezTo>
                    <a:cubicBezTo>
                      <a:pt x="72" y="66"/>
                      <a:pt x="73" y="67"/>
                      <a:pt x="75" y="69"/>
                    </a:cubicBezTo>
                    <a:cubicBezTo>
                      <a:pt x="76" y="69"/>
                      <a:pt x="78" y="68"/>
                      <a:pt x="79" y="68"/>
                    </a:cubicBezTo>
                    <a:cubicBezTo>
                      <a:pt x="77" y="65"/>
                      <a:pt x="74" y="63"/>
                      <a:pt x="74" y="61"/>
                    </a:cubicBezTo>
                    <a:cubicBezTo>
                      <a:pt x="75" y="59"/>
                      <a:pt x="72" y="57"/>
                      <a:pt x="71" y="56"/>
                    </a:cubicBezTo>
                    <a:cubicBezTo>
                      <a:pt x="71" y="54"/>
                      <a:pt x="73" y="52"/>
                      <a:pt x="72" y="50"/>
                    </a:cubicBezTo>
                    <a:cubicBezTo>
                      <a:pt x="71" y="49"/>
                      <a:pt x="70" y="46"/>
                      <a:pt x="68" y="46"/>
                    </a:cubicBezTo>
                    <a:cubicBezTo>
                      <a:pt x="66" y="45"/>
                      <a:pt x="59" y="42"/>
                      <a:pt x="59" y="40"/>
                    </a:cubicBezTo>
                    <a:cubicBezTo>
                      <a:pt x="60" y="37"/>
                      <a:pt x="57" y="36"/>
                      <a:pt x="56" y="35"/>
                    </a:cubicBezTo>
                    <a:cubicBezTo>
                      <a:pt x="54" y="35"/>
                      <a:pt x="53" y="29"/>
                      <a:pt x="55" y="28"/>
                    </a:cubicBezTo>
                    <a:cubicBezTo>
                      <a:pt x="56" y="27"/>
                      <a:pt x="56" y="22"/>
                      <a:pt x="58" y="22"/>
                    </a:cubicBezTo>
                    <a:cubicBezTo>
                      <a:pt x="60" y="22"/>
                      <a:pt x="58" y="19"/>
                      <a:pt x="59" y="17"/>
                    </a:cubicBezTo>
                    <a:cubicBezTo>
                      <a:pt x="59" y="15"/>
                      <a:pt x="57" y="14"/>
                      <a:pt x="56" y="14"/>
                    </a:cubicBezTo>
                    <a:cubicBezTo>
                      <a:pt x="54" y="14"/>
                      <a:pt x="51" y="11"/>
                      <a:pt x="51" y="9"/>
                    </a:cubicBezTo>
                    <a:cubicBezTo>
                      <a:pt x="51" y="7"/>
                      <a:pt x="48" y="4"/>
                      <a:pt x="48" y="3"/>
                    </a:cubicBezTo>
                    <a:cubicBezTo>
                      <a:pt x="48" y="7"/>
                      <a:pt x="42" y="1"/>
                      <a:pt x="40" y="1"/>
                    </a:cubicBezTo>
                    <a:cubicBezTo>
                      <a:pt x="38" y="2"/>
                      <a:pt x="36" y="0"/>
                      <a:pt x="33" y="0"/>
                    </a:cubicBezTo>
                    <a:cubicBezTo>
                      <a:pt x="30" y="0"/>
                      <a:pt x="30" y="2"/>
                      <a:pt x="29" y="3"/>
                    </a:cubicBezTo>
                    <a:cubicBezTo>
                      <a:pt x="29" y="3"/>
                      <a:pt x="29" y="3"/>
                      <a:pt x="29" y="3"/>
                    </a:cubicBezTo>
                    <a:cubicBezTo>
                      <a:pt x="24" y="6"/>
                      <a:pt x="24" y="6"/>
                      <a:pt x="24" y="6"/>
                    </a:cubicBezTo>
                    <a:cubicBezTo>
                      <a:pt x="24" y="6"/>
                      <a:pt x="20" y="8"/>
                      <a:pt x="19" y="10"/>
                    </a:cubicBezTo>
                    <a:cubicBezTo>
                      <a:pt x="18" y="13"/>
                      <a:pt x="21" y="15"/>
                      <a:pt x="20" y="17"/>
                    </a:cubicBezTo>
                    <a:cubicBezTo>
                      <a:pt x="19" y="18"/>
                      <a:pt x="19" y="22"/>
                      <a:pt x="19" y="23"/>
                    </a:cubicBezTo>
                    <a:cubicBezTo>
                      <a:pt x="20" y="24"/>
                      <a:pt x="17" y="28"/>
                      <a:pt x="17" y="28"/>
                    </a:cubicBezTo>
                    <a:cubicBezTo>
                      <a:pt x="17" y="28"/>
                      <a:pt x="8" y="33"/>
                      <a:pt x="0" y="37"/>
                    </a:cubicBezTo>
                    <a:cubicBezTo>
                      <a:pt x="0" y="38"/>
                      <a:pt x="0" y="40"/>
                      <a:pt x="1" y="41"/>
                    </a:cubicBezTo>
                    <a:cubicBezTo>
                      <a:pt x="1" y="43"/>
                      <a:pt x="2" y="46"/>
                      <a:pt x="3" y="49"/>
                    </a:cubicBezTo>
                    <a:cubicBezTo>
                      <a:pt x="6" y="49"/>
                      <a:pt x="6" y="49"/>
                      <a:pt x="9" y="49"/>
                    </a:cubicBezTo>
                    <a:cubicBezTo>
                      <a:pt x="12" y="49"/>
                      <a:pt x="22" y="57"/>
                      <a:pt x="25" y="58"/>
                    </a:cubicBezTo>
                    <a:cubicBezTo>
                      <a:pt x="27" y="59"/>
                      <a:pt x="41" y="70"/>
                      <a:pt x="44" y="72"/>
                    </a:cubicBezTo>
                    <a:cubicBezTo>
                      <a:pt x="47" y="75"/>
                      <a:pt x="52" y="76"/>
                      <a:pt x="54" y="76"/>
                    </a:cubicBezTo>
                    <a:cubicBezTo>
                      <a:pt x="55" y="76"/>
                      <a:pt x="59" y="76"/>
                      <a:pt x="63" y="77"/>
                    </a:cubicBezTo>
                    <a:cubicBezTo>
                      <a:pt x="64" y="74"/>
                      <a:pt x="66" y="70"/>
                      <a:pt x="66" y="6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97">
                <a:extLst>
                  <a:ext uri="{FF2B5EF4-FFF2-40B4-BE49-F238E27FC236}">
                    <a16:creationId xmlns:a16="http://schemas.microsoft.com/office/drawing/2014/main" id="{6B1FD5B8-F9B8-41D4-941C-02D38CBE63F5}"/>
                  </a:ext>
                </a:extLst>
              </p:cNvPr>
              <p:cNvSpPr>
                <a:spLocks/>
              </p:cNvSpPr>
              <p:nvPr/>
            </p:nvSpPr>
            <p:spPr bwMode="auto">
              <a:xfrm>
                <a:off x="5777947" y="3505096"/>
                <a:ext cx="35132" cy="35132"/>
              </a:xfrm>
              <a:custGeom>
                <a:avLst/>
                <a:gdLst>
                  <a:gd name="T0" fmla="*/ 5 w 15"/>
                  <a:gd name="T1" fmla="*/ 11 h 15"/>
                  <a:gd name="T2" fmla="*/ 9 w 15"/>
                  <a:gd name="T3" fmla="*/ 15 h 15"/>
                  <a:gd name="T4" fmla="*/ 15 w 15"/>
                  <a:gd name="T5" fmla="*/ 15 h 15"/>
                  <a:gd name="T6" fmla="*/ 12 w 15"/>
                  <a:gd name="T7" fmla="*/ 5 h 15"/>
                  <a:gd name="T8" fmla="*/ 12 w 15"/>
                  <a:gd name="T9" fmla="*/ 3 h 15"/>
                  <a:gd name="T10" fmla="*/ 7 w 15"/>
                  <a:gd name="T11" fmla="*/ 0 h 15"/>
                  <a:gd name="T12" fmla="*/ 3 w 15"/>
                  <a:gd name="T13" fmla="*/ 3 h 15"/>
                  <a:gd name="T14" fmla="*/ 0 w 15"/>
                  <a:gd name="T15" fmla="*/ 11 h 15"/>
                  <a:gd name="T16" fmla="*/ 5 w 15"/>
                  <a:gd name="T17" fmla="*/ 1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5">
                    <a:moveTo>
                      <a:pt x="5" y="11"/>
                    </a:moveTo>
                    <a:cubicBezTo>
                      <a:pt x="9" y="15"/>
                      <a:pt x="9" y="15"/>
                      <a:pt x="9" y="15"/>
                    </a:cubicBezTo>
                    <a:cubicBezTo>
                      <a:pt x="15" y="15"/>
                      <a:pt x="15" y="15"/>
                      <a:pt x="15" y="15"/>
                    </a:cubicBezTo>
                    <a:cubicBezTo>
                      <a:pt x="14" y="11"/>
                      <a:pt x="12" y="6"/>
                      <a:pt x="12" y="5"/>
                    </a:cubicBezTo>
                    <a:cubicBezTo>
                      <a:pt x="12" y="4"/>
                      <a:pt x="12" y="4"/>
                      <a:pt x="12" y="3"/>
                    </a:cubicBezTo>
                    <a:cubicBezTo>
                      <a:pt x="10" y="1"/>
                      <a:pt x="9" y="0"/>
                      <a:pt x="7" y="0"/>
                    </a:cubicBezTo>
                    <a:cubicBezTo>
                      <a:pt x="5" y="1"/>
                      <a:pt x="4" y="2"/>
                      <a:pt x="3" y="3"/>
                    </a:cubicBezTo>
                    <a:cubicBezTo>
                      <a:pt x="3" y="4"/>
                      <a:pt x="1" y="8"/>
                      <a:pt x="0" y="11"/>
                    </a:cubicBezTo>
                    <a:cubicBezTo>
                      <a:pt x="3" y="11"/>
                      <a:pt x="5" y="11"/>
                      <a:pt x="5"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98">
                <a:extLst>
                  <a:ext uri="{FF2B5EF4-FFF2-40B4-BE49-F238E27FC236}">
                    <a16:creationId xmlns:a16="http://schemas.microsoft.com/office/drawing/2014/main" id="{EE344350-A6AE-4C12-82E2-FCA41E7EDA75}"/>
                  </a:ext>
                </a:extLst>
              </p:cNvPr>
              <p:cNvSpPr>
                <a:spLocks noEditPoints="1"/>
              </p:cNvSpPr>
              <p:nvPr/>
            </p:nvSpPr>
            <p:spPr bwMode="auto">
              <a:xfrm>
                <a:off x="4830629" y="3039593"/>
                <a:ext cx="272276" cy="225851"/>
              </a:xfrm>
              <a:custGeom>
                <a:avLst/>
                <a:gdLst>
                  <a:gd name="T0" fmla="*/ 104 w 118"/>
                  <a:gd name="T1" fmla="*/ 22 h 98"/>
                  <a:gd name="T2" fmla="*/ 99 w 118"/>
                  <a:gd name="T3" fmla="*/ 21 h 98"/>
                  <a:gd name="T4" fmla="*/ 94 w 118"/>
                  <a:gd name="T5" fmla="*/ 18 h 98"/>
                  <a:gd name="T6" fmla="*/ 86 w 118"/>
                  <a:gd name="T7" fmla="*/ 17 h 98"/>
                  <a:gd name="T8" fmla="*/ 82 w 118"/>
                  <a:gd name="T9" fmla="*/ 14 h 98"/>
                  <a:gd name="T10" fmla="*/ 79 w 118"/>
                  <a:gd name="T11" fmla="*/ 10 h 98"/>
                  <a:gd name="T12" fmla="*/ 76 w 118"/>
                  <a:gd name="T13" fmla="*/ 12 h 98"/>
                  <a:gd name="T14" fmla="*/ 73 w 118"/>
                  <a:gd name="T15" fmla="*/ 9 h 98"/>
                  <a:gd name="T16" fmla="*/ 68 w 118"/>
                  <a:gd name="T17" fmla="*/ 6 h 98"/>
                  <a:gd name="T18" fmla="*/ 64 w 118"/>
                  <a:gd name="T19" fmla="*/ 4 h 98"/>
                  <a:gd name="T20" fmla="*/ 62 w 118"/>
                  <a:gd name="T21" fmla="*/ 1 h 98"/>
                  <a:gd name="T22" fmla="*/ 60 w 118"/>
                  <a:gd name="T23" fmla="*/ 0 h 98"/>
                  <a:gd name="T24" fmla="*/ 59 w 118"/>
                  <a:gd name="T25" fmla="*/ 0 h 98"/>
                  <a:gd name="T26" fmla="*/ 54 w 118"/>
                  <a:gd name="T27" fmla="*/ 7 h 98"/>
                  <a:gd name="T28" fmla="*/ 45 w 118"/>
                  <a:gd name="T29" fmla="*/ 12 h 98"/>
                  <a:gd name="T30" fmla="*/ 40 w 118"/>
                  <a:gd name="T31" fmla="*/ 18 h 98"/>
                  <a:gd name="T32" fmla="*/ 30 w 118"/>
                  <a:gd name="T33" fmla="*/ 15 h 98"/>
                  <a:gd name="T34" fmla="*/ 25 w 118"/>
                  <a:gd name="T35" fmla="*/ 18 h 98"/>
                  <a:gd name="T36" fmla="*/ 27 w 118"/>
                  <a:gd name="T37" fmla="*/ 26 h 98"/>
                  <a:gd name="T38" fmla="*/ 20 w 118"/>
                  <a:gd name="T39" fmla="*/ 26 h 98"/>
                  <a:gd name="T40" fmla="*/ 15 w 118"/>
                  <a:gd name="T41" fmla="*/ 24 h 98"/>
                  <a:gd name="T42" fmla="*/ 7 w 118"/>
                  <a:gd name="T43" fmla="*/ 24 h 98"/>
                  <a:gd name="T44" fmla="*/ 2 w 118"/>
                  <a:gd name="T45" fmla="*/ 28 h 98"/>
                  <a:gd name="T46" fmla="*/ 3 w 118"/>
                  <a:gd name="T47" fmla="*/ 33 h 98"/>
                  <a:gd name="T48" fmla="*/ 13 w 118"/>
                  <a:gd name="T49" fmla="*/ 37 h 98"/>
                  <a:gd name="T50" fmla="*/ 21 w 118"/>
                  <a:gd name="T51" fmla="*/ 39 h 98"/>
                  <a:gd name="T52" fmla="*/ 23 w 118"/>
                  <a:gd name="T53" fmla="*/ 42 h 98"/>
                  <a:gd name="T54" fmla="*/ 29 w 118"/>
                  <a:gd name="T55" fmla="*/ 49 h 98"/>
                  <a:gd name="T56" fmla="*/ 32 w 118"/>
                  <a:gd name="T57" fmla="*/ 55 h 98"/>
                  <a:gd name="T58" fmla="*/ 30 w 118"/>
                  <a:gd name="T59" fmla="*/ 65 h 98"/>
                  <a:gd name="T60" fmla="*/ 27 w 118"/>
                  <a:gd name="T61" fmla="*/ 79 h 98"/>
                  <a:gd name="T62" fmla="*/ 26 w 118"/>
                  <a:gd name="T63" fmla="*/ 80 h 98"/>
                  <a:gd name="T64" fmla="*/ 31 w 118"/>
                  <a:gd name="T65" fmla="*/ 82 h 98"/>
                  <a:gd name="T66" fmla="*/ 38 w 118"/>
                  <a:gd name="T67" fmla="*/ 86 h 98"/>
                  <a:gd name="T68" fmla="*/ 45 w 118"/>
                  <a:gd name="T69" fmla="*/ 85 h 98"/>
                  <a:gd name="T70" fmla="*/ 49 w 118"/>
                  <a:gd name="T71" fmla="*/ 86 h 98"/>
                  <a:gd name="T72" fmla="*/ 58 w 118"/>
                  <a:gd name="T73" fmla="*/ 88 h 98"/>
                  <a:gd name="T74" fmla="*/ 66 w 118"/>
                  <a:gd name="T75" fmla="*/ 88 h 98"/>
                  <a:gd name="T76" fmla="*/ 66 w 118"/>
                  <a:gd name="T77" fmla="*/ 86 h 98"/>
                  <a:gd name="T78" fmla="*/ 73 w 118"/>
                  <a:gd name="T79" fmla="*/ 78 h 98"/>
                  <a:gd name="T80" fmla="*/ 87 w 118"/>
                  <a:gd name="T81" fmla="*/ 82 h 98"/>
                  <a:gd name="T82" fmla="*/ 97 w 118"/>
                  <a:gd name="T83" fmla="*/ 79 h 98"/>
                  <a:gd name="T84" fmla="*/ 102 w 118"/>
                  <a:gd name="T85" fmla="*/ 75 h 98"/>
                  <a:gd name="T86" fmla="*/ 103 w 118"/>
                  <a:gd name="T87" fmla="*/ 73 h 98"/>
                  <a:gd name="T88" fmla="*/ 99 w 118"/>
                  <a:gd name="T89" fmla="*/ 71 h 98"/>
                  <a:gd name="T90" fmla="*/ 97 w 118"/>
                  <a:gd name="T91" fmla="*/ 67 h 98"/>
                  <a:gd name="T92" fmla="*/ 95 w 118"/>
                  <a:gd name="T93" fmla="*/ 63 h 98"/>
                  <a:gd name="T94" fmla="*/ 96 w 118"/>
                  <a:gd name="T95" fmla="*/ 61 h 98"/>
                  <a:gd name="T96" fmla="*/ 98 w 118"/>
                  <a:gd name="T97" fmla="*/ 58 h 98"/>
                  <a:gd name="T98" fmla="*/ 97 w 118"/>
                  <a:gd name="T99" fmla="*/ 54 h 98"/>
                  <a:gd name="T100" fmla="*/ 96 w 118"/>
                  <a:gd name="T101" fmla="*/ 50 h 98"/>
                  <a:gd name="T102" fmla="*/ 92 w 118"/>
                  <a:gd name="T103" fmla="*/ 50 h 98"/>
                  <a:gd name="T104" fmla="*/ 91 w 118"/>
                  <a:gd name="T105" fmla="*/ 47 h 98"/>
                  <a:gd name="T106" fmla="*/ 96 w 118"/>
                  <a:gd name="T107" fmla="*/ 41 h 98"/>
                  <a:gd name="T108" fmla="*/ 100 w 118"/>
                  <a:gd name="T109" fmla="*/ 37 h 98"/>
                  <a:gd name="T110" fmla="*/ 102 w 118"/>
                  <a:gd name="T111" fmla="*/ 31 h 98"/>
                  <a:gd name="T112" fmla="*/ 105 w 118"/>
                  <a:gd name="T113" fmla="*/ 25 h 98"/>
                  <a:gd name="T114" fmla="*/ 104 w 118"/>
                  <a:gd name="T115" fmla="*/ 22 h 98"/>
                  <a:gd name="T116" fmla="*/ 116 w 118"/>
                  <a:gd name="T117" fmla="*/ 83 h 98"/>
                  <a:gd name="T118" fmla="*/ 111 w 118"/>
                  <a:gd name="T119" fmla="*/ 87 h 98"/>
                  <a:gd name="T120" fmla="*/ 115 w 118"/>
                  <a:gd name="T121" fmla="*/ 98 h 98"/>
                  <a:gd name="T122" fmla="*/ 116 w 118"/>
                  <a:gd name="T123"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8" h="98">
                    <a:moveTo>
                      <a:pt x="104" y="22"/>
                    </a:moveTo>
                    <a:cubicBezTo>
                      <a:pt x="103" y="22"/>
                      <a:pt x="102" y="21"/>
                      <a:pt x="99" y="21"/>
                    </a:cubicBezTo>
                    <a:cubicBezTo>
                      <a:pt x="97" y="21"/>
                      <a:pt x="95" y="20"/>
                      <a:pt x="94" y="18"/>
                    </a:cubicBezTo>
                    <a:cubicBezTo>
                      <a:pt x="93" y="17"/>
                      <a:pt x="88" y="16"/>
                      <a:pt x="86" y="17"/>
                    </a:cubicBezTo>
                    <a:cubicBezTo>
                      <a:pt x="84" y="17"/>
                      <a:pt x="83" y="14"/>
                      <a:pt x="82" y="14"/>
                    </a:cubicBezTo>
                    <a:cubicBezTo>
                      <a:pt x="80" y="14"/>
                      <a:pt x="79" y="12"/>
                      <a:pt x="79" y="10"/>
                    </a:cubicBezTo>
                    <a:cubicBezTo>
                      <a:pt x="79" y="9"/>
                      <a:pt x="77" y="11"/>
                      <a:pt x="76" y="12"/>
                    </a:cubicBezTo>
                    <a:cubicBezTo>
                      <a:pt x="74" y="13"/>
                      <a:pt x="74" y="10"/>
                      <a:pt x="73" y="9"/>
                    </a:cubicBezTo>
                    <a:cubicBezTo>
                      <a:pt x="73" y="8"/>
                      <a:pt x="70" y="7"/>
                      <a:pt x="68" y="6"/>
                    </a:cubicBezTo>
                    <a:cubicBezTo>
                      <a:pt x="67" y="5"/>
                      <a:pt x="65" y="3"/>
                      <a:pt x="64" y="4"/>
                    </a:cubicBezTo>
                    <a:cubicBezTo>
                      <a:pt x="64" y="5"/>
                      <a:pt x="62" y="2"/>
                      <a:pt x="62" y="1"/>
                    </a:cubicBezTo>
                    <a:cubicBezTo>
                      <a:pt x="61" y="0"/>
                      <a:pt x="61" y="0"/>
                      <a:pt x="60" y="0"/>
                    </a:cubicBezTo>
                    <a:cubicBezTo>
                      <a:pt x="60" y="0"/>
                      <a:pt x="59" y="0"/>
                      <a:pt x="59" y="0"/>
                    </a:cubicBezTo>
                    <a:cubicBezTo>
                      <a:pt x="56" y="0"/>
                      <a:pt x="53" y="2"/>
                      <a:pt x="54" y="7"/>
                    </a:cubicBezTo>
                    <a:cubicBezTo>
                      <a:pt x="54" y="12"/>
                      <a:pt x="50" y="12"/>
                      <a:pt x="45" y="12"/>
                    </a:cubicBezTo>
                    <a:cubicBezTo>
                      <a:pt x="41" y="13"/>
                      <a:pt x="42" y="17"/>
                      <a:pt x="40" y="18"/>
                    </a:cubicBezTo>
                    <a:cubicBezTo>
                      <a:pt x="38" y="20"/>
                      <a:pt x="31" y="17"/>
                      <a:pt x="30" y="15"/>
                    </a:cubicBezTo>
                    <a:cubicBezTo>
                      <a:pt x="29" y="12"/>
                      <a:pt x="23" y="15"/>
                      <a:pt x="25" y="18"/>
                    </a:cubicBezTo>
                    <a:cubicBezTo>
                      <a:pt x="28" y="21"/>
                      <a:pt x="28" y="25"/>
                      <a:pt x="27" y="26"/>
                    </a:cubicBezTo>
                    <a:cubicBezTo>
                      <a:pt x="25" y="28"/>
                      <a:pt x="22" y="24"/>
                      <a:pt x="20" y="26"/>
                    </a:cubicBezTo>
                    <a:cubicBezTo>
                      <a:pt x="17" y="28"/>
                      <a:pt x="17" y="25"/>
                      <a:pt x="15" y="24"/>
                    </a:cubicBezTo>
                    <a:cubicBezTo>
                      <a:pt x="12" y="23"/>
                      <a:pt x="11" y="25"/>
                      <a:pt x="7" y="24"/>
                    </a:cubicBezTo>
                    <a:cubicBezTo>
                      <a:pt x="3" y="24"/>
                      <a:pt x="0" y="26"/>
                      <a:pt x="2" y="28"/>
                    </a:cubicBezTo>
                    <a:cubicBezTo>
                      <a:pt x="3" y="30"/>
                      <a:pt x="2" y="32"/>
                      <a:pt x="3" y="33"/>
                    </a:cubicBezTo>
                    <a:cubicBezTo>
                      <a:pt x="4" y="35"/>
                      <a:pt x="9" y="35"/>
                      <a:pt x="13" y="37"/>
                    </a:cubicBezTo>
                    <a:cubicBezTo>
                      <a:pt x="18" y="39"/>
                      <a:pt x="18" y="37"/>
                      <a:pt x="21" y="39"/>
                    </a:cubicBezTo>
                    <a:cubicBezTo>
                      <a:pt x="23" y="40"/>
                      <a:pt x="23" y="39"/>
                      <a:pt x="23" y="42"/>
                    </a:cubicBezTo>
                    <a:cubicBezTo>
                      <a:pt x="23" y="45"/>
                      <a:pt x="25" y="48"/>
                      <a:pt x="29" y="49"/>
                    </a:cubicBezTo>
                    <a:cubicBezTo>
                      <a:pt x="33" y="50"/>
                      <a:pt x="30" y="53"/>
                      <a:pt x="32" y="55"/>
                    </a:cubicBezTo>
                    <a:cubicBezTo>
                      <a:pt x="33" y="58"/>
                      <a:pt x="30" y="62"/>
                      <a:pt x="30" y="65"/>
                    </a:cubicBezTo>
                    <a:cubicBezTo>
                      <a:pt x="31" y="68"/>
                      <a:pt x="28" y="79"/>
                      <a:pt x="27" y="79"/>
                    </a:cubicBezTo>
                    <a:cubicBezTo>
                      <a:pt x="26" y="80"/>
                      <a:pt x="26" y="80"/>
                      <a:pt x="26" y="80"/>
                    </a:cubicBezTo>
                    <a:cubicBezTo>
                      <a:pt x="28" y="80"/>
                      <a:pt x="30" y="81"/>
                      <a:pt x="31" y="82"/>
                    </a:cubicBezTo>
                    <a:cubicBezTo>
                      <a:pt x="32" y="83"/>
                      <a:pt x="36" y="84"/>
                      <a:pt x="38" y="86"/>
                    </a:cubicBezTo>
                    <a:cubicBezTo>
                      <a:pt x="41" y="87"/>
                      <a:pt x="45" y="87"/>
                      <a:pt x="45" y="85"/>
                    </a:cubicBezTo>
                    <a:cubicBezTo>
                      <a:pt x="45" y="83"/>
                      <a:pt x="47" y="84"/>
                      <a:pt x="49" y="86"/>
                    </a:cubicBezTo>
                    <a:cubicBezTo>
                      <a:pt x="50" y="87"/>
                      <a:pt x="56" y="88"/>
                      <a:pt x="58" y="88"/>
                    </a:cubicBezTo>
                    <a:cubicBezTo>
                      <a:pt x="60" y="89"/>
                      <a:pt x="64" y="88"/>
                      <a:pt x="66" y="88"/>
                    </a:cubicBezTo>
                    <a:cubicBezTo>
                      <a:pt x="66" y="88"/>
                      <a:pt x="66" y="87"/>
                      <a:pt x="66" y="86"/>
                    </a:cubicBezTo>
                    <a:cubicBezTo>
                      <a:pt x="64" y="82"/>
                      <a:pt x="69" y="79"/>
                      <a:pt x="73" y="78"/>
                    </a:cubicBezTo>
                    <a:cubicBezTo>
                      <a:pt x="77" y="78"/>
                      <a:pt x="85" y="80"/>
                      <a:pt x="87" y="82"/>
                    </a:cubicBezTo>
                    <a:cubicBezTo>
                      <a:pt x="90" y="83"/>
                      <a:pt x="93" y="83"/>
                      <a:pt x="97" y="79"/>
                    </a:cubicBezTo>
                    <a:cubicBezTo>
                      <a:pt x="99" y="76"/>
                      <a:pt x="100" y="76"/>
                      <a:pt x="102" y="75"/>
                    </a:cubicBezTo>
                    <a:cubicBezTo>
                      <a:pt x="102" y="74"/>
                      <a:pt x="102" y="73"/>
                      <a:pt x="103" y="73"/>
                    </a:cubicBezTo>
                    <a:cubicBezTo>
                      <a:pt x="103" y="71"/>
                      <a:pt x="101" y="71"/>
                      <a:pt x="99" y="71"/>
                    </a:cubicBezTo>
                    <a:cubicBezTo>
                      <a:pt x="97" y="71"/>
                      <a:pt x="96" y="69"/>
                      <a:pt x="97" y="67"/>
                    </a:cubicBezTo>
                    <a:cubicBezTo>
                      <a:pt x="98" y="65"/>
                      <a:pt x="96" y="65"/>
                      <a:pt x="95" y="63"/>
                    </a:cubicBezTo>
                    <a:cubicBezTo>
                      <a:pt x="93" y="61"/>
                      <a:pt x="95" y="62"/>
                      <a:pt x="96" y="61"/>
                    </a:cubicBezTo>
                    <a:cubicBezTo>
                      <a:pt x="97" y="61"/>
                      <a:pt x="99" y="59"/>
                      <a:pt x="98" y="58"/>
                    </a:cubicBezTo>
                    <a:cubicBezTo>
                      <a:pt x="97" y="58"/>
                      <a:pt x="96" y="56"/>
                      <a:pt x="97" y="54"/>
                    </a:cubicBezTo>
                    <a:cubicBezTo>
                      <a:pt x="98" y="52"/>
                      <a:pt x="96" y="52"/>
                      <a:pt x="96" y="50"/>
                    </a:cubicBezTo>
                    <a:cubicBezTo>
                      <a:pt x="96" y="49"/>
                      <a:pt x="94" y="48"/>
                      <a:pt x="92" y="50"/>
                    </a:cubicBezTo>
                    <a:cubicBezTo>
                      <a:pt x="90" y="52"/>
                      <a:pt x="90" y="50"/>
                      <a:pt x="91" y="47"/>
                    </a:cubicBezTo>
                    <a:cubicBezTo>
                      <a:pt x="92" y="44"/>
                      <a:pt x="96" y="43"/>
                      <a:pt x="96" y="41"/>
                    </a:cubicBezTo>
                    <a:cubicBezTo>
                      <a:pt x="96" y="39"/>
                      <a:pt x="99" y="37"/>
                      <a:pt x="100" y="37"/>
                    </a:cubicBezTo>
                    <a:cubicBezTo>
                      <a:pt x="102" y="37"/>
                      <a:pt x="101" y="34"/>
                      <a:pt x="102" y="31"/>
                    </a:cubicBezTo>
                    <a:cubicBezTo>
                      <a:pt x="103" y="29"/>
                      <a:pt x="103" y="27"/>
                      <a:pt x="105" y="25"/>
                    </a:cubicBezTo>
                    <a:cubicBezTo>
                      <a:pt x="108" y="23"/>
                      <a:pt x="105" y="22"/>
                      <a:pt x="104" y="22"/>
                    </a:cubicBezTo>
                    <a:close/>
                    <a:moveTo>
                      <a:pt x="116" y="83"/>
                    </a:moveTo>
                    <a:cubicBezTo>
                      <a:pt x="115" y="82"/>
                      <a:pt x="115" y="85"/>
                      <a:pt x="111" y="87"/>
                    </a:cubicBezTo>
                    <a:cubicBezTo>
                      <a:pt x="108" y="89"/>
                      <a:pt x="111" y="98"/>
                      <a:pt x="115" y="98"/>
                    </a:cubicBezTo>
                    <a:cubicBezTo>
                      <a:pt x="118" y="97"/>
                      <a:pt x="118" y="83"/>
                      <a:pt x="116" y="8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99">
                <a:extLst>
                  <a:ext uri="{FF2B5EF4-FFF2-40B4-BE49-F238E27FC236}">
                    <a16:creationId xmlns:a16="http://schemas.microsoft.com/office/drawing/2014/main" id="{B86E59F7-7640-43A1-9E5A-53EE5F5C9293}"/>
                  </a:ext>
                </a:extLst>
              </p:cNvPr>
              <p:cNvSpPr>
                <a:spLocks/>
              </p:cNvSpPr>
              <p:nvPr/>
            </p:nvSpPr>
            <p:spPr bwMode="auto">
              <a:xfrm>
                <a:off x="3239636" y="3816268"/>
                <a:ext cx="42661" cy="26349"/>
              </a:xfrm>
              <a:custGeom>
                <a:avLst/>
                <a:gdLst>
                  <a:gd name="T0" fmla="*/ 18 w 18"/>
                  <a:gd name="T1" fmla="*/ 4 h 11"/>
                  <a:gd name="T2" fmla="*/ 9 w 18"/>
                  <a:gd name="T3" fmla="*/ 2 h 11"/>
                  <a:gd name="T4" fmla="*/ 6 w 18"/>
                  <a:gd name="T5" fmla="*/ 0 h 11"/>
                  <a:gd name="T6" fmla="*/ 5 w 18"/>
                  <a:gd name="T7" fmla="*/ 0 h 11"/>
                  <a:gd name="T8" fmla="*/ 0 w 18"/>
                  <a:gd name="T9" fmla="*/ 5 h 11"/>
                  <a:gd name="T10" fmla="*/ 15 w 18"/>
                  <a:gd name="T11" fmla="*/ 11 h 11"/>
                  <a:gd name="T12" fmla="*/ 18 w 18"/>
                  <a:gd name="T13" fmla="*/ 9 h 11"/>
                  <a:gd name="T14" fmla="*/ 18 w 18"/>
                  <a:gd name="T15" fmla="*/ 4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1">
                    <a:moveTo>
                      <a:pt x="18" y="4"/>
                    </a:moveTo>
                    <a:cubicBezTo>
                      <a:pt x="16" y="2"/>
                      <a:pt x="13" y="5"/>
                      <a:pt x="9" y="2"/>
                    </a:cubicBezTo>
                    <a:cubicBezTo>
                      <a:pt x="8" y="1"/>
                      <a:pt x="7" y="1"/>
                      <a:pt x="6" y="0"/>
                    </a:cubicBezTo>
                    <a:cubicBezTo>
                      <a:pt x="5" y="0"/>
                      <a:pt x="5" y="0"/>
                      <a:pt x="5" y="0"/>
                    </a:cubicBezTo>
                    <a:cubicBezTo>
                      <a:pt x="4" y="1"/>
                      <a:pt x="2" y="3"/>
                      <a:pt x="0" y="5"/>
                    </a:cubicBezTo>
                    <a:cubicBezTo>
                      <a:pt x="2" y="7"/>
                      <a:pt x="12" y="11"/>
                      <a:pt x="15" y="11"/>
                    </a:cubicBezTo>
                    <a:cubicBezTo>
                      <a:pt x="16" y="11"/>
                      <a:pt x="17" y="10"/>
                      <a:pt x="18" y="9"/>
                    </a:cubicBezTo>
                    <a:cubicBezTo>
                      <a:pt x="18" y="7"/>
                      <a:pt x="18" y="5"/>
                      <a:pt x="18" y="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0">
                <a:extLst>
                  <a:ext uri="{FF2B5EF4-FFF2-40B4-BE49-F238E27FC236}">
                    <a16:creationId xmlns:a16="http://schemas.microsoft.com/office/drawing/2014/main" id="{215652BC-2210-4F30-B8EB-7EBA1F66C14E}"/>
                  </a:ext>
                </a:extLst>
              </p:cNvPr>
              <p:cNvSpPr>
                <a:spLocks/>
              </p:cNvSpPr>
              <p:nvPr/>
            </p:nvSpPr>
            <p:spPr bwMode="auto">
              <a:xfrm>
                <a:off x="3253438" y="3782390"/>
                <a:ext cx="112925" cy="61482"/>
              </a:xfrm>
              <a:custGeom>
                <a:avLst/>
                <a:gdLst>
                  <a:gd name="T0" fmla="*/ 20 w 49"/>
                  <a:gd name="T1" fmla="*/ 25 h 27"/>
                  <a:gd name="T2" fmla="*/ 23 w 49"/>
                  <a:gd name="T3" fmla="*/ 20 h 27"/>
                  <a:gd name="T4" fmla="*/ 32 w 49"/>
                  <a:gd name="T5" fmla="*/ 16 h 27"/>
                  <a:gd name="T6" fmla="*/ 39 w 49"/>
                  <a:gd name="T7" fmla="*/ 14 h 27"/>
                  <a:gd name="T8" fmla="*/ 49 w 49"/>
                  <a:gd name="T9" fmla="*/ 10 h 27"/>
                  <a:gd name="T10" fmla="*/ 40 w 49"/>
                  <a:gd name="T11" fmla="*/ 4 h 27"/>
                  <a:gd name="T12" fmla="*/ 23 w 49"/>
                  <a:gd name="T13" fmla="*/ 4 h 27"/>
                  <a:gd name="T14" fmla="*/ 8 w 49"/>
                  <a:gd name="T15" fmla="*/ 4 h 27"/>
                  <a:gd name="T16" fmla="*/ 8 w 49"/>
                  <a:gd name="T17" fmla="*/ 5 h 27"/>
                  <a:gd name="T18" fmla="*/ 3 w 49"/>
                  <a:gd name="T19" fmla="*/ 9 h 27"/>
                  <a:gd name="T20" fmla="*/ 0 w 49"/>
                  <a:gd name="T21" fmla="*/ 15 h 27"/>
                  <a:gd name="T22" fmla="*/ 3 w 49"/>
                  <a:gd name="T23" fmla="*/ 17 h 27"/>
                  <a:gd name="T24" fmla="*/ 12 w 49"/>
                  <a:gd name="T25" fmla="*/ 19 h 27"/>
                  <a:gd name="T26" fmla="*/ 12 w 49"/>
                  <a:gd name="T27" fmla="*/ 24 h 27"/>
                  <a:gd name="T28" fmla="*/ 14 w 49"/>
                  <a:gd name="T29" fmla="*/ 24 h 27"/>
                  <a:gd name="T30" fmla="*/ 15 w 49"/>
                  <a:gd name="T31" fmla="*/ 27 h 27"/>
                  <a:gd name="T32" fmla="*/ 18 w 49"/>
                  <a:gd name="T33" fmla="*/ 27 h 27"/>
                  <a:gd name="T34" fmla="*/ 20 w 49"/>
                  <a:gd name="T3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 h="27">
                    <a:moveTo>
                      <a:pt x="20" y="25"/>
                    </a:moveTo>
                    <a:cubicBezTo>
                      <a:pt x="21" y="24"/>
                      <a:pt x="18" y="20"/>
                      <a:pt x="23" y="20"/>
                    </a:cubicBezTo>
                    <a:cubicBezTo>
                      <a:pt x="27" y="19"/>
                      <a:pt x="31" y="19"/>
                      <a:pt x="32" y="16"/>
                    </a:cubicBezTo>
                    <a:cubicBezTo>
                      <a:pt x="32" y="13"/>
                      <a:pt x="38" y="14"/>
                      <a:pt x="39" y="14"/>
                    </a:cubicBezTo>
                    <a:cubicBezTo>
                      <a:pt x="41" y="14"/>
                      <a:pt x="45" y="10"/>
                      <a:pt x="49" y="10"/>
                    </a:cubicBezTo>
                    <a:cubicBezTo>
                      <a:pt x="49" y="6"/>
                      <a:pt x="43" y="8"/>
                      <a:pt x="40" y="4"/>
                    </a:cubicBezTo>
                    <a:cubicBezTo>
                      <a:pt x="36" y="0"/>
                      <a:pt x="27" y="2"/>
                      <a:pt x="23" y="4"/>
                    </a:cubicBezTo>
                    <a:cubicBezTo>
                      <a:pt x="18" y="5"/>
                      <a:pt x="13" y="2"/>
                      <a:pt x="8" y="4"/>
                    </a:cubicBezTo>
                    <a:cubicBezTo>
                      <a:pt x="8" y="5"/>
                      <a:pt x="8" y="5"/>
                      <a:pt x="8" y="5"/>
                    </a:cubicBezTo>
                    <a:cubicBezTo>
                      <a:pt x="6" y="6"/>
                      <a:pt x="5" y="8"/>
                      <a:pt x="3" y="9"/>
                    </a:cubicBezTo>
                    <a:cubicBezTo>
                      <a:pt x="0" y="12"/>
                      <a:pt x="1" y="14"/>
                      <a:pt x="0" y="15"/>
                    </a:cubicBezTo>
                    <a:cubicBezTo>
                      <a:pt x="1" y="16"/>
                      <a:pt x="2" y="16"/>
                      <a:pt x="3" y="17"/>
                    </a:cubicBezTo>
                    <a:cubicBezTo>
                      <a:pt x="7" y="20"/>
                      <a:pt x="10" y="17"/>
                      <a:pt x="12" y="19"/>
                    </a:cubicBezTo>
                    <a:cubicBezTo>
                      <a:pt x="12" y="20"/>
                      <a:pt x="12" y="22"/>
                      <a:pt x="12" y="24"/>
                    </a:cubicBezTo>
                    <a:cubicBezTo>
                      <a:pt x="12" y="24"/>
                      <a:pt x="13" y="23"/>
                      <a:pt x="14" y="24"/>
                    </a:cubicBezTo>
                    <a:cubicBezTo>
                      <a:pt x="15" y="25"/>
                      <a:pt x="15" y="26"/>
                      <a:pt x="15" y="27"/>
                    </a:cubicBezTo>
                    <a:cubicBezTo>
                      <a:pt x="18" y="27"/>
                      <a:pt x="18" y="27"/>
                      <a:pt x="18" y="27"/>
                    </a:cubicBezTo>
                    <a:cubicBezTo>
                      <a:pt x="18" y="27"/>
                      <a:pt x="20" y="25"/>
                      <a:pt x="2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01">
                <a:extLst>
                  <a:ext uri="{FF2B5EF4-FFF2-40B4-BE49-F238E27FC236}">
                    <a16:creationId xmlns:a16="http://schemas.microsoft.com/office/drawing/2014/main" id="{6A890E7D-5E2C-48FA-B025-52C9B52225A3}"/>
                  </a:ext>
                </a:extLst>
              </p:cNvPr>
              <p:cNvSpPr>
                <a:spLocks/>
              </p:cNvSpPr>
              <p:nvPr/>
            </p:nvSpPr>
            <p:spPr bwMode="auto">
              <a:xfrm>
                <a:off x="2737746" y="3454907"/>
                <a:ext cx="564627" cy="352578"/>
              </a:xfrm>
              <a:custGeom>
                <a:avLst/>
                <a:gdLst>
                  <a:gd name="T0" fmla="*/ 214 w 245"/>
                  <a:gd name="T1" fmla="*/ 143 h 153"/>
                  <a:gd name="T2" fmla="*/ 211 w 245"/>
                  <a:gd name="T3" fmla="*/ 129 h 153"/>
                  <a:gd name="T4" fmla="*/ 231 w 245"/>
                  <a:gd name="T5" fmla="*/ 124 h 153"/>
                  <a:gd name="T6" fmla="*/ 238 w 245"/>
                  <a:gd name="T7" fmla="*/ 115 h 153"/>
                  <a:gd name="T8" fmla="*/ 244 w 245"/>
                  <a:gd name="T9" fmla="*/ 100 h 153"/>
                  <a:gd name="T10" fmla="*/ 225 w 245"/>
                  <a:gd name="T11" fmla="*/ 98 h 153"/>
                  <a:gd name="T12" fmla="*/ 212 w 245"/>
                  <a:gd name="T13" fmla="*/ 115 h 153"/>
                  <a:gd name="T14" fmla="*/ 200 w 245"/>
                  <a:gd name="T15" fmla="*/ 121 h 153"/>
                  <a:gd name="T16" fmla="*/ 172 w 245"/>
                  <a:gd name="T17" fmla="*/ 121 h 153"/>
                  <a:gd name="T18" fmla="*/ 159 w 245"/>
                  <a:gd name="T19" fmla="*/ 102 h 153"/>
                  <a:gd name="T20" fmla="*/ 159 w 245"/>
                  <a:gd name="T21" fmla="*/ 64 h 153"/>
                  <a:gd name="T22" fmla="*/ 156 w 245"/>
                  <a:gd name="T23" fmla="*/ 60 h 153"/>
                  <a:gd name="T24" fmla="*/ 143 w 245"/>
                  <a:gd name="T25" fmla="*/ 51 h 153"/>
                  <a:gd name="T26" fmla="*/ 133 w 245"/>
                  <a:gd name="T27" fmla="*/ 34 h 153"/>
                  <a:gd name="T28" fmla="*/ 113 w 245"/>
                  <a:gd name="T29" fmla="*/ 33 h 153"/>
                  <a:gd name="T30" fmla="*/ 100 w 245"/>
                  <a:gd name="T31" fmla="*/ 23 h 153"/>
                  <a:gd name="T32" fmla="*/ 86 w 245"/>
                  <a:gd name="T33" fmla="*/ 9 h 153"/>
                  <a:gd name="T34" fmla="*/ 71 w 245"/>
                  <a:gd name="T35" fmla="*/ 12 h 153"/>
                  <a:gd name="T36" fmla="*/ 27 w 245"/>
                  <a:gd name="T37" fmla="*/ 5 h 153"/>
                  <a:gd name="T38" fmla="*/ 0 w 245"/>
                  <a:gd name="T39" fmla="*/ 3 h 153"/>
                  <a:gd name="T40" fmla="*/ 11 w 245"/>
                  <a:gd name="T41" fmla="*/ 25 h 153"/>
                  <a:gd name="T42" fmla="*/ 25 w 245"/>
                  <a:gd name="T43" fmla="*/ 44 h 153"/>
                  <a:gd name="T44" fmla="*/ 28 w 245"/>
                  <a:gd name="T45" fmla="*/ 52 h 153"/>
                  <a:gd name="T46" fmla="*/ 39 w 245"/>
                  <a:gd name="T47" fmla="*/ 67 h 153"/>
                  <a:gd name="T48" fmla="*/ 57 w 245"/>
                  <a:gd name="T49" fmla="*/ 86 h 153"/>
                  <a:gd name="T50" fmla="*/ 59 w 245"/>
                  <a:gd name="T51" fmla="*/ 77 h 153"/>
                  <a:gd name="T52" fmla="*/ 51 w 245"/>
                  <a:gd name="T53" fmla="*/ 67 h 153"/>
                  <a:gd name="T54" fmla="*/ 37 w 245"/>
                  <a:gd name="T55" fmla="*/ 43 h 153"/>
                  <a:gd name="T56" fmla="*/ 31 w 245"/>
                  <a:gd name="T57" fmla="*/ 30 h 153"/>
                  <a:gd name="T58" fmla="*/ 20 w 245"/>
                  <a:gd name="T59" fmla="*/ 21 h 153"/>
                  <a:gd name="T60" fmla="*/ 21 w 245"/>
                  <a:gd name="T61" fmla="*/ 8 h 153"/>
                  <a:gd name="T62" fmla="*/ 28 w 245"/>
                  <a:gd name="T63" fmla="*/ 12 h 153"/>
                  <a:gd name="T64" fmla="*/ 34 w 245"/>
                  <a:gd name="T65" fmla="*/ 23 h 153"/>
                  <a:gd name="T66" fmla="*/ 40 w 245"/>
                  <a:gd name="T67" fmla="*/ 34 h 153"/>
                  <a:gd name="T68" fmla="*/ 52 w 245"/>
                  <a:gd name="T69" fmla="*/ 43 h 153"/>
                  <a:gd name="T70" fmla="*/ 62 w 245"/>
                  <a:gd name="T71" fmla="*/ 53 h 153"/>
                  <a:gd name="T72" fmla="*/ 68 w 245"/>
                  <a:gd name="T73" fmla="*/ 64 h 153"/>
                  <a:gd name="T74" fmla="*/ 92 w 245"/>
                  <a:gd name="T75" fmla="*/ 89 h 153"/>
                  <a:gd name="T76" fmla="*/ 95 w 245"/>
                  <a:gd name="T77" fmla="*/ 104 h 153"/>
                  <a:gd name="T78" fmla="*/ 99 w 245"/>
                  <a:gd name="T79" fmla="*/ 117 h 153"/>
                  <a:gd name="T80" fmla="*/ 124 w 245"/>
                  <a:gd name="T81" fmla="*/ 129 h 153"/>
                  <a:gd name="T82" fmla="*/ 158 w 245"/>
                  <a:gd name="T83" fmla="*/ 145 h 153"/>
                  <a:gd name="T84" fmla="*/ 189 w 245"/>
                  <a:gd name="T85" fmla="*/ 146 h 153"/>
                  <a:gd name="T86" fmla="*/ 204 w 245"/>
                  <a:gd name="T87" fmla="*/ 144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45" h="153">
                    <a:moveTo>
                      <a:pt x="204" y="144"/>
                    </a:moveTo>
                    <a:cubicBezTo>
                      <a:pt x="205" y="144"/>
                      <a:pt x="214" y="145"/>
                      <a:pt x="214" y="143"/>
                    </a:cubicBezTo>
                    <a:cubicBezTo>
                      <a:pt x="215" y="140"/>
                      <a:pt x="208" y="135"/>
                      <a:pt x="209" y="135"/>
                    </a:cubicBezTo>
                    <a:cubicBezTo>
                      <a:pt x="209" y="134"/>
                      <a:pt x="210" y="129"/>
                      <a:pt x="211" y="129"/>
                    </a:cubicBezTo>
                    <a:cubicBezTo>
                      <a:pt x="213" y="129"/>
                      <a:pt x="225" y="129"/>
                      <a:pt x="226" y="129"/>
                    </a:cubicBezTo>
                    <a:cubicBezTo>
                      <a:pt x="227" y="129"/>
                      <a:pt x="229" y="124"/>
                      <a:pt x="231" y="124"/>
                    </a:cubicBezTo>
                    <a:cubicBezTo>
                      <a:pt x="232" y="124"/>
                      <a:pt x="233" y="125"/>
                      <a:pt x="235" y="126"/>
                    </a:cubicBezTo>
                    <a:cubicBezTo>
                      <a:pt x="237" y="124"/>
                      <a:pt x="238" y="119"/>
                      <a:pt x="238" y="115"/>
                    </a:cubicBezTo>
                    <a:cubicBezTo>
                      <a:pt x="239" y="110"/>
                      <a:pt x="237" y="109"/>
                      <a:pt x="240" y="106"/>
                    </a:cubicBezTo>
                    <a:cubicBezTo>
                      <a:pt x="242" y="104"/>
                      <a:pt x="245" y="103"/>
                      <a:pt x="244" y="100"/>
                    </a:cubicBezTo>
                    <a:cubicBezTo>
                      <a:pt x="243" y="96"/>
                      <a:pt x="240" y="100"/>
                      <a:pt x="237" y="98"/>
                    </a:cubicBezTo>
                    <a:cubicBezTo>
                      <a:pt x="234" y="96"/>
                      <a:pt x="232" y="97"/>
                      <a:pt x="225" y="98"/>
                    </a:cubicBezTo>
                    <a:cubicBezTo>
                      <a:pt x="217" y="99"/>
                      <a:pt x="214" y="102"/>
                      <a:pt x="214" y="108"/>
                    </a:cubicBezTo>
                    <a:cubicBezTo>
                      <a:pt x="215" y="113"/>
                      <a:pt x="212" y="110"/>
                      <a:pt x="212" y="115"/>
                    </a:cubicBezTo>
                    <a:cubicBezTo>
                      <a:pt x="212" y="119"/>
                      <a:pt x="206" y="120"/>
                      <a:pt x="207" y="122"/>
                    </a:cubicBezTo>
                    <a:cubicBezTo>
                      <a:pt x="207" y="125"/>
                      <a:pt x="202" y="122"/>
                      <a:pt x="200" y="121"/>
                    </a:cubicBezTo>
                    <a:cubicBezTo>
                      <a:pt x="199" y="120"/>
                      <a:pt x="184" y="125"/>
                      <a:pt x="182" y="125"/>
                    </a:cubicBezTo>
                    <a:cubicBezTo>
                      <a:pt x="179" y="126"/>
                      <a:pt x="176" y="121"/>
                      <a:pt x="172" y="121"/>
                    </a:cubicBezTo>
                    <a:cubicBezTo>
                      <a:pt x="169" y="121"/>
                      <a:pt x="168" y="117"/>
                      <a:pt x="168" y="113"/>
                    </a:cubicBezTo>
                    <a:cubicBezTo>
                      <a:pt x="168" y="109"/>
                      <a:pt x="162" y="106"/>
                      <a:pt x="159" y="102"/>
                    </a:cubicBezTo>
                    <a:cubicBezTo>
                      <a:pt x="157" y="99"/>
                      <a:pt x="156" y="92"/>
                      <a:pt x="156" y="87"/>
                    </a:cubicBezTo>
                    <a:cubicBezTo>
                      <a:pt x="156" y="82"/>
                      <a:pt x="156" y="74"/>
                      <a:pt x="159" y="64"/>
                    </a:cubicBezTo>
                    <a:cubicBezTo>
                      <a:pt x="159" y="63"/>
                      <a:pt x="160" y="62"/>
                      <a:pt x="160" y="61"/>
                    </a:cubicBezTo>
                    <a:cubicBezTo>
                      <a:pt x="158" y="60"/>
                      <a:pt x="157" y="60"/>
                      <a:pt x="156" y="60"/>
                    </a:cubicBezTo>
                    <a:cubicBezTo>
                      <a:pt x="153" y="60"/>
                      <a:pt x="146" y="56"/>
                      <a:pt x="145" y="56"/>
                    </a:cubicBezTo>
                    <a:cubicBezTo>
                      <a:pt x="144" y="56"/>
                      <a:pt x="144" y="52"/>
                      <a:pt x="143" y="51"/>
                    </a:cubicBezTo>
                    <a:cubicBezTo>
                      <a:pt x="142" y="49"/>
                      <a:pt x="142" y="46"/>
                      <a:pt x="141" y="45"/>
                    </a:cubicBezTo>
                    <a:cubicBezTo>
                      <a:pt x="139" y="43"/>
                      <a:pt x="135" y="39"/>
                      <a:pt x="133" y="34"/>
                    </a:cubicBezTo>
                    <a:cubicBezTo>
                      <a:pt x="132" y="28"/>
                      <a:pt x="122" y="26"/>
                      <a:pt x="119" y="26"/>
                    </a:cubicBezTo>
                    <a:cubicBezTo>
                      <a:pt x="116" y="25"/>
                      <a:pt x="114" y="33"/>
                      <a:pt x="113" y="33"/>
                    </a:cubicBezTo>
                    <a:cubicBezTo>
                      <a:pt x="112" y="33"/>
                      <a:pt x="105" y="29"/>
                      <a:pt x="103" y="28"/>
                    </a:cubicBezTo>
                    <a:cubicBezTo>
                      <a:pt x="101" y="27"/>
                      <a:pt x="100" y="25"/>
                      <a:pt x="100" y="23"/>
                    </a:cubicBezTo>
                    <a:cubicBezTo>
                      <a:pt x="100" y="21"/>
                      <a:pt x="96" y="17"/>
                      <a:pt x="95" y="17"/>
                    </a:cubicBezTo>
                    <a:cubicBezTo>
                      <a:pt x="94" y="16"/>
                      <a:pt x="86" y="9"/>
                      <a:pt x="86" y="9"/>
                    </a:cubicBezTo>
                    <a:cubicBezTo>
                      <a:pt x="74" y="9"/>
                      <a:pt x="74" y="9"/>
                      <a:pt x="74" y="9"/>
                    </a:cubicBezTo>
                    <a:cubicBezTo>
                      <a:pt x="71" y="12"/>
                      <a:pt x="71" y="12"/>
                      <a:pt x="71" y="12"/>
                    </a:cubicBezTo>
                    <a:cubicBezTo>
                      <a:pt x="48" y="12"/>
                      <a:pt x="48" y="12"/>
                      <a:pt x="48" y="12"/>
                    </a:cubicBezTo>
                    <a:cubicBezTo>
                      <a:pt x="48" y="12"/>
                      <a:pt x="31" y="6"/>
                      <a:pt x="27" y="5"/>
                    </a:cubicBezTo>
                    <a:cubicBezTo>
                      <a:pt x="24" y="4"/>
                      <a:pt x="18" y="0"/>
                      <a:pt x="18" y="0"/>
                    </a:cubicBezTo>
                    <a:cubicBezTo>
                      <a:pt x="0" y="3"/>
                      <a:pt x="0" y="3"/>
                      <a:pt x="0" y="3"/>
                    </a:cubicBezTo>
                    <a:cubicBezTo>
                      <a:pt x="1" y="5"/>
                      <a:pt x="2" y="7"/>
                      <a:pt x="4" y="9"/>
                    </a:cubicBezTo>
                    <a:cubicBezTo>
                      <a:pt x="8" y="14"/>
                      <a:pt x="11" y="22"/>
                      <a:pt x="11" y="25"/>
                    </a:cubicBezTo>
                    <a:cubicBezTo>
                      <a:pt x="11" y="28"/>
                      <a:pt x="16" y="30"/>
                      <a:pt x="21" y="33"/>
                    </a:cubicBezTo>
                    <a:cubicBezTo>
                      <a:pt x="25" y="36"/>
                      <a:pt x="25" y="42"/>
                      <a:pt x="25" y="44"/>
                    </a:cubicBezTo>
                    <a:cubicBezTo>
                      <a:pt x="24" y="45"/>
                      <a:pt x="19" y="43"/>
                      <a:pt x="18" y="44"/>
                    </a:cubicBezTo>
                    <a:cubicBezTo>
                      <a:pt x="18" y="46"/>
                      <a:pt x="26" y="52"/>
                      <a:pt x="28" y="52"/>
                    </a:cubicBezTo>
                    <a:cubicBezTo>
                      <a:pt x="31" y="51"/>
                      <a:pt x="33" y="53"/>
                      <a:pt x="37" y="57"/>
                    </a:cubicBezTo>
                    <a:cubicBezTo>
                      <a:pt x="42" y="61"/>
                      <a:pt x="41" y="66"/>
                      <a:pt x="39" y="67"/>
                    </a:cubicBezTo>
                    <a:cubicBezTo>
                      <a:pt x="38" y="69"/>
                      <a:pt x="43" y="72"/>
                      <a:pt x="49" y="75"/>
                    </a:cubicBezTo>
                    <a:cubicBezTo>
                      <a:pt x="54" y="79"/>
                      <a:pt x="57" y="84"/>
                      <a:pt x="57" y="86"/>
                    </a:cubicBezTo>
                    <a:cubicBezTo>
                      <a:pt x="58" y="88"/>
                      <a:pt x="60" y="86"/>
                      <a:pt x="61" y="83"/>
                    </a:cubicBezTo>
                    <a:cubicBezTo>
                      <a:pt x="62" y="80"/>
                      <a:pt x="59" y="80"/>
                      <a:pt x="59" y="77"/>
                    </a:cubicBezTo>
                    <a:cubicBezTo>
                      <a:pt x="59" y="74"/>
                      <a:pt x="55" y="74"/>
                      <a:pt x="53" y="74"/>
                    </a:cubicBezTo>
                    <a:cubicBezTo>
                      <a:pt x="51" y="74"/>
                      <a:pt x="53" y="69"/>
                      <a:pt x="51" y="67"/>
                    </a:cubicBezTo>
                    <a:cubicBezTo>
                      <a:pt x="49" y="65"/>
                      <a:pt x="47" y="59"/>
                      <a:pt x="46" y="55"/>
                    </a:cubicBezTo>
                    <a:cubicBezTo>
                      <a:pt x="44" y="51"/>
                      <a:pt x="39" y="48"/>
                      <a:pt x="37" y="43"/>
                    </a:cubicBezTo>
                    <a:cubicBezTo>
                      <a:pt x="34" y="39"/>
                      <a:pt x="32" y="36"/>
                      <a:pt x="30" y="34"/>
                    </a:cubicBezTo>
                    <a:cubicBezTo>
                      <a:pt x="29" y="33"/>
                      <a:pt x="32" y="32"/>
                      <a:pt x="31" y="30"/>
                    </a:cubicBezTo>
                    <a:cubicBezTo>
                      <a:pt x="30" y="29"/>
                      <a:pt x="27" y="29"/>
                      <a:pt x="25" y="28"/>
                    </a:cubicBezTo>
                    <a:cubicBezTo>
                      <a:pt x="22" y="26"/>
                      <a:pt x="20" y="24"/>
                      <a:pt x="20" y="21"/>
                    </a:cubicBezTo>
                    <a:cubicBezTo>
                      <a:pt x="20" y="18"/>
                      <a:pt x="19" y="12"/>
                      <a:pt x="18" y="9"/>
                    </a:cubicBezTo>
                    <a:cubicBezTo>
                      <a:pt x="17" y="7"/>
                      <a:pt x="20" y="7"/>
                      <a:pt x="21" y="8"/>
                    </a:cubicBezTo>
                    <a:cubicBezTo>
                      <a:pt x="21" y="10"/>
                      <a:pt x="22" y="11"/>
                      <a:pt x="23" y="10"/>
                    </a:cubicBezTo>
                    <a:cubicBezTo>
                      <a:pt x="25" y="9"/>
                      <a:pt x="27" y="10"/>
                      <a:pt x="28" y="12"/>
                    </a:cubicBezTo>
                    <a:cubicBezTo>
                      <a:pt x="29" y="14"/>
                      <a:pt x="32" y="12"/>
                      <a:pt x="33" y="13"/>
                    </a:cubicBezTo>
                    <a:cubicBezTo>
                      <a:pt x="34" y="14"/>
                      <a:pt x="30" y="15"/>
                      <a:pt x="34" y="23"/>
                    </a:cubicBezTo>
                    <a:cubicBezTo>
                      <a:pt x="39" y="31"/>
                      <a:pt x="36" y="26"/>
                      <a:pt x="36" y="32"/>
                    </a:cubicBezTo>
                    <a:cubicBezTo>
                      <a:pt x="36" y="38"/>
                      <a:pt x="39" y="35"/>
                      <a:pt x="40" y="34"/>
                    </a:cubicBezTo>
                    <a:cubicBezTo>
                      <a:pt x="41" y="33"/>
                      <a:pt x="43" y="36"/>
                      <a:pt x="45" y="39"/>
                    </a:cubicBezTo>
                    <a:cubicBezTo>
                      <a:pt x="48" y="42"/>
                      <a:pt x="52" y="42"/>
                      <a:pt x="52" y="43"/>
                    </a:cubicBezTo>
                    <a:cubicBezTo>
                      <a:pt x="52" y="45"/>
                      <a:pt x="53" y="48"/>
                      <a:pt x="56" y="49"/>
                    </a:cubicBezTo>
                    <a:cubicBezTo>
                      <a:pt x="59" y="49"/>
                      <a:pt x="60" y="53"/>
                      <a:pt x="62" y="53"/>
                    </a:cubicBezTo>
                    <a:cubicBezTo>
                      <a:pt x="64" y="53"/>
                      <a:pt x="64" y="56"/>
                      <a:pt x="63" y="58"/>
                    </a:cubicBezTo>
                    <a:cubicBezTo>
                      <a:pt x="62" y="60"/>
                      <a:pt x="63" y="62"/>
                      <a:pt x="68" y="64"/>
                    </a:cubicBezTo>
                    <a:cubicBezTo>
                      <a:pt x="73" y="66"/>
                      <a:pt x="70" y="66"/>
                      <a:pt x="74" y="70"/>
                    </a:cubicBezTo>
                    <a:cubicBezTo>
                      <a:pt x="78" y="74"/>
                      <a:pt x="89" y="86"/>
                      <a:pt x="92" y="89"/>
                    </a:cubicBezTo>
                    <a:cubicBezTo>
                      <a:pt x="94" y="93"/>
                      <a:pt x="95" y="96"/>
                      <a:pt x="96" y="98"/>
                    </a:cubicBezTo>
                    <a:cubicBezTo>
                      <a:pt x="97" y="101"/>
                      <a:pt x="94" y="102"/>
                      <a:pt x="95" y="104"/>
                    </a:cubicBezTo>
                    <a:cubicBezTo>
                      <a:pt x="97" y="106"/>
                      <a:pt x="93" y="105"/>
                      <a:pt x="93" y="107"/>
                    </a:cubicBezTo>
                    <a:cubicBezTo>
                      <a:pt x="93" y="108"/>
                      <a:pt x="95" y="117"/>
                      <a:pt x="99" y="117"/>
                    </a:cubicBezTo>
                    <a:cubicBezTo>
                      <a:pt x="103" y="117"/>
                      <a:pt x="108" y="122"/>
                      <a:pt x="111" y="125"/>
                    </a:cubicBezTo>
                    <a:cubicBezTo>
                      <a:pt x="114" y="127"/>
                      <a:pt x="119" y="127"/>
                      <a:pt x="124" y="129"/>
                    </a:cubicBezTo>
                    <a:cubicBezTo>
                      <a:pt x="128" y="130"/>
                      <a:pt x="133" y="135"/>
                      <a:pt x="140" y="137"/>
                    </a:cubicBezTo>
                    <a:cubicBezTo>
                      <a:pt x="146" y="139"/>
                      <a:pt x="153" y="142"/>
                      <a:pt x="158" y="145"/>
                    </a:cubicBezTo>
                    <a:cubicBezTo>
                      <a:pt x="162" y="147"/>
                      <a:pt x="168" y="146"/>
                      <a:pt x="174" y="144"/>
                    </a:cubicBezTo>
                    <a:cubicBezTo>
                      <a:pt x="180" y="141"/>
                      <a:pt x="185" y="144"/>
                      <a:pt x="189" y="146"/>
                    </a:cubicBezTo>
                    <a:cubicBezTo>
                      <a:pt x="190" y="146"/>
                      <a:pt x="194" y="149"/>
                      <a:pt x="197" y="153"/>
                    </a:cubicBezTo>
                    <a:cubicBezTo>
                      <a:pt x="200" y="148"/>
                      <a:pt x="203" y="144"/>
                      <a:pt x="204" y="14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02">
                <a:extLst>
                  <a:ext uri="{FF2B5EF4-FFF2-40B4-BE49-F238E27FC236}">
                    <a16:creationId xmlns:a16="http://schemas.microsoft.com/office/drawing/2014/main" id="{5BC9F8B4-4598-453D-BFB6-841AEE836E80}"/>
                  </a:ext>
                </a:extLst>
              </p:cNvPr>
              <p:cNvSpPr>
                <a:spLocks/>
              </p:cNvSpPr>
              <p:nvPr/>
            </p:nvSpPr>
            <p:spPr bwMode="auto">
              <a:xfrm>
                <a:off x="3191957" y="3752277"/>
                <a:ext cx="80302" cy="76538"/>
              </a:xfrm>
              <a:custGeom>
                <a:avLst/>
                <a:gdLst>
                  <a:gd name="T0" fmla="*/ 30 w 35"/>
                  <a:gd name="T1" fmla="*/ 22 h 33"/>
                  <a:gd name="T2" fmla="*/ 35 w 35"/>
                  <a:gd name="T3" fmla="*/ 18 h 33"/>
                  <a:gd name="T4" fmla="*/ 31 w 35"/>
                  <a:gd name="T5" fmla="*/ 16 h 33"/>
                  <a:gd name="T6" fmla="*/ 27 w 35"/>
                  <a:gd name="T7" fmla="*/ 16 h 33"/>
                  <a:gd name="T8" fmla="*/ 28 w 35"/>
                  <a:gd name="T9" fmla="*/ 0 h 33"/>
                  <a:gd name="T10" fmla="*/ 14 w 35"/>
                  <a:gd name="T11" fmla="*/ 0 h 33"/>
                  <a:gd name="T12" fmla="*/ 12 w 35"/>
                  <a:gd name="T13" fmla="*/ 6 h 33"/>
                  <a:gd name="T14" fmla="*/ 17 w 35"/>
                  <a:gd name="T15" fmla="*/ 14 h 33"/>
                  <a:gd name="T16" fmla="*/ 7 w 35"/>
                  <a:gd name="T17" fmla="*/ 15 h 33"/>
                  <a:gd name="T18" fmla="*/ 0 w 35"/>
                  <a:gd name="T19" fmla="*/ 24 h 33"/>
                  <a:gd name="T20" fmla="*/ 9 w 35"/>
                  <a:gd name="T21" fmla="*/ 31 h 33"/>
                  <a:gd name="T22" fmla="*/ 20 w 35"/>
                  <a:gd name="T23" fmla="*/ 33 h 33"/>
                  <a:gd name="T24" fmla="*/ 21 w 35"/>
                  <a:gd name="T25" fmla="*/ 33 h 33"/>
                  <a:gd name="T26" fmla="*/ 26 w 35"/>
                  <a:gd name="T27" fmla="*/ 28 h 33"/>
                  <a:gd name="T28" fmla="*/ 30 w 35"/>
                  <a:gd name="T29"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33">
                    <a:moveTo>
                      <a:pt x="30" y="22"/>
                    </a:moveTo>
                    <a:cubicBezTo>
                      <a:pt x="32" y="21"/>
                      <a:pt x="33" y="19"/>
                      <a:pt x="35" y="18"/>
                    </a:cubicBezTo>
                    <a:cubicBezTo>
                      <a:pt x="32" y="19"/>
                      <a:pt x="31" y="18"/>
                      <a:pt x="31" y="16"/>
                    </a:cubicBezTo>
                    <a:cubicBezTo>
                      <a:pt x="27" y="16"/>
                      <a:pt x="27" y="16"/>
                      <a:pt x="27" y="16"/>
                    </a:cubicBezTo>
                    <a:cubicBezTo>
                      <a:pt x="28" y="0"/>
                      <a:pt x="28" y="0"/>
                      <a:pt x="28" y="0"/>
                    </a:cubicBezTo>
                    <a:cubicBezTo>
                      <a:pt x="24" y="0"/>
                      <a:pt x="15" y="0"/>
                      <a:pt x="14" y="0"/>
                    </a:cubicBezTo>
                    <a:cubicBezTo>
                      <a:pt x="13" y="0"/>
                      <a:pt x="12" y="5"/>
                      <a:pt x="12" y="6"/>
                    </a:cubicBezTo>
                    <a:cubicBezTo>
                      <a:pt x="11" y="6"/>
                      <a:pt x="18" y="11"/>
                      <a:pt x="17" y="14"/>
                    </a:cubicBezTo>
                    <a:cubicBezTo>
                      <a:pt x="17" y="16"/>
                      <a:pt x="8" y="15"/>
                      <a:pt x="7" y="15"/>
                    </a:cubicBezTo>
                    <a:cubicBezTo>
                      <a:pt x="6" y="15"/>
                      <a:pt x="3" y="19"/>
                      <a:pt x="0" y="24"/>
                    </a:cubicBezTo>
                    <a:cubicBezTo>
                      <a:pt x="4" y="27"/>
                      <a:pt x="7" y="30"/>
                      <a:pt x="9" y="31"/>
                    </a:cubicBezTo>
                    <a:cubicBezTo>
                      <a:pt x="12" y="33"/>
                      <a:pt x="18" y="31"/>
                      <a:pt x="20" y="33"/>
                    </a:cubicBezTo>
                    <a:cubicBezTo>
                      <a:pt x="20" y="33"/>
                      <a:pt x="20" y="33"/>
                      <a:pt x="21" y="33"/>
                    </a:cubicBezTo>
                    <a:cubicBezTo>
                      <a:pt x="23" y="31"/>
                      <a:pt x="25" y="29"/>
                      <a:pt x="26" y="28"/>
                    </a:cubicBezTo>
                    <a:cubicBezTo>
                      <a:pt x="28" y="28"/>
                      <a:pt x="27" y="25"/>
                      <a:pt x="30" y="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03">
                <a:extLst>
                  <a:ext uri="{FF2B5EF4-FFF2-40B4-BE49-F238E27FC236}">
                    <a16:creationId xmlns:a16="http://schemas.microsoft.com/office/drawing/2014/main" id="{40D8D7D1-EC17-411A-A823-EE94E47D8E2B}"/>
                  </a:ext>
                </a:extLst>
              </p:cNvPr>
              <p:cNvSpPr>
                <a:spLocks/>
              </p:cNvSpPr>
              <p:nvPr/>
            </p:nvSpPr>
            <p:spPr bwMode="auto">
              <a:xfrm>
                <a:off x="3253438" y="3740984"/>
                <a:ext cx="26349" cy="47680"/>
              </a:xfrm>
              <a:custGeom>
                <a:avLst/>
                <a:gdLst>
                  <a:gd name="T0" fmla="*/ 2 w 11"/>
                  <a:gd name="T1" fmla="*/ 5 h 21"/>
                  <a:gd name="T2" fmla="*/ 1 w 11"/>
                  <a:gd name="T3" fmla="*/ 5 h 21"/>
                  <a:gd name="T4" fmla="*/ 0 w 11"/>
                  <a:gd name="T5" fmla="*/ 21 h 21"/>
                  <a:gd name="T6" fmla="*/ 4 w 11"/>
                  <a:gd name="T7" fmla="*/ 21 h 21"/>
                  <a:gd name="T8" fmla="*/ 7 w 11"/>
                  <a:gd name="T9" fmla="*/ 17 h 21"/>
                  <a:gd name="T10" fmla="*/ 9 w 11"/>
                  <a:gd name="T11" fmla="*/ 3 h 21"/>
                  <a:gd name="T12" fmla="*/ 11 w 11"/>
                  <a:gd name="T13" fmla="*/ 2 h 21"/>
                  <a:gd name="T14" fmla="*/ 7 w 11"/>
                  <a:gd name="T15" fmla="*/ 0 h 21"/>
                  <a:gd name="T16" fmla="*/ 2 w 11"/>
                  <a:gd name="T17" fmla="*/ 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1">
                    <a:moveTo>
                      <a:pt x="2" y="5"/>
                    </a:moveTo>
                    <a:cubicBezTo>
                      <a:pt x="2" y="5"/>
                      <a:pt x="1" y="5"/>
                      <a:pt x="1" y="5"/>
                    </a:cubicBezTo>
                    <a:cubicBezTo>
                      <a:pt x="0" y="21"/>
                      <a:pt x="0" y="21"/>
                      <a:pt x="0" y="21"/>
                    </a:cubicBezTo>
                    <a:cubicBezTo>
                      <a:pt x="4" y="21"/>
                      <a:pt x="4" y="21"/>
                      <a:pt x="4" y="21"/>
                    </a:cubicBezTo>
                    <a:cubicBezTo>
                      <a:pt x="5" y="19"/>
                      <a:pt x="5" y="18"/>
                      <a:pt x="7" y="17"/>
                    </a:cubicBezTo>
                    <a:cubicBezTo>
                      <a:pt x="10" y="14"/>
                      <a:pt x="5" y="4"/>
                      <a:pt x="9" y="3"/>
                    </a:cubicBezTo>
                    <a:cubicBezTo>
                      <a:pt x="10" y="3"/>
                      <a:pt x="10" y="3"/>
                      <a:pt x="11" y="2"/>
                    </a:cubicBezTo>
                    <a:cubicBezTo>
                      <a:pt x="9" y="1"/>
                      <a:pt x="8" y="0"/>
                      <a:pt x="7" y="0"/>
                    </a:cubicBezTo>
                    <a:cubicBezTo>
                      <a:pt x="5" y="0"/>
                      <a:pt x="3" y="5"/>
                      <a:pt x="2"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04">
                <a:extLst>
                  <a:ext uri="{FF2B5EF4-FFF2-40B4-BE49-F238E27FC236}">
                    <a16:creationId xmlns:a16="http://schemas.microsoft.com/office/drawing/2014/main" id="{E0540DB1-B9F3-439D-B6C2-2DC8722536CB}"/>
                  </a:ext>
                </a:extLst>
              </p:cNvPr>
              <p:cNvSpPr>
                <a:spLocks/>
              </p:cNvSpPr>
              <p:nvPr/>
            </p:nvSpPr>
            <p:spPr bwMode="auto">
              <a:xfrm>
                <a:off x="3525714" y="3703343"/>
                <a:ext cx="55208" cy="46425"/>
              </a:xfrm>
              <a:custGeom>
                <a:avLst/>
                <a:gdLst>
                  <a:gd name="T0" fmla="*/ 12 w 24"/>
                  <a:gd name="T1" fmla="*/ 2 h 20"/>
                  <a:gd name="T2" fmla="*/ 17 w 24"/>
                  <a:gd name="T3" fmla="*/ 13 h 20"/>
                  <a:gd name="T4" fmla="*/ 1 w 24"/>
                  <a:gd name="T5" fmla="*/ 16 h 20"/>
                  <a:gd name="T6" fmla="*/ 12 w 24"/>
                  <a:gd name="T7" fmla="*/ 19 h 20"/>
                  <a:gd name="T8" fmla="*/ 23 w 24"/>
                  <a:gd name="T9" fmla="*/ 20 h 20"/>
                  <a:gd name="T10" fmla="*/ 24 w 24"/>
                  <a:gd name="T11" fmla="*/ 5 h 20"/>
                  <a:gd name="T12" fmla="*/ 12 w 24"/>
                  <a:gd name="T13" fmla="*/ 2 h 20"/>
                </a:gdLst>
                <a:ahLst/>
                <a:cxnLst>
                  <a:cxn ang="0">
                    <a:pos x="T0" y="T1"/>
                  </a:cxn>
                  <a:cxn ang="0">
                    <a:pos x="T2" y="T3"/>
                  </a:cxn>
                  <a:cxn ang="0">
                    <a:pos x="T4" y="T5"/>
                  </a:cxn>
                  <a:cxn ang="0">
                    <a:pos x="T6" y="T7"/>
                  </a:cxn>
                  <a:cxn ang="0">
                    <a:pos x="T8" y="T9"/>
                  </a:cxn>
                  <a:cxn ang="0">
                    <a:pos x="T10" y="T11"/>
                  </a:cxn>
                  <a:cxn ang="0">
                    <a:pos x="T12" y="T13"/>
                  </a:cxn>
                </a:cxnLst>
                <a:rect l="0" t="0" r="r" b="b"/>
                <a:pathLst>
                  <a:path w="24" h="20">
                    <a:moveTo>
                      <a:pt x="12" y="2"/>
                    </a:moveTo>
                    <a:cubicBezTo>
                      <a:pt x="8" y="5"/>
                      <a:pt x="17" y="10"/>
                      <a:pt x="17" y="13"/>
                    </a:cubicBezTo>
                    <a:cubicBezTo>
                      <a:pt x="17" y="17"/>
                      <a:pt x="3" y="13"/>
                      <a:pt x="1" y="16"/>
                    </a:cubicBezTo>
                    <a:cubicBezTo>
                      <a:pt x="0" y="18"/>
                      <a:pt x="6" y="20"/>
                      <a:pt x="12" y="19"/>
                    </a:cubicBezTo>
                    <a:cubicBezTo>
                      <a:pt x="16" y="17"/>
                      <a:pt x="20" y="19"/>
                      <a:pt x="23" y="20"/>
                    </a:cubicBezTo>
                    <a:cubicBezTo>
                      <a:pt x="23" y="15"/>
                      <a:pt x="24" y="9"/>
                      <a:pt x="24" y="5"/>
                    </a:cubicBezTo>
                    <a:cubicBezTo>
                      <a:pt x="20" y="3"/>
                      <a:pt x="14" y="0"/>
                      <a:pt x="12"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05">
                <a:extLst>
                  <a:ext uri="{FF2B5EF4-FFF2-40B4-BE49-F238E27FC236}">
                    <a16:creationId xmlns:a16="http://schemas.microsoft.com/office/drawing/2014/main" id="{4A9F74F2-B7E6-4DEC-92BA-2679E40D6C5F}"/>
                  </a:ext>
                </a:extLst>
              </p:cNvPr>
              <p:cNvSpPr>
                <a:spLocks/>
              </p:cNvSpPr>
              <p:nvPr/>
            </p:nvSpPr>
            <p:spPr bwMode="auto">
              <a:xfrm>
                <a:off x="3579667" y="3710871"/>
                <a:ext cx="61482" cy="43915"/>
              </a:xfrm>
              <a:custGeom>
                <a:avLst/>
                <a:gdLst>
                  <a:gd name="T0" fmla="*/ 10 w 27"/>
                  <a:gd name="T1" fmla="*/ 14 h 19"/>
                  <a:gd name="T2" fmla="*/ 27 w 27"/>
                  <a:gd name="T3" fmla="*/ 11 h 19"/>
                  <a:gd name="T4" fmla="*/ 6 w 27"/>
                  <a:gd name="T5" fmla="*/ 2 h 19"/>
                  <a:gd name="T6" fmla="*/ 1 w 27"/>
                  <a:gd name="T7" fmla="*/ 2 h 19"/>
                  <a:gd name="T8" fmla="*/ 0 w 27"/>
                  <a:gd name="T9" fmla="*/ 17 h 19"/>
                  <a:gd name="T10" fmla="*/ 0 w 27"/>
                  <a:gd name="T11" fmla="*/ 17 h 19"/>
                  <a:gd name="T12" fmla="*/ 10 w 27"/>
                  <a:gd name="T13" fmla="*/ 14 h 19"/>
                </a:gdLst>
                <a:ahLst/>
                <a:cxnLst>
                  <a:cxn ang="0">
                    <a:pos x="T0" y="T1"/>
                  </a:cxn>
                  <a:cxn ang="0">
                    <a:pos x="T2" y="T3"/>
                  </a:cxn>
                  <a:cxn ang="0">
                    <a:pos x="T4" y="T5"/>
                  </a:cxn>
                  <a:cxn ang="0">
                    <a:pos x="T6" y="T7"/>
                  </a:cxn>
                  <a:cxn ang="0">
                    <a:pos x="T8" y="T9"/>
                  </a:cxn>
                  <a:cxn ang="0">
                    <a:pos x="T10" y="T11"/>
                  </a:cxn>
                  <a:cxn ang="0">
                    <a:pos x="T12" y="T13"/>
                  </a:cxn>
                </a:cxnLst>
                <a:rect l="0" t="0" r="r" b="b"/>
                <a:pathLst>
                  <a:path w="27" h="19">
                    <a:moveTo>
                      <a:pt x="10" y="14"/>
                    </a:moveTo>
                    <a:cubicBezTo>
                      <a:pt x="17" y="12"/>
                      <a:pt x="27" y="16"/>
                      <a:pt x="27" y="11"/>
                    </a:cubicBezTo>
                    <a:cubicBezTo>
                      <a:pt x="27" y="6"/>
                      <a:pt x="10" y="0"/>
                      <a:pt x="6" y="2"/>
                    </a:cubicBezTo>
                    <a:cubicBezTo>
                      <a:pt x="4" y="2"/>
                      <a:pt x="3" y="2"/>
                      <a:pt x="1" y="2"/>
                    </a:cubicBezTo>
                    <a:cubicBezTo>
                      <a:pt x="1" y="6"/>
                      <a:pt x="0" y="12"/>
                      <a:pt x="0" y="17"/>
                    </a:cubicBezTo>
                    <a:cubicBezTo>
                      <a:pt x="0" y="17"/>
                      <a:pt x="0" y="17"/>
                      <a:pt x="0" y="17"/>
                    </a:cubicBezTo>
                    <a:cubicBezTo>
                      <a:pt x="3" y="19"/>
                      <a:pt x="4" y="16"/>
                      <a:pt x="10"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06">
                <a:extLst>
                  <a:ext uri="{FF2B5EF4-FFF2-40B4-BE49-F238E27FC236}">
                    <a16:creationId xmlns:a16="http://schemas.microsoft.com/office/drawing/2014/main" id="{63DD974E-D568-4065-81AF-94C0F6102497}"/>
                  </a:ext>
                </a:extLst>
              </p:cNvPr>
              <p:cNvSpPr>
                <a:spLocks/>
              </p:cNvSpPr>
              <p:nvPr/>
            </p:nvSpPr>
            <p:spPr bwMode="auto">
              <a:xfrm>
                <a:off x="3288571" y="3804975"/>
                <a:ext cx="77793" cy="81557"/>
              </a:xfrm>
              <a:custGeom>
                <a:avLst/>
                <a:gdLst>
                  <a:gd name="T0" fmla="*/ 18 w 34"/>
                  <a:gd name="T1" fmla="*/ 33 h 35"/>
                  <a:gd name="T2" fmla="*/ 26 w 34"/>
                  <a:gd name="T3" fmla="*/ 35 h 35"/>
                  <a:gd name="T4" fmla="*/ 30 w 34"/>
                  <a:gd name="T5" fmla="*/ 35 h 35"/>
                  <a:gd name="T6" fmla="*/ 29 w 34"/>
                  <a:gd name="T7" fmla="*/ 34 h 35"/>
                  <a:gd name="T8" fmla="*/ 31 w 34"/>
                  <a:gd name="T9" fmla="*/ 23 h 35"/>
                  <a:gd name="T10" fmla="*/ 32 w 34"/>
                  <a:gd name="T11" fmla="*/ 9 h 35"/>
                  <a:gd name="T12" fmla="*/ 34 w 34"/>
                  <a:gd name="T13" fmla="*/ 1 h 35"/>
                  <a:gd name="T14" fmla="*/ 34 w 34"/>
                  <a:gd name="T15" fmla="*/ 0 h 35"/>
                  <a:gd name="T16" fmla="*/ 24 w 34"/>
                  <a:gd name="T17" fmla="*/ 4 h 35"/>
                  <a:gd name="T18" fmla="*/ 17 w 34"/>
                  <a:gd name="T19" fmla="*/ 6 h 35"/>
                  <a:gd name="T20" fmla="*/ 8 w 34"/>
                  <a:gd name="T21" fmla="*/ 10 h 35"/>
                  <a:gd name="T22" fmla="*/ 5 w 34"/>
                  <a:gd name="T23" fmla="*/ 15 h 35"/>
                  <a:gd name="T24" fmla="*/ 3 w 34"/>
                  <a:gd name="T25" fmla="*/ 17 h 35"/>
                  <a:gd name="T26" fmla="*/ 0 w 34"/>
                  <a:gd name="T27" fmla="*/ 17 h 35"/>
                  <a:gd name="T28" fmla="*/ 1 w 34"/>
                  <a:gd name="T29" fmla="*/ 21 h 35"/>
                  <a:gd name="T30" fmla="*/ 11 w 34"/>
                  <a:gd name="T31" fmla="*/ 30 h 35"/>
                  <a:gd name="T32" fmla="*/ 14 w 34"/>
                  <a:gd name="T33" fmla="*/ 33 h 35"/>
                  <a:gd name="T34" fmla="*/ 18 w 34"/>
                  <a:gd name="T35" fmla="*/ 3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 h="35">
                    <a:moveTo>
                      <a:pt x="18" y="33"/>
                    </a:moveTo>
                    <a:cubicBezTo>
                      <a:pt x="20" y="34"/>
                      <a:pt x="24" y="33"/>
                      <a:pt x="26" y="35"/>
                    </a:cubicBezTo>
                    <a:cubicBezTo>
                      <a:pt x="27" y="35"/>
                      <a:pt x="28" y="35"/>
                      <a:pt x="30" y="35"/>
                    </a:cubicBezTo>
                    <a:cubicBezTo>
                      <a:pt x="30" y="35"/>
                      <a:pt x="29" y="34"/>
                      <a:pt x="29" y="34"/>
                    </a:cubicBezTo>
                    <a:cubicBezTo>
                      <a:pt x="28" y="31"/>
                      <a:pt x="30" y="27"/>
                      <a:pt x="31" y="23"/>
                    </a:cubicBezTo>
                    <a:cubicBezTo>
                      <a:pt x="32" y="20"/>
                      <a:pt x="30" y="12"/>
                      <a:pt x="32" y="9"/>
                    </a:cubicBezTo>
                    <a:cubicBezTo>
                      <a:pt x="34" y="7"/>
                      <a:pt x="33" y="6"/>
                      <a:pt x="34" y="1"/>
                    </a:cubicBezTo>
                    <a:cubicBezTo>
                      <a:pt x="34" y="1"/>
                      <a:pt x="34" y="1"/>
                      <a:pt x="34" y="0"/>
                    </a:cubicBezTo>
                    <a:cubicBezTo>
                      <a:pt x="30" y="0"/>
                      <a:pt x="26" y="4"/>
                      <a:pt x="24" y="4"/>
                    </a:cubicBezTo>
                    <a:cubicBezTo>
                      <a:pt x="23" y="4"/>
                      <a:pt x="17" y="3"/>
                      <a:pt x="17" y="6"/>
                    </a:cubicBezTo>
                    <a:cubicBezTo>
                      <a:pt x="16" y="9"/>
                      <a:pt x="12" y="9"/>
                      <a:pt x="8" y="10"/>
                    </a:cubicBezTo>
                    <a:cubicBezTo>
                      <a:pt x="3" y="10"/>
                      <a:pt x="6" y="14"/>
                      <a:pt x="5" y="15"/>
                    </a:cubicBezTo>
                    <a:cubicBezTo>
                      <a:pt x="5" y="15"/>
                      <a:pt x="3" y="17"/>
                      <a:pt x="3" y="17"/>
                    </a:cubicBezTo>
                    <a:cubicBezTo>
                      <a:pt x="0" y="17"/>
                      <a:pt x="0" y="17"/>
                      <a:pt x="0" y="17"/>
                    </a:cubicBezTo>
                    <a:cubicBezTo>
                      <a:pt x="0" y="19"/>
                      <a:pt x="0" y="20"/>
                      <a:pt x="1" y="21"/>
                    </a:cubicBezTo>
                    <a:cubicBezTo>
                      <a:pt x="4" y="22"/>
                      <a:pt x="8" y="28"/>
                      <a:pt x="11" y="30"/>
                    </a:cubicBezTo>
                    <a:cubicBezTo>
                      <a:pt x="12" y="31"/>
                      <a:pt x="13" y="32"/>
                      <a:pt x="14" y="33"/>
                    </a:cubicBezTo>
                    <a:cubicBezTo>
                      <a:pt x="15" y="33"/>
                      <a:pt x="17" y="33"/>
                      <a:pt x="18" y="3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08">
                <a:extLst>
                  <a:ext uri="{FF2B5EF4-FFF2-40B4-BE49-F238E27FC236}">
                    <a16:creationId xmlns:a16="http://schemas.microsoft.com/office/drawing/2014/main" id="{690BBC24-8B53-4B58-B171-19CB1E27361F}"/>
                  </a:ext>
                </a:extLst>
              </p:cNvPr>
              <p:cNvSpPr>
                <a:spLocks/>
              </p:cNvSpPr>
              <p:nvPr/>
            </p:nvSpPr>
            <p:spPr bwMode="auto">
              <a:xfrm>
                <a:off x="3828103" y="4669481"/>
                <a:ext cx="91595" cy="101633"/>
              </a:xfrm>
              <a:custGeom>
                <a:avLst/>
                <a:gdLst>
                  <a:gd name="T0" fmla="*/ 40 w 40"/>
                  <a:gd name="T1" fmla="*/ 21 h 44"/>
                  <a:gd name="T2" fmla="*/ 34 w 40"/>
                  <a:gd name="T3" fmla="*/ 15 h 44"/>
                  <a:gd name="T4" fmla="*/ 25 w 40"/>
                  <a:gd name="T5" fmla="*/ 8 h 44"/>
                  <a:gd name="T6" fmla="*/ 21 w 40"/>
                  <a:gd name="T7" fmla="*/ 9 h 44"/>
                  <a:gd name="T8" fmla="*/ 17 w 40"/>
                  <a:gd name="T9" fmla="*/ 3 h 44"/>
                  <a:gd name="T10" fmla="*/ 10 w 40"/>
                  <a:gd name="T11" fmla="*/ 1 h 44"/>
                  <a:gd name="T12" fmla="*/ 8 w 40"/>
                  <a:gd name="T13" fmla="*/ 1 h 44"/>
                  <a:gd name="T14" fmla="*/ 5 w 40"/>
                  <a:gd name="T15" fmla="*/ 6 h 44"/>
                  <a:gd name="T16" fmla="*/ 3 w 40"/>
                  <a:gd name="T17" fmla="*/ 19 h 44"/>
                  <a:gd name="T18" fmla="*/ 0 w 40"/>
                  <a:gd name="T19" fmla="*/ 30 h 44"/>
                  <a:gd name="T20" fmla="*/ 3 w 40"/>
                  <a:gd name="T21" fmla="*/ 35 h 44"/>
                  <a:gd name="T22" fmla="*/ 2 w 40"/>
                  <a:gd name="T23" fmla="*/ 38 h 44"/>
                  <a:gd name="T24" fmla="*/ 5 w 40"/>
                  <a:gd name="T25" fmla="*/ 40 h 44"/>
                  <a:gd name="T26" fmla="*/ 16 w 40"/>
                  <a:gd name="T27" fmla="*/ 42 h 44"/>
                  <a:gd name="T28" fmla="*/ 22 w 40"/>
                  <a:gd name="T29" fmla="*/ 42 h 44"/>
                  <a:gd name="T30" fmla="*/ 34 w 40"/>
                  <a:gd name="T31" fmla="*/ 41 h 44"/>
                  <a:gd name="T32" fmla="*/ 40 w 40"/>
                  <a:gd name="T33" fmla="*/ 33 h 44"/>
                  <a:gd name="T34" fmla="*/ 40 w 40"/>
                  <a:gd name="T35" fmla="*/ 2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44">
                    <a:moveTo>
                      <a:pt x="40" y="21"/>
                    </a:moveTo>
                    <a:cubicBezTo>
                      <a:pt x="40" y="17"/>
                      <a:pt x="35" y="16"/>
                      <a:pt x="34" y="15"/>
                    </a:cubicBezTo>
                    <a:cubicBezTo>
                      <a:pt x="33" y="13"/>
                      <a:pt x="27" y="11"/>
                      <a:pt x="25" y="8"/>
                    </a:cubicBezTo>
                    <a:cubicBezTo>
                      <a:pt x="23" y="5"/>
                      <a:pt x="22" y="9"/>
                      <a:pt x="21" y="9"/>
                    </a:cubicBezTo>
                    <a:cubicBezTo>
                      <a:pt x="20" y="9"/>
                      <a:pt x="20" y="7"/>
                      <a:pt x="17" y="3"/>
                    </a:cubicBezTo>
                    <a:cubicBezTo>
                      <a:pt x="14" y="0"/>
                      <a:pt x="12" y="0"/>
                      <a:pt x="10" y="1"/>
                    </a:cubicBezTo>
                    <a:cubicBezTo>
                      <a:pt x="10" y="1"/>
                      <a:pt x="9" y="1"/>
                      <a:pt x="8" y="1"/>
                    </a:cubicBezTo>
                    <a:cubicBezTo>
                      <a:pt x="6" y="3"/>
                      <a:pt x="5" y="4"/>
                      <a:pt x="5" y="6"/>
                    </a:cubicBezTo>
                    <a:cubicBezTo>
                      <a:pt x="5" y="9"/>
                      <a:pt x="3" y="13"/>
                      <a:pt x="3" y="19"/>
                    </a:cubicBezTo>
                    <a:cubicBezTo>
                      <a:pt x="2" y="26"/>
                      <a:pt x="1" y="25"/>
                      <a:pt x="0" y="30"/>
                    </a:cubicBezTo>
                    <a:cubicBezTo>
                      <a:pt x="0" y="35"/>
                      <a:pt x="2" y="34"/>
                      <a:pt x="3" y="35"/>
                    </a:cubicBezTo>
                    <a:cubicBezTo>
                      <a:pt x="3" y="35"/>
                      <a:pt x="3" y="37"/>
                      <a:pt x="2" y="38"/>
                    </a:cubicBezTo>
                    <a:cubicBezTo>
                      <a:pt x="3" y="39"/>
                      <a:pt x="4" y="40"/>
                      <a:pt x="5" y="40"/>
                    </a:cubicBezTo>
                    <a:cubicBezTo>
                      <a:pt x="9" y="39"/>
                      <a:pt x="12" y="41"/>
                      <a:pt x="16" y="42"/>
                    </a:cubicBezTo>
                    <a:cubicBezTo>
                      <a:pt x="20" y="44"/>
                      <a:pt x="18" y="42"/>
                      <a:pt x="22" y="42"/>
                    </a:cubicBezTo>
                    <a:cubicBezTo>
                      <a:pt x="26" y="43"/>
                      <a:pt x="30" y="43"/>
                      <a:pt x="34" y="41"/>
                    </a:cubicBezTo>
                    <a:cubicBezTo>
                      <a:pt x="37" y="39"/>
                      <a:pt x="38" y="36"/>
                      <a:pt x="40" y="33"/>
                    </a:cubicBezTo>
                    <a:cubicBezTo>
                      <a:pt x="38" y="29"/>
                      <a:pt x="40" y="24"/>
                      <a:pt x="40" y="2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09">
                <a:extLst>
                  <a:ext uri="{FF2B5EF4-FFF2-40B4-BE49-F238E27FC236}">
                    <a16:creationId xmlns:a16="http://schemas.microsoft.com/office/drawing/2014/main" id="{99E2CA1F-A1D0-4B23-B3F8-DC21D7D13DDC}"/>
                  </a:ext>
                </a:extLst>
              </p:cNvPr>
              <p:cNvSpPr>
                <a:spLocks noEditPoints="1"/>
              </p:cNvSpPr>
              <p:nvPr/>
            </p:nvSpPr>
            <p:spPr bwMode="auto">
              <a:xfrm>
                <a:off x="3542025" y="4501348"/>
                <a:ext cx="376418" cy="740288"/>
              </a:xfrm>
              <a:custGeom>
                <a:avLst/>
                <a:gdLst>
                  <a:gd name="T0" fmla="*/ 46 w 163"/>
                  <a:gd name="T1" fmla="*/ 304 h 321"/>
                  <a:gd name="T2" fmla="*/ 43 w 163"/>
                  <a:gd name="T3" fmla="*/ 297 h 321"/>
                  <a:gd name="T4" fmla="*/ 40 w 163"/>
                  <a:gd name="T5" fmla="*/ 319 h 321"/>
                  <a:gd name="T6" fmla="*/ 58 w 163"/>
                  <a:gd name="T7" fmla="*/ 320 h 321"/>
                  <a:gd name="T8" fmla="*/ 62 w 163"/>
                  <a:gd name="T9" fmla="*/ 315 h 321"/>
                  <a:gd name="T10" fmla="*/ 156 w 163"/>
                  <a:gd name="T11" fmla="*/ 33 h 321"/>
                  <a:gd name="T12" fmla="*/ 152 w 163"/>
                  <a:gd name="T13" fmla="*/ 46 h 321"/>
                  <a:gd name="T14" fmla="*/ 138 w 163"/>
                  <a:gd name="T15" fmla="*/ 50 h 321"/>
                  <a:gd name="T16" fmla="*/ 123 w 163"/>
                  <a:gd name="T17" fmla="*/ 48 h 321"/>
                  <a:gd name="T18" fmla="*/ 132 w 163"/>
                  <a:gd name="T19" fmla="*/ 32 h 321"/>
                  <a:gd name="T20" fmla="*/ 108 w 163"/>
                  <a:gd name="T21" fmla="*/ 20 h 321"/>
                  <a:gd name="T22" fmla="*/ 88 w 163"/>
                  <a:gd name="T23" fmla="*/ 3 h 321"/>
                  <a:gd name="T24" fmla="*/ 75 w 163"/>
                  <a:gd name="T25" fmla="*/ 7 h 321"/>
                  <a:gd name="T26" fmla="*/ 59 w 163"/>
                  <a:gd name="T27" fmla="*/ 4 h 321"/>
                  <a:gd name="T28" fmla="*/ 52 w 163"/>
                  <a:gd name="T29" fmla="*/ 18 h 321"/>
                  <a:gd name="T30" fmla="*/ 42 w 163"/>
                  <a:gd name="T31" fmla="*/ 31 h 321"/>
                  <a:gd name="T32" fmla="*/ 43 w 163"/>
                  <a:gd name="T33" fmla="*/ 45 h 321"/>
                  <a:gd name="T34" fmla="*/ 36 w 163"/>
                  <a:gd name="T35" fmla="*/ 56 h 321"/>
                  <a:gd name="T36" fmla="*/ 30 w 163"/>
                  <a:gd name="T37" fmla="*/ 67 h 321"/>
                  <a:gd name="T38" fmla="*/ 26 w 163"/>
                  <a:gd name="T39" fmla="*/ 82 h 321"/>
                  <a:gd name="T40" fmla="*/ 29 w 163"/>
                  <a:gd name="T41" fmla="*/ 98 h 321"/>
                  <a:gd name="T42" fmla="*/ 29 w 163"/>
                  <a:gd name="T43" fmla="*/ 112 h 321"/>
                  <a:gd name="T44" fmla="*/ 26 w 163"/>
                  <a:gd name="T45" fmla="*/ 128 h 321"/>
                  <a:gd name="T46" fmla="*/ 21 w 163"/>
                  <a:gd name="T47" fmla="*/ 147 h 321"/>
                  <a:gd name="T48" fmla="*/ 18 w 163"/>
                  <a:gd name="T49" fmla="*/ 154 h 321"/>
                  <a:gd name="T50" fmla="*/ 15 w 163"/>
                  <a:gd name="T51" fmla="*/ 166 h 321"/>
                  <a:gd name="T52" fmla="*/ 15 w 163"/>
                  <a:gd name="T53" fmla="*/ 177 h 321"/>
                  <a:gd name="T54" fmla="*/ 13 w 163"/>
                  <a:gd name="T55" fmla="*/ 194 h 321"/>
                  <a:gd name="T56" fmla="*/ 15 w 163"/>
                  <a:gd name="T57" fmla="*/ 203 h 321"/>
                  <a:gd name="T58" fmla="*/ 19 w 163"/>
                  <a:gd name="T59" fmla="*/ 211 h 321"/>
                  <a:gd name="T60" fmla="*/ 17 w 163"/>
                  <a:gd name="T61" fmla="*/ 218 h 321"/>
                  <a:gd name="T62" fmla="*/ 15 w 163"/>
                  <a:gd name="T63" fmla="*/ 231 h 321"/>
                  <a:gd name="T64" fmla="*/ 10 w 163"/>
                  <a:gd name="T65" fmla="*/ 241 h 321"/>
                  <a:gd name="T66" fmla="*/ 6 w 163"/>
                  <a:gd name="T67" fmla="*/ 253 h 321"/>
                  <a:gd name="T68" fmla="*/ 2 w 163"/>
                  <a:gd name="T69" fmla="*/ 266 h 321"/>
                  <a:gd name="T70" fmla="*/ 11 w 163"/>
                  <a:gd name="T71" fmla="*/ 274 h 321"/>
                  <a:gd name="T72" fmla="*/ 16 w 163"/>
                  <a:gd name="T73" fmla="*/ 286 h 321"/>
                  <a:gd name="T74" fmla="*/ 34 w 163"/>
                  <a:gd name="T75" fmla="*/ 289 h 321"/>
                  <a:gd name="T76" fmla="*/ 38 w 163"/>
                  <a:gd name="T77" fmla="*/ 282 h 321"/>
                  <a:gd name="T78" fmla="*/ 38 w 163"/>
                  <a:gd name="T79" fmla="*/ 269 h 321"/>
                  <a:gd name="T80" fmla="*/ 47 w 163"/>
                  <a:gd name="T81" fmla="*/ 260 h 321"/>
                  <a:gd name="T82" fmla="*/ 63 w 163"/>
                  <a:gd name="T83" fmla="*/ 243 h 321"/>
                  <a:gd name="T84" fmla="*/ 56 w 163"/>
                  <a:gd name="T85" fmla="*/ 233 h 321"/>
                  <a:gd name="T86" fmla="*/ 64 w 163"/>
                  <a:gd name="T87" fmla="*/ 213 h 321"/>
                  <a:gd name="T88" fmla="*/ 68 w 163"/>
                  <a:gd name="T89" fmla="*/ 203 h 321"/>
                  <a:gd name="T90" fmla="*/ 73 w 163"/>
                  <a:gd name="T91" fmla="*/ 192 h 321"/>
                  <a:gd name="T92" fmla="*/ 78 w 163"/>
                  <a:gd name="T93" fmla="*/ 192 h 321"/>
                  <a:gd name="T94" fmla="*/ 76 w 163"/>
                  <a:gd name="T95" fmla="*/ 187 h 321"/>
                  <a:gd name="T96" fmla="*/ 70 w 163"/>
                  <a:gd name="T97" fmla="*/ 179 h 321"/>
                  <a:gd name="T98" fmla="*/ 82 w 163"/>
                  <a:gd name="T99" fmla="*/ 175 h 321"/>
                  <a:gd name="T100" fmla="*/ 92 w 163"/>
                  <a:gd name="T101" fmla="*/ 162 h 321"/>
                  <a:gd name="T102" fmla="*/ 95 w 163"/>
                  <a:gd name="T103" fmla="*/ 154 h 321"/>
                  <a:gd name="T104" fmla="*/ 131 w 163"/>
                  <a:gd name="T105" fmla="*/ 145 h 321"/>
                  <a:gd name="T106" fmla="*/ 135 w 163"/>
                  <a:gd name="T107" fmla="*/ 129 h 321"/>
                  <a:gd name="T108" fmla="*/ 129 w 163"/>
                  <a:gd name="T109" fmla="*/ 117 h 321"/>
                  <a:gd name="T110" fmla="*/ 126 w 163"/>
                  <a:gd name="T111" fmla="*/ 111 h 321"/>
                  <a:gd name="T112" fmla="*/ 124 w 163"/>
                  <a:gd name="T113" fmla="*/ 103 h 321"/>
                  <a:gd name="T114" fmla="*/ 129 w 163"/>
                  <a:gd name="T115" fmla="*/ 79 h 321"/>
                  <a:gd name="T116" fmla="*/ 153 w 163"/>
                  <a:gd name="T117" fmla="*/ 51 h 321"/>
                  <a:gd name="T118" fmla="*/ 161 w 163"/>
                  <a:gd name="T119" fmla="*/ 33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3" h="321">
                    <a:moveTo>
                      <a:pt x="62" y="315"/>
                    </a:moveTo>
                    <a:cubicBezTo>
                      <a:pt x="58" y="315"/>
                      <a:pt x="49" y="307"/>
                      <a:pt x="46" y="304"/>
                    </a:cubicBezTo>
                    <a:cubicBezTo>
                      <a:pt x="44" y="302"/>
                      <a:pt x="46" y="300"/>
                      <a:pt x="43" y="301"/>
                    </a:cubicBezTo>
                    <a:cubicBezTo>
                      <a:pt x="39" y="301"/>
                      <a:pt x="41" y="298"/>
                      <a:pt x="43" y="297"/>
                    </a:cubicBezTo>
                    <a:cubicBezTo>
                      <a:pt x="45" y="296"/>
                      <a:pt x="43" y="293"/>
                      <a:pt x="40" y="293"/>
                    </a:cubicBezTo>
                    <a:cubicBezTo>
                      <a:pt x="40" y="298"/>
                      <a:pt x="39" y="319"/>
                      <a:pt x="40" y="319"/>
                    </a:cubicBezTo>
                    <a:cubicBezTo>
                      <a:pt x="42" y="320"/>
                      <a:pt x="51" y="318"/>
                      <a:pt x="54" y="320"/>
                    </a:cubicBezTo>
                    <a:cubicBezTo>
                      <a:pt x="55" y="320"/>
                      <a:pt x="57" y="321"/>
                      <a:pt x="58" y="320"/>
                    </a:cubicBezTo>
                    <a:cubicBezTo>
                      <a:pt x="59" y="318"/>
                      <a:pt x="65" y="319"/>
                      <a:pt x="68" y="317"/>
                    </a:cubicBezTo>
                    <a:cubicBezTo>
                      <a:pt x="71" y="316"/>
                      <a:pt x="67" y="315"/>
                      <a:pt x="62" y="315"/>
                    </a:cubicBezTo>
                    <a:close/>
                    <a:moveTo>
                      <a:pt x="161" y="33"/>
                    </a:moveTo>
                    <a:cubicBezTo>
                      <a:pt x="160" y="33"/>
                      <a:pt x="158" y="33"/>
                      <a:pt x="156" y="33"/>
                    </a:cubicBezTo>
                    <a:cubicBezTo>
                      <a:pt x="156" y="33"/>
                      <a:pt x="156" y="34"/>
                      <a:pt x="156" y="34"/>
                    </a:cubicBezTo>
                    <a:cubicBezTo>
                      <a:pt x="156" y="37"/>
                      <a:pt x="154" y="46"/>
                      <a:pt x="152" y="46"/>
                    </a:cubicBezTo>
                    <a:cubicBezTo>
                      <a:pt x="149" y="45"/>
                      <a:pt x="147" y="49"/>
                      <a:pt x="145" y="49"/>
                    </a:cubicBezTo>
                    <a:cubicBezTo>
                      <a:pt x="144" y="48"/>
                      <a:pt x="141" y="52"/>
                      <a:pt x="138" y="50"/>
                    </a:cubicBezTo>
                    <a:cubicBezTo>
                      <a:pt x="136" y="49"/>
                      <a:pt x="133" y="51"/>
                      <a:pt x="131" y="49"/>
                    </a:cubicBezTo>
                    <a:cubicBezTo>
                      <a:pt x="129" y="48"/>
                      <a:pt x="123" y="49"/>
                      <a:pt x="123" y="48"/>
                    </a:cubicBezTo>
                    <a:cubicBezTo>
                      <a:pt x="123" y="46"/>
                      <a:pt x="126" y="47"/>
                      <a:pt x="126" y="42"/>
                    </a:cubicBezTo>
                    <a:cubicBezTo>
                      <a:pt x="126" y="38"/>
                      <a:pt x="133" y="33"/>
                      <a:pt x="132" y="32"/>
                    </a:cubicBezTo>
                    <a:cubicBezTo>
                      <a:pt x="131" y="30"/>
                      <a:pt x="119" y="26"/>
                      <a:pt x="117" y="24"/>
                    </a:cubicBezTo>
                    <a:cubicBezTo>
                      <a:pt x="116" y="22"/>
                      <a:pt x="113" y="20"/>
                      <a:pt x="108" y="20"/>
                    </a:cubicBezTo>
                    <a:cubicBezTo>
                      <a:pt x="103" y="19"/>
                      <a:pt x="104" y="17"/>
                      <a:pt x="99" y="14"/>
                    </a:cubicBezTo>
                    <a:cubicBezTo>
                      <a:pt x="96" y="12"/>
                      <a:pt x="90" y="6"/>
                      <a:pt x="88" y="3"/>
                    </a:cubicBezTo>
                    <a:cubicBezTo>
                      <a:pt x="85" y="2"/>
                      <a:pt x="81" y="2"/>
                      <a:pt x="80" y="3"/>
                    </a:cubicBezTo>
                    <a:cubicBezTo>
                      <a:pt x="79" y="4"/>
                      <a:pt x="77" y="11"/>
                      <a:pt x="75" y="7"/>
                    </a:cubicBezTo>
                    <a:cubicBezTo>
                      <a:pt x="74" y="4"/>
                      <a:pt x="70" y="4"/>
                      <a:pt x="66" y="4"/>
                    </a:cubicBezTo>
                    <a:cubicBezTo>
                      <a:pt x="63" y="3"/>
                      <a:pt x="63" y="0"/>
                      <a:pt x="59" y="4"/>
                    </a:cubicBezTo>
                    <a:cubicBezTo>
                      <a:pt x="57" y="6"/>
                      <a:pt x="55" y="7"/>
                      <a:pt x="53" y="9"/>
                    </a:cubicBezTo>
                    <a:cubicBezTo>
                      <a:pt x="53" y="13"/>
                      <a:pt x="52" y="17"/>
                      <a:pt x="52" y="18"/>
                    </a:cubicBezTo>
                    <a:cubicBezTo>
                      <a:pt x="51" y="20"/>
                      <a:pt x="43" y="23"/>
                      <a:pt x="42" y="25"/>
                    </a:cubicBezTo>
                    <a:cubicBezTo>
                      <a:pt x="42" y="27"/>
                      <a:pt x="43" y="30"/>
                      <a:pt x="42" y="31"/>
                    </a:cubicBezTo>
                    <a:cubicBezTo>
                      <a:pt x="40" y="32"/>
                      <a:pt x="45" y="38"/>
                      <a:pt x="43" y="40"/>
                    </a:cubicBezTo>
                    <a:cubicBezTo>
                      <a:pt x="40" y="41"/>
                      <a:pt x="45" y="44"/>
                      <a:pt x="43" y="45"/>
                    </a:cubicBezTo>
                    <a:cubicBezTo>
                      <a:pt x="41" y="47"/>
                      <a:pt x="38" y="47"/>
                      <a:pt x="38" y="49"/>
                    </a:cubicBezTo>
                    <a:cubicBezTo>
                      <a:pt x="38" y="51"/>
                      <a:pt x="38" y="55"/>
                      <a:pt x="36" y="56"/>
                    </a:cubicBezTo>
                    <a:cubicBezTo>
                      <a:pt x="33" y="57"/>
                      <a:pt x="32" y="60"/>
                      <a:pt x="32" y="63"/>
                    </a:cubicBezTo>
                    <a:cubicBezTo>
                      <a:pt x="32" y="66"/>
                      <a:pt x="29" y="64"/>
                      <a:pt x="30" y="67"/>
                    </a:cubicBezTo>
                    <a:cubicBezTo>
                      <a:pt x="31" y="71"/>
                      <a:pt x="32" y="75"/>
                      <a:pt x="30" y="76"/>
                    </a:cubicBezTo>
                    <a:cubicBezTo>
                      <a:pt x="27" y="76"/>
                      <a:pt x="28" y="82"/>
                      <a:pt x="26" y="82"/>
                    </a:cubicBezTo>
                    <a:cubicBezTo>
                      <a:pt x="25" y="82"/>
                      <a:pt x="24" y="88"/>
                      <a:pt x="26" y="91"/>
                    </a:cubicBezTo>
                    <a:cubicBezTo>
                      <a:pt x="29" y="93"/>
                      <a:pt x="29" y="96"/>
                      <a:pt x="29" y="98"/>
                    </a:cubicBezTo>
                    <a:cubicBezTo>
                      <a:pt x="29" y="101"/>
                      <a:pt x="32" y="103"/>
                      <a:pt x="31" y="105"/>
                    </a:cubicBezTo>
                    <a:cubicBezTo>
                      <a:pt x="30" y="108"/>
                      <a:pt x="31" y="111"/>
                      <a:pt x="29" y="112"/>
                    </a:cubicBezTo>
                    <a:cubicBezTo>
                      <a:pt x="27" y="113"/>
                      <a:pt x="29" y="117"/>
                      <a:pt x="26" y="118"/>
                    </a:cubicBezTo>
                    <a:cubicBezTo>
                      <a:pt x="24" y="119"/>
                      <a:pt x="28" y="127"/>
                      <a:pt x="26" y="128"/>
                    </a:cubicBezTo>
                    <a:cubicBezTo>
                      <a:pt x="25" y="130"/>
                      <a:pt x="20" y="131"/>
                      <a:pt x="20" y="136"/>
                    </a:cubicBezTo>
                    <a:cubicBezTo>
                      <a:pt x="20" y="141"/>
                      <a:pt x="21" y="144"/>
                      <a:pt x="21" y="147"/>
                    </a:cubicBezTo>
                    <a:cubicBezTo>
                      <a:pt x="20" y="149"/>
                      <a:pt x="23" y="148"/>
                      <a:pt x="23" y="151"/>
                    </a:cubicBezTo>
                    <a:cubicBezTo>
                      <a:pt x="22" y="154"/>
                      <a:pt x="18" y="153"/>
                      <a:pt x="18" y="154"/>
                    </a:cubicBezTo>
                    <a:cubicBezTo>
                      <a:pt x="18" y="156"/>
                      <a:pt x="19" y="160"/>
                      <a:pt x="18" y="161"/>
                    </a:cubicBezTo>
                    <a:cubicBezTo>
                      <a:pt x="16" y="161"/>
                      <a:pt x="15" y="162"/>
                      <a:pt x="15" y="166"/>
                    </a:cubicBezTo>
                    <a:cubicBezTo>
                      <a:pt x="15" y="169"/>
                      <a:pt x="13" y="169"/>
                      <a:pt x="13" y="171"/>
                    </a:cubicBezTo>
                    <a:cubicBezTo>
                      <a:pt x="13" y="173"/>
                      <a:pt x="15" y="175"/>
                      <a:pt x="15" y="177"/>
                    </a:cubicBezTo>
                    <a:cubicBezTo>
                      <a:pt x="15" y="179"/>
                      <a:pt x="16" y="185"/>
                      <a:pt x="14" y="185"/>
                    </a:cubicBezTo>
                    <a:cubicBezTo>
                      <a:pt x="13" y="186"/>
                      <a:pt x="12" y="193"/>
                      <a:pt x="13" y="194"/>
                    </a:cubicBezTo>
                    <a:cubicBezTo>
                      <a:pt x="15" y="195"/>
                      <a:pt x="15" y="197"/>
                      <a:pt x="14" y="198"/>
                    </a:cubicBezTo>
                    <a:cubicBezTo>
                      <a:pt x="13" y="200"/>
                      <a:pt x="17" y="201"/>
                      <a:pt x="15" y="203"/>
                    </a:cubicBezTo>
                    <a:cubicBezTo>
                      <a:pt x="13" y="205"/>
                      <a:pt x="15" y="208"/>
                      <a:pt x="18" y="207"/>
                    </a:cubicBezTo>
                    <a:cubicBezTo>
                      <a:pt x="20" y="207"/>
                      <a:pt x="21" y="211"/>
                      <a:pt x="19" y="211"/>
                    </a:cubicBezTo>
                    <a:cubicBezTo>
                      <a:pt x="16" y="211"/>
                      <a:pt x="13" y="211"/>
                      <a:pt x="16" y="213"/>
                    </a:cubicBezTo>
                    <a:cubicBezTo>
                      <a:pt x="18" y="214"/>
                      <a:pt x="20" y="217"/>
                      <a:pt x="17" y="218"/>
                    </a:cubicBezTo>
                    <a:cubicBezTo>
                      <a:pt x="14" y="219"/>
                      <a:pt x="16" y="221"/>
                      <a:pt x="16" y="224"/>
                    </a:cubicBezTo>
                    <a:cubicBezTo>
                      <a:pt x="15" y="227"/>
                      <a:pt x="18" y="230"/>
                      <a:pt x="15" y="231"/>
                    </a:cubicBezTo>
                    <a:cubicBezTo>
                      <a:pt x="13" y="231"/>
                      <a:pt x="16" y="236"/>
                      <a:pt x="13" y="236"/>
                    </a:cubicBezTo>
                    <a:cubicBezTo>
                      <a:pt x="10" y="237"/>
                      <a:pt x="12" y="240"/>
                      <a:pt x="10" y="241"/>
                    </a:cubicBezTo>
                    <a:cubicBezTo>
                      <a:pt x="7" y="243"/>
                      <a:pt x="12" y="246"/>
                      <a:pt x="10" y="248"/>
                    </a:cubicBezTo>
                    <a:cubicBezTo>
                      <a:pt x="7" y="249"/>
                      <a:pt x="9" y="253"/>
                      <a:pt x="6" y="253"/>
                    </a:cubicBezTo>
                    <a:cubicBezTo>
                      <a:pt x="4" y="253"/>
                      <a:pt x="2" y="257"/>
                      <a:pt x="2" y="259"/>
                    </a:cubicBezTo>
                    <a:cubicBezTo>
                      <a:pt x="2" y="260"/>
                      <a:pt x="0" y="264"/>
                      <a:pt x="2" y="266"/>
                    </a:cubicBezTo>
                    <a:cubicBezTo>
                      <a:pt x="4" y="268"/>
                      <a:pt x="2" y="270"/>
                      <a:pt x="4" y="271"/>
                    </a:cubicBezTo>
                    <a:cubicBezTo>
                      <a:pt x="6" y="272"/>
                      <a:pt x="12" y="271"/>
                      <a:pt x="11" y="274"/>
                    </a:cubicBezTo>
                    <a:cubicBezTo>
                      <a:pt x="10" y="277"/>
                      <a:pt x="11" y="283"/>
                      <a:pt x="12" y="283"/>
                    </a:cubicBezTo>
                    <a:cubicBezTo>
                      <a:pt x="13" y="283"/>
                      <a:pt x="14" y="287"/>
                      <a:pt x="16" y="286"/>
                    </a:cubicBezTo>
                    <a:cubicBezTo>
                      <a:pt x="18" y="286"/>
                      <a:pt x="26" y="285"/>
                      <a:pt x="30" y="286"/>
                    </a:cubicBezTo>
                    <a:cubicBezTo>
                      <a:pt x="32" y="287"/>
                      <a:pt x="33" y="288"/>
                      <a:pt x="34" y="289"/>
                    </a:cubicBezTo>
                    <a:cubicBezTo>
                      <a:pt x="36" y="288"/>
                      <a:pt x="41" y="291"/>
                      <a:pt x="42" y="290"/>
                    </a:cubicBezTo>
                    <a:cubicBezTo>
                      <a:pt x="43" y="288"/>
                      <a:pt x="37" y="284"/>
                      <a:pt x="38" y="282"/>
                    </a:cubicBezTo>
                    <a:cubicBezTo>
                      <a:pt x="38" y="280"/>
                      <a:pt x="37" y="278"/>
                      <a:pt x="37" y="276"/>
                    </a:cubicBezTo>
                    <a:cubicBezTo>
                      <a:pt x="37" y="274"/>
                      <a:pt x="36" y="270"/>
                      <a:pt x="38" y="269"/>
                    </a:cubicBezTo>
                    <a:cubicBezTo>
                      <a:pt x="41" y="267"/>
                      <a:pt x="41" y="265"/>
                      <a:pt x="43" y="265"/>
                    </a:cubicBezTo>
                    <a:cubicBezTo>
                      <a:pt x="44" y="266"/>
                      <a:pt x="47" y="264"/>
                      <a:pt x="47" y="260"/>
                    </a:cubicBezTo>
                    <a:cubicBezTo>
                      <a:pt x="48" y="255"/>
                      <a:pt x="50" y="254"/>
                      <a:pt x="53" y="251"/>
                    </a:cubicBezTo>
                    <a:cubicBezTo>
                      <a:pt x="57" y="247"/>
                      <a:pt x="64" y="244"/>
                      <a:pt x="63" y="243"/>
                    </a:cubicBezTo>
                    <a:cubicBezTo>
                      <a:pt x="62" y="241"/>
                      <a:pt x="64" y="237"/>
                      <a:pt x="64" y="235"/>
                    </a:cubicBezTo>
                    <a:cubicBezTo>
                      <a:pt x="64" y="233"/>
                      <a:pt x="58" y="234"/>
                      <a:pt x="56" y="233"/>
                    </a:cubicBezTo>
                    <a:cubicBezTo>
                      <a:pt x="54" y="232"/>
                      <a:pt x="47" y="227"/>
                      <a:pt x="51" y="221"/>
                    </a:cubicBezTo>
                    <a:cubicBezTo>
                      <a:pt x="54" y="214"/>
                      <a:pt x="62" y="213"/>
                      <a:pt x="64" y="213"/>
                    </a:cubicBezTo>
                    <a:cubicBezTo>
                      <a:pt x="66" y="213"/>
                      <a:pt x="64" y="210"/>
                      <a:pt x="66" y="209"/>
                    </a:cubicBezTo>
                    <a:cubicBezTo>
                      <a:pt x="67" y="208"/>
                      <a:pt x="68" y="206"/>
                      <a:pt x="68" y="203"/>
                    </a:cubicBezTo>
                    <a:cubicBezTo>
                      <a:pt x="68" y="200"/>
                      <a:pt x="68" y="195"/>
                      <a:pt x="71" y="195"/>
                    </a:cubicBezTo>
                    <a:cubicBezTo>
                      <a:pt x="74" y="195"/>
                      <a:pt x="75" y="193"/>
                      <a:pt x="73" y="192"/>
                    </a:cubicBezTo>
                    <a:cubicBezTo>
                      <a:pt x="71" y="192"/>
                      <a:pt x="70" y="190"/>
                      <a:pt x="74" y="189"/>
                    </a:cubicBezTo>
                    <a:cubicBezTo>
                      <a:pt x="77" y="189"/>
                      <a:pt x="76" y="192"/>
                      <a:pt x="78" y="192"/>
                    </a:cubicBezTo>
                    <a:cubicBezTo>
                      <a:pt x="80" y="192"/>
                      <a:pt x="84" y="188"/>
                      <a:pt x="81" y="186"/>
                    </a:cubicBezTo>
                    <a:cubicBezTo>
                      <a:pt x="78" y="183"/>
                      <a:pt x="77" y="187"/>
                      <a:pt x="76" y="187"/>
                    </a:cubicBezTo>
                    <a:cubicBezTo>
                      <a:pt x="74" y="187"/>
                      <a:pt x="73" y="185"/>
                      <a:pt x="71" y="185"/>
                    </a:cubicBezTo>
                    <a:cubicBezTo>
                      <a:pt x="70" y="185"/>
                      <a:pt x="71" y="180"/>
                      <a:pt x="70" y="179"/>
                    </a:cubicBezTo>
                    <a:cubicBezTo>
                      <a:pt x="69" y="177"/>
                      <a:pt x="68" y="173"/>
                      <a:pt x="70" y="171"/>
                    </a:cubicBezTo>
                    <a:cubicBezTo>
                      <a:pt x="71" y="169"/>
                      <a:pt x="77" y="174"/>
                      <a:pt x="82" y="175"/>
                    </a:cubicBezTo>
                    <a:cubicBezTo>
                      <a:pt x="88" y="175"/>
                      <a:pt x="92" y="172"/>
                      <a:pt x="92" y="170"/>
                    </a:cubicBezTo>
                    <a:cubicBezTo>
                      <a:pt x="92" y="168"/>
                      <a:pt x="89" y="165"/>
                      <a:pt x="92" y="162"/>
                    </a:cubicBezTo>
                    <a:cubicBezTo>
                      <a:pt x="96" y="160"/>
                      <a:pt x="93" y="160"/>
                      <a:pt x="92" y="157"/>
                    </a:cubicBezTo>
                    <a:cubicBezTo>
                      <a:pt x="91" y="154"/>
                      <a:pt x="94" y="152"/>
                      <a:pt x="95" y="154"/>
                    </a:cubicBezTo>
                    <a:cubicBezTo>
                      <a:pt x="96" y="155"/>
                      <a:pt x="107" y="154"/>
                      <a:pt x="116" y="152"/>
                    </a:cubicBezTo>
                    <a:cubicBezTo>
                      <a:pt x="124" y="150"/>
                      <a:pt x="130" y="147"/>
                      <a:pt x="131" y="145"/>
                    </a:cubicBezTo>
                    <a:cubicBezTo>
                      <a:pt x="131" y="142"/>
                      <a:pt x="137" y="136"/>
                      <a:pt x="138" y="134"/>
                    </a:cubicBezTo>
                    <a:cubicBezTo>
                      <a:pt x="140" y="132"/>
                      <a:pt x="138" y="129"/>
                      <a:pt x="135" y="129"/>
                    </a:cubicBezTo>
                    <a:cubicBezTo>
                      <a:pt x="131" y="128"/>
                      <a:pt x="131" y="124"/>
                      <a:pt x="133" y="122"/>
                    </a:cubicBezTo>
                    <a:cubicBezTo>
                      <a:pt x="135" y="120"/>
                      <a:pt x="132" y="117"/>
                      <a:pt x="129" y="117"/>
                    </a:cubicBezTo>
                    <a:cubicBezTo>
                      <a:pt x="126" y="117"/>
                      <a:pt x="120" y="114"/>
                      <a:pt x="123" y="112"/>
                    </a:cubicBezTo>
                    <a:cubicBezTo>
                      <a:pt x="125" y="110"/>
                      <a:pt x="125" y="110"/>
                      <a:pt x="126" y="111"/>
                    </a:cubicBezTo>
                    <a:cubicBezTo>
                      <a:pt x="127" y="110"/>
                      <a:pt x="127" y="108"/>
                      <a:pt x="127" y="108"/>
                    </a:cubicBezTo>
                    <a:cubicBezTo>
                      <a:pt x="126" y="107"/>
                      <a:pt x="124" y="108"/>
                      <a:pt x="124" y="103"/>
                    </a:cubicBezTo>
                    <a:cubicBezTo>
                      <a:pt x="125" y="98"/>
                      <a:pt x="126" y="99"/>
                      <a:pt x="127" y="92"/>
                    </a:cubicBezTo>
                    <a:cubicBezTo>
                      <a:pt x="127" y="86"/>
                      <a:pt x="129" y="82"/>
                      <a:pt x="129" y="79"/>
                    </a:cubicBezTo>
                    <a:cubicBezTo>
                      <a:pt x="129" y="75"/>
                      <a:pt x="135" y="71"/>
                      <a:pt x="139" y="66"/>
                    </a:cubicBezTo>
                    <a:cubicBezTo>
                      <a:pt x="142" y="60"/>
                      <a:pt x="150" y="53"/>
                      <a:pt x="153" y="51"/>
                    </a:cubicBezTo>
                    <a:cubicBezTo>
                      <a:pt x="156" y="49"/>
                      <a:pt x="162" y="47"/>
                      <a:pt x="163" y="46"/>
                    </a:cubicBezTo>
                    <a:cubicBezTo>
                      <a:pt x="163" y="44"/>
                      <a:pt x="163" y="34"/>
                      <a:pt x="161" y="3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10">
                <a:extLst>
                  <a:ext uri="{FF2B5EF4-FFF2-40B4-BE49-F238E27FC236}">
                    <a16:creationId xmlns:a16="http://schemas.microsoft.com/office/drawing/2014/main" id="{E4F95AF0-685F-4209-8EC3-F5B3ABB953C3}"/>
                  </a:ext>
                </a:extLst>
              </p:cNvPr>
              <p:cNvSpPr>
                <a:spLocks/>
              </p:cNvSpPr>
              <p:nvPr/>
            </p:nvSpPr>
            <p:spPr bwMode="auto">
              <a:xfrm>
                <a:off x="3503129" y="4418536"/>
                <a:ext cx="163114" cy="836902"/>
              </a:xfrm>
              <a:custGeom>
                <a:avLst/>
                <a:gdLst>
                  <a:gd name="T0" fmla="*/ 28 w 71"/>
                  <a:gd name="T1" fmla="*/ 310 h 363"/>
                  <a:gd name="T2" fmla="*/ 19 w 71"/>
                  <a:gd name="T3" fmla="*/ 295 h 363"/>
                  <a:gd name="T4" fmla="*/ 27 w 71"/>
                  <a:gd name="T5" fmla="*/ 277 h 363"/>
                  <a:gd name="T6" fmla="*/ 33 w 71"/>
                  <a:gd name="T7" fmla="*/ 260 h 363"/>
                  <a:gd name="T8" fmla="*/ 36 w 71"/>
                  <a:gd name="T9" fmla="*/ 247 h 363"/>
                  <a:gd name="T10" fmla="*/ 31 w 71"/>
                  <a:gd name="T11" fmla="*/ 234 h 363"/>
                  <a:gd name="T12" fmla="*/ 32 w 71"/>
                  <a:gd name="T13" fmla="*/ 213 h 363"/>
                  <a:gd name="T14" fmla="*/ 35 w 71"/>
                  <a:gd name="T15" fmla="*/ 197 h 363"/>
                  <a:gd name="T16" fmla="*/ 38 w 71"/>
                  <a:gd name="T17" fmla="*/ 183 h 363"/>
                  <a:gd name="T18" fmla="*/ 43 w 71"/>
                  <a:gd name="T19" fmla="*/ 154 h 363"/>
                  <a:gd name="T20" fmla="*/ 46 w 71"/>
                  <a:gd name="T21" fmla="*/ 134 h 363"/>
                  <a:gd name="T22" fmla="*/ 47 w 71"/>
                  <a:gd name="T23" fmla="*/ 112 h 363"/>
                  <a:gd name="T24" fmla="*/ 53 w 71"/>
                  <a:gd name="T25" fmla="*/ 92 h 363"/>
                  <a:gd name="T26" fmla="*/ 60 w 71"/>
                  <a:gd name="T27" fmla="*/ 76 h 363"/>
                  <a:gd name="T28" fmla="*/ 69 w 71"/>
                  <a:gd name="T29" fmla="*/ 54 h 363"/>
                  <a:gd name="T30" fmla="*/ 63 w 71"/>
                  <a:gd name="T31" fmla="*/ 37 h 363"/>
                  <a:gd name="T32" fmla="*/ 59 w 71"/>
                  <a:gd name="T33" fmla="*/ 18 h 363"/>
                  <a:gd name="T34" fmla="*/ 50 w 71"/>
                  <a:gd name="T35" fmla="*/ 1 h 363"/>
                  <a:gd name="T36" fmla="*/ 45 w 71"/>
                  <a:gd name="T37" fmla="*/ 16 h 363"/>
                  <a:gd name="T38" fmla="*/ 44 w 71"/>
                  <a:gd name="T39" fmla="*/ 53 h 363"/>
                  <a:gd name="T40" fmla="*/ 37 w 71"/>
                  <a:gd name="T41" fmla="*/ 91 h 363"/>
                  <a:gd name="T42" fmla="*/ 34 w 71"/>
                  <a:gd name="T43" fmla="*/ 116 h 363"/>
                  <a:gd name="T44" fmla="*/ 29 w 71"/>
                  <a:gd name="T45" fmla="*/ 149 h 363"/>
                  <a:gd name="T46" fmla="*/ 18 w 71"/>
                  <a:gd name="T47" fmla="*/ 179 h 363"/>
                  <a:gd name="T48" fmla="*/ 17 w 71"/>
                  <a:gd name="T49" fmla="*/ 204 h 363"/>
                  <a:gd name="T50" fmla="*/ 12 w 71"/>
                  <a:gd name="T51" fmla="*/ 227 h 363"/>
                  <a:gd name="T52" fmla="*/ 22 w 71"/>
                  <a:gd name="T53" fmla="*/ 215 h 363"/>
                  <a:gd name="T54" fmla="*/ 24 w 71"/>
                  <a:gd name="T55" fmla="*/ 228 h 363"/>
                  <a:gd name="T56" fmla="*/ 21 w 71"/>
                  <a:gd name="T57" fmla="*/ 244 h 363"/>
                  <a:gd name="T58" fmla="*/ 17 w 71"/>
                  <a:gd name="T59" fmla="*/ 254 h 363"/>
                  <a:gd name="T60" fmla="*/ 16 w 71"/>
                  <a:gd name="T61" fmla="*/ 252 h 363"/>
                  <a:gd name="T62" fmla="*/ 10 w 71"/>
                  <a:gd name="T63" fmla="*/ 255 h 363"/>
                  <a:gd name="T64" fmla="*/ 1 w 71"/>
                  <a:gd name="T65" fmla="*/ 267 h 363"/>
                  <a:gd name="T66" fmla="*/ 11 w 71"/>
                  <a:gd name="T67" fmla="*/ 268 h 363"/>
                  <a:gd name="T68" fmla="*/ 17 w 71"/>
                  <a:gd name="T69" fmla="*/ 277 h 363"/>
                  <a:gd name="T70" fmla="*/ 7 w 71"/>
                  <a:gd name="T71" fmla="*/ 280 h 363"/>
                  <a:gd name="T72" fmla="*/ 9 w 71"/>
                  <a:gd name="T73" fmla="*/ 285 h 363"/>
                  <a:gd name="T74" fmla="*/ 4 w 71"/>
                  <a:gd name="T75" fmla="*/ 294 h 363"/>
                  <a:gd name="T76" fmla="*/ 10 w 71"/>
                  <a:gd name="T77" fmla="*/ 297 h 363"/>
                  <a:gd name="T78" fmla="*/ 11 w 71"/>
                  <a:gd name="T79" fmla="*/ 305 h 363"/>
                  <a:gd name="T80" fmla="*/ 6 w 71"/>
                  <a:gd name="T81" fmla="*/ 315 h 363"/>
                  <a:gd name="T82" fmla="*/ 16 w 71"/>
                  <a:gd name="T83" fmla="*/ 316 h 363"/>
                  <a:gd name="T84" fmla="*/ 20 w 71"/>
                  <a:gd name="T85" fmla="*/ 320 h 363"/>
                  <a:gd name="T86" fmla="*/ 15 w 71"/>
                  <a:gd name="T87" fmla="*/ 329 h 363"/>
                  <a:gd name="T88" fmla="*/ 29 w 71"/>
                  <a:gd name="T89" fmla="*/ 329 h 363"/>
                  <a:gd name="T90" fmla="*/ 19 w 71"/>
                  <a:gd name="T91" fmla="*/ 336 h 363"/>
                  <a:gd name="T92" fmla="*/ 30 w 71"/>
                  <a:gd name="T93" fmla="*/ 335 h 363"/>
                  <a:gd name="T94" fmla="*/ 18 w 71"/>
                  <a:gd name="T95" fmla="*/ 343 h 363"/>
                  <a:gd name="T96" fmla="*/ 29 w 71"/>
                  <a:gd name="T97" fmla="*/ 344 h 363"/>
                  <a:gd name="T98" fmla="*/ 45 w 71"/>
                  <a:gd name="T99" fmla="*/ 328 h 363"/>
                  <a:gd name="T100" fmla="*/ 50 w 71"/>
                  <a:gd name="T101" fmla="*/ 337 h 363"/>
                  <a:gd name="T102" fmla="*/ 43 w 71"/>
                  <a:gd name="T103" fmla="*/ 340 h 363"/>
                  <a:gd name="T104" fmla="*/ 35 w 71"/>
                  <a:gd name="T105" fmla="*/ 347 h 363"/>
                  <a:gd name="T106" fmla="*/ 41 w 71"/>
                  <a:gd name="T107" fmla="*/ 358 h 363"/>
                  <a:gd name="T108" fmla="*/ 52 w 71"/>
                  <a:gd name="T109" fmla="*/ 357 h 363"/>
                  <a:gd name="T110" fmla="*/ 64 w 71"/>
                  <a:gd name="T111" fmla="*/ 357 h 363"/>
                  <a:gd name="T112" fmla="*/ 57 w 71"/>
                  <a:gd name="T113" fmla="*/ 355 h 363"/>
                  <a:gd name="T114" fmla="*/ 50 w 71"/>
                  <a:gd name="T115" fmla="*/ 326 h 363"/>
                  <a:gd name="T116" fmla="*/ 33 w 71"/>
                  <a:gd name="T117" fmla="*/ 3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1" h="363">
                    <a:moveTo>
                      <a:pt x="33" y="322"/>
                    </a:moveTo>
                    <a:cubicBezTo>
                      <a:pt x="31" y="323"/>
                      <a:pt x="30" y="319"/>
                      <a:pt x="29" y="319"/>
                    </a:cubicBezTo>
                    <a:cubicBezTo>
                      <a:pt x="28" y="319"/>
                      <a:pt x="27" y="313"/>
                      <a:pt x="28" y="310"/>
                    </a:cubicBezTo>
                    <a:cubicBezTo>
                      <a:pt x="29" y="307"/>
                      <a:pt x="23" y="308"/>
                      <a:pt x="21" y="307"/>
                    </a:cubicBezTo>
                    <a:cubicBezTo>
                      <a:pt x="19" y="306"/>
                      <a:pt x="21" y="304"/>
                      <a:pt x="19" y="302"/>
                    </a:cubicBezTo>
                    <a:cubicBezTo>
                      <a:pt x="17" y="300"/>
                      <a:pt x="19" y="296"/>
                      <a:pt x="19" y="295"/>
                    </a:cubicBezTo>
                    <a:cubicBezTo>
                      <a:pt x="19" y="293"/>
                      <a:pt x="21" y="289"/>
                      <a:pt x="23" y="289"/>
                    </a:cubicBezTo>
                    <a:cubicBezTo>
                      <a:pt x="26" y="289"/>
                      <a:pt x="24" y="285"/>
                      <a:pt x="27" y="284"/>
                    </a:cubicBezTo>
                    <a:cubicBezTo>
                      <a:pt x="29" y="282"/>
                      <a:pt x="24" y="279"/>
                      <a:pt x="27" y="277"/>
                    </a:cubicBezTo>
                    <a:cubicBezTo>
                      <a:pt x="29" y="276"/>
                      <a:pt x="27" y="273"/>
                      <a:pt x="30" y="272"/>
                    </a:cubicBezTo>
                    <a:cubicBezTo>
                      <a:pt x="33" y="272"/>
                      <a:pt x="30" y="267"/>
                      <a:pt x="32" y="267"/>
                    </a:cubicBezTo>
                    <a:cubicBezTo>
                      <a:pt x="35" y="266"/>
                      <a:pt x="32" y="263"/>
                      <a:pt x="33" y="260"/>
                    </a:cubicBezTo>
                    <a:cubicBezTo>
                      <a:pt x="33" y="257"/>
                      <a:pt x="31" y="255"/>
                      <a:pt x="34" y="254"/>
                    </a:cubicBezTo>
                    <a:cubicBezTo>
                      <a:pt x="37" y="253"/>
                      <a:pt x="35" y="250"/>
                      <a:pt x="33" y="249"/>
                    </a:cubicBezTo>
                    <a:cubicBezTo>
                      <a:pt x="30" y="247"/>
                      <a:pt x="33" y="247"/>
                      <a:pt x="36" y="247"/>
                    </a:cubicBezTo>
                    <a:cubicBezTo>
                      <a:pt x="38" y="247"/>
                      <a:pt x="37" y="243"/>
                      <a:pt x="35" y="243"/>
                    </a:cubicBezTo>
                    <a:cubicBezTo>
                      <a:pt x="32" y="244"/>
                      <a:pt x="30" y="241"/>
                      <a:pt x="32" y="239"/>
                    </a:cubicBezTo>
                    <a:cubicBezTo>
                      <a:pt x="34" y="237"/>
                      <a:pt x="30" y="236"/>
                      <a:pt x="31" y="234"/>
                    </a:cubicBezTo>
                    <a:cubicBezTo>
                      <a:pt x="32" y="233"/>
                      <a:pt x="32" y="231"/>
                      <a:pt x="30" y="230"/>
                    </a:cubicBezTo>
                    <a:cubicBezTo>
                      <a:pt x="29" y="229"/>
                      <a:pt x="30" y="222"/>
                      <a:pt x="31" y="221"/>
                    </a:cubicBezTo>
                    <a:cubicBezTo>
                      <a:pt x="33" y="221"/>
                      <a:pt x="32" y="215"/>
                      <a:pt x="32" y="213"/>
                    </a:cubicBezTo>
                    <a:cubicBezTo>
                      <a:pt x="32" y="211"/>
                      <a:pt x="30" y="209"/>
                      <a:pt x="30" y="207"/>
                    </a:cubicBezTo>
                    <a:cubicBezTo>
                      <a:pt x="30" y="205"/>
                      <a:pt x="32" y="205"/>
                      <a:pt x="32" y="202"/>
                    </a:cubicBezTo>
                    <a:cubicBezTo>
                      <a:pt x="32" y="198"/>
                      <a:pt x="33" y="197"/>
                      <a:pt x="35" y="197"/>
                    </a:cubicBezTo>
                    <a:cubicBezTo>
                      <a:pt x="36" y="196"/>
                      <a:pt x="35" y="192"/>
                      <a:pt x="35" y="190"/>
                    </a:cubicBezTo>
                    <a:cubicBezTo>
                      <a:pt x="35" y="189"/>
                      <a:pt x="39" y="190"/>
                      <a:pt x="40" y="187"/>
                    </a:cubicBezTo>
                    <a:cubicBezTo>
                      <a:pt x="40" y="184"/>
                      <a:pt x="37" y="185"/>
                      <a:pt x="38" y="183"/>
                    </a:cubicBezTo>
                    <a:cubicBezTo>
                      <a:pt x="38" y="180"/>
                      <a:pt x="37" y="177"/>
                      <a:pt x="37" y="172"/>
                    </a:cubicBezTo>
                    <a:cubicBezTo>
                      <a:pt x="37" y="167"/>
                      <a:pt x="42" y="166"/>
                      <a:pt x="43" y="164"/>
                    </a:cubicBezTo>
                    <a:cubicBezTo>
                      <a:pt x="45" y="163"/>
                      <a:pt x="41" y="155"/>
                      <a:pt x="43" y="154"/>
                    </a:cubicBezTo>
                    <a:cubicBezTo>
                      <a:pt x="46" y="153"/>
                      <a:pt x="44" y="149"/>
                      <a:pt x="46" y="148"/>
                    </a:cubicBezTo>
                    <a:cubicBezTo>
                      <a:pt x="48" y="147"/>
                      <a:pt x="47" y="144"/>
                      <a:pt x="48" y="141"/>
                    </a:cubicBezTo>
                    <a:cubicBezTo>
                      <a:pt x="49" y="139"/>
                      <a:pt x="46" y="137"/>
                      <a:pt x="46" y="134"/>
                    </a:cubicBezTo>
                    <a:cubicBezTo>
                      <a:pt x="46" y="132"/>
                      <a:pt x="46" y="129"/>
                      <a:pt x="43" y="127"/>
                    </a:cubicBezTo>
                    <a:cubicBezTo>
                      <a:pt x="41" y="124"/>
                      <a:pt x="42" y="118"/>
                      <a:pt x="43" y="118"/>
                    </a:cubicBezTo>
                    <a:cubicBezTo>
                      <a:pt x="45" y="118"/>
                      <a:pt x="44" y="112"/>
                      <a:pt x="47" y="112"/>
                    </a:cubicBezTo>
                    <a:cubicBezTo>
                      <a:pt x="49" y="111"/>
                      <a:pt x="48" y="107"/>
                      <a:pt x="47" y="103"/>
                    </a:cubicBezTo>
                    <a:cubicBezTo>
                      <a:pt x="46" y="100"/>
                      <a:pt x="49" y="102"/>
                      <a:pt x="49" y="99"/>
                    </a:cubicBezTo>
                    <a:cubicBezTo>
                      <a:pt x="49" y="96"/>
                      <a:pt x="50" y="93"/>
                      <a:pt x="53" y="92"/>
                    </a:cubicBezTo>
                    <a:cubicBezTo>
                      <a:pt x="55" y="91"/>
                      <a:pt x="55" y="87"/>
                      <a:pt x="55" y="85"/>
                    </a:cubicBezTo>
                    <a:cubicBezTo>
                      <a:pt x="55" y="83"/>
                      <a:pt x="58" y="83"/>
                      <a:pt x="60" y="81"/>
                    </a:cubicBezTo>
                    <a:cubicBezTo>
                      <a:pt x="62" y="80"/>
                      <a:pt x="57" y="77"/>
                      <a:pt x="60" y="76"/>
                    </a:cubicBezTo>
                    <a:cubicBezTo>
                      <a:pt x="62" y="74"/>
                      <a:pt x="57" y="68"/>
                      <a:pt x="59" y="67"/>
                    </a:cubicBezTo>
                    <a:cubicBezTo>
                      <a:pt x="60" y="66"/>
                      <a:pt x="59" y="63"/>
                      <a:pt x="59" y="61"/>
                    </a:cubicBezTo>
                    <a:cubicBezTo>
                      <a:pt x="60" y="59"/>
                      <a:pt x="68" y="56"/>
                      <a:pt x="69" y="54"/>
                    </a:cubicBezTo>
                    <a:cubicBezTo>
                      <a:pt x="69" y="53"/>
                      <a:pt x="70" y="49"/>
                      <a:pt x="70" y="45"/>
                    </a:cubicBezTo>
                    <a:cubicBezTo>
                      <a:pt x="68" y="46"/>
                      <a:pt x="66" y="47"/>
                      <a:pt x="65" y="46"/>
                    </a:cubicBezTo>
                    <a:cubicBezTo>
                      <a:pt x="64" y="45"/>
                      <a:pt x="65" y="40"/>
                      <a:pt x="63" y="37"/>
                    </a:cubicBezTo>
                    <a:cubicBezTo>
                      <a:pt x="61" y="35"/>
                      <a:pt x="63" y="31"/>
                      <a:pt x="60" y="30"/>
                    </a:cubicBezTo>
                    <a:cubicBezTo>
                      <a:pt x="58" y="29"/>
                      <a:pt x="56" y="25"/>
                      <a:pt x="58" y="23"/>
                    </a:cubicBezTo>
                    <a:cubicBezTo>
                      <a:pt x="59" y="22"/>
                      <a:pt x="58" y="19"/>
                      <a:pt x="59" y="18"/>
                    </a:cubicBezTo>
                    <a:cubicBezTo>
                      <a:pt x="61" y="16"/>
                      <a:pt x="58" y="16"/>
                      <a:pt x="56" y="13"/>
                    </a:cubicBezTo>
                    <a:cubicBezTo>
                      <a:pt x="54" y="10"/>
                      <a:pt x="57" y="7"/>
                      <a:pt x="54" y="5"/>
                    </a:cubicBezTo>
                    <a:cubicBezTo>
                      <a:pt x="51" y="2"/>
                      <a:pt x="51" y="0"/>
                      <a:pt x="50" y="1"/>
                    </a:cubicBezTo>
                    <a:cubicBezTo>
                      <a:pt x="50" y="2"/>
                      <a:pt x="49" y="6"/>
                      <a:pt x="47" y="7"/>
                    </a:cubicBezTo>
                    <a:cubicBezTo>
                      <a:pt x="47" y="8"/>
                      <a:pt x="46" y="8"/>
                      <a:pt x="45" y="9"/>
                    </a:cubicBezTo>
                    <a:cubicBezTo>
                      <a:pt x="45" y="11"/>
                      <a:pt x="45" y="14"/>
                      <a:pt x="45" y="16"/>
                    </a:cubicBezTo>
                    <a:cubicBezTo>
                      <a:pt x="46" y="19"/>
                      <a:pt x="47" y="32"/>
                      <a:pt x="46" y="37"/>
                    </a:cubicBezTo>
                    <a:cubicBezTo>
                      <a:pt x="45" y="42"/>
                      <a:pt x="44" y="46"/>
                      <a:pt x="43" y="49"/>
                    </a:cubicBezTo>
                    <a:cubicBezTo>
                      <a:pt x="42" y="52"/>
                      <a:pt x="45" y="52"/>
                      <a:pt x="44" y="53"/>
                    </a:cubicBezTo>
                    <a:cubicBezTo>
                      <a:pt x="42" y="55"/>
                      <a:pt x="43" y="58"/>
                      <a:pt x="43" y="64"/>
                    </a:cubicBezTo>
                    <a:cubicBezTo>
                      <a:pt x="43" y="70"/>
                      <a:pt x="40" y="79"/>
                      <a:pt x="39" y="83"/>
                    </a:cubicBezTo>
                    <a:cubicBezTo>
                      <a:pt x="39" y="86"/>
                      <a:pt x="37" y="87"/>
                      <a:pt x="37" y="91"/>
                    </a:cubicBezTo>
                    <a:cubicBezTo>
                      <a:pt x="38" y="94"/>
                      <a:pt x="36" y="96"/>
                      <a:pt x="34" y="98"/>
                    </a:cubicBezTo>
                    <a:cubicBezTo>
                      <a:pt x="32" y="99"/>
                      <a:pt x="37" y="105"/>
                      <a:pt x="37" y="107"/>
                    </a:cubicBezTo>
                    <a:cubicBezTo>
                      <a:pt x="36" y="110"/>
                      <a:pt x="33" y="112"/>
                      <a:pt x="34" y="116"/>
                    </a:cubicBezTo>
                    <a:cubicBezTo>
                      <a:pt x="35" y="122"/>
                      <a:pt x="34" y="132"/>
                      <a:pt x="34" y="134"/>
                    </a:cubicBezTo>
                    <a:cubicBezTo>
                      <a:pt x="34" y="136"/>
                      <a:pt x="31" y="136"/>
                      <a:pt x="32" y="139"/>
                    </a:cubicBezTo>
                    <a:cubicBezTo>
                      <a:pt x="32" y="143"/>
                      <a:pt x="30" y="144"/>
                      <a:pt x="29" y="149"/>
                    </a:cubicBezTo>
                    <a:cubicBezTo>
                      <a:pt x="28" y="155"/>
                      <a:pt x="24" y="162"/>
                      <a:pt x="23" y="167"/>
                    </a:cubicBezTo>
                    <a:cubicBezTo>
                      <a:pt x="21" y="171"/>
                      <a:pt x="21" y="173"/>
                      <a:pt x="19" y="173"/>
                    </a:cubicBezTo>
                    <a:cubicBezTo>
                      <a:pt x="17" y="173"/>
                      <a:pt x="16" y="175"/>
                      <a:pt x="18" y="179"/>
                    </a:cubicBezTo>
                    <a:cubicBezTo>
                      <a:pt x="20" y="182"/>
                      <a:pt x="17" y="185"/>
                      <a:pt x="19" y="189"/>
                    </a:cubicBezTo>
                    <a:cubicBezTo>
                      <a:pt x="21" y="193"/>
                      <a:pt x="20" y="194"/>
                      <a:pt x="19" y="197"/>
                    </a:cubicBezTo>
                    <a:cubicBezTo>
                      <a:pt x="18" y="201"/>
                      <a:pt x="17" y="201"/>
                      <a:pt x="17" y="204"/>
                    </a:cubicBezTo>
                    <a:cubicBezTo>
                      <a:pt x="17" y="207"/>
                      <a:pt x="14" y="210"/>
                      <a:pt x="16" y="213"/>
                    </a:cubicBezTo>
                    <a:cubicBezTo>
                      <a:pt x="17" y="217"/>
                      <a:pt x="17" y="218"/>
                      <a:pt x="15" y="218"/>
                    </a:cubicBezTo>
                    <a:cubicBezTo>
                      <a:pt x="13" y="218"/>
                      <a:pt x="12" y="221"/>
                      <a:pt x="12" y="227"/>
                    </a:cubicBezTo>
                    <a:cubicBezTo>
                      <a:pt x="11" y="233"/>
                      <a:pt x="11" y="233"/>
                      <a:pt x="15" y="232"/>
                    </a:cubicBezTo>
                    <a:cubicBezTo>
                      <a:pt x="20" y="232"/>
                      <a:pt x="16" y="218"/>
                      <a:pt x="19" y="218"/>
                    </a:cubicBezTo>
                    <a:cubicBezTo>
                      <a:pt x="22" y="218"/>
                      <a:pt x="19" y="216"/>
                      <a:pt x="22" y="215"/>
                    </a:cubicBezTo>
                    <a:cubicBezTo>
                      <a:pt x="25" y="214"/>
                      <a:pt x="22" y="217"/>
                      <a:pt x="24" y="218"/>
                    </a:cubicBezTo>
                    <a:cubicBezTo>
                      <a:pt x="26" y="218"/>
                      <a:pt x="27" y="220"/>
                      <a:pt x="25" y="221"/>
                    </a:cubicBezTo>
                    <a:cubicBezTo>
                      <a:pt x="22" y="223"/>
                      <a:pt x="25" y="226"/>
                      <a:pt x="24" y="228"/>
                    </a:cubicBezTo>
                    <a:cubicBezTo>
                      <a:pt x="23" y="230"/>
                      <a:pt x="21" y="232"/>
                      <a:pt x="22" y="235"/>
                    </a:cubicBezTo>
                    <a:cubicBezTo>
                      <a:pt x="23" y="237"/>
                      <a:pt x="21" y="237"/>
                      <a:pt x="21" y="240"/>
                    </a:cubicBezTo>
                    <a:cubicBezTo>
                      <a:pt x="20" y="243"/>
                      <a:pt x="22" y="243"/>
                      <a:pt x="21" y="244"/>
                    </a:cubicBezTo>
                    <a:cubicBezTo>
                      <a:pt x="20" y="244"/>
                      <a:pt x="23" y="247"/>
                      <a:pt x="21" y="247"/>
                    </a:cubicBezTo>
                    <a:cubicBezTo>
                      <a:pt x="19" y="247"/>
                      <a:pt x="20" y="250"/>
                      <a:pt x="21" y="252"/>
                    </a:cubicBezTo>
                    <a:cubicBezTo>
                      <a:pt x="22" y="254"/>
                      <a:pt x="19" y="253"/>
                      <a:pt x="17" y="254"/>
                    </a:cubicBezTo>
                    <a:cubicBezTo>
                      <a:pt x="15" y="256"/>
                      <a:pt x="19" y="258"/>
                      <a:pt x="18" y="260"/>
                    </a:cubicBezTo>
                    <a:cubicBezTo>
                      <a:pt x="17" y="262"/>
                      <a:pt x="14" y="259"/>
                      <a:pt x="13" y="257"/>
                    </a:cubicBezTo>
                    <a:cubicBezTo>
                      <a:pt x="11" y="256"/>
                      <a:pt x="15" y="254"/>
                      <a:pt x="16" y="252"/>
                    </a:cubicBezTo>
                    <a:cubicBezTo>
                      <a:pt x="18" y="250"/>
                      <a:pt x="15" y="245"/>
                      <a:pt x="12" y="246"/>
                    </a:cubicBezTo>
                    <a:cubicBezTo>
                      <a:pt x="9" y="247"/>
                      <a:pt x="15" y="250"/>
                      <a:pt x="15" y="253"/>
                    </a:cubicBezTo>
                    <a:cubicBezTo>
                      <a:pt x="15" y="255"/>
                      <a:pt x="10" y="252"/>
                      <a:pt x="10" y="255"/>
                    </a:cubicBezTo>
                    <a:cubicBezTo>
                      <a:pt x="10" y="257"/>
                      <a:pt x="7" y="256"/>
                      <a:pt x="6" y="258"/>
                    </a:cubicBezTo>
                    <a:cubicBezTo>
                      <a:pt x="4" y="260"/>
                      <a:pt x="8" y="261"/>
                      <a:pt x="6" y="262"/>
                    </a:cubicBezTo>
                    <a:cubicBezTo>
                      <a:pt x="4" y="262"/>
                      <a:pt x="1" y="265"/>
                      <a:pt x="1" y="267"/>
                    </a:cubicBezTo>
                    <a:cubicBezTo>
                      <a:pt x="1" y="269"/>
                      <a:pt x="3" y="269"/>
                      <a:pt x="3" y="267"/>
                    </a:cubicBezTo>
                    <a:cubicBezTo>
                      <a:pt x="3" y="265"/>
                      <a:pt x="6" y="265"/>
                      <a:pt x="7" y="267"/>
                    </a:cubicBezTo>
                    <a:cubicBezTo>
                      <a:pt x="8" y="269"/>
                      <a:pt x="9" y="267"/>
                      <a:pt x="11" y="268"/>
                    </a:cubicBezTo>
                    <a:cubicBezTo>
                      <a:pt x="14" y="268"/>
                      <a:pt x="13" y="272"/>
                      <a:pt x="12" y="272"/>
                    </a:cubicBezTo>
                    <a:cubicBezTo>
                      <a:pt x="11" y="272"/>
                      <a:pt x="9" y="274"/>
                      <a:pt x="10" y="277"/>
                    </a:cubicBezTo>
                    <a:cubicBezTo>
                      <a:pt x="10" y="279"/>
                      <a:pt x="15" y="277"/>
                      <a:pt x="17" y="277"/>
                    </a:cubicBezTo>
                    <a:cubicBezTo>
                      <a:pt x="19" y="278"/>
                      <a:pt x="18" y="282"/>
                      <a:pt x="17" y="281"/>
                    </a:cubicBezTo>
                    <a:cubicBezTo>
                      <a:pt x="16" y="279"/>
                      <a:pt x="13" y="277"/>
                      <a:pt x="12" y="279"/>
                    </a:cubicBezTo>
                    <a:cubicBezTo>
                      <a:pt x="11" y="282"/>
                      <a:pt x="9" y="280"/>
                      <a:pt x="7" y="280"/>
                    </a:cubicBezTo>
                    <a:cubicBezTo>
                      <a:pt x="5" y="279"/>
                      <a:pt x="0" y="283"/>
                      <a:pt x="2" y="284"/>
                    </a:cubicBezTo>
                    <a:cubicBezTo>
                      <a:pt x="4" y="286"/>
                      <a:pt x="4" y="288"/>
                      <a:pt x="5" y="288"/>
                    </a:cubicBezTo>
                    <a:cubicBezTo>
                      <a:pt x="6" y="288"/>
                      <a:pt x="8" y="287"/>
                      <a:pt x="9" y="285"/>
                    </a:cubicBezTo>
                    <a:cubicBezTo>
                      <a:pt x="9" y="284"/>
                      <a:pt x="12" y="282"/>
                      <a:pt x="12" y="286"/>
                    </a:cubicBezTo>
                    <a:cubicBezTo>
                      <a:pt x="12" y="289"/>
                      <a:pt x="9" y="287"/>
                      <a:pt x="8" y="289"/>
                    </a:cubicBezTo>
                    <a:cubicBezTo>
                      <a:pt x="7" y="291"/>
                      <a:pt x="6" y="292"/>
                      <a:pt x="4" y="294"/>
                    </a:cubicBezTo>
                    <a:cubicBezTo>
                      <a:pt x="2" y="295"/>
                      <a:pt x="4" y="298"/>
                      <a:pt x="5" y="297"/>
                    </a:cubicBezTo>
                    <a:cubicBezTo>
                      <a:pt x="7" y="296"/>
                      <a:pt x="5" y="299"/>
                      <a:pt x="7" y="300"/>
                    </a:cubicBezTo>
                    <a:cubicBezTo>
                      <a:pt x="10" y="300"/>
                      <a:pt x="10" y="298"/>
                      <a:pt x="10" y="297"/>
                    </a:cubicBezTo>
                    <a:cubicBezTo>
                      <a:pt x="9" y="295"/>
                      <a:pt x="11" y="291"/>
                      <a:pt x="13" y="293"/>
                    </a:cubicBezTo>
                    <a:cubicBezTo>
                      <a:pt x="15" y="295"/>
                      <a:pt x="12" y="297"/>
                      <a:pt x="12" y="298"/>
                    </a:cubicBezTo>
                    <a:cubicBezTo>
                      <a:pt x="12" y="300"/>
                      <a:pt x="11" y="303"/>
                      <a:pt x="11" y="305"/>
                    </a:cubicBezTo>
                    <a:cubicBezTo>
                      <a:pt x="11" y="307"/>
                      <a:pt x="9" y="305"/>
                      <a:pt x="9" y="308"/>
                    </a:cubicBezTo>
                    <a:cubicBezTo>
                      <a:pt x="9" y="310"/>
                      <a:pt x="4" y="308"/>
                      <a:pt x="6" y="310"/>
                    </a:cubicBezTo>
                    <a:cubicBezTo>
                      <a:pt x="8" y="311"/>
                      <a:pt x="5" y="313"/>
                      <a:pt x="6" y="315"/>
                    </a:cubicBezTo>
                    <a:cubicBezTo>
                      <a:pt x="7" y="316"/>
                      <a:pt x="8" y="313"/>
                      <a:pt x="10" y="313"/>
                    </a:cubicBezTo>
                    <a:cubicBezTo>
                      <a:pt x="12" y="314"/>
                      <a:pt x="12" y="315"/>
                      <a:pt x="14" y="313"/>
                    </a:cubicBezTo>
                    <a:cubicBezTo>
                      <a:pt x="17" y="312"/>
                      <a:pt x="18" y="315"/>
                      <a:pt x="16" y="316"/>
                    </a:cubicBezTo>
                    <a:cubicBezTo>
                      <a:pt x="14" y="317"/>
                      <a:pt x="11" y="320"/>
                      <a:pt x="12" y="320"/>
                    </a:cubicBezTo>
                    <a:cubicBezTo>
                      <a:pt x="13" y="320"/>
                      <a:pt x="16" y="318"/>
                      <a:pt x="17" y="320"/>
                    </a:cubicBezTo>
                    <a:cubicBezTo>
                      <a:pt x="18" y="323"/>
                      <a:pt x="20" y="322"/>
                      <a:pt x="20" y="320"/>
                    </a:cubicBezTo>
                    <a:cubicBezTo>
                      <a:pt x="20" y="317"/>
                      <a:pt x="24" y="319"/>
                      <a:pt x="25" y="321"/>
                    </a:cubicBezTo>
                    <a:cubicBezTo>
                      <a:pt x="26" y="323"/>
                      <a:pt x="20" y="325"/>
                      <a:pt x="18" y="324"/>
                    </a:cubicBezTo>
                    <a:cubicBezTo>
                      <a:pt x="15" y="324"/>
                      <a:pt x="14" y="327"/>
                      <a:pt x="15" y="329"/>
                    </a:cubicBezTo>
                    <a:cubicBezTo>
                      <a:pt x="17" y="331"/>
                      <a:pt x="19" y="329"/>
                      <a:pt x="21" y="327"/>
                    </a:cubicBezTo>
                    <a:cubicBezTo>
                      <a:pt x="23" y="325"/>
                      <a:pt x="33" y="326"/>
                      <a:pt x="34" y="328"/>
                    </a:cubicBezTo>
                    <a:cubicBezTo>
                      <a:pt x="34" y="330"/>
                      <a:pt x="29" y="328"/>
                      <a:pt x="29" y="329"/>
                    </a:cubicBezTo>
                    <a:cubicBezTo>
                      <a:pt x="28" y="331"/>
                      <a:pt x="24" y="332"/>
                      <a:pt x="24" y="330"/>
                    </a:cubicBezTo>
                    <a:cubicBezTo>
                      <a:pt x="23" y="329"/>
                      <a:pt x="19" y="331"/>
                      <a:pt x="19" y="333"/>
                    </a:cubicBezTo>
                    <a:cubicBezTo>
                      <a:pt x="19" y="335"/>
                      <a:pt x="16" y="335"/>
                      <a:pt x="19" y="336"/>
                    </a:cubicBezTo>
                    <a:cubicBezTo>
                      <a:pt x="23" y="337"/>
                      <a:pt x="22" y="333"/>
                      <a:pt x="27" y="333"/>
                    </a:cubicBezTo>
                    <a:cubicBezTo>
                      <a:pt x="32" y="334"/>
                      <a:pt x="34" y="329"/>
                      <a:pt x="36" y="331"/>
                    </a:cubicBezTo>
                    <a:cubicBezTo>
                      <a:pt x="37" y="334"/>
                      <a:pt x="32" y="337"/>
                      <a:pt x="30" y="335"/>
                    </a:cubicBezTo>
                    <a:cubicBezTo>
                      <a:pt x="28" y="333"/>
                      <a:pt x="25" y="336"/>
                      <a:pt x="26" y="339"/>
                    </a:cubicBezTo>
                    <a:cubicBezTo>
                      <a:pt x="26" y="341"/>
                      <a:pt x="20" y="338"/>
                      <a:pt x="17" y="338"/>
                    </a:cubicBezTo>
                    <a:cubicBezTo>
                      <a:pt x="14" y="337"/>
                      <a:pt x="15" y="340"/>
                      <a:pt x="18" y="343"/>
                    </a:cubicBezTo>
                    <a:cubicBezTo>
                      <a:pt x="20" y="346"/>
                      <a:pt x="22" y="343"/>
                      <a:pt x="25" y="345"/>
                    </a:cubicBezTo>
                    <a:cubicBezTo>
                      <a:pt x="28" y="347"/>
                      <a:pt x="28" y="349"/>
                      <a:pt x="30" y="347"/>
                    </a:cubicBezTo>
                    <a:cubicBezTo>
                      <a:pt x="32" y="345"/>
                      <a:pt x="30" y="345"/>
                      <a:pt x="29" y="344"/>
                    </a:cubicBezTo>
                    <a:cubicBezTo>
                      <a:pt x="27" y="343"/>
                      <a:pt x="28" y="340"/>
                      <a:pt x="32" y="342"/>
                    </a:cubicBezTo>
                    <a:cubicBezTo>
                      <a:pt x="35" y="343"/>
                      <a:pt x="39" y="340"/>
                      <a:pt x="38" y="336"/>
                    </a:cubicBezTo>
                    <a:cubicBezTo>
                      <a:pt x="37" y="332"/>
                      <a:pt x="41" y="330"/>
                      <a:pt x="45" y="328"/>
                    </a:cubicBezTo>
                    <a:cubicBezTo>
                      <a:pt x="49" y="327"/>
                      <a:pt x="47" y="331"/>
                      <a:pt x="44" y="332"/>
                    </a:cubicBezTo>
                    <a:cubicBezTo>
                      <a:pt x="41" y="334"/>
                      <a:pt x="41" y="335"/>
                      <a:pt x="43" y="337"/>
                    </a:cubicBezTo>
                    <a:cubicBezTo>
                      <a:pt x="45" y="339"/>
                      <a:pt x="48" y="335"/>
                      <a:pt x="50" y="337"/>
                    </a:cubicBezTo>
                    <a:cubicBezTo>
                      <a:pt x="52" y="339"/>
                      <a:pt x="47" y="339"/>
                      <a:pt x="46" y="341"/>
                    </a:cubicBezTo>
                    <a:cubicBezTo>
                      <a:pt x="45" y="343"/>
                      <a:pt x="49" y="345"/>
                      <a:pt x="46" y="347"/>
                    </a:cubicBezTo>
                    <a:cubicBezTo>
                      <a:pt x="43" y="348"/>
                      <a:pt x="45" y="341"/>
                      <a:pt x="43" y="340"/>
                    </a:cubicBezTo>
                    <a:cubicBezTo>
                      <a:pt x="41" y="339"/>
                      <a:pt x="39" y="341"/>
                      <a:pt x="41" y="345"/>
                    </a:cubicBezTo>
                    <a:cubicBezTo>
                      <a:pt x="43" y="349"/>
                      <a:pt x="39" y="346"/>
                      <a:pt x="37" y="344"/>
                    </a:cubicBezTo>
                    <a:cubicBezTo>
                      <a:pt x="35" y="342"/>
                      <a:pt x="33" y="344"/>
                      <a:pt x="35" y="347"/>
                    </a:cubicBezTo>
                    <a:cubicBezTo>
                      <a:pt x="37" y="349"/>
                      <a:pt x="31" y="346"/>
                      <a:pt x="31" y="350"/>
                    </a:cubicBezTo>
                    <a:cubicBezTo>
                      <a:pt x="31" y="353"/>
                      <a:pt x="34" y="350"/>
                      <a:pt x="37" y="351"/>
                    </a:cubicBezTo>
                    <a:cubicBezTo>
                      <a:pt x="40" y="352"/>
                      <a:pt x="39" y="356"/>
                      <a:pt x="41" y="358"/>
                    </a:cubicBezTo>
                    <a:cubicBezTo>
                      <a:pt x="43" y="360"/>
                      <a:pt x="41" y="353"/>
                      <a:pt x="44" y="352"/>
                    </a:cubicBezTo>
                    <a:cubicBezTo>
                      <a:pt x="46" y="351"/>
                      <a:pt x="44" y="358"/>
                      <a:pt x="50" y="359"/>
                    </a:cubicBezTo>
                    <a:cubicBezTo>
                      <a:pt x="55" y="361"/>
                      <a:pt x="50" y="358"/>
                      <a:pt x="52" y="357"/>
                    </a:cubicBezTo>
                    <a:cubicBezTo>
                      <a:pt x="55" y="355"/>
                      <a:pt x="58" y="362"/>
                      <a:pt x="61" y="363"/>
                    </a:cubicBezTo>
                    <a:cubicBezTo>
                      <a:pt x="63" y="363"/>
                      <a:pt x="62" y="359"/>
                      <a:pt x="60" y="357"/>
                    </a:cubicBezTo>
                    <a:cubicBezTo>
                      <a:pt x="58" y="355"/>
                      <a:pt x="62" y="356"/>
                      <a:pt x="64" y="357"/>
                    </a:cubicBezTo>
                    <a:cubicBezTo>
                      <a:pt x="67" y="358"/>
                      <a:pt x="69" y="359"/>
                      <a:pt x="70" y="357"/>
                    </a:cubicBezTo>
                    <a:cubicBezTo>
                      <a:pt x="70" y="356"/>
                      <a:pt x="70" y="356"/>
                      <a:pt x="71" y="356"/>
                    </a:cubicBezTo>
                    <a:cubicBezTo>
                      <a:pt x="68" y="354"/>
                      <a:pt x="59" y="356"/>
                      <a:pt x="57" y="355"/>
                    </a:cubicBezTo>
                    <a:cubicBezTo>
                      <a:pt x="56" y="355"/>
                      <a:pt x="57" y="334"/>
                      <a:pt x="57" y="329"/>
                    </a:cubicBezTo>
                    <a:cubicBezTo>
                      <a:pt x="57" y="329"/>
                      <a:pt x="57" y="329"/>
                      <a:pt x="57" y="329"/>
                    </a:cubicBezTo>
                    <a:cubicBezTo>
                      <a:pt x="55" y="329"/>
                      <a:pt x="49" y="329"/>
                      <a:pt x="50" y="326"/>
                    </a:cubicBezTo>
                    <a:cubicBezTo>
                      <a:pt x="50" y="325"/>
                      <a:pt x="51" y="325"/>
                      <a:pt x="51" y="325"/>
                    </a:cubicBezTo>
                    <a:cubicBezTo>
                      <a:pt x="50" y="324"/>
                      <a:pt x="49" y="323"/>
                      <a:pt x="47" y="322"/>
                    </a:cubicBezTo>
                    <a:cubicBezTo>
                      <a:pt x="43" y="321"/>
                      <a:pt x="35" y="322"/>
                      <a:pt x="33" y="32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11">
                <a:extLst>
                  <a:ext uri="{FF2B5EF4-FFF2-40B4-BE49-F238E27FC236}">
                    <a16:creationId xmlns:a16="http://schemas.microsoft.com/office/drawing/2014/main" id="{B03CEC0E-7512-4246-8F1E-DA7C4B7A2B0B}"/>
                  </a:ext>
                </a:extLst>
              </p:cNvPr>
              <p:cNvSpPr>
                <a:spLocks/>
              </p:cNvSpPr>
              <p:nvPr/>
            </p:nvSpPr>
            <p:spPr bwMode="auto">
              <a:xfrm>
                <a:off x="3745291" y="4454923"/>
                <a:ext cx="163114" cy="166878"/>
              </a:xfrm>
              <a:custGeom>
                <a:avLst/>
                <a:gdLst>
                  <a:gd name="T0" fmla="*/ 69 w 71"/>
                  <a:gd name="T1" fmla="*/ 39 h 72"/>
                  <a:gd name="T2" fmla="*/ 62 w 71"/>
                  <a:gd name="T3" fmla="*/ 40 h 72"/>
                  <a:gd name="T4" fmla="*/ 58 w 71"/>
                  <a:gd name="T5" fmla="*/ 31 h 72"/>
                  <a:gd name="T6" fmla="*/ 52 w 71"/>
                  <a:gd name="T7" fmla="*/ 24 h 72"/>
                  <a:gd name="T8" fmla="*/ 45 w 71"/>
                  <a:gd name="T9" fmla="*/ 24 h 72"/>
                  <a:gd name="T10" fmla="*/ 41 w 71"/>
                  <a:gd name="T11" fmla="*/ 17 h 72"/>
                  <a:gd name="T12" fmla="*/ 40 w 71"/>
                  <a:gd name="T13" fmla="*/ 7 h 72"/>
                  <a:gd name="T14" fmla="*/ 40 w 71"/>
                  <a:gd name="T15" fmla="*/ 3 h 72"/>
                  <a:gd name="T16" fmla="*/ 38 w 71"/>
                  <a:gd name="T17" fmla="*/ 3 h 72"/>
                  <a:gd name="T18" fmla="*/ 31 w 71"/>
                  <a:gd name="T19" fmla="*/ 0 h 72"/>
                  <a:gd name="T20" fmla="*/ 21 w 71"/>
                  <a:gd name="T21" fmla="*/ 1 h 72"/>
                  <a:gd name="T22" fmla="*/ 12 w 71"/>
                  <a:gd name="T23" fmla="*/ 3 h 72"/>
                  <a:gd name="T24" fmla="*/ 5 w 71"/>
                  <a:gd name="T25" fmla="*/ 10 h 72"/>
                  <a:gd name="T26" fmla="*/ 3 w 71"/>
                  <a:gd name="T27" fmla="*/ 23 h 72"/>
                  <a:gd name="T28" fmla="*/ 0 w 71"/>
                  <a:gd name="T29" fmla="*/ 23 h 72"/>
                  <a:gd name="T30" fmla="*/ 11 w 71"/>
                  <a:gd name="T31" fmla="*/ 34 h 72"/>
                  <a:gd name="T32" fmla="*/ 20 w 71"/>
                  <a:gd name="T33" fmla="*/ 40 h 72"/>
                  <a:gd name="T34" fmla="*/ 29 w 71"/>
                  <a:gd name="T35" fmla="*/ 44 h 72"/>
                  <a:gd name="T36" fmla="*/ 44 w 71"/>
                  <a:gd name="T37" fmla="*/ 52 h 72"/>
                  <a:gd name="T38" fmla="*/ 38 w 71"/>
                  <a:gd name="T39" fmla="*/ 62 h 72"/>
                  <a:gd name="T40" fmla="*/ 35 w 71"/>
                  <a:gd name="T41" fmla="*/ 68 h 72"/>
                  <a:gd name="T42" fmla="*/ 43 w 71"/>
                  <a:gd name="T43" fmla="*/ 69 h 72"/>
                  <a:gd name="T44" fmla="*/ 50 w 71"/>
                  <a:gd name="T45" fmla="*/ 70 h 72"/>
                  <a:gd name="T46" fmla="*/ 57 w 71"/>
                  <a:gd name="T47" fmla="*/ 69 h 72"/>
                  <a:gd name="T48" fmla="*/ 64 w 71"/>
                  <a:gd name="T49" fmla="*/ 66 h 72"/>
                  <a:gd name="T50" fmla="*/ 68 w 71"/>
                  <a:gd name="T51" fmla="*/ 54 h 72"/>
                  <a:gd name="T52" fmla="*/ 69 w 71"/>
                  <a:gd name="T53" fmla="*/ 3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72">
                    <a:moveTo>
                      <a:pt x="69" y="39"/>
                    </a:moveTo>
                    <a:cubicBezTo>
                      <a:pt x="66" y="37"/>
                      <a:pt x="63" y="40"/>
                      <a:pt x="62" y="40"/>
                    </a:cubicBezTo>
                    <a:cubicBezTo>
                      <a:pt x="61" y="40"/>
                      <a:pt x="59" y="34"/>
                      <a:pt x="58" y="31"/>
                    </a:cubicBezTo>
                    <a:cubicBezTo>
                      <a:pt x="57" y="28"/>
                      <a:pt x="54" y="23"/>
                      <a:pt x="52" y="24"/>
                    </a:cubicBezTo>
                    <a:cubicBezTo>
                      <a:pt x="50" y="26"/>
                      <a:pt x="51" y="24"/>
                      <a:pt x="45" y="24"/>
                    </a:cubicBezTo>
                    <a:cubicBezTo>
                      <a:pt x="40" y="23"/>
                      <a:pt x="40" y="22"/>
                      <a:pt x="41" y="17"/>
                    </a:cubicBezTo>
                    <a:cubicBezTo>
                      <a:pt x="43" y="12"/>
                      <a:pt x="38" y="8"/>
                      <a:pt x="40" y="7"/>
                    </a:cubicBezTo>
                    <a:cubicBezTo>
                      <a:pt x="41" y="6"/>
                      <a:pt x="41" y="5"/>
                      <a:pt x="40" y="3"/>
                    </a:cubicBezTo>
                    <a:cubicBezTo>
                      <a:pt x="39" y="3"/>
                      <a:pt x="39" y="3"/>
                      <a:pt x="38" y="3"/>
                    </a:cubicBezTo>
                    <a:cubicBezTo>
                      <a:pt x="36" y="3"/>
                      <a:pt x="34" y="0"/>
                      <a:pt x="31" y="0"/>
                    </a:cubicBezTo>
                    <a:cubicBezTo>
                      <a:pt x="27" y="0"/>
                      <a:pt x="24" y="0"/>
                      <a:pt x="21" y="1"/>
                    </a:cubicBezTo>
                    <a:cubicBezTo>
                      <a:pt x="19" y="2"/>
                      <a:pt x="14" y="1"/>
                      <a:pt x="12" y="3"/>
                    </a:cubicBezTo>
                    <a:cubicBezTo>
                      <a:pt x="9" y="5"/>
                      <a:pt x="5" y="9"/>
                      <a:pt x="5" y="10"/>
                    </a:cubicBezTo>
                    <a:cubicBezTo>
                      <a:pt x="6" y="12"/>
                      <a:pt x="4" y="22"/>
                      <a:pt x="3" y="23"/>
                    </a:cubicBezTo>
                    <a:cubicBezTo>
                      <a:pt x="3" y="23"/>
                      <a:pt x="1" y="23"/>
                      <a:pt x="0" y="23"/>
                    </a:cubicBezTo>
                    <a:cubicBezTo>
                      <a:pt x="2" y="26"/>
                      <a:pt x="8" y="32"/>
                      <a:pt x="11" y="34"/>
                    </a:cubicBezTo>
                    <a:cubicBezTo>
                      <a:pt x="16" y="37"/>
                      <a:pt x="15" y="39"/>
                      <a:pt x="20" y="40"/>
                    </a:cubicBezTo>
                    <a:cubicBezTo>
                      <a:pt x="25" y="40"/>
                      <a:pt x="28" y="42"/>
                      <a:pt x="29" y="44"/>
                    </a:cubicBezTo>
                    <a:cubicBezTo>
                      <a:pt x="31" y="46"/>
                      <a:pt x="43" y="50"/>
                      <a:pt x="44" y="52"/>
                    </a:cubicBezTo>
                    <a:cubicBezTo>
                      <a:pt x="45" y="53"/>
                      <a:pt x="38" y="58"/>
                      <a:pt x="38" y="62"/>
                    </a:cubicBezTo>
                    <a:cubicBezTo>
                      <a:pt x="38" y="67"/>
                      <a:pt x="35" y="66"/>
                      <a:pt x="35" y="68"/>
                    </a:cubicBezTo>
                    <a:cubicBezTo>
                      <a:pt x="35" y="69"/>
                      <a:pt x="41" y="68"/>
                      <a:pt x="43" y="69"/>
                    </a:cubicBezTo>
                    <a:cubicBezTo>
                      <a:pt x="45" y="71"/>
                      <a:pt x="48" y="69"/>
                      <a:pt x="50" y="70"/>
                    </a:cubicBezTo>
                    <a:cubicBezTo>
                      <a:pt x="53" y="72"/>
                      <a:pt x="56" y="68"/>
                      <a:pt x="57" y="69"/>
                    </a:cubicBezTo>
                    <a:cubicBezTo>
                      <a:pt x="59" y="69"/>
                      <a:pt x="61" y="65"/>
                      <a:pt x="64" y="66"/>
                    </a:cubicBezTo>
                    <a:cubicBezTo>
                      <a:pt x="66" y="66"/>
                      <a:pt x="68" y="57"/>
                      <a:pt x="68" y="54"/>
                    </a:cubicBezTo>
                    <a:cubicBezTo>
                      <a:pt x="67" y="50"/>
                      <a:pt x="71" y="40"/>
                      <a:pt x="69"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12">
                <a:extLst>
                  <a:ext uri="{FF2B5EF4-FFF2-40B4-BE49-F238E27FC236}">
                    <a16:creationId xmlns:a16="http://schemas.microsoft.com/office/drawing/2014/main" id="{6B5C1B4F-ECCE-4281-8A4B-D501B4362407}"/>
                  </a:ext>
                </a:extLst>
              </p:cNvPr>
              <p:cNvSpPr>
                <a:spLocks/>
              </p:cNvSpPr>
              <p:nvPr/>
            </p:nvSpPr>
            <p:spPr bwMode="auto">
              <a:xfrm>
                <a:off x="3313665" y="3881514"/>
                <a:ext cx="62736" cy="50189"/>
              </a:xfrm>
              <a:custGeom>
                <a:avLst/>
                <a:gdLst>
                  <a:gd name="T0" fmla="*/ 26 w 27"/>
                  <a:gd name="T1" fmla="*/ 17 h 22"/>
                  <a:gd name="T2" fmla="*/ 27 w 27"/>
                  <a:gd name="T3" fmla="*/ 12 h 22"/>
                  <a:gd name="T4" fmla="*/ 19 w 27"/>
                  <a:gd name="T5" fmla="*/ 2 h 22"/>
                  <a:gd name="T6" fmla="*/ 15 w 27"/>
                  <a:gd name="T7" fmla="*/ 2 h 22"/>
                  <a:gd name="T8" fmla="*/ 7 w 27"/>
                  <a:gd name="T9" fmla="*/ 0 h 22"/>
                  <a:gd name="T10" fmla="*/ 3 w 27"/>
                  <a:gd name="T11" fmla="*/ 0 h 22"/>
                  <a:gd name="T12" fmla="*/ 2 w 27"/>
                  <a:gd name="T13" fmla="*/ 3 h 22"/>
                  <a:gd name="T14" fmla="*/ 4 w 27"/>
                  <a:gd name="T15" fmla="*/ 10 h 22"/>
                  <a:gd name="T16" fmla="*/ 9 w 27"/>
                  <a:gd name="T17" fmla="*/ 9 h 22"/>
                  <a:gd name="T18" fmla="*/ 12 w 27"/>
                  <a:gd name="T19" fmla="*/ 12 h 22"/>
                  <a:gd name="T20" fmla="*/ 18 w 27"/>
                  <a:gd name="T21" fmla="*/ 17 h 22"/>
                  <a:gd name="T22" fmla="*/ 23 w 27"/>
                  <a:gd name="T23" fmla="*/ 22 h 22"/>
                  <a:gd name="T24" fmla="*/ 25 w 27"/>
                  <a:gd name="T25" fmla="*/ 22 h 22"/>
                  <a:gd name="T26" fmla="*/ 26 w 27"/>
                  <a:gd name="T27"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2">
                    <a:moveTo>
                      <a:pt x="26" y="17"/>
                    </a:moveTo>
                    <a:cubicBezTo>
                      <a:pt x="25" y="16"/>
                      <a:pt x="26" y="14"/>
                      <a:pt x="27" y="12"/>
                    </a:cubicBezTo>
                    <a:cubicBezTo>
                      <a:pt x="24" y="9"/>
                      <a:pt x="21" y="5"/>
                      <a:pt x="19" y="2"/>
                    </a:cubicBezTo>
                    <a:cubicBezTo>
                      <a:pt x="17" y="2"/>
                      <a:pt x="16" y="2"/>
                      <a:pt x="15" y="2"/>
                    </a:cubicBezTo>
                    <a:cubicBezTo>
                      <a:pt x="13" y="0"/>
                      <a:pt x="9" y="1"/>
                      <a:pt x="7" y="0"/>
                    </a:cubicBezTo>
                    <a:cubicBezTo>
                      <a:pt x="6" y="0"/>
                      <a:pt x="4" y="0"/>
                      <a:pt x="3" y="0"/>
                    </a:cubicBezTo>
                    <a:cubicBezTo>
                      <a:pt x="3" y="2"/>
                      <a:pt x="3" y="3"/>
                      <a:pt x="2" y="3"/>
                    </a:cubicBezTo>
                    <a:cubicBezTo>
                      <a:pt x="0" y="4"/>
                      <a:pt x="0" y="9"/>
                      <a:pt x="4" y="10"/>
                    </a:cubicBezTo>
                    <a:cubicBezTo>
                      <a:pt x="8" y="12"/>
                      <a:pt x="7" y="9"/>
                      <a:pt x="9" y="9"/>
                    </a:cubicBezTo>
                    <a:cubicBezTo>
                      <a:pt x="11" y="9"/>
                      <a:pt x="11" y="12"/>
                      <a:pt x="12" y="12"/>
                    </a:cubicBezTo>
                    <a:cubicBezTo>
                      <a:pt x="14" y="12"/>
                      <a:pt x="18" y="15"/>
                      <a:pt x="18" y="17"/>
                    </a:cubicBezTo>
                    <a:cubicBezTo>
                      <a:pt x="18" y="20"/>
                      <a:pt x="20" y="22"/>
                      <a:pt x="23" y="22"/>
                    </a:cubicBezTo>
                    <a:cubicBezTo>
                      <a:pt x="23" y="22"/>
                      <a:pt x="24" y="22"/>
                      <a:pt x="25" y="22"/>
                    </a:cubicBezTo>
                    <a:cubicBezTo>
                      <a:pt x="25" y="20"/>
                      <a:pt x="26" y="18"/>
                      <a:pt x="26" y="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13">
                <a:extLst>
                  <a:ext uri="{FF2B5EF4-FFF2-40B4-BE49-F238E27FC236}">
                    <a16:creationId xmlns:a16="http://schemas.microsoft.com/office/drawing/2014/main" id="{E11AF6E2-AF0F-4D82-B08F-14B9C0B30AD6}"/>
                  </a:ext>
                </a:extLst>
              </p:cNvPr>
              <p:cNvSpPr>
                <a:spLocks/>
              </p:cNvSpPr>
              <p:nvPr/>
            </p:nvSpPr>
            <p:spPr bwMode="auto">
              <a:xfrm>
                <a:off x="3371383" y="3906608"/>
                <a:ext cx="109161" cy="50189"/>
              </a:xfrm>
              <a:custGeom>
                <a:avLst/>
                <a:gdLst>
                  <a:gd name="T0" fmla="*/ 42 w 47"/>
                  <a:gd name="T1" fmla="*/ 6 h 22"/>
                  <a:gd name="T2" fmla="*/ 30 w 47"/>
                  <a:gd name="T3" fmla="*/ 1 h 22"/>
                  <a:gd name="T4" fmla="*/ 19 w 47"/>
                  <a:gd name="T5" fmla="*/ 5 h 22"/>
                  <a:gd name="T6" fmla="*/ 6 w 47"/>
                  <a:gd name="T7" fmla="*/ 5 h 22"/>
                  <a:gd name="T8" fmla="*/ 2 w 47"/>
                  <a:gd name="T9" fmla="*/ 1 h 22"/>
                  <a:gd name="T10" fmla="*/ 1 w 47"/>
                  <a:gd name="T11" fmla="*/ 6 h 22"/>
                  <a:gd name="T12" fmla="*/ 0 w 47"/>
                  <a:gd name="T13" fmla="*/ 11 h 22"/>
                  <a:gd name="T14" fmla="*/ 10 w 47"/>
                  <a:gd name="T15" fmla="*/ 15 h 22"/>
                  <a:gd name="T16" fmla="*/ 16 w 47"/>
                  <a:gd name="T17" fmla="*/ 19 h 22"/>
                  <a:gd name="T18" fmla="*/ 22 w 47"/>
                  <a:gd name="T19" fmla="*/ 18 h 22"/>
                  <a:gd name="T20" fmla="*/ 20 w 47"/>
                  <a:gd name="T21" fmla="*/ 13 h 22"/>
                  <a:gd name="T22" fmla="*/ 24 w 47"/>
                  <a:gd name="T23" fmla="*/ 9 h 22"/>
                  <a:gd name="T24" fmla="*/ 33 w 47"/>
                  <a:gd name="T25" fmla="*/ 6 h 22"/>
                  <a:gd name="T26" fmla="*/ 35 w 47"/>
                  <a:gd name="T27" fmla="*/ 12 h 22"/>
                  <a:gd name="T28" fmla="*/ 40 w 47"/>
                  <a:gd name="T29" fmla="*/ 20 h 22"/>
                  <a:gd name="T30" fmla="*/ 46 w 47"/>
                  <a:gd name="T31" fmla="*/ 15 h 22"/>
                  <a:gd name="T32" fmla="*/ 47 w 47"/>
                  <a:gd name="T33" fmla="*/ 13 h 22"/>
                  <a:gd name="T34" fmla="*/ 42 w 47"/>
                  <a:gd name="T35" fmla="*/ 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 h="22">
                    <a:moveTo>
                      <a:pt x="42" y="6"/>
                    </a:moveTo>
                    <a:cubicBezTo>
                      <a:pt x="39" y="2"/>
                      <a:pt x="34" y="2"/>
                      <a:pt x="30" y="1"/>
                    </a:cubicBezTo>
                    <a:cubicBezTo>
                      <a:pt x="27" y="0"/>
                      <a:pt x="23" y="1"/>
                      <a:pt x="19" y="5"/>
                    </a:cubicBezTo>
                    <a:cubicBezTo>
                      <a:pt x="15" y="9"/>
                      <a:pt x="10" y="7"/>
                      <a:pt x="6" y="5"/>
                    </a:cubicBezTo>
                    <a:cubicBezTo>
                      <a:pt x="5" y="4"/>
                      <a:pt x="4" y="3"/>
                      <a:pt x="2" y="1"/>
                    </a:cubicBezTo>
                    <a:cubicBezTo>
                      <a:pt x="1" y="3"/>
                      <a:pt x="0" y="5"/>
                      <a:pt x="1" y="6"/>
                    </a:cubicBezTo>
                    <a:cubicBezTo>
                      <a:pt x="1" y="7"/>
                      <a:pt x="0" y="9"/>
                      <a:pt x="0" y="11"/>
                    </a:cubicBezTo>
                    <a:cubicBezTo>
                      <a:pt x="3" y="11"/>
                      <a:pt x="8" y="13"/>
                      <a:pt x="10" y="15"/>
                    </a:cubicBezTo>
                    <a:cubicBezTo>
                      <a:pt x="13" y="19"/>
                      <a:pt x="14" y="16"/>
                      <a:pt x="16" y="19"/>
                    </a:cubicBezTo>
                    <a:cubicBezTo>
                      <a:pt x="18" y="22"/>
                      <a:pt x="21" y="20"/>
                      <a:pt x="22" y="18"/>
                    </a:cubicBezTo>
                    <a:cubicBezTo>
                      <a:pt x="23" y="16"/>
                      <a:pt x="20" y="15"/>
                      <a:pt x="20" y="13"/>
                    </a:cubicBezTo>
                    <a:cubicBezTo>
                      <a:pt x="19" y="11"/>
                      <a:pt x="23" y="12"/>
                      <a:pt x="24" y="9"/>
                    </a:cubicBezTo>
                    <a:cubicBezTo>
                      <a:pt x="25" y="7"/>
                      <a:pt x="31" y="5"/>
                      <a:pt x="33" y="6"/>
                    </a:cubicBezTo>
                    <a:cubicBezTo>
                      <a:pt x="36" y="8"/>
                      <a:pt x="38" y="9"/>
                      <a:pt x="35" y="12"/>
                    </a:cubicBezTo>
                    <a:cubicBezTo>
                      <a:pt x="34" y="14"/>
                      <a:pt x="37" y="18"/>
                      <a:pt x="40" y="20"/>
                    </a:cubicBezTo>
                    <a:cubicBezTo>
                      <a:pt x="42" y="18"/>
                      <a:pt x="45" y="16"/>
                      <a:pt x="46" y="15"/>
                    </a:cubicBezTo>
                    <a:cubicBezTo>
                      <a:pt x="46" y="15"/>
                      <a:pt x="46" y="14"/>
                      <a:pt x="47" y="13"/>
                    </a:cubicBezTo>
                    <a:cubicBezTo>
                      <a:pt x="45" y="12"/>
                      <a:pt x="44" y="9"/>
                      <a:pt x="42"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14">
                <a:extLst>
                  <a:ext uri="{FF2B5EF4-FFF2-40B4-BE49-F238E27FC236}">
                    <a16:creationId xmlns:a16="http://schemas.microsoft.com/office/drawing/2014/main" id="{78F346BA-FA7E-4DF8-ACE9-939A3B8FCAB3}"/>
                  </a:ext>
                </a:extLst>
              </p:cNvPr>
              <p:cNvSpPr>
                <a:spLocks/>
              </p:cNvSpPr>
              <p:nvPr/>
            </p:nvSpPr>
            <p:spPr bwMode="auto">
              <a:xfrm>
                <a:off x="3445411" y="3851400"/>
                <a:ext cx="220832" cy="316191"/>
              </a:xfrm>
              <a:custGeom>
                <a:avLst/>
                <a:gdLst>
                  <a:gd name="T0" fmla="*/ 15 w 96"/>
                  <a:gd name="T1" fmla="*/ 100 h 137"/>
                  <a:gd name="T2" fmla="*/ 21 w 96"/>
                  <a:gd name="T3" fmla="*/ 100 h 137"/>
                  <a:gd name="T4" fmla="*/ 26 w 96"/>
                  <a:gd name="T5" fmla="*/ 105 h 137"/>
                  <a:gd name="T6" fmla="*/ 27 w 96"/>
                  <a:gd name="T7" fmla="*/ 105 h 137"/>
                  <a:gd name="T8" fmla="*/ 34 w 96"/>
                  <a:gd name="T9" fmla="*/ 105 h 137"/>
                  <a:gd name="T10" fmla="*/ 39 w 96"/>
                  <a:gd name="T11" fmla="*/ 112 h 137"/>
                  <a:gd name="T12" fmla="*/ 44 w 96"/>
                  <a:gd name="T13" fmla="*/ 117 h 137"/>
                  <a:gd name="T14" fmla="*/ 47 w 96"/>
                  <a:gd name="T15" fmla="*/ 122 h 137"/>
                  <a:gd name="T16" fmla="*/ 56 w 96"/>
                  <a:gd name="T17" fmla="*/ 123 h 137"/>
                  <a:gd name="T18" fmla="*/ 61 w 96"/>
                  <a:gd name="T19" fmla="*/ 122 h 137"/>
                  <a:gd name="T20" fmla="*/ 66 w 96"/>
                  <a:gd name="T21" fmla="*/ 122 h 137"/>
                  <a:gd name="T22" fmla="*/ 72 w 96"/>
                  <a:gd name="T23" fmla="*/ 127 h 137"/>
                  <a:gd name="T24" fmla="*/ 68 w 96"/>
                  <a:gd name="T25" fmla="*/ 133 h 137"/>
                  <a:gd name="T26" fmla="*/ 72 w 96"/>
                  <a:gd name="T27" fmla="*/ 137 h 137"/>
                  <a:gd name="T28" fmla="*/ 73 w 96"/>
                  <a:gd name="T29" fmla="*/ 137 h 137"/>
                  <a:gd name="T30" fmla="*/ 76 w 96"/>
                  <a:gd name="T31" fmla="*/ 126 h 137"/>
                  <a:gd name="T32" fmla="*/ 78 w 96"/>
                  <a:gd name="T33" fmla="*/ 115 h 137"/>
                  <a:gd name="T34" fmla="*/ 72 w 96"/>
                  <a:gd name="T35" fmla="*/ 102 h 137"/>
                  <a:gd name="T36" fmla="*/ 78 w 96"/>
                  <a:gd name="T37" fmla="*/ 98 h 137"/>
                  <a:gd name="T38" fmla="*/ 76 w 96"/>
                  <a:gd name="T39" fmla="*/ 95 h 137"/>
                  <a:gd name="T40" fmla="*/ 74 w 96"/>
                  <a:gd name="T41" fmla="*/ 90 h 137"/>
                  <a:gd name="T42" fmla="*/ 86 w 96"/>
                  <a:gd name="T43" fmla="*/ 89 h 137"/>
                  <a:gd name="T44" fmla="*/ 95 w 96"/>
                  <a:gd name="T45" fmla="*/ 86 h 137"/>
                  <a:gd name="T46" fmla="*/ 94 w 96"/>
                  <a:gd name="T47" fmla="*/ 82 h 137"/>
                  <a:gd name="T48" fmla="*/ 94 w 96"/>
                  <a:gd name="T49" fmla="*/ 76 h 137"/>
                  <a:gd name="T50" fmla="*/ 91 w 96"/>
                  <a:gd name="T51" fmla="*/ 70 h 137"/>
                  <a:gd name="T52" fmla="*/ 93 w 96"/>
                  <a:gd name="T53" fmla="*/ 55 h 137"/>
                  <a:gd name="T54" fmla="*/ 84 w 96"/>
                  <a:gd name="T55" fmla="*/ 53 h 137"/>
                  <a:gd name="T56" fmla="*/ 72 w 96"/>
                  <a:gd name="T57" fmla="*/ 48 h 137"/>
                  <a:gd name="T58" fmla="*/ 59 w 96"/>
                  <a:gd name="T59" fmla="*/ 47 h 137"/>
                  <a:gd name="T60" fmla="*/ 53 w 96"/>
                  <a:gd name="T61" fmla="*/ 36 h 137"/>
                  <a:gd name="T62" fmla="*/ 50 w 96"/>
                  <a:gd name="T63" fmla="*/ 31 h 137"/>
                  <a:gd name="T64" fmla="*/ 46 w 96"/>
                  <a:gd name="T65" fmla="*/ 29 h 137"/>
                  <a:gd name="T66" fmla="*/ 47 w 96"/>
                  <a:gd name="T67" fmla="*/ 25 h 137"/>
                  <a:gd name="T68" fmla="*/ 48 w 96"/>
                  <a:gd name="T69" fmla="*/ 19 h 137"/>
                  <a:gd name="T70" fmla="*/ 55 w 96"/>
                  <a:gd name="T71" fmla="*/ 10 h 137"/>
                  <a:gd name="T72" fmla="*/ 58 w 96"/>
                  <a:gd name="T73" fmla="*/ 9 h 137"/>
                  <a:gd name="T74" fmla="*/ 60 w 96"/>
                  <a:gd name="T75" fmla="*/ 7 h 137"/>
                  <a:gd name="T76" fmla="*/ 62 w 96"/>
                  <a:gd name="T77" fmla="*/ 2 h 137"/>
                  <a:gd name="T78" fmla="*/ 53 w 96"/>
                  <a:gd name="T79" fmla="*/ 6 h 137"/>
                  <a:gd name="T80" fmla="*/ 46 w 96"/>
                  <a:gd name="T81" fmla="*/ 11 h 137"/>
                  <a:gd name="T82" fmla="*/ 38 w 96"/>
                  <a:gd name="T83" fmla="*/ 13 h 137"/>
                  <a:gd name="T84" fmla="*/ 35 w 96"/>
                  <a:gd name="T85" fmla="*/ 12 h 137"/>
                  <a:gd name="T86" fmla="*/ 27 w 96"/>
                  <a:gd name="T87" fmla="*/ 19 h 137"/>
                  <a:gd name="T88" fmla="*/ 24 w 96"/>
                  <a:gd name="T89" fmla="*/ 27 h 137"/>
                  <a:gd name="T90" fmla="*/ 16 w 96"/>
                  <a:gd name="T91" fmla="*/ 36 h 137"/>
                  <a:gd name="T92" fmla="*/ 15 w 96"/>
                  <a:gd name="T93" fmla="*/ 37 h 137"/>
                  <a:gd name="T94" fmla="*/ 14 w 96"/>
                  <a:gd name="T95" fmla="*/ 39 h 137"/>
                  <a:gd name="T96" fmla="*/ 8 w 96"/>
                  <a:gd name="T97" fmla="*/ 44 h 137"/>
                  <a:gd name="T98" fmla="*/ 11 w 96"/>
                  <a:gd name="T99" fmla="*/ 47 h 137"/>
                  <a:gd name="T100" fmla="*/ 12 w 96"/>
                  <a:gd name="T101" fmla="*/ 53 h 137"/>
                  <a:gd name="T102" fmla="*/ 12 w 96"/>
                  <a:gd name="T103" fmla="*/ 58 h 137"/>
                  <a:gd name="T104" fmla="*/ 14 w 96"/>
                  <a:gd name="T105" fmla="*/ 70 h 137"/>
                  <a:gd name="T106" fmla="*/ 12 w 96"/>
                  <a:gd name="T107" fmla="*/ 77 h 137"/>
                  <a:gd name="T108" fmla="*/ 5 w 96"/>
                  <a:gd name="T109" fmla="*/ 82 h 137"/>
                  <a:gd name="T110" fmla="*/ 1 w 96"/>
                  <a:gd name="T111" fmla="*/ 88 h 137"/>
                  <a:gd name="T112" fmla="*/ 0 w 96"/>
                  <a:gd name="T113" fmla="*/ 91 h 137"/>
                  <a:gd name="T114" fmla="*/ 10 w 96"/>
                  <a:gd name="T115" fmla="*/ 96 h 137"/>
                  <a:gd name="T116" fmla="*/ 15 w 96"/>
                  <a:gd name="T117" fmla="*/ 100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6" h="137">
                    <a:moveTo>
                      <a:pt x="15" y="100"/>
                    </a:moveTo>
                    <a:cubicBezTo>
                      <a:pt x="17" y="102"/>
                      <a:pt x="20" y="101"/>
                      <a:pt x="21" y="100"/>
                    </a:cubicBezTo>
                    <a:cubicBezTo>
                      <a:pt x="21" y="99"/>
                      <a:pt x="23" y="101"/>
                      <a:pt x="26" y="105"/>
                    </a:cubicBezTo>
                    <a:cubicBezTo>
                      <a:pt x="27" y="105"/>
                      <a:pt x="27" y="105"/>
                      <a:pt x="27" y="105"/>
                    </a:cubicBezTo>
                    <a:cubicBezTo>
                      <a:pt x="29" y="105"/>
                      <a:pt x="32" y="104"/>
                      <a:pt x="34" y="105"/>
                    </a:cubicBezTo>
                    <a:cubicBezTo>
                      <a:pt x="36" y="106"/>
                      <a:pt x="35" y="111"/>
                      <a:pt x="39" y="112"/>
                    </a:cubicBezTo>
                    <a:cubicBezTo>
                      <a:pt x="42" y="112"/>
                      <a:pt x="44" y="115"/>
                      <a:pt x="44" y="117"/>
                    </a:cubicBezTo>
                    <a:cubicBezTo>
                      <a:pt x="43" y="118"/>
                      <a:pt x="47" y="119"/>
                      <a:pt x="47" y="122"/>
                    </a:cubicBezTo>
                    <a:cubicBezTo>
                      <a:pt x="46" y="124"/>
                      <a:pt x="55" y="124"/>
                      <a:pt x="56" y="123"/>
                    </a:cubicBezTo>
                    <a:cubicBezTo>
                      <a:pt x="57" y="122"/>
                      <a:pt x="59" y="121"/>
                      <a:pt x="61" y="122"/>
                    </a:cubicBezTo>
                    <a:cubicBezTo>
                      <a:pt x="62" y="123"/>
                      <a:pt x="65" y="121"/>
                      <a:pt x="66" y="122"/>
                    </a:cubicBezTo>
                    <a:cubicBezTo>
                      <a:pt x="67" y="122"/>
                      <a:pt x="73" y="125"/>
                      <a:pt x="72" y="127"/>
                    </a:cubicBezTo>
                    <a:cubicBezTo>
                      <a:pt x="71" y="129"/>
                      <a:pt x="67" y="132"/>
                      <a:pt x="68" y="133"/>
                    </a:cubicBezTo>
                    <a:cubicBezTo>
                      <a:pt x="68" y="135"/>
                      <a:pt x="71" y="136"/>
                      <a:pt x="72" y="137"/>
                    </a:cubicBezTo>
                    <a:cubicBezTo>
                      <a:pt x="73" y="137"/>
                      <a:pt x="73" y="137"/>
                      <a:pt x="73" y="137"/>
                    </a:cubicBezTo>
                    <a:cubicBezTo>
                      <a:pt x="75" y="137"/>
                      <a:pt x="76" y="129"/>
                      <a:pt x="76" y="126"/>
                    </a:cubicBezTo>
                    <a:cubicBezTo>
                      <a:pt x="76" y="124"/>
                      <a:pt x="77" y="118"/>
                      <a:pt x="78" y="115"/>
                    </a:cubicBezTo>
                    <a:cubicBezTo>
                      <a:pt x="79" y="111"/>
                      <a:pt x="72" y="107"/>
                      <a:pt x="72" y="102"/>
                    </a:cubicBezTo>
                    <a:cubicBezTo>
                      <a:pt x="72" y="97"/>
                      <a:pt x="75" y="100"/>
                      <a:pt x="78" y="98"/>
                    </a:cubicBezTo>
                    <a:cubicBezTo>
                      <a:pt x="81" y="96"/>
                      <a:pt x="78" y="95"/>
                      <a:pt x="76" y="95"/>
                    </a:cubicBezTo>
                    <a:cubicBezTo>
                      <a:pt x="75" y="94"/>
                      <a:pt x="74" y="92"/>
                      <a:pt x="74" y="90"/>
                    </a:cubicBezTo>
                    <a:cubicBezTo>
                      <a:pt x="75" y="89"/>
                      <a:pt x="83" y="89"/>
                      <a:pt x="86" y="89"/>
                    </a:cubicBezTo>
                    <a:cubicBezTo>
                      <a:pt x="89" y="89"/>
                      <a:pt x="95" y="87"/>
                      <a:pt x="95" y="86"/>
                    </a:cubicBezTo>
                    <a:cubicBezTo>
                      <a:pt x="95" y="86"/>
                      <a:pt x="96" y="84"/>
                      <a:pt x="94" y="82"/>
                    </a:cubicBezTo>
                    <a:cubicBezTo>
                      <a:pt x="92" y="81"/>
                      <a:pt x="92" y="78"/>
                      <a:pt x="94" y="76"/>
                    </a:cubicBezTo>
                    <a:cubicBezTo>
                      <a:pt x="96" y="74"/>
                      <a:pt x="93" y="72"/>
                      <a:pt x="91" y="70"/>
                    </a:cubicBezTo>
                    <a:cubicBezTo>
                      <a:pt x="89" y="68"/>
                      <a:pt x="91" y="59"/>
                      <a:pt x="93" y="55"/>
                    </a:cubicBezTo>
                    <a:cubicBezTo>
                      <a:pt x="95" y="51"/>
                      <a:pt x="88" y="52"/>
                      <a:pt x="84" y="53"/>
                    </a:cubicBezTo>
                    <a:cubicBezTo>
                      <a:pt x="79" y="53"/>
                      <a:pt x="75" y="52"/>
                      <a:pt x="72" y="48"/>
                    </a:cubicBezTo>
                    <a:cubicBezTo>
                      <a:pt x="69" y="44"/>
                      <a:pt x="65" y="47"/>
                      <a:pt x="59" y="47"/>
                    </a:cubicBezTo>
                    <a:cubicBezTo>
                      <a:pt x="52" y="47"/>
                      <a:pt x="53" y="39"/>
                      <a:pt x="53" y="36"/>
                    </a:cubicBezTo>
                    <a:cubicBezTo>
                      <a:pt x="54" y="33"/>
                      <a:pt x="50" y="33"/>
                      <a:pt x="50" y="31"/>
                    </a:cubicBezTo>
                    <a:cubicBezTo>
                      <a:pt x="50" y="29"/>
                      <a:pt x="48" y="29"/>
                      <a:pt x="46" y="29"/>
                    </a:cubicBezTo>
                    <a:cubicBezTo>
                      <a:pt x="44" y="29"/>
                      <a:pt x="46" y="27"/>
                      <a:pt x="47" y="25"/>
                    </a:cubicBezTo>
                    <a:cubicBezTo>
                      <a:pt x="48" y="24"/>
                      <a:pt x="48" y="23"/>
                      <a:pt x="48" y="19"/>
                    </a:cubicBezTo>
                    <a:cubicBezTo>
                      <a:pt x="49" y="16"/>
                      <a:pt x="53" y="13"/>
                      <a:pt x="55" y="10"/>
                    </a:cubicBezTo>
                    <a:cubicBezTo>
                      <a:pt x="56" y="9"/>
                      <a:pt x="57" y="9"/>
                      <a:pt x="58" y="9"/>
                    </a:cubicBezTo>
                    <a:cubicBezTo>
                      <a:pt x="58" y="8"/>
                      <a:pt x="59" y="7"/>
                      <a:pt x="60" y="7"/>
                    </a:cubicBezTo>
                    <a:cubicBezTo>
                      <a:pt x="63" y="6"/>
                      <a:pt x="65" y="4"/>
                      <a:pt x="62" y="2"/>
                    </a:cubicBezTo>
                    <a:cubicBezTo>
                      <a:pt x="58" y="0"/>
                      <a:pt x="57" y="6"/>
                      <a:pt x="53" y="6"/>
                    </a:cubicBezTo>
                    <a:cubicBezTo>
                      <a:pt x="49" y="7"/>
                      <a:pt x="48" y="9"/>
                      <a:pt x="46" y="11"/>
                    </a:cubicBezTo>
                    <a:cubicBezTo>
                      <a:pt x="43" y="12"/>
                      <a:pt x="39" y="11"/>
                      <a:pt x="38" y="13"/>
                    </a:cubicBezTo>
                    <a:cubicBezTo>
                      <a:pt x="38" y="15"/>
                      <a:pt x="37" y="13"/>
                      <a:pt x="35" y="12"/>
                    </a:cubicBezTo>
                    <a:cubicBezTo>
                      <a:pt x="33" y="12"/>
                      <a:pt x="27" y="17"/>
                      <a:pt x="27" y="19"/>
                    </a:cubicBezTo>
                    <a:cubicBezTo>
                      <a:pt x="27" y="22"/>
                      <a:pt x="28" y="24"/>
                      <a:pt x="24" y="27"/>
                    </a:cubicBezTo>
                    <a:cubicBezTo>
                      <a:pt x="20" y="29"/>
                      <a:pt x="18" y="34"/>
                      <a:pt x="16" y="36"/>
                    </a:cubicBezTo>
                    <a:cubicBezTo>
                      <a:pt x="16" y="37"/>
                      <a:pt x="15" y="37"/>
                      <a:pt x="15" y="37"/>
                    </a:cubicBezTo>
                    <a:cubicBezTo>
                      <a:pt x="14" y="38"/>
                      <a:pt x="14" y="39"/>
                      <a:pt x="14" y="39"/>
                    </a:cubicBezTo>
                    <a:cubicBezTo>
                      <a:pt x="13" y="40"/>
                      <a:pt x="10" y="42"/>
                      <a:pt x="8" y="44"/>
                    </a:cubicBezTo>
                    <a:cubicBezTo>
                      <a:pt x="9" y="45"/>
                      <a:pt x="10" y="46"/>
                      <a:pt x="11" y="47"/>
                    </a:cubicBezTo>
                    <a:cubicBezTo>
                      <a:pt x="13" y="50"/>
                      <a:pt x="12" y="52"/>
                      <a:pt x="12" y="53"/>
                    </a:cubicBezTo>
                    <a:cubicBezTo>
                      <a:pt x="13" y="55"/>
                      <a:pt x="14" y="57"/>
                      <a:pt x="12" y="58"/>
                    </a:cubicBezTo>
                    <a:cubicBezTo>
                      <a:pt x="11" y="58"/>
                      <a:pt x="12" y="68"/>
                      <a:pt x="14" y="70"/>
                    </a:cubicBezTo>
                    <a:cubicBezTo>
                      <a:pt x="15" y="72"/>
                      <a:pt x="14" y="73"/>
                      <a:pt x="12" y="77"/>
                    </a:cubicBezTo>
                    <a:cubicBezTo>
                      <a:pt x="10" y="81"/>
                      <a:pt x="9" y="82"/>
                      <a:pt x="5" y="82"/>
                    </a:cubicBezTo>
                    <a:cubicBezTo>
                      <a:pt x="2" y="83"/>
                      <a:pt x="2" y="88"/>
                      <a:pt x="1" y="88"/>
                    </a:cubicBezTo>
                    <a:cubicBezTo>
                      <a:pt x="0" y="88"/>
                      <a:pt x="0" y="89"/>
                      <a:pt x="0" y="91"/>
                    </a:cubicBezTo>
                    <a:cubicBezTo>
                      <a:pt x="3" y="93"/>
                      <a:pt x="8" y="96"/>
                      <a:pt x="10" y="96"/>
                    </a:cubicBezTo>
                    <a:cubicBezTo>
                      <a:pt x="11" y="96"/>
                      <a:pt x="12" y="99"/>
                      <a:pt x="15" y="10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15">
                <a:extLst>
                  <a:ext uri="{FF2B5EF4-FFF2-40B4-BE49-F238E27FC236}">
                    <a16:creationId xmlns:a16="http://schemas.microsoft.com/office/drawing/2014/main" id="{51396BE7-D131-40D1-A7E9-8BA8F52C49DC}"/>
                  </a:ext>
                </a:extLst>
              </p:cNvPr>
              <p:cNvSpPr>
                <a:spLocks/>
              </p:cNvSpPr>
              <p:nvPr/>
            </p:nvSpPr>
            <p:spPr bwMode="auto">
              <a:xfrm>
                <a:off x="3618564" y="4270479"/>
                <a:ext cx="228360" cy="258473"/>
              </a:xfrm>
              <a:custGeom>
                <a:avLst/>
                <a:gdLst>
                  <a:gd name="T0" fmla="*/ 98 w 99"/>
                  <a:gd name="T1" fmla="*/ 67 h 112"/>
                  <a:gd name="T2" fmla="*/ 93 w 99"/>
                  <a:gd name="T3" fmla="*/ 59 h 112"/>
                  <a:gd name="T4" fmla="*/ 86 w 99"/>
                  <a:gd name="T5" fmla="*/ 55 h 112"/>
                  <a:gd name="T6" fmla="*/ 78 w 99"/>
                  <a:gd name="T7" fmla="*/ 51 h 112"/>
                  <a:gd name="T8" fmla="*/ 77 w 99"/>
                  <a:gd name="T9" fmla="*/ 44 h 112"/>
                  <a:gd name="T10" fmla="*/ 76 w 99"/>
                  <a:gd name="T11" fmla="*/ 38 h 112"/>
                  <a:gd name="T12" fmla="*/ 72 w 99"/>
                  <a:gd name="T13" fmla="*/ 33 h 112"/>
                  <a:gd name="T14" fmla="*/ 64 w 99"/>
                  <a:gd name="T15" fmla="*/ 31 h 112"/>
                  <a:gd name="T16" fmla="*/ 57 w 99"/>
                  <a:gd name="T17" fmla="*/ 28 h 112"/>
                  <a:gd name="T18" fmla="*/ 54 w 99"/>
                  <a:gd name="T19" fmla="*/ 25 h 112"/>
                  <a:gd name="T20" fmla="*/ 48 w 99"/>
                  <a:gd name="T21" fmla="*/ 24 h 112"/>
                  <a:gd name="T22" fmla="*/ 38 w 99"/>
                  <a:gd name="T23" fmla="*/ 18 h 112"/>
                  <a:gd name="T24" fmla="*/ 36 w 99"/>
                  <a:gd name="T25" fmla="*/ 2 h 112"/>
                  <a:gd name="T26" fmla="*/ 28 w 99"/>
                  <a:gd name="T27" fmla="*/ 2 h 112"/>
                  <a:gd name="T28" fmla="*/ 19 w 99"/>
                  <a:gd name="T29" fmla="*/ 6 h 112"/>
                  <a:gd name="T30" fmla="*/ 12 w 99"/>
                  <a:gd name="T31" fmla="*/ 10 h 112"/>
                  <a:gd name="T32" fmla="*/ 5 w 99"/>
                  <a:gd name="T33" fmla="*/ 11 h 112"/>
                  <a:gd name="T34" fmla="*/ 2 w 99"/>
                  <a:gd name="T35" fmla="*/ 11 h 112"/>
                  <a:gd name="T36" fmla="*/ 8 w 99"/>
                  <a:gd name="T37" fmla="*/ 22 h 112"/>
                  <a:gd name="T38" fmla="*/ 6 w 99"/>
                  <a:gd name="T39" fmla="*/ 26 h 112"/>
                  <a:gd name="T40" fmla="*/ 6 w 99"/>
                  <a:gd name="T41" fmla="*/ 38 h 112"/>
                  <a:gd name="T42" fmla="*/ 4 w 99"/>
                  <a:gd name="T43" fmla="*/ 44 h 112"/>
                  <a:gd name="T44" fmla="*/ 3 w 99"/>
                  <a:gd name="T45" fmla="*/ 51 h 112"/>
                  <a:gd name="T46" fmla="*/ 6 w 99"/>
                  <a:gd name="T47" fmla="*/ 55 h 112"/>
                  <a:gd name="T48" fmla="*/ 1 w 99"/>
                  <a:gd name="T49" fmla="*/ 61 h 112"/>
                  <a:gd name="T50" fmla="*/ 1 w 99"/>
                  <a:gd name="T51" fmla="*/ 65 h 112"/>
                  <a:gd name="T52" fmla="*/ 4 w 99"/>
                  <a:gd name="T53" fmla="*/ 69 h 112"/>
                  <a:gd name="T54" fmla="*/ 6 w 99"/>
                  <a:gd name="T55" fmla="*/ 77 h 112"/>
                  <a:gd name="T56" fmla="*/ 9 w 99"/>
                  <a:gd name="T57" fmla="*/ 82 h 112"/>
                  <a:gd name="T58" fmla="*/ 8 w 99"/>
                  <a:gd name="T59" fmla="*/ 87 h 112"/>
                  <a:gd name="T60" fmla="*/ 10 w 99"/>
                  <a:gd name="T61" fmla="*/ 94 h 112"/>
                  <a:gd name="T62" fmla="*/ 13 w 99"/>
                  <a:gd name="T63" fmla="*/ 101 h 112"/>
                  <a:gd name="T64" fmla="*/ 15 w 99"/>
                  <a:gd name="T65" fmla="*/ 110 h 112"/>
                  <a:gd name="T66" fmla="*/ 26 w 99"/>
                  <a:gd name="T67" fmla="*/ 104 h 112"/>
                  <a:gd name="T68" fmla="*/ 33 w 99"/>
                  <a:gd name="T69" fmla="*/ 104 h 112"/>
                  <a:gd name="T70" fmla="*/ 42 w 99"/>
                  <a:gd name="T71" fmla="*/ 107 h 112"/>
                  <a:gd name="T72" fmla="*/ 47 w 99"/>
                  <a:gd name="T73" fmla="*/ 103 h 112"/>
                  <a:gd name="T74" fmla="*/ 58 w 99"/>
                  <a:gd name="T75" fmla="*/ 103 h 112"/>
                  <a:gd name="T76" fmla="*/ 60 w 99"/>
                  <a:gd name="T77" fmla="*/ 90 h 112"/>
                  <a:gd name="T78" fmla="*/ 67 w 99"/>
                  <a:gd name="T79" fmla="*/ 83 h 112"/>
                  <a:gd name="T80" fmla="*/ 76 w 99"/>
                  <a:gd name="T81" fmla="*/ 81 h 112"/>
                  <a:gd name="T82" fmla="*/ 86 w 99"/>
                  <a:gd name="T83" fmla="*/ 80 h 112"/>
                  <a:gd name="T84" fmla="*/ 93 w 99"/>
                  <a:gd name="T85" fmla="*/ 83 h 112"/>
                  <a:gd name="T86" fmla="*/ 97 w 99"/>
                  <a:gd name="T87" fmla="*/ 77 h 112"/>
                  <a:gd name="T88" fmla="*/ 98 w 99"/>
                  <a:gd name="T89" fmla="*/ 6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9" h="112">
                    <a:moveTo>
                      <a:pt x="98" y="67"/>
                    </a:moveTo>
                    <a:cubicBezTo>
                      <a:pt x="97" y="63"/>
                      <a:pt x="93" y="63"/>
                      <a:pt x="93" y="59"/>
                    </a:cubicBezTo>
                    <a:cubicBezTo>
                      <a:pt x="93" y="55"/>
                      <a:pt x="92" y="55"/>
                      <a:pt x="86" y="55"/>
                    </a:cubicBezTo>
                    <a:cubicBezTo>
                      <a:pt x="81" y="55"/>
                      <a:pt x="78" y="54"/>
                      <a:pt x="78" y="51"/>
                    </a:cubicBezTo>
                    <a:cubicBezTo>
                      <a:pt x="77" y="48"/>
                      <a:pt x="74" y="46"/>
                      <a:pt x="77" y="44"/>
                    </a:cubicBezTo>
                    <a:cubicBezTo>
                      <a:pt x="79" y="43"/>
                      <a:pt x="75" y="41"/>
                      <a:pt x="76" y="38"/>
                    </a:cubicBezTo>
                    <a:cubicBezTo>
                      <a:pt x="76" y="35"/>
                      <a:pt x="74" y="34"/>
                      <a:pt x="72" y="33"/>
                    </a:cubicBezTo>
                    <a:cubicBezTo>
                      <a:pt x="71" y="31"/>
                      <a:pt x="64" y="33"/>
                      <a:pt x="64" y="31"/>
                    </a:cubicBezTo>
                    <a:cubicBezTo>
                      <a:pt x="64" y="28"/>
                      <a:pt x="59" y="28"/>
                      <a:pt x="57" y="28"/>
                    </a:cubicBezTo>
                    <a:cubicBezTo>
                      <a:pt x="55" y="28"/>
                      <a:pt x="56" y="25"/>
                      <a:pt x="54" y="25"/>
                    </a:cubicBezTo>
                    <a:cubicBezTo>
                      <a:pt x="51" y="25"/>
                      <a:pt x="52" y="23"/>
                      <a:pt x="48" y="24"/>
                    </a:cubicBezTo>
                    <a:cubicBezTo>
                      <a:pt x="44" y="24"/>
                      <a:pt x="42" y="22"/>
                      <a:pt x="38" y="18"/>
                    </a:cubicBezTo>
                    <a:cubicBezTo>
                      <a:pt x="35" y="13"/>
                      <a:pt x="35" y="5"/>
                      <a:pt x="36" y="2"/>
                    </a:cubicBezTo>
                    <a:cubicBezTo>
                      <a:pt x="37" y="0"/>
                      <a:pt x="31" y="2"/>
                      <a:pt x="28" y="2"/>
                    </a:cubicBezTo>
                    <a:cubicBezTo>
                      <a:pt x="25" y="2"/>
                      <a:pt x="22" y="4"/>
                      <a:pt x="19" y="6"/>
                    </a:cubicBezTo>
                    <a:cubicBezTo>
                      <a:pt x="15" y="8"/>
                      <a:pt x="13" y="8"/>
                      <a:pt x="12" y="10"/>
                    </a:cubicBezTo>
                    <a:cubicBezTo>
                      <a:pt x="10" y="11"/>
                      <a:pt x="8" y="12"/>
                      <a:pt x="5" y="11"/>
                    </a:cubicBezTo>
                    <a:cubicBezTo>
                      <a:pt x="4" y="11"/>
                      <a:pt x="3" y="11"/>
                      <a:pt x="2" y="11"/>
                    </a:cubicBezTo>
                    <a:cubicBezTo>
                      <a:pt x="4" y="14"/>
                      <a:pt x="7" y="20"/>
                      <a:pt x="8" y="22"/>
                    </a:cubicBezTo>
                    <a:cubicBezTo>
                      <a:pt x="9" y="25"/>
                      <a:pt x="7" y="25"/>
                      <a:pt x="6" y="26"/>
                    </a:cubicBezTo>
                    <a:cubicBezTo>
                      <a:pt x="5" y="27"/>
                      <a:pt x="6" y="36"/>
                      <a:pt x="6" y="38"/>
                    </a:cubicBezTo>
                    <a:cubicBezTo>
                      <a:pt x="7" y="40"/>
                      <a:pt x="3" y="43"/>
                      <a:pt x="4" y="44"/>
                    </a:cubicBezTo>
                    <a:cubicBezTo>
                      <a:pt x="6" y="46"/>
                      <a:pt x="3" y="49"/>
                      <a:pt x="3" y="51"/>
                    </a:cubicBezTo>
                    <a:cubicBezTo>
                      <a:pt x="3" y="53"/>
                      <a:pt x="6" y="53"/>
                      <a:pt x="6" y="55"/>
                    </a:cubicBezTo>
                    <a:cubicBezTo>
                      <a:pt x="6" y="57"/>
                      <a:pt x="3" y="61"/>
                      <a:pt x="1" y="61"/>
                    </a:cubicBezTo>
                    <a:cubicBezTo>
                      <a:pt x="0" y="62"/>
                      <a:pt x="0" y="63"/>
                      <a:pt x="1" y="65"/>
                    </a:cubicBezTo>
                    <a:cubicBezTo>
                      <a:pt x="1" y="65"/>
                      <a:pt x="2" y="67"/>
                      <a:pt x="4" y="69"/>
                    </a:cubicBezTo>
                    <a:cubicBezTo>
                      <a:pt x="7" y="71"/>
                      <a:pt x="4" y="74"/>
                      <a:pt x="6" y="77"/>
                    </a:cubicBezTo>
                    <a:cubicBezTo>
                      <a:pt x="8" y="80"/>
                      <a:pt x="11" y="80"/>
                      <a:pt x="9" y="82"/>
                    </a:cubicBezTo>
                    <a:cubicBezTo>
                      <a:pt x="8" y="83"/>
                      <a:pt x="9" y="86"/>
                      <a:pt x="8" y="87"/>
                    </a:cubicBezTo>
                    <a:cubicBezTo>
                      <a:pt x="6" y="89"/>
                      <a:pt x="8" y="93"/>
                      <a:pt x="10" y="94"/>
                    </a:cubicBezTo>
                    <a:cubicBezTo>
                      <a:pt x="13" y="95"/>
                      <a:pt x="11" y="99"/>
                      <a:pt x="13" y="101"/>
                    </a:cubicBezTo>
                    <a:cubicBezTo>
                      <a:pt x="15" y="104"/>
                      <a:pt x="14" y="109"/>
                      <a:pt x="15" y="110"/>
                    </a:cubicBezTo>
                    <a:cubicBezTo>
                      <a:pt x="16" y="112"/>
                      <a:pt x="22" y="108"/>
                      <a:pt x="26" y="104"/>
                    </a:cubicBezTo>
                    <a:cubicBezTo>
                      <a:pt x="30" y="100"/>
                      <a:pt x="30" y="103"/>
                      <a:pt x="33" y="104"/>
                    </a:cubicBezTo>
                    <a:cubicBezTo>
                      <a:pt x="37" y="104"/>
                      <a:pt x="41" y="104"/>
                      <a:pt x="42" y="107"/>
                    </a:cubicBezTo>
                    <a:cubicBezTo>
                      <a:pt x="44" y="111"/>
                      <a:pt x="46" y="104"/>
                      <a:pt x="47" y="103"/>
                    </a:cubicBezTo>
                    <a:cubicBezTo>
                      <a:pt x="48" y="101"/>
                      <a:pt x="57" y="103"/>
                      <a:pt x="58" y="103"/>
                    </a:cubicBezTo>
                    <a:cubicBezTo>
                      <a:pt x="59" y="102"/>
                      <a:pt x="61" y="92"/>
                      <a:pt x="60" y="90"/>
                    </a:cubicBezTo>
                    <a:cubicBezTo>
                      <a:pt x="60" y="89"/>
                      <a:pt x="64" y="85"/>
                      <a:pt x="67" y="83"/>
                    </a:cubicBezTo>
                    <a:cubicBezTo>
                      <a:pt x="69" y="81"/>
                      <a:pt x="74" y="82"/>
                      <a:pt x="76" y="81"/>
                    </a:cubicBezTo>
                    <a:cubicBezTo>
                      <a:pt x="79" y="80"/>
                      <a:pt x="82" y="80"/>
                      <a:pt x="86" y="80"/>
                    </a:cubicBezTo>
                    <a:cubicBezTo>
                      <a:pt x="89" y="80"/>
                      <a:pt x="91" y="83"/>
                      <a:pt x="93" y="83"/>
                    </a:cubicBezTo>
                    <a:cubicBezTo>
                      <a:pt x="95" y="83"/>
                      <a:pt x="97" y="80"/>
                      <a:pt x="97" y="77"/>
                    </a:cubicBezTo>
                    <a:cubicBezTo>
                      <a:pt x="96" y="75"/>
                      <a:pt x="99" y="71"/>
                      <a:pt x="98" y="6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16">
                <a:extLst>
                  <a:ext uri="{FF2B5EF4-FFF2-40B4-BE49-F238E27FC236}">
                    <a16:creationId xmlns:a16="http://schemas.microsoft.com/office/drawing/2014/main" id="{E8319A9F-CD41-4CD4-91DC-0CDBCF7F1E87}"/>
                  </a:ext>
                </a:extLst>
              </p:cNvPr>
              <p:cNvSpPr>
                <a:spLocks/>
              </p:cNvSpPr>
              <p:nvPr/>
            </p:nvSpPr>
            <p:spPr bwMode="auto">
              <a:xfrm>
                <a:off x="3398987" y="4091053"/>
                <a:ext cx="239653" cy="348814"/>
              </a:xfrm>
              <a:custGeom>
                <a:avLst/>
                <a:gdLst>
                  <a:gd name="T0" fmla="*/ 95 w 104"/>
                  <a:gd name="T1" fmla="*/ 143 h 151"/>
                  <a:gd name="T2" fmla="*/ 96 w 104"/>
                  <a:gd name="T3" fmla="*/ 143 h 151"/>
                  <a:gd name="T4" fmla="*/ 96 w 104"/>
                  <a:gd name="T5" fmla="*/ 139 h 151"/>
                  <a:gd name="T6" fmla="*/ 101 w 104"/>
                  <a:gd name="T7" fmla="*/ 133 h 151"/>
                  <a:gd name="T8" fmla="*/ 98 w 104"/>
                  <a:gd name="T9" fmla="*/ 129 h 151"/>
                  <a:gd name="T10" fmla="*/ 99 w 104"/>
                  <a:gd name="T11" fmla="*/ 122 h 151"/>
                  <a:gd name="T12" fmla="*/ 101 w 104"/>
                  <a:gd name="T13" fmla="*/ 116 h 151"/>
                  <a:gd name="T14" fmla="*/ 101 w 104"/>
                  <a:gd name="T15" fmla="*/ 104 h 151"/>
                  <a:gd name="T16" fmla="*/ 103 w 104"/>
                  <a:gd name="T17" fmla="*/ 100 h 151"/>
                  <a:gd name="T18" fmla="*/ 97 w 104"/>
                  <a:gd name="T19" fmla="*/ 89 h 151"/>
                  <a:gd name="T20" fmla="*/ 89 w 104"/>
                  <a:gd name="T21" fmla="*/ 89 h 151"/>
                  <a:gd name="T22" fmla="*/ 88 w 104"/>
                  <a:gd name="T23" fmla="*/ 79 h 151"/>
                  <a:gd name="T24" fmla="*/ 84 w 104"/>
                  <a:gd name="T25" fmla="*/ 79 h 151"/>
                  <a:gd name="T26" fmla="*/ 75 w 104"/>
                  <a:gd name="T27" fmla="*/ 81 h 151"/>
                  <a:gd name="T28" fmla="*/ 71 w 104"/>
                  <a:gd name="T29" fmla="*/ 76 h 151"/>
                  <a:gd name="T30" fmla="*/ 67 w 104"/>
                  <a:gd name="T31" fmla="*/ 73 h 151"/>
                  <a:gd name="T32" fmla="*/ 64 w 104"/>
                  <a:gd name="T33" fmla="*/ 66 h 151"/>
                  <a:gd name="T34" fmla="*/ 62 w 104"/>
                  <a:gd name="T35" fmla="*/ 59 h 151"/>
                  <a:gd name="T36" fmla="*/ 63 w 104"/>
                  <a:gd name="T37" fmla="*/ 54 h 151"/>
                  <a:gd name="T38" fmla="*/ 66 w 104"/>
                  <a:gd name="T39" fmla="*/ 50 h 151"/>
                  <a:gd name="T40" fmla="*/ 69 w 104"/>
                  <a:gd name="T41" fmla="*/ 42 h 151"/>
                  <a:gd name="T42" fmla="*/ 76 w 104"/>
                  <a:gd name="T43" fmla="*/ 37 h 151"/>
                  <a:gd name="T44" fmla="*/ 86 w 104"/>
                  <a:gd name="T45" fmla="*/ 34 h 151"/>
                  <a:gd name="T46" fmla="*/ 92 w 104"/>
                  <a:gd name="T47" fmla="*/ 33 h 151"/>
                  <a:gd name="T48" fmla="*/ 88 w 104"/>
                  <a:gd name="T49" fmla="*/ 29 h 151"/>
                  <a:gd name="T50" fmla="*/ 92 w 104"/>
                  <a:gd name="T51" fmla="*/ 23 h 151"/>
                  <a:gd name="T52" fmla="*/ 86 w 104"/>
                  <a:gd name="T53" fmla="*/ 18 h 151"/>
                  <a:gd name="T54" fmla="*/ 81 w 104"/>
                  <a:gd name="T55" fmla="*/ 18 h 151"/>
                  <a:gd name="T56" fmla="*/ 76 w 104"/>
                  <a:gd name="T57" fmla="*/ 19 h 151"/>
                  <a:gd name="T58" fmla="*/ 67 w 104"/>
                  <a:gd name="T59" fmla="*/ 18 h 151"/>
                  <a:gd name="T60" fmla="*/ 64 w 104"/>
                  <a:gd name="T61" fmla="*/ 13 h 151"/>
                  <a:gd name="T62" fmla="*/ 59 w 104"/>
                  <a:gd name="T63" fmla="*/ 8 h 151"/>
                  <a:gd name="T64" fmla="*/ 54 w 104"/>
                  <a:gd name="T65" fmla="*/ 1 h 151"/>
                  <a:gd name="T66" fmla="*/ 47 w 104"/>
                  <a:gd name="T67" fmla="*/ 1 h 151"/>
                  <a:gd name="T68" fmla="*/ 49 w 104"/>
                  <a:gd name="T69" fmla="*/ 7 h 151"/>
                  <a:gd name="T70" fmla="*/ 44 w 104"/>
                  <a:gd name="T71" fmla="*/ 15 h 151"/>
                  <a:gd name="T72" fmla="*/ 28 w 104"/>
                  <a:gd name="T73" fmla="*/ 24 h 151"/>
                  <a:gd name="T74" fmla="*/ 21 w 104"/>
                  <a:gd name="T75" fmla="*/ 36 h 151"/>
                  <a:gd name="T76" fmla="*/ 15 w 104"/>
                  <a:gd name="T77" fmla="*/ 37 h 151"/>
                  <a:gd name="T78" fmla="*/ 9 w 104"/>
                  <a:gd name="T79" fmla="*/ 35 h 151"/>
                  <a:gd name="T80" fmla="*/ 9 w 104"/>
                  <a:gd name="T81" fmla="*/ 31 h 151"/>
                  <a:gd name="T82" fmla="*/ 8 w 104"/>
                  <a:gd name="T83" fmla="*/ 27 h 151"/>
                  <a:gd name="T84" fmla="*/ 1 w 104"/>
                  <a:gd name="T85" fmla="*/ 34 h 151"/>
                  <a:gd name="T86" fmla="*/ 4 w 104"/>
                  <a:gd name="T87" fmla="*/ 45 h 151"/>
                  <a:gd name="T88" fmla="*/ 2 w 104"/>
                  <a:gd name="T89" fmla="*/ 47 h 151"/>
                  <a:gd name="T90" fmla="*/ 10 w 104"/>
                  <a:gd name="T91" fmla="*/ 54 h 151"/>
                  <a:gd name="T92" fmla="*/ 18 w 104"/>
                  <a:gd name="T93" fmla="*/ 65 h 151"/>
                  <a:gd name="T94" fmla="*/ 24 w 104"/>
                  <a:gd name="T95" fmla="*/ 77 h 151"/>
                  <a:gd name="T96" fmla="*/ 37 w 104"/>
                  <a:gd name="T97" fmla="*/ 101 h 151"/>
                  <a:gd name="T98" fmla="*/ 41 w 104"/>
                  <a:gd name="T99" fmla="*/ 111 h 151"/>
                  <a:gd name="T100" fmla="*/ 44 w 104"/>
                  <a:gd name="T101" fmla="*/ 119 h 151"/>
                  <a:gd name="T102" fmla="*/ 57 w 104"/>
                  <a:gd name="T103" fmla="*/ 128 h 151"/>
                  <a:gd name="T104" fmla="*/ 80 w 104"/>
                  <a:gd name="T105" fmla="*/ 142 h 151"/>
                  <a:gd name="T106" fmla="*/ 90 w 104"/>
                  <a:gd name="T107" fmla="*/ 149 h 151"/>
                  <a:gd name="T108" fmla="*/ 90 w 104"/>
                  <a:gd name="T109" fmla="*/ 151 h 151"/>
                  <a:gd name="T110" fmla="*/ 92 w 104"/>
                  <a:gd name="T111" fmla="*/ 149 h 151"/>
                  <a:gd name="T112" fmla="*/ 95 w 104"/>
                  <a:gd name="T113" fmla="*/ 14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4" h="151">
                    <a:moveTo>
                      <a:pt x="95" y="143"/>
                    </a:moveTo>
                    <a:cubicBezTo>
                      <a:pt x="96" y="143"/>
                      <a:pt x="96" y="143"/>
                      <a:pt x="96" y="143"/>
                    </a:cubicBezTo>
                    <a:cubicBezTo>
                      <a:pt x="95" y="141"/>
                      <a:pt x="95" y="140"/>
                      <a:pt x="96" y="139"/>
                    </a:cubicBezTo>
                    <a:cubicBezTo>
                      <a:pt x="98" y="139"/>
                      <a:pt x="101" y="135"/>
                      <a:pt x="101" y="133"/>
                    </a:cubicBezTo>
                    <a:cubicBezTo>
                      <a:pt x="101" y="131"/>
                      <a:pt x="98" y="131"/>
                      <a:pt x="98" y="129"/>
                    </a:cubicBezTo>
                    <a:cubicBezTo>
                      <a:pt x="98" y="127"/>
                      <a:pt x="101" y="124"/>
                      <a:pt x="99" y="122"/>
                    </a:cubicBezTo>
                    <a:cubicBezTo>
                      <a:pt x="98" y="121"/>
                      <a:pt x="102" y="118"/>
                      <a:pt x="101" y="116"/>
                    </a:cubicBezTo>
                    <a:cubicBezTo>
                      <a:pt x="101" y="114"/>
                      <a:pt x="100" y="105"/>
                      <a:pt x="101" y="104"/>
                    </a:cubicBezTo>
                    <a:cubicBezTo>
                      <a:pt x="102" y="103"/>
                      <a:pt x="104" y="103"/>
                      <a:pt x="103" y="100"/>
                    </a:cubicBezTo>
                    <a:cubicBezTo>
                      <a:pt x="102" y="98"/>
                      <a:pt x="99" y="92"/>
                      <a:pt x="97" y="89"/>
                    </a:cubicBezTo>
                    <a:cubicBezTo>
                      <a:pt x="95" y="88"/>
                      <a:pt x="91" y="88"/>
                      <a:pt x="89" y="89"/>
                    </a:cubicBezTo>
                    <a:cubicBezTo>
                      <a:pt x="87" y="90"/>
                      <a:pt x="88" y="82"/>
                      <a:pt x="88" y="79"/>
                    </a:cubicBezTo>
                    <a:cubicBezTo>
                      <a:pt x="88" y="76"/>
                      <a:pt x="85" y="77"/>
                      <a:pt x="84" y="79"/>
                    </a:cubicBezTo>
                    <a:cubicBezTo>
                      <a:pt x="83" y="81"/>
                      <a:pt x="79" y="81"/>
                      <a:pt x="75" y="81"/>
                    </a:cubicBezTo>
                    <a:cubicBezTo>
                      <a:pt x="72" y="81"/>
                      <a:pt x="74" y="76"/>
                      <a:pt x="71" y="76"/>
                    </a:cubicBezTo>
                    <a:cubicBezTo>
                      <a:pt x="69" y="76"/>
                      <a:pt x="67" y="75"/>
                      <a:pt x="67" y="73"/>
                    </a:cubicBezTo>
                    <a:cubicBezTo>
                      <a:pt x="67" y="71"/>
                      <a:pt x="65" y="69"/>
                      <a:pt x="64" y="66"/>
                    </a:cubicBezTo>
                    <a:cubicBezTo>
                      <a:pt x="62" y="63"/>
                      <a:pt x="60" y="61"/>
                      <a:pt x="62" y="59"/>
                    </a:cubicBezTo>
                    <a:cubicBezTo>
                      <a:pt x="63" y="57"/>
                      <a:pt x="61" y="56"/>
                      <a:pt x="63" y="54"/>
                    </a:cubicBezTo>
                    <a:cubicBezTo>
                      <a:pt x="65" y="52"/>
                      <a:pt x="67" y="52"/>
                      <a:pt x="66" y="50"/>
                    </a:cubicBezTo>
                    <a:cubicBezTo>
                      <a:pt x="66" y="47"/>
                      <a:pt x="69" y="45"/>
                      <a:pt x="69" y="42"/>
                    </a:cubicBezTo>
                    <a:cubicBezTo>
                      <a:pt x="69" y="39"/>
                      <a:pt x="73" y="40"/>
                      <a:pt x="76" y="37"/>
                    </a:cubicBezTo>
                    <a:cubicBezTo>
                      <a:pt x="79" y="35"/>
                      <a:pt x="83" y="36"/>
                      <a:pt x="86" y="34"/>
                    </a:cubicBezTo>
                    <a:cubicBezTo>
                      <a:pt x="89" y="31"/>
                      <a:pt x="90" y="33"/>
                      <a:pt x="92" y="33"/>
                    </a:cubicBezTo>
                    <a:cubicBezTo>
                      <a:pt x="91" y="32"/>
                      <a:pt x="88" y="31"/>
                      <a:pt x="88" y="29"/>
                    </a:cubicBezTo>
                    <a:cubicBezTo>
                      <a:pt x="87" y="28"/>
                      <a:pt x="91" y="25"/>
                      <a:pt x="92" y="23"/>
                    </a:cubicBezTo>
                    <a:cubicBezTo>
                      <a:pt x="93" y="21"/>
                      <a:pt x="87" y="18"/>
                      <a:pt x="86" y="18"/>
                    </a:cubicBezTo>
                    <a:cubicBezTo>
                      <a:pt x="85" y="17"/>
                      <a:pt x="82" y="19"/>
                      <a:pt x="81" y="18"/>
                    </a:cubicBezTo>
                    <a:cubicBezTo>
                      <a:pt x="79" y="17"/>
                      <a:pt x="77" y="18"/>
                      <a:pt x="76" y="19"/>
                    </a:cubicBezTo>
                    <a:cubicBezTo>
                      <a:pt x="75" y="20"/>
                      <a:pt x="66" y="20"/>
                      <a:pt x="67" y="18"/>
                    </a:cubicBezTo>
                    <a:cubicBezTo>
                      <a:pt x="67" y="15"/>
                      <a:pt x="63" y="14"/>
                      <a:pt x="64" y="13"/>
                    </a:cubicBezTo>
                    <a:cubicBezTo>
                      <a:pt x="64" y="11"/>
                      <a:pt x="62" y="8"/>
                      <a:pt x="59" y="8"/>
                    </a:cubicBezTo>
                    <a:cubicBezTo>
                      <a:pt x="55" y="7"/>
                      <a:pt x="56" y="2"/>
                      <a:pt x="54" y="1"/>
                    </a:cubicBezTo>
                    <a:cubicBezTo>
                      <a:pt x="52" y="0"/>
                      <a:pt x="49" y="1"/>
                      <a:pt x="47" y="1"/>
                    </a:cubicBezTo>
                    <a:cubicBezTo>
                      <a:pt x="50" y="4"/>
                      <a:pt x="50" y="5"/>
                      <a:pt x="49" y="7"/>
                    </a:cubicBezTo>
                    <a:cubicBezTo>
                      <a:pt x="46" y="9"/>
                      <a:pt x="49" y="9"/>
                      <a:pt x="44" y="15"/>
                    </a:cubicBezTo>
                    <a:cubicBezTo>
                      <a:pt x="40" y="21"/>
                      <a:pt x="32" y="22"/>
                      <a:pt x="28" y="24"/>
                    </a:cubicBezTo>
                    <a:cubicBezTo>
                      <a:pt x="25" y="25"/>
                      <a:pt x="23" y="32"/>
                      <a:pt x="21" y="36"/>
                    </a:cubicBezTo>
                    <a:cubicBezTo>
                      <a:pt x="19" y="41"/>
                      <a:pt x="17" y="40"/>
                      <a:pt x="15" y="37"/>
                    </a:cubicBezTo>
                    <a:cubicBezTo>
                      <a:pt x="13" y="34"/>
                      <a:pt x="12" y="37"/>
                      <a:pt x="9" y="35"/>
                    </a:cubicBezTo>
                    <a:cubicBezTo>
                      <a:pt x="7" y="33"/>
                      <a:pt x="8" y="33"/>
                      <a:pt x="9" y="31"/>
                    </a:cubicBezTo>
                    <a:cubicBezTo>
                      <a:pt x="10" y="30"/>
                      <a:pt x="9" y="28"/>
                      <a:pt x="8" y="27"/>
                    </a:cubicBezTo>
                    <a:cubicBezTo>
                      <a:pt x="5" y="27"/>
                      <a:pt x="2" y="31"/>
                      <a:pt x="1" y="34"/>
                    </a:cubicBezTo>
                    <a:cubicBezTo>
                      <a:pt x="0" y="37"/>
                      <a:pt x="4" y="43"/>
                      <a:pt x="4" y="45"/>
                    </a:cubicBezTo>
                    <a:cubicBezTo>
                      <a:pt x="5" y="47"/>
                      <a:pt x="2" y="45"/>
                      <a:pt x="2" y="47"/>
                    </a:cubicBezTo>
                    <a:cubicBezTo>
                      <a:pt x="1" y="49"/>
                      <a:pt x="7" y="52"/>
                      <a:pt x="10" y="54"/>
                    </a:cubicBezTo>
                    <a:cubicBezTo>
                      <a:pt x="13" y="56"/>
                      <a:pt x="16" y="62"/>
                      <a:pt x="18" y="65"/>
                    </a:cubicBezTo>
                    <a:cubicBezTo>
                      <a:pt x="21" y="68"/>
                      <a:pt x="21" y="70"/>
                      <a:pt x="24" y="77"/>
                    </a:cubicBezTo>
                    <a:cubicBezTo>
                      <a:pt x="27" y="84"/>
                      <a:pt x="33" y="96"/>
                      <a:pt x="37" y="101"/>
                    </a:cubicBezTo>
                    <a:cubicBezTo>
                      <a:pt x="40" y="106"/>
                      <a:pt x="42" y="110"/>
                      <a:pt x="41" y="111"/>
                    </a:cubicBezTo>
                    <a:cubicBezTo>
                      <a:pt x="40" y="113"/>
                      <a:pt x="42" y="117"/>
                      <a:pt x="44" y="119"/>
                    </a:cubicBezTo>
                    <a:cubicBezTo>
                      <a:pt x="47" y="121"/>
                      <a:pt x="50" y="124"/>
                      <a:pt x="57" y="128"/>
                    </a:cubicBezTo>
                    <a:cubicBezTo>
                      <a:pt x="65" y="131"/>
                      <a:pt x="78" y="139"/>
                      <a:pt x="80" y="142"/>
                    </a:cubicBezTo>
                    <a:cubicBezTo>
                      <a:pt x="82" y="145"/>
                      <a:pt x="89" y="149"/>
                      <a:pt x="90" y="149"/>
                    </a:cubicBezTo>
                    <a:cubicBezTo>
                      <a:pt x="90" y="149"/>
                      <a:pt x="90" y="150"/>
                      <a:pt x="90" y="151"/>
                    </a:cubicBezTo>
                    <a:cubicBezTo>
                      <a:pt x="91" y="150"/>
                      <a:pt x="92" y="150"/>
                      <a:pt x="92" y="149"/>
                    </a:cubicBezTo>
                    <a:cubicBezTo>
                      <a:pt x="94" y="148"/>
                      <a:pt x="95" y="144"/>
                      <a:pt x="95" y="14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17">
                <a:extLst>
                  <a:ext uri="{FF2B5EF4-FFF2-40B4-BE49-F238E27FC236}">
                    <a16:creationId xmlns:a16="http://schemas.microsoft.com/office/drawing/2014/main" id="{5E4708E0-AE1E-45EE-925E-74560B2A376E}"/>
                  </a:ext>
                </a:extLst>
              </p:cNvPr>
              <p:cNvSpPr>
                <a:spLocks/>
              </p:cNvSpPr>
              <p:nvPr/>
            </p:nvSpPr>
            <p:spPr bwMode="auto">
              <a:xfrm>
                <a:off x="3547044" y="3860183"/>
                <a:ext cx="258474" cy="217068"/>
              </a:xfrm>
              <a:custGeom>
                <a:avLst/>
                <a:gdLst>
                  <a:gd name="T0" fmla="*/ 11 w 112"/>
                  <a:gd name="T1" fmla="*/ 6 h 94"/>
                  <a:gd name="T2" fmla="*/ 4 w 112"/>
                  <a:gd name="T3" fmla="*/ 15 h 94"/>
                  <a:gd name="T4" fmla="*/ 3 w 112"/>
                  <a:gd name="T5" fmla="*/ 21 h 94"/>
                  <a:gd name="T6" fmla="*/ 2 w 112"/>
                  <a:gd name="T7" fmla="*/ 25 h 94"/>
                  <a:gd name="T8" fmla="*/ 6 w 112"/>
                  <a:gd name="T9" fmla="*/ 27 h 94"/>
                  <a:gd name="T10" fmla="*/ 9 w 112"/>
                  <a:gd name="T11" fmla="*/ 32 h 94"/>
                  <a:gd name="T12" fmla="*/ 15 w 112"/>
                  <a:gd name="T13" fmla="*/ 43 h 94"/>
                  <a:gd name="T14" fmla="*/ 28 w 112"/>
                  <a:gd name="T15" fmla="*/ 44 h 94"/>
                  <a:gd name="T16" fmla="*/ 40 w 112"/>
                  <a:gd name="T17" fmla="*/ 49 h 94"/>
                  <a:gd name="T18" fmla="*/ 49 w 112"/>
                  <a:gd name="T19" fmla="*/ 51 h 94"/>
                  <a:gd name="T20" fmla="*/ 47 w 112"/>
                  <a:gd name="T21" fmla="*/ 66 h 94"/>
                  <a:gd name="T22" fmla="*/ 50 w 112"/>
                  <a:gd name="T23" fmla="*/ 72 h 94"/>
                  <a:gd name="T24" fmla="*/ 50 w 112"/>
                  <a:gd name="T25" fmla="*/ 78 h 94"/>
                  <a:gd name="T26" fmla="*/ 51 w 112"/>
                  <a:gd name="T27" fmla="*/ 82 h 94"/>
                  <a:gd name="T28" fmla="*/ 50 w 112"/>
                  <a:gd name="T29" fmla="*/ 83 h 94"/>
                  <a:gd name="T30" fmla="*/ 56 w 112"/>
                  <a:gd name="T31" fmla="*/ 91 h 94"/>
                  <a:gd name="T32" fmla="*/ 61 w 112"/>
                  <a:gd name="T33" fmla="*/ 93 h 94"/>
                  <a:gd name="T34" fmla="*/ 65 w 112"/>
                  <a:gd name="T35" fmla="*/ 92 h 94"/>
                  <a:gd name="T36" fmla="*/ 71 w 112"/>
                  <a:gd name="T37" fmla="*/ 89 h 94"/>
                  <a:gd name="T38" fmla="*/ 76 w 112"/>
                  <a:gd name="T39" fmla="*/ 87 h 94"/>
                  <a:gd name="T40" fmla="*/ 81 w 112"/>
                  <a:gd name="T41" fmla="*/ 82 h 94"/>
                  <a:gd name="T42" fmla="*/ 82 w 112"/>
                  <a:gd name="T43" fmla="*/ 79 h 94"/>
                  <a:gd name="T44" fmla="*/ 78 w 112"/>
                  <a:gd name="T45" fmla="*/ 78 h 94"/>
                  <a:gd name="T46" fmla="*/ 76 w 112"/>
                  <a:gd name="T47" fmla="*/ 73 h 94"/>
                  <a:gd name="T48" fmla="*/ 72 w 112"/>
                  <a:gd name="T49" fmla="*/ 67 h 94"/>
                  <a:gd name="T50" fmla="*/ 78 w 112"/>
                  <a:gd name="T51" fmla="*/ 66 h 94"/>
                  <a:gd name="T52" fmla="*/ 85 w 112"/>
                  <a:gd name="T53" fmla="*/ 68 h 94"/>
                  <a:gd name="T54" fmla="*/ 88 w 112"/>
                  <a:gd name="T55" fmla="*/ 69 h 94"/>
                  <a:gd name="T56" fmla="*/ 93 w 112"/>
                  <a:gd name="T57" fmla="*/ 66 h 94"/>
                  <a:gd name="T58" fmla="*/ 103 w 112"/>
                  <a:gd name="T59" fmla="*/ 62 h 94"/>
                  <a:gd name="T60" fmla="*/ 106 w 112"/>
                  <a:gd name="T61" fmla="*/ 59 h 94"/>
                  <a:gd name="T62" fmla="*/ 100 w 112"/>
                  <a:gd name="T63" fmla="*/ 52 h 94"/>
                  <a:gd name="T64" fmla="*/ 101 w 112"/>
                  <a:gd name="T65" fmla="*/ 48 h 94"/>
                  <a:gd name="T66" fmla="*/ 105 w 112"/>
                  <a:gd name="T67" fmla="*/ 44 h 94"/>
                  <a:gd name="T68" fmla="*/ 106 w 112"/>
                  <a:gd name="T69" fmla="*/ 40 h 94"/>
                  <a:gd name="T70" fmla="*/ 109 w 112"/>
                  <a:gd name="T71" fmla="*/ 34 h 94"/>
                  <a:gd name="T72" fmla="*/ 112 w 112"/>
                  <a:gd name="T73" fmla="*/ 31 h 94"/>
                  <a:gd name="T74" fmla="*/ 100 w 112"/>
                  <a:gd name="T75" fmla="*/ 29 h 94"/>
                  <a:gd name="T76" fmla="*/ 102 w 112"/>
                  <a:gd name="T77" fmla="*/ 23 h 94"/>
                  <a:gd name="T78" fmla="*/ 90 w 112"/>
                  <a:gd name="T79" fmla="*/ 18 h 94"/>
                  <a:gd name="T80" fmla="*/ 92 w 112"/>
                  <a:gd name="T81" fmla="*/ 14 h 94"/>
                  <a:gd name="T82" fmla="*/ 85 w 112"/>
                  <a:gd name="T83" fmla="*/ 12 h 94"/>
                  <a:gd name="T84" fmla="*/ 69 w 112"/>
                  <a:gd name="T85" fmla="*/ 17 h 94"/>
                  <a:gd name="T86" fmla="*/ 54 w 112"/>
                  <a:gd name="T87" fmla="*/ 13 h 94"/>
                  <a:gd name="T88" fmla="*/ 44 w 112"/>
                  <a:gd name="T89" fmla="*/ 11 h 94"/>
                  <a:gd name="T90" fmla="*/ 37 w 112"/>
                  <a:gd name="T91" fmla="*/ 5 h 94"/>
                  <a:gd name="T92" fmla="*/ 31 w 112"/>
                  <a:gd name="T93" fmla="*/ 0 h 94"/>
                  <a:gd name="T94" fmla="*/ 28 w 112"/>
                  <a:gd name="T95" fmla="*/ 6 h 94"/>
                  <a:gd name="T96" fmla="*/ 17 w 112"/>
                  <a:gd name="T97" fmla="*/ 12 h 94"/>
                  <a:gd name="T98" fmla="*/ 20 w 112"/>
                  <a:gd name="T99" fmla="*/ 24 h 94"/>
                  <a:gd name="T100" fmla="*/ 11 w 112"/>
                  <a:gd name="T101" fmla="*/ 21 h 94"/>
                  <a:gd name="T102" fmla="*/ 15 w 112"/>
                  <a:gd name="T103" fmla="*/ 10 h 94"/>
                  <a:gd name="T104" fmla="*/ 14 w 112"/>
                  <a:gd name="T105" fmla="*/ 5 h 94"/>
                  <a:gd name="T106" fmla="*/ 11 w 112"/>
                  <a:gd name="T107" fmla="*/ 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2" h="94">
                    <a:moveTo>
                      <a:pt x="11" y="6"/>
                    </a:moveTo>
                    <a:cubicBezTo>
                      <a:pt x="9" y="9"/>
                      <a:pt x="5" y="12"/>
                      <a:pt x="4" y="15"/>
                    </a:cubicBezTo>
                    <a:cubicBezTo>
                      <a:pt x="4" y="19"/>
                      <a:pt x="4" y="20"/>
                      <a:pt x="3" y="21"/>
                    </a:cubicBezTo>
                    <a:cubicBezTo>
                      <a:pt x="2" y="23"/>
                      <a:pt x="0" y="25"/>
                      <a:pt x="2" y="25"/>
                    </a:cubicBezTo>
                    <a:cubicBezTo>
                      <a:pt x="4" y="25"/>
                      <a:pt x="6" y="25"/>
                      <a:pt x="6" y="27"/>
                    </a:cubicBezTo>
                    <a:cubicBezTo>
                      <a:pt x="6" y="29"/>
                      <a:pt x="10" y="29"/>
                      <a:pt x="9" y="32"/>
                    </a:cubicBezTo>
                    <a:cubicBezTo>
                      <a:pt x="9" y="35"/>
                      <a:pt x="8" y="43"/>
                      <a:pt x="15" y="43"/>
                    </a:cubicBezTo>
                    <a:cubicBezTo>
                      <a:pt x="21" y="43"/>
                      <a:pt x="25" y="40"/>
                      <a:pt x="28" y="44"/>
                    </a:cubicBezTo>
                    <a:cubicBezTo>
                      <a:pt x="31" y="48"/>
                      <a:pt x="35" y="49"/>
                      <a:pt x="40" y="49"/>
                    </a:cubicBezTo>
                    <a:cubicBezTo>
                      <a:pt x="44" y="48"/>
                      <a:pt x="51" y="47"/>
                      <a:pt x="49" y="51"/>
                    </a:cubicBezTo>
                    <a:cubicBezTo>
                      <a:pt x="47" y="55"/>
                      <a:pt x="45" y="64"/>
                      <a:pt x="47" y="66"/>
                    </a:cubicBezTo>
                    <a:cubicBezTo>
                      <a:pt x="49" y="68"/>
                      <a:pt x="52" y="70"/>
                      <a:pt x="50" y="72"/>
                    </a:cubicBezTo>
                    <a:cubicBezTo>
                      <a:pt x="48" y="74"/>
                      <a:pt x="48" y="77"/>
                      <a:pt x="50" y="78"/>
                    </a:cubicBezTo>
                    <a:cubicBezTo>
                      <a:pt x="52" y="80"/>
                      <a:pt x="51" y="82"/>
                      <a:pt x="51" y="82"/>
                    </a:cubicBezTo>
                    <a:cubicBezTo>
                      <a:pt x="51" y="82"/>
                      <a:pt x="51" y="83"/>
                      <a:pt x="50" y="83"/>
                    </a:cubicBezTo>
                    <a:cubicBezTo>
                      <a:pt x="53" y="86"/>
                      <a:pt x="55" y="90"/>
                      <a:pt x="56" y="91"/>
                    </a:cubicBezTo>
                    <a:cubicBezTo>
                      <a:pt x="59" y="93"/>
                      <a:pt x="59" y="94"/>
                      <a:pt x="61" y="93"/>
                    </a:cubicBezTo>
                    <a:cubicBezTo>
                      <a:pt x="63" y="92"/>
                      <a:pt x="64" y="91"/>
                      <a:pt x="65" y="92"/>
                    </a:cubicBezTo>
                    <a:cubicBezTo>
                      <a:pt x="67" y="93"/>
                      <a:pt x="69" y="91"/>
                      <a:pt x="71" y="89"/>
                    </a:cubicBezTo>
                    <a:cubicBezTo>
                      <a:pt x="73" y="87"/>
                      <a:pt x="76" y="89"/>
                      <a:pt x="76" y="87"/>
                    </a:cubicBezTo>
                    <a:cubicBezTo>
                      <a:pt x="77" y="84"/>
                      <a:pt x="78" y="83"/>
                      <a:pt x="81" y="82"/>
                    </a:cubicBezTo>
                    <a:cubicBezTo>
                      <a:pt x="84" y="82"/>
                      <a:pt x="84" y="79"/>
                      <a:pt x="82" y="79"/>
                    </a:cubicBezTo>
                    <a:cubicBezTo>
                      <a:pt x="80" y="79"/>
                      <a:pt x="78" y="81"/>
                      <a:pt x="78" y="78"/>
                    </a:cubicBezTo>
                    <a:cubicBezTo>
                      <a:pt x="78" y="75"/>
                      <a:pt x="76" y="76"/>
                      <a:pt x="76" y="73"/>
                    </a:cubicBezTo>
                    <a:cubicBezTo>
                      <a:pt x="76" y="70"/>
                      <a:pt x="75" y="69"/>
                      <a:pt x="72" y="67"/>
                    </a:cubicBezTo>
                    <a:cubicBezTo>
                      <a:pt x="70" y="65"/>
                      <a:pt x="76" y="65"/>
                      <a:pt x="78" y="66"/>
                    </a:cubicBezTo>
                    <a:cubicBezTo>
                      <a:pt x="79" y="67"/>
                      <a:pt x="84" y="66"/>
                      <a:pt x="85" y="68"/>
                    </a:cubicBezTo>
                    <a:cubicBezTo>
                      <a:pt x="85" y="71"/>
                      <a:pt x="88" y="71"/>
                      <a:pt x="88" y="69"/>
                    </a:cubicBezTo>
                    <a:cubicBezTo>
                      <a:pt x="88" y="66"/>
                      <a:pt x="91" y="65"/>
                      <a:pt x="93" y="66"/>
                    </a:cubicBezTo>
                    <a:cubicBezTo>
                      <a:pt x="96" y="66"/>
                      <a:pt x="101" y="62"/>
                      <a:pt x="103" y="62"/>
                    </a:cubicBezTo>
                    <a:cubicBezTo>
                      <a:pt x="105" y="61"/>
                      <a:pt x="105" y="60"/>
                      <a:pt x="106" y="59"/>
                    </a:cubicBezTo>
                    <a:cubicBezTo>
                      <a:pt x="104" y="57"/>
                      <a:pt x="101" y="53"/>
                      <a:pt x="100" y="52"/>
                    </a:cubicBezTo>
                    <a:cubicBezTo>
                      <a:pt x="99" y="51"/>
                      <a:pt x="101" y="50"/>
                      <a:pt x="101" y="48"/>
                    </a:cubicBezTo>
                    <a:cubicBezTo>
                      <a:pt x="101" y="46"/>
                      <a:pt x="101" y="44"/>
                      <a:pt x="105" y="44"/>
                    </a:cubicBezTo>
                    <a:cubicBezTo>
                      <a:pt x="109" y="44"/>
                      <a:pt x="108" y="41"/>
                      <a:pt x="106" y="40"/>
                    </a:cubicBezTo>
                    <a:cubicBezTo>
                      <a:pt x="104" y="39"/>
                      <a:pt x="107" y="36"/>
                      <a:pt x="109" y="34"/>
                    </a:cubicBezTo>
                    <a:cubicBezTo>
                      <a:pt x="110" y="34"/>
                      <a:pt x="111" y="32"/>
                      <a:pt x="112" y="31"/>
                    </a:cubicBezTo>
                    <a:cubicBezTo>
                      <a:pt x="108" y="29"/>
                      <a:pt x="103" y="29"/>
                      <a:pt x="100" y="29"/>
                    </a:cubicBezTo>
                    <a:cubicBezTo>
                      <a:pt x="97" y="30"/>
                      <a:pt x="102" y="26"/>
                      <a:pt x="102" y="23"/>
                    </a:cubicBezTo>
                    <a:cubicBezTo>
                      <a:pt x="103" y="20"/>
                      <a:pt x="94" y="19"/>
                      <a:pt x="90" y="18"/>
                    </a:cubicBezTo>
                    <a:cubicBezTo>
                      <a:pt x="87" y="18"/>
                      <a:pt x="88" y="14"/>
                      <a:pt x="92" y="14"/>
                    </a:cubicBezTo>
                    <a:cubicBezTo>
                      <a:pt x="95" y="14"/>
                      <a:pt x="90" y="11"/>
                      <a:pt x="85" y="12"/>
                    </a:cubicBezTo>
                    <a:cubicBezTo>
                      <a:pt x="80" y="13"/>
                      <a:pt x="73" y="15"/>
                      <a:pt x="69" y="17"/>
                    </a:cubicBezTo>
                    <a:cubicBezTo>
                      <a:pt x="65" y="20"/>
                      <a:pt x="59" y="11"/>
                      <a:pt x="54" y="13"/>
                    </a:cubicBezTo>
                    <a:cubicBezTo>
                      <a:pt x="50" y="15"/>
                      <a:pt x="43" y="15"/>
                      <a:pt x="44" y="11"/>
                    </a:cubicBezTo>
                    <a:cubicBezTo>
                      <a:pt x="44" y="8"/>
                      <a:pt x="42" y="5"/>
                      <a:pt x="37" y="5"/>
                    </a:cubicBezTo>
                    <a:cubicBezTo>
                      <a:pt x="33" y="5"/>
                      <a:pt x="34" y="0"/>
                      <a:pt x="31" y="0"/>
                    </a:cubicBezTo>
                    <a:cubicBezTo>
                      <a:pt x="27" y="0"/>
                      <a:pt x="31" y="5"/>
                      <a:pt x="28" y="6"/>
                    </a:cubicBezTo>
                    <a:cubicBezTo>
                      <a:pt x="26" y="7"/>
                      <a:pt x="18" y="9"/>
                      <a:pt x="17" y="12"/>
                    </a:cubicBezTo>
                    <a:cubicBezTo>
                      <a:pt x="17" y="15"/>
                      <a:pt x="22" y="20"/>
                      <a:pt x="20" y="24"/>
                    </a:cubicBezTo>
                    <a:cubicBezTo>
                      <a:pt x="18" y="27"/>
                      <a:pt x="13" y="24"/>
                      <a:pt x="11" y="21"/>
                    </a:cubicBezTo>
                    <a:cubicBezTo>
                      <a:pt x="10" y="17"/>
                      <a:pt x="16" y="12"/>
                      <a:pt x="15" y="10"/>
                    </a:cubicBezTo>
                    <a:cubicBezTo>
                      <a:pt x="14" y="9"/>
                      <a:pt x="13" y="6"/>
                      <a:pt x="14" y="5"/>
                    </a:cubicBezTo>
                    <a:cubicBezTo>
                      <a:pt x="13" y="5"/>
                      <a:pt x="12" y="5"/>
                      <a:pt x="11" y="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18">
                <a:extLst>
                  <a:ext uri="{FF2B5EF4-FFF2-40B4-BE49-F238E27FC236}">
                    <a16:creationId xmlns:a16="http://schemas.microsoft.com/office/drawing/2014/main" id="{1F08A624-547B-48B0-8DC1-03FE5729F9FF}"/>
                  </a:ext>
                </a:extLst>
              </p:cNvPr>
              <p:cNvSpPr>
                <a:spLocks/>
              </p:cNvSpPr>
              <p:nvPr/>
            </p:nvSpPr>
            <p:spPr bwMode="auto">
              <a:xfrm>
                <a:off x="3834376" y="3970599"/>
                <a:ext cx="81557" cy="85321"/>
              </a:xfrm>
              <a:custGeom>
                <a:avLst/>
                <a:gdLst>
                  <a:gd name="T0" fmla="*/ 9 w 35"/>
                  <a:gd name="T1" fmla="*/ 8 h 37"/>
                  <a:gd name="T2" fmla="*/ 5 w 35"/>
                  <a:gd name="T3" fmla="*/ 12 h 37"/>
                  <a:gd name="T4" fmla="*/ 2 w 35"/>
                  <a:gd name="T5" fmla="*/ 18 h 37"/>
                  <a:gd name="T6" fmla="*/ 8 w 35"/>
                  <a:gd name="T7" fmla="*/ 27 h 37"/>
                  <a:gd name="T8" fmla="*/ 13 w 35"/>
                  <a:gd name="T9" fmla="*/ 36 h 37"/>
                  <a:gd name="T10" fmla="*/ 17 w 35"/>
                  <a:gd name="T11" fmla="*/ 36 h 37"/>
                  <a:gd name="T12" fmla="*/ 20 w 35"/>
                  <a:gd name="T13" fmla="*/ 31 h 37"/>
                  <a:gd name="T14" fmla="*/ 29 w 35"/>
                  <a:gd name="T15" fmla="*/ 31 h 37"/>
                  <a:gd name="T16" fmla="*/ 30 w 35"/>
                  <a:gd name="T17" fmla="*/ 32 h 37"/>
                  <a:gd name="T18" fmla="*/ 33 w 35"/>
                  <a:gd name="T19" fmla="*/ 29 h 37"/>
                  <a:gd name="T20" fmla="*/ 32 w 35"/>
                  <a:gd name="T21" fmla="*/ 18 h 37"/>
                  <a:gd name="T22" fmla="*/ 33 w 35"/>
                  <a:gd name="T23" fmla="*/ 8 h 37"/>
                  <a:gd name="T24" fmla="*/ 35 w 35"/>
                  <a:gd name="T25" fmla="*/ 4 h 37"/>
                  <a:gd name="T26" fmla="*/ 27 w 35"/>
                  <a:gd name="T27" fmla="*/ 2 h 37"/>
                  <a:gd name="T28" fmla="*/ 16 w 35"/>
                  <a:gd name="T29" fmla="*/ 3 h 37"/>
                  <a:gd name="T30" fmla="*/ 10 w 35"/>
                  <a:gd name="T31" fmla="*/ 2 h 37"/>
                  <a:gd name="T32" fmla="*/ 9 w 35"/>
                  <a:gd name="T33" fmla="*/ 3 h 37"/>
                  <a:gd name="T34" fmla="*/ 9 w 35"/>
                  <a:gd name="T35"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 h="37">
                    <a:moveTo>
                      <a:pt x="9" y="8"/>
                    </a:moveTo>
                    <a:cubicBezTo>
                      <a:pt x="10" y="10"/>
                      <a:pt x="7" y="11"/>
                      <a:pt x="5" y="12"/>
                    </a:cubicBezTo>
                    <a:cubicBezTo>
                      <a:pt x="2" y="12"/>
                      <a:pt x="3" y="17"/>
                      <a:pt x="2" y="18"/>
                    </a:cubicBezTo>
                    <a:cubicBezTo>
                      <a:pt x="0" y="20"/>
                      <a:pt x="7" y="24"/>
                      <a:pt x="8" y="27"/>
                    </a:cubicBezTo>
                    <a:cubicBezTo>
                      <a:pt x="9" y="29"/>
                      <a:pt x="11" y="33"/>
                      <a:pt x="13" y="36"/>
                    </a:cubicBezTo>
                    <a:cubicBezTo>
                      <a:pt x="15" y="36"/>
                      <a:pt x="16" y="37"/>
                      <a:pt x="17" y="36"/>
                    </a:cubicBezTo>
                    <a:cubicBezTo>
                      <a:pt x="19" y="35"/>
                      <a:pt x="17" y="31"/>
                      <a:pt x="20" y="31"/>
                    </a:cubicBezTo>
                    <a:cubicBezTo>
                      <a:pt x="24" y="31"/>
                      <a:pt x="28" y="29"/>
                      <a:pt x="29" y="31"/>
                    </a:cubicBezTo>
                    <a:cubicBezTo>
                      <a:pt x="30" y="32"/>
                      <a:pt x="30" y="32"/>
                      <a:pt x="30" y="32"/>
                    </a:cubicBezTo>
                    <a:cubicBezTo>
                      <a:pt x="31" y="31"/>
                      <a:pt x="32" y="29"/>
                      <a:pt x="33" y="29"/>
                    </a:cubicBezTo>
                    <a:cubicBezTo>
                      <a:pt x="33" y="27"/>
                      <a:pt x="33" y="21"/>
                      <a:pt x="32" y="18"/>
                    </a:cubicBezTo>
                    <a:cubicBezTo>
                      <a:pt x="30" y="14"/>
                      <a:pt x="31" y="10"/>
                      <a:pt x="33" y="8"/>
                    </a:cubicBezTo>
                    <a:cubicBezTo>
                      <a:pt x="33" y="8"/>
                      <a:pt x="34" y="6"/>
                      <a:pt x="35" y="4"/>
                    </a:cubicBezTo>
                    <a:cubicBezTo>
                      <a:pt x="32" y="3"/>
                      <a:pt x="29" y="2"/>
                      <a:pt x="27" y="2"/>
                    </a:cubicBezTo>
                    <a:cubicBezTo>
                      <a:pt x="22" y="3"/>
                      <a:pt x="18" y="5"/>
                      <a:pt x="16" y="3"/>
                    </a:cubicBezTo>
                    <a:cubicBezTo>
                      <a:pt x="15" y="0"/>
                      <a:pt x="12" y="1"/>
                      <a:pt x="10" y="2"/>
                    </a:cubicBezTo>
                    <a:cubicBezTo>
                      <a:pt x="10" y="3"/>
                      <a:pt x="10" y="3"/>
                      <a:pt x="9" y="3"/>
                    </a:cubicBezTo>
                    <a:cubicBezTo>
                      <a:pt x="9" y="5"/>
                      <a:pt x="8" y="7"/>
                      <a:pt x="9"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19">
                <a:extLst>
                  <a:ext uri="{FF2B5EF4-FFF2-40B4-BE49-F238E27FC236}">
                    <a16:creationId xmlns:a16="http://schemas.microsoft.com/office/drawing/2014/main" id="{74E32B58-E4F8-4E88-A5CB-8EDD35949A30}"/>
                  </a:ext>
                </a:extLst>
              </p:cNvPr>
              <p:cNvSpPr>
                <a:spLocks/>
              </p:cNvSpPr>
              <p:nvPr/>
            </p:nvSpPr>
            <p:spPr bwMode="auto">
              <a:xfrm>
                <a:off x="3775404" y="3931703"/>
                <a:ext cx="89086" cy="136765"/>
              </a:xfrm>
              <a:custGeom>
                <a:avLst/>
                <a:gdLst>
                  <a:gd name="T0" fmla="*/ 10 w 39"/>
                  <a:gd name="T1" fmla="*/ 3 h 59"/>
                  <a:gd name="T2" fmla="*/ 7 w 39"/>
                  <a:gd name="T3" fmla="*/ 9 h 59"/>
                  <a:gd name="T4" fmla="*/ 6 w 39"/>
                  <a:gd name="T5" fmla="*/ 13 h 59"/>
                  <a:gd name="T6" fmla="*/ 2 w 39"/>
                  <a:gd name="T7" fmla="*/ 17 h 59"/>
                  <a:gd name="T8" fmla="*/ 1 w 39"/>
                  <a:gd name="T9" fmla="*/ 21 h 59"/>
                  <a:gd name="T10" fmla="*/ 7 w 39"/>
                  <a:gd name="T11" fmla="*/ 28 h 59"/>
                  <a:gd name="T12" fmla="*/ 9 w 39"/>
                  <a:gd name="T13" fmla="*/ 26 h 59"/>
                  <a:gd name="T14" fmla="*/ 13 w 39"/>
                  <a:gd name="T15" fmla="*/ 33 h 59"/>
                  <a:gd name="T16" fmla="*/ 14 w 39"/>
                  <a:gd name="T17" fmla="*/ 40 h 59"/>
                  <a:gd name="T18" fmla="*/ 15 w 39"/>
                  <a:gd name="T19" fmla="*/ 54 h 59"/>
                  <a:gd name="T20" fmla="*/ 24 w 39"/>
                  <a:gd name="T21" fmla="*/ 57 h 59"/>
                  <a:gd name="T22" fmla="*/ 29 w 39"/>
                  <a:gd name="T23" fmla="*/ 55 h 59"/>
                  <a:gd name="T24" fmla="*/ 33 w 39"/>
                  <a:gd name="T25" fmla="*/ 53 h 59"/>
                  <a:gd name="T26" fmla="*/ 39 w 39"/>
                  <a:gd name="T27" fmla="*/ 53 h 59"/>
                  <a:gd name="T28" fmla="*/ 34 w 39"/>
                  <a:gd name="T29" fmla="*/ 44 h 59"/>
                  <a:gd name="T30" fmla="*/ 28 w 39"/>
                  <a:gd name="T31" fmla="*/ 35 h 59"/>
                  <a:gd name="T32" fmla="*/ 31 w 39"/>
                  <a:gd name="T33" fmla="*/ 29 h 59"/>
                  <a:gd name="T34" fmla="*/ 35 w 39"/>
                  <a:gd name="T35" fmla="*/ 25 h 59"/>
                  <a:gd name="T36" fmla="*/ 35 w 39"/>
                  <a:gd name="T37" fmla="*/ 20 h 59"/>
                  <a:gd name="T38" fmla="*/ 28 w 39"/>
                  <a:gd name="T39" fmla="*/ 13 h 59"/>
                  <a:gd name="T40" fmla="*/ 24 w 39"/>
                  <a:gd name="T41" fmla="*/ 8 h 59"/>
                  <a:gd name="T42" fmla="*/ 16 w 39"/>
                  <a:gd name="T43" fmla="*/ 1 h 59"/>
                  <a:gd name="T44" fmla="*/ 13 w 39"/>
                  <a:gd name="T45" fmla="*/ 0 h 59"/>
                  <a:gd name="T46" fmla="*/ 10 w 39"/>
                  <a:gd name="T47" fmla="*/ 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59">
                    <a:moveTo>
                      <a:pt x="10" y="3"/>
                    </a:moveTo>
                    <a:cubicBezTo>
                      <a:pt x="8" y="5"/>
                      <a:pt x="5" y="8"/>
                      <a:pt x="7" y="9"/>
                    </a:cubicBezTo>
                    <a:cubicBezTo>
                      <a:pt x="9" y="10"/>
                      <a:pt x="10" y="13"/>
                      <a:pt x="6" y="13"/>
                    </a:cubicBezTo>
                    <a:cubicBezTo>
                      <a:pt x="2" y="13"/>
                      <a:pt x="2" y="15"/>
                      <a:pt x="2" y="17"/>
                    </a:cubicBezTo>
                    <a:cubicBezTo>
                      <a:pt x="2" y="19"/>
                      <a:pt x="0" y="20"/>
                      <a:pt x="1" y="21"/>
                    </a:cubicBezTo>
                    <a:cubicBezTo>
                      <a:pt x="2" y="22"/>
                      <a:pt x="5" y="26"/>
                      <a:pt x="7" y="28"/>
                    </a:cubicBezTo>
                    <a:cubicBezTo>
                      <a:pt x="7" y="27"/>
                      <a:pt x="8" y="26"/>
                      <a:pt x="9" y="26"/>
                    </a:cubicBezTo>
                    <a:cubicBezTo>
                      <a:pt x="13" y="27"/>
                      <a:pt x="10" y="32"/>
                      <a:pt x="13" y="33"/>
                    </a:cubicBezTo>
                    <a:cubicBezTo>
                      <a:pt x="16" y="34"/>
                      <a:pt x="16" y="38"/>
                      <a:pt x="14" y="40"/>
                    </a:cubicBezTo>
                    <a:cubicBezTo>
                      <a:pt x="12" y="41"/>
                      <a:pt x="11" y="49"/>
                      <a:pt x="15" y="54"/>
                    </a:cubicBezTo>
                    <a:cubicBezTo>
                      <a:pt x="20" y="59"/>
                      <a:pt x="23" y="58"/>
                      <a:pt x="24" y="57"/>
                    </a:cubicBezTo>
                    <a:cubicBezTo>
                      <a:pt x="25" y="56"/>
                      <a:pt x="28" y="57"/>
                      <a:pt x="29" y="55"/>
                    </a:cubicBezTo>
                    <a:cubicBezTo>
                      <a:pt x="30" y="53"/>
                      <a:pt x="31" y="55"/>
                      <a:pt x="33" y="53"/>
                    </a:cubicBezTo>
                    <a:cubicBezTo>
                      <a:pt x="34" y="52"/>
                      <a:pt x="37" y="52"/>
                      <a:pt x="39" y="53"/>
                    </a:cubicBezTo>
                    <a:cubicBezTo>
                      <a:pt x="37" y="50"/>
                      <a:pt x="35" y="46"/>
                      <a:pt x="34" y="44"/>
                    </a:cubicBezTo>
                    <a:cubicBezTo>
                      <a:pt x="33" y="41"/>
                      <a:pt x="26" y="37"/>
                      <a:pt x="28" y="35"/>
                    </a:cubicBezTo>
                    <a:cubicBezTo>
                      <a:pt x="29" y="34"/>
                      <a:pt x="28" y="29"/>
                      <a:pt x="31" y="29"/>
                    </a:cubicBezTo>
                    <a:cubicBezTo>
                      <a:pt x="33" y="28"/>
                      <a:pt x="36" y="27"/>
                      <a:pt x="35" y="25"/>
                    </a:cubicBezTo>
                    <a:cubicBezTo>
                      <a:pt x="34" y="24"/>
                      <a:pt x="35" y="22"/>
                      <a:pt x="35" y="20"/>
                    </a:cubicBezTo>
                    <a:cubicBezTo>
                      <a:pt x="33" y="19"/>
                      <a:pt x="30" y="13"/>
                      <a:pt x="28" y="13"/>
                    </a:cubicBezTo>
                    <a:cubicBezTo>
                      <a:pt x="26" y="13"/>
                      <a:pt x="23" y="11"/>
                      <a:pt x="24" y="8"/>
                    </a:cubicBezTo>
                    <a:cubicBezTo>
                      <a:pt x="24" y="5"/>
                      <a:pt x="19" y="5"/>
                      <a:pt x="16" y="1"/>
                    </a:cubicBezTo>
                    <a:cubicBezTo>
                      <a:pt x="15" y="1"/>
                      <a:pt x="14" y="0"/>
                      <a:pt x="13" y="0"/>
                    </a:cubicBezTo>
                    <a:cubicBezTo>
                      <a:pt x="12" y="1"/>
                      <a:pt x="11" y="3"/>
                      <a:pt x="10"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20">
                <a:extLst>
                  <a:ext uri="{FF2B5EF4-FFF2-40B4-BE49-F238E27FC236}">
                    <a16:creationId xmlns:a16="http://schemas.microsoft.com/office/drawing/2014/main" id="{172AAA69-DB34-4044-9451-5621A8CEDC8D}"/>
                  </a:ext>
                </a:extLst>
              </p:cNvPr>
              <p:cNvSpPr>
                <a:spLocks/>
              </p:cNvSpPr>
              <p:nvPr/>
            </p:nvSpPr>
            <p:spPr bwMode="auto">
              <a:xfrm>
                <a:off x="3904641" y="3980637"/>
                <a:ext cx="56463" cy="71519"/>
              </a:xfrm>
              <a:custGeom>
                <a:avLst/>
                <a:gdLst>
                  <a:gd name="T0" fmla="*/ 2 w 25"/>
                  <a:gd name="T1" fmla="*/ 14 h 31"/>
                  <a:gd name="T2" fmla="*/ 3 w 25"/>
                  <a:gd name="T3" fmla="*/ 25 h 31"/>
                  <a:gd name="T4" fmla="*/ 0 w 25"/>
                  <a:gd name="T5" fmla="*/ 28 h 31"/>
                  <a:gd name="T6" fmla="*/ 7 w 25"/>
                  <a:gd name="T7" fmla="*/ 30 h 31"/>
                  <a:gd name="T8" fmla="*/ 16 w 25"/>
                  <a:gd name="T9" fmla="*/ 26 h 31"/>
                  <a:gd name="T10" fmla="*/ 25 w 25"/>
                  <a:gd name="T11" fmla="*/ 13 h 31"/>
                  <a:gd name="T12" fmla="*/ 25 w 25"/>
                  <a:gd name="T13" fmla="*/ 13 h 31"/>
                  <a:gd name="T14" fmla="*/ 11 w 25"/>
                  <a:gd name="T15" fmla="*/ 2 h 31"/>
                  <a:gd name="T16" fmla="*/ 5 w 25"/>
                  <a:gd name="T17" fmla="*/ 0 h 31"/>
                  <a:gd name="T18" fmla="*/ 3 w 25"/>
                  <a:gd name="T19" fmla="*/ 4 h 31"/>
                  <a:gd name="T20" fmla="*/ 2 w 25"/>
                  <a:gd name="T21" fmla="*/ 1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 h="31">
                    <a:moveTo>
                      <a:pt x="2" y="14"/>
                    </a:moveTo>
                    <a:cubicBezTo>
                      <a:pt x="3" y="17"/>
                      <a:pt x="3" y="23"/>
                      <a:pt x="3" y="25"/>
                    </a:cubicBezTo>
                    <a:cubicBezTo>
                      <a:pt x="2" y="25"/>
                      <a:pt x="1" y="27"/>
                      <a:pt x="0" y="28"/>
                    </a:cubicBezTo>
                    <a:cubicBezTo>
                      <a:pt x="1" y="30"/>
                      <a:pt x="4" y="31"/>
                      <a:pt x="7" y="30"/>
                    </a:cubicBezTo>
                    <a:cubicBezTo>
                      <a:pt x="12" y="28"/>
                      <a:pt x="14" y="31"/>
                      <a:pt x="16" y="26"/>
                    </a:cubicBezTo>
                    <a:cubicBezTo>
                      <a:pt x="17" y="22"/>
                      <a:pt x="22" y="17"/>
                      <a:pt x="25" y="13"/>
                    </a:cubicBezTo>
                    <a:cubicBezTo>
                      <a:pt x="25" y="13"/>
                      <a:pt x="25" y="13"/>
                      <a:pt x="25" y="13"/>
                    </a:cubicBezTo>
                    <a:cubicBezTo>
                      <a:pt x="22" y="12"/>
                      <a:pt x="17" y="4"/>
                      <a:pt x="11" y="2"/>
                    </a:cubicBezTo>
                    <a:cubicBezTo>
                      <a:pt x="9" y="2"/>
                      <a:pt x="7" y="1"/>
                      <a:pt x="5" y="0"/>
                    </a:cubicBezTo>
                    <a:cubicBezTo>
                      <a:pt x="4" y="2"/>
                      <a:pt x="3" y="4"/>
                      <a:pt x="3" y="4"/>
                    </a:cubicBezTo>
                    <a:cubicBezTo>
                      <a:pt x="1" y="6"/>
                      <a:pt x="0" y="10"/>
                      <a:pt x="2"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21">
                <a:extLst>
                  <a:ext uri="{FF2B5EF4-FFF2-40B4-BE49-F238E27FC236}">
                    <a16:creationId xmlns:a16="http://schemas.microsoft.com/office/drawing/2014/main" id="{EA3A0EB4-A1E4-49B0-8E77-8B2085E7F589}"/>
                  </a:ext>
                </a:extLst>
              </p:cNvPr>
              <p:cNvSpPr>
                <a:spLocks/>
              </p:cNvSpPr>
              <p:nvPr/>
            </p:nvSpPr>
            <p:spPr bwMode="auto">
              <a:xfrm>
                <a:off x="3338760" y="3641861"/>
                <a:ext cx="196992" cy="69010"/>
              </a:xfrm>
              <a:custGeom>
                <a:avLst/>
                <a:gdLst>
                  <a:gd name="T0" fmla="*/ 69 w 85"/>
                  <a:gd name="T1" fmla="*/ 19 h 30"/>
                  <a:gd name="T2" fmla="*/ 30 w 85"/>
                  <a:gd name="T3" fmla="*/ 4 h 30"/>
                  <a:gd name="T4" fmla="*/ 1 w 85"/>
                  <a:gd name="T5" fmla="*/ 14 h 30"/>
                  <a:gd name="T6" fmla="*/ 15 w 85"/>
                  <a:gd name="T7" fmla="*/ 7 h 30"/>
                  <a:gd name="T8" fmla="*/ 23 w 85"/>
                  <a:gd name="T9" fmla="*/ 10 h 30"/>
                  <a:gd name="T10" fmla="*/ 37 w 85"/>
                  <a:gd name="T11" fmla="*/ 14 h 30"/>
                  <a:gd name="T12" fmla="*/ 54 w 85"/>
                  <a:gd name="T13" fmla="*/ 23 h 30"/>
                  <a:gd name="T14" fmla="*/ 58 w 85"/>
                  <a:gd name="T15" fmla="*/ 29 h 30"/>
                  <a:gd name="T16" fmla="*/ 84 w 85"/>
                  <a:gd name="T17" fmla="*/ 28 h 30"/>
                  <a:gd name="T18" fmla="*/ 69 w 85"/>
                  <a:gd name="T19"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30">
                    <a:moveTo>
                      <a:pt x="69" y="19"/>
                    </a:moveTo>
                    <a:cubicBezTo>
                      <a:pt x="63" y="19"/>
                      <a:pt x="46" y="7"/>
                      <a:pt x="30" y="4"/>
                    </a:cubicBezTo>
                    <a:cubicBezTo>
                      <a:pt x="14" y="0"/>
                      <a:pt x="0" y="12"/>
                      <a:pt x="1" y="14"/>
                    </a:cubicBezTo>
                    <a:cubicBezTo>
                      <a:pt x="3" y="16"/>
                      <a:pt x="11" y="10"/>
                      <a:pt x="15" y="7"/>
                    </a:cubicBezTo>
                    <a:cubicBezTo>
                      <a:pt x="19" y="4"/>
                      <a:pt x="23" y="9"/>
                      <a:pt x="23" y="10"/>
                    </a:cubicBezTo>
                    <a:cubicBezTo>
                      <a:pt x="23" y="12"/>
                      <a:pt x="28" y="13"/>
                      <a:pt x="37" y="14"/>
                    </a:cubicBezTo>
                    <a:cubicBezTo>
                      <a:pt x="45" y="14"/>
                      <a:pt x="46" y="21"/>
                      <a:pt x="54" y="23"/>
                    </a:cubicBezTo>
                    <a:cubicBezTo>
                      <a:pt x="61" y="24"/>
                      <a:pt x="54" y="27"/>
                      <a:pt x="58" y="29"/>
                    </a:cubicBezTo>
                    <a:cubicBezTo>
                      <a:pt x="61" y="30"/>
                      <a:pt x="82" y="30"/>
                      <a:pt x="84" y="28"/>
                    </a:cubicBezTo>
                    <a:cubicBezTo>
                      <a:pt x="85" y="26"/>
                      <a:pt x="74" y="19"/>
                      <a:pt x="69" y="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22">
                <a:extLst>
                  <a:ext uri="{FF2B5EF4-FFF2-40B4-BE49-F238E27FC236}">
                    <a16:creationId xmlns:a16="http://schemas.microsoft.com/office/drawing/2014/main" id="{2D847BCB-CE0B-47A3-A342-080BC988D3E6}"/>
                  </a:ext>
                </a:extLst>
              </p:cNvPr>
              <p:cNvSpPr>
                <a:spLocks/>
              </p:cNvSpPr>
              <p:nvPr/>
            </p:nvSpPr>
            <p:spPr bwMode="auto">
              <a:xfrm>
                <a:off x="3451685" y="3735965"/>
                <a:ext cx="43915" cy="21330"/>
              </a:xfrm>
              <a:custGeom>
                <a:avLst/>
                <a:gdLst>
                  <a:gd name="T0" fmla="*/ 1 w 19"/>
                  <a:gd name="T1" fmla="*/ 3 h 9"/>
                  <a:gd name="T2" fmla="*/ 18 w 19"/>
                  <a:gd name="T3" fmla="*/ 6 h 9"/>
                  <a:gd name="T4" fmla="*/ 1 w 19"/>
                  <a:gd name="T5" fmla="*/ 3 h 9"/>
                </a:gdLst>
                <a:ahLst/>
                <a:cxnLst>
                  <a:cxn ang="0">
                    <a:pos x="T0" y="T1"/>
                  </a:cxn>
                  <a:cxn ang="0">
                    <a:pos x="T2" y="T3"/>
                  </a:cxn>
                  <a:cxn ang="0">
                    <a:pos x="T4" y="T5"/>
                  </a:cxn>
                </a:cxnLst>
                <a:rect l="0" t="0" r="r" b="b"/>
                <a:pathLst>
                  <a:path w="19" h="9">
                    <a:moveTo>
                      <a:pt x="1" y="3"/>
                    </a:moveTo>
                    <a:cubicBezTo>
                      <a:pt x="3" y="5"/>
                      <a:pt x="16" y="9"/>
                      <a:pt x="18" y="6"/>
                    </a:cubicBezTo>
                    <a:cubicBezTo>
                      <a:pt x="19" y="3"/>
                      <a:pt x="0" y="0"/>
                      <a:pt x="1"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23">
                <a:extLst>
                  <a:ext uri="{FF2B5EF4-FFF2-40B4-BE49-F238E27FC236}">
                    <a16:creationId xmlns:a16="http://schemas.microsoft.com/office/drawing/2014/main" id="{57A08BF3-BA9E-4B6E-BC54-44D43F883EDA}"/>
                  </a:ext>
                </a:extLst>
              </p:cNvPr>
              <p:cNvSpPr>
                <a:spLocks/>
              </p:cNvSpPr>
              <p:nvPr/>
            </p:nvSpPr>
            <p:spPr bwMode="auto">
              <a:xfrm>
                <a:off x="3659970" y="3733456"/>
                <a:ext cx="41406" cy="23840"/>
              </a:xfrm>
              <a:custGeom>
                <a:avLst/>
                <a:gdLst>
                  <a:gd name="T0" fmla="*/ 3 w 18"/>
                  <a:gd name="T1" fmla="*/ 5 h 10"/>
                  <a:gd name="T2" fmla="*/ 16 w 18"/>
                  <a:gd name="T3" fmla="*/ 5 h 10"/>
                  <a:gd name="T4" fmla="*/ 3 w 18"/>
                  <a:gd name="T5" fmla="*/ 5 h 10"/>
                </a:gdLst>
                <a:ahLst/>
                <a:cxnLst>
                  <a:cxn ang="0">
                    <a:pos x="T0" y="T1"/>
                  </a:cxn>
                  <a:cxn ang="0">
                    <a:pos x="T2" y="T3"/>
                  </a:cxn>
                  <a:cxn ang="0">
                    <a:pos x="T4" y="T5"/>
                  </a:cxn>
                </a:cxnLst>
                <a:rect l="0" t="0" r="r" b="b"/>
                <a:pathLst>
                  <a:path w="18" h="10">
                    <a:moveTo>
                      <a:pt x="3" y="5"/>
                    </a:moveTo>
                    <a:cubicBezTo>
                      <a:pt x="6" y="10"/>
                      <a:pt x="15" y="7"/>
                      <a:pt x="16" y="5"/>
                    </a:cubicBezTo>
                    <a:cubicBezTo>
                      <a:pt x="18" y="1"/>
                      <a:pt x="0" y="0"/>
                      <a:pt x="3" y="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24">
                <a:extLst>
                  <a:ext uri="{FF2B5EF4-FFF2-40B4-BE49-F238E27FC236}">
                    <a16:creationId xmlns:a16="http://schemas.microsoft.com/office/drawing/2014/main" id="{637D32A7-F7AA-428E-AA41-97308E4D8CA5}"/>
                  </a:ext>
                </a:extLst>
              </p:cNvPr>
              <p:cNvSpPr>
                <a:spLocks/>
              </p:cNvSpPr>
              <p:nvPr/>
            </p:nvSpPr>
            <p:spPr bwMode="auto">
              <a:xfrm>
                <a:off x="3404005" y="4060939"/>
                <a:ext cx="112925" cy="124218"/>
              </a:xfrm>
              <a:custGeom>
                <a:avLst/>
                <a:gdLst>
                  <a:gd name="T0" fmla="*/ 44 w 49"/>
                  <a:gd name="T1" fmla="*/ 14 h 54"/>
                  <a:gd name="T2" fmla="*/ 39 w 49"/>
                  <a:gd name="T3" fmla="*/ 9 h 54"/>
                  <a:gd name="T4" fmla="*/ 33 w 49"/>
                  <a:gd name="T5" fmla="*/ 9 h 54"/>
                  <a:gd name="T6" fmla="*/ 28 w 49"/>
                  <a:gd name="T7" fmla="*/ 5 h 54"/>
                  <a:gd name="T8" fmla="*/ 18 w 49"/>
                  <a:gd name="T9" fmla="*/ 0 h 54"/>
                  <a:gd name="T10" fmla="*/ 18 w 49"/>
                  <a:gd name="T11" fmla="*/ 1 h 54"/>
                  <a:gd name="T12" fmla="*/ 12 w 49"/>
                  <a:gd name="T13" fmla="*/ 4 h 54"/>
                  <a:gd name="T14" fmla="*/ 9 w 49"/>
                  <a:gd name="T15" fmla="*/ 10 h 54"/>
                  <a:gd name="T16" fmla="*/ 6 w 49"/>
                  <a:gd name="T17" fmla="*/ 15 h 54"/>
                  <a:gd name="T18" fmla="*/ 4 w 49"/>
                  <a:gd name="T19" fmla="*/ 19 h 54"/>
                  <a:gd name="T20" fmla="*/ 2 w 49"/>
                  <a:gd name="T21" fmla="*/ 24 h 54"/>
                  <a:gd name="T22" fmla="*/ 1 w 49"/>
                  <a:gd name="T23" fmla="*/ 30 h 54"/>
                  <a:gd name="T24" fmla="*/ 6 w 49"/>
                  <a:gd name="T25" fmla="*/ 34 h 54"/>
                  <a:gd name="T26" fmla="*/ 10 w 49"/>
                  <a:gd name="T27" fmla="*/ 35 h 54"/>
                  <a:gd name="T28" fmla="*/ 6 w 49"/>
                  <a:gd name="T29" fmla="*/ 40 h 54"/>
                  <a:gd name="T30" fmla="*/ 6 w 49"/>
                  <a:gd name="T31" fmla="*/ 40 h 54"/>
                  <a:gd name="T32" fmla="*/ 7 w 49"/>
                  <a:gd name="T33" fmla="*/ 44 h 54"/>
                  <a:gd name="T34" fmla="*/ 7 w 49"/>
                  <a:gd name="T35" fmla="*/ 48 h 54"/>
                  <a:gd name="T36" fmla="*/ 13 w 49"/>
                  <a:gd name="T37" fmla="*/ 50 h 54"/>
                  <a:gd name="T38" fmla="*/ 19 w 49"/>
                  <a:gd name="T39" fmla="*/ 49 h 54"/>
                  <a:gd name="T40" fmla="*/ 26 w 49"/>
                  <a:gd name="T41" fmla="*/ 37 h 54"/>
                  <a:gd name="T42" fmla="*/ 42 w 49"/>
                  <a:gd name="T43" fmla="*/ 28 h 54"/>
                  <a:gd name="T44" fmla="*/ 47 w 49"/>
                  <a:gd name="T45" fmla="*/ 20 h 54"/>
                  <a:gd name="T46" fmla="*/ 44 w 49"/>
                  <a:gd name="T47" fmla="*/ 1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9" h="54">
                    <a:moveTo>
                      <a:pt x="44" y="14"/>
                    </a:moveTo>
                    <a:cubicBezTo>
                      <a:pt x="41" y="10"/>
                      <a:pt x="39" y="8"/>
                      <a:pt x="39" y="9"/>
                    </a:cubicBezTo>
                    <a:cubicBezTo>
                      <a:pt x="38" y="10"/>
                      <a:pt x="35" y="11"/>
                      <a:pt x="33" y="9"/>
                    </a:cubicBezTo>
                    <a:cubicBezTo>
                      <a:pt x="30" y="8"/>
                      <a:pt x="29" y="5"/>
                      <a:pt x="28" y="5"/>
                    </a:cubicBezTo>
                    <a:cubicBezTo>
                      <a:pt x="26" y="5"/>
                      <a:pt x="21" y="2"/>
                      <a:pt x="18" y="0"/>
                    </a:cubicBezTo>
                    <a:cubicBezTo>
                      <a:pt x="18" y="0"/>
                      <a:pt x="18" y="1"/>
                      <a:pt x="18" y="1"/>
                    </a:cubicBezTo>
                    <a:cubicBezTo>
                      <a:pt x="18" y="3"/>
                      <a:pt x="15" y="4"/>
                      <a:pt x="12" y="4"/>
                    </a:cubicBezTo>
                    <a:cubicBezTo>
                      <a:pt x="9" y="4"/>
                      <a:pt x="9" y="7"/>
                      <a:pt x="9" y="10"/>
                    </a:cubicBezTo>
                    <a:cubicBezTo>
                      <a:pt x="9" y="12"/>
                      <a:pt x="7" y="12"/>
                      <a:pt x="6" y="15"/>
                    </a:cubicBezTo>
                    <a:cubicBezTo>
                      <a:pt x="5" y="17"/>
                      <a:pt x="6" y="18"/>
                      <a:pt x="4" y="19"/>
                    </a:cubicBezTo>
                    <a:cubicBezTo>
                      <a:pt x="1" y="20"/>
                      <a:pt x="0" y="22"/>
                      <a:pt x="2" y="24"/>
                    </a:cubicBezTo>
                    <a:cubicBezTo>
                      <a:pt x="3" y="27"/>
                      <a:pt x="2" y="28"/>
                      <a:pt x="1" y="30"/>
                    </a:cubicBezTo>
                    <a:cubicBezTo>
                      <a:pt x="1" y="31"/>
                      <a:pt x="4" y="32"/>
                      <a:pt x="6" y="34"/>
                    </a:cubicBezTo>
                    <a:cubicBezTo>
                      <a:pt x="9" y="36"/>
                      <a:pt x="9" y="33"/>
                      <a:pt x="10" y="35"/>
                    </a:cubicBezTo>
                    <a:cubicBezTo>
                      <a:pt x="11" y="37"/>
                      <a:pt x="9" y="40"/>
                      <a:pt x="6" y="40"/>
                    </a:cubicBezTo>
                    <a:cubicBezTo>
                      <a:pt x="6" y="40"/>
                      <a:pt x="6" y="40"/>
                      <a:pt x="6" y="40"/>
                    </a:cubicBezTo>
                    <a:cubicBezTo>
                      <a:pt x="7" y="41"/>
                      <a:pt x="8" y="43"/>
                      <a:pt x="7" y="44"/>
                    </a:cubicBezTo>
                    <a:cubicBezTo>
                      <a:pt x="6" y="46"/>
                      <a:pt x="5" y="46"/>
                      <a:pt x="7" y="48"/>
                    </a:cubicBezTo>
                    <a:cubicBezTo>
                      <a:pt x="10" y="50"/>
                      <a:pt x="11" y="47"/>
                      <a:pt x="13" y="50"/>
                    </a:cubicBezTo>
                    <a:cubicBezTo>
                      <a:pt x="15" y="53"/>
                      <a:pt x="17" y="54"/>
                      <a:pt x="19" y="49"/>
                    </a:cubicBezTo>
                    <a:cubicBezTo>
                      <a:pt x="21" y="45"/>
                      <a:pt x="23" y="38"/>
                      <a:pt x="26" y="37"/>
                    </a:cubicBezTo>
                    <a:cubicBezTo>
                      <a:pt x="30" y="35"/>
                      <a:pt x="38" y="34"/>
                      <a:pt x="42" y="28"/>
                    </a:cubicBezTo>
                    <a:cubicBezTo>
                      <a:pt x="47" y="22"/>
                      <a:pt x="44" y="22"/>
                      <a:pt x="47" y="20"/>
                    </a:cubicBezTo>
                    <a:cubicBezTo>
                      <a:pt x="49" y="18"/>
                      <a:pt x="47" y="17"/>
                      <a:pt x="44"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25">
                <a:extLst>
                  <a:ext uri="{FF2B5EF4-FFF2-40B4-BE49-F238E27FC236}">
                    <a16:creationId xmlns:a16="http://schemas.microsoft.com/office/drawing/2014/main" id="{72613661-F14C-43F3-80EC-589B945A73D7}"/>
                  </a:ext>
                </a:extLst>
              </p:cNvPr>
              <p:cNvSpPr>
                <a:spLocks noEditPoints="1"/>
              </p:cNvSpPr>
              <p:nvPr/>
            </p:nvSpPr>
            <p:spPr bwMode="auto">
              <a:xfrm>
                <a:off x="3563356" y="1960529"/>
                <a:ext cx="1135527" cy="848194"/>
              </a:xfrm>
              <a:custGeom>
                <a:avLst/>
                <a:gdLst>
                  <a:gd name="T0" fmla="*/ 432 w 493"/>
                  <a:gd name="T1" fmla="*/ 42 h 368"/>
                  <a:gd name="T2" fmla="*/ 396 w 493"/>
                  <a:gd name="T3" fmla="*/ 59 h 368"/>
                  <a:gd name="T4" fmla="*/ 394 w 493"/>
                  <a:gd name="T5" fmla="*/ 37 h 368"/>
                  <a:gd name="T6" fmla="*/ 352 w 493"/>
                  <a:gd name="T7" fmla="*/ 34 h 368"/>
                  <a:gd name="T8" fmla="*/ 393 w 493"/>
                  <a:gd name="T9" fmla="*/ 27 h 368"/>
                  <a:gd name="T10" fmla="*/ 390 w 493"/>
                  <a:gd name="T11" fmla="*/ 12 h 368"/>
                  <a:gd name="T12" fmla="*/ 333 w 493"/>
                  <a:gd name="T13" fmla="*/ 0 h 368"/>
                  <a:gd name="T14" fmla="*/ 280 w 493"/>
                  <a:gd name="T15" fmla="*/ 7 h 368"/>
                  <a:gd name="T16" fmla="*/ 240 w 493"/>
                  <a:gd name="T17" fmla="*/ 7 h 368"/>
                  <a:gd name="T18" fmla="*/ 207 w 493"/>
                  <a:gd name="T19" fmla="*/ 22 h 368"/>
                  <a:gd name="T20" fmla="*/ 199 w 493"/>
                  <a:gd name="T21" fmla="*/ 26 h 368"/>
                  <a:gd name="T22" fmla="*/ 176 w 493"/>
                  <a:gd name="T23" fmla="*/ 33 h 368"/>
                  <a:gd name="T24" fmla="*/ 154 w 493"/>
                  <a:gd name="T25" fmla="*/ 41 h 368"/>
                  <a:gd name="T26" fmla="*/ 116 w 493"/>
                  <a:gd name="T27" fmla="*/ 34 h 368"/>
                  <a:gd name="T28" fmla="*/ 95 w 493"/>
                  <a:gd name="T29" fmla="*/ 50 h 368"/>
                  <a:gd name="T30" fmla="*/ 63 w 493"/>
                  <a:gd name="T31" fmla="*/ 70 h 368"/>
                  <a:gd name="T32" fmla="*/ 0 w 493"/>
                  <a:gd name="T33" fmla="*/ 101 h 368"/>
                  <a:gd name="T34" fmla="*/ 40 w 493"/>
                  <a:gd name="T35" fmla="*/ 113 h 368"/>
                  <a:gd name="T36" fmla="*/ 11 w 493"/>
                  <a:gd name="T37" fmla="*/ 123 h 368"/>
                  <a:gd name="T38" fmla="*/ 36 w 493"/>
                  <a:gd name="T39" fmla="*/ 138 h 368"/>
                  <a:gd name="T40" fmla="*/ 67 w 493"/>
                  <a:gd name="T41" fmla="*/ 137 h 368"/>
                  <a:gd name="T42" fmla="*/ 116 w 493"/>
                  <a:gd name="T43" fmla="*/ 150 h 368"/>
                  <a:gd name="T44" fmla="*/ 140 w 493"/>
                  <a:gd name="T45" fmla="*/ 183 h 368"/>
                  <a:gd name="T46" fmla="*/ 144 w 493"/>
                  <a:gd name="T47" fmla="*/ 212 h 368"/>
                  <a:gd name="T48" fmla="*/ 174 w 493"/>
                  <a:gd name="T49" fmla="*/ 222 h 368"/>
                  <a:gd name="T50" fmla="*/ 171 w 493"/>
                  <a:gd name="T51" fmla="*/ 234 h 368"/>
                  <a:gd name="T52" fmla="*/ 167 w 493"/>
                  <a:gd name="T53" fmla="*/ 254 h 368"/>
                  <a:gd name="T54" fmla="*/ 161 w 493"/>
                  <a:gd name="T55" fmla="*/ 278 h 368"/>
                  <a:gd name="T56" fmla="*/ 168 w 493"/>
                  <a:gd name="T57" fmla="*/ 311 h 368"/>
                  <a:gd name="T58" fmla="*/ 183 w 493"/>
                  <a:gd name="T59" fmla="*/ 330 h 368"/>
                  <a:gd name="T60" fmla="*/ 205 w 493"/>
                  <a:gd name="T61" fmla="*/ 355 h 368"/>
                  <a:gd name="T62" fmla="*/ 236 w 493"/>
                  <a:gd name="T63" fmla="*/ 367 h 368"/>
                  <a:gd name="T64" fmla="*/ 245 w 493"/>
                  <a:gd name="T65" fmla="*/ 336 h 368"/>
                  <a:gd name="T66" fmla="*/ 259 w 493"/>
                  <a:gd name="T67" fmla="*/ 320 h 368"/>
                  <a:gd name="T68" fmla="*/ 261 w 493"/>
                  <a:gd name="T69" fmla="*/ 305 h 368"/>
                  <a:gd name="T70" fmla="*/ 274 w 493"/>
                  <a:gd name="T71" fmla="*/ 295 h 368"/>
                  <a:gd name="T72" fmla="*/ 286 w 493"/>
                  <a:gd name="T73" fmla="*/ 292 h 368"/>
                  <a:gd name="T74" fmla="*/ 329 w 493"/>
                  <a:gd name="T75" fmla="*/ 263 h 368"/>
                  <a:gd name="T76" fmla="*/ 356 w 493"/>
                  <a:gd name="T77" fmla="*/ 256 h 368"/>
                  <a:gd name="T78" fmla="*/ 411 w 493"/>
                  <a:gd name="T79" fmla="*/ 232 h 368"/>
                  <a:gd name="T80" fmla="*/ 381 w 493"/>
                  <a:gd name="T81" fmla="*/ 225 h 368"/>
                  <a:gd name="T82" fmla="*/ 412 w 493"/>
                  <a:gd name="T83" fmla="*/ 227 h 368"/>
                  <a:gd name="T84" fmla="*/ 406 w 493"/>
                  <a:gd name="T85" fmla="*/ 200 h 368"/>
                  <a:gd name="T86" fmla="*/ 390 w 493"/>
                  <a:gd name="T87" fmla="*/ 186 h 368"/>
                  <a:gd name="T88" fmla="*/ 425 w 493"/>
                  <a:gd name="T89" fmla="*/ 181 h 368"/>
                  <a:gd name="T90" fmla="*/ 434 w 493"/>
                  <a:gd name="T91" fmla="*/ 164 h 368"/>
                  <a:gd name="T92" fmla="*/ 430 w 493"/>
                  <a:gd name="T93" fmla="*/ 138 h 368"/>
                  <a:gd name="T94" fmla="*/ 421 w 493"/>
                  <a:gd name="T95" fmla="*/ 127 h 368"/>
                  <a:gd name="T96" fmla="*/ 424 w 493"/>
                  <a:gd name="T97" fmla="*/ 115 h 368"/>
                  <a:gd name="T98" fmla="*/ 412 w 493"/>
                  <a:gd name="T99" fmla="*/ 110 h 368"/>
                  <a:gd name="T100" fmla="*/ 445 w 493"/>
                  <a:gd name="T101" fmla="*/ 76 h 368"/>
                  <a:gd name="T102" fmla="*/ 437 w 493"/>
                  <a:gd name="T103" fmla="*/ 67 h 368"/>
                  <a:gd name="T104" fmla="*/ 446 w 493"/>
                  <a:gd name="T105" fmla="*/ 58 h 368"/>
                  <a:gd name="T106" fmla="*/ 493 w 493"/>
                  <a:gd name="T107" fmla="*/ 41 h 368"/>
                  <a:gd name="T108" fmla="*/ 162 w 493"/>
                  <a:gd name="T109" fmla="*/ 235 h 368"/>
                  <a:gd name="T110" fmla="*/ 154 w 493"/>
                  <a:gd name="T111" fmla="*/ 244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3" h="368">
                    <a:moveTo>
                      <a:pt x="465" y="34"/>
                    </a:moveTo>
                    <a:cubicBezTo>
                      <a:pt x="456" y="34"/>
                      <a:pt x="449" y="35"/>
                      <a:pt x="449" y="41"/>
                    </a:cubicBezTo>
                    <a:cubicBezTo>
                      <a:pt x="448" y="47"/>
                      <a:pt x="437" y="40"/>
                      <a:pt x="432" y="42"/>
                    </a:cubicBezTo>
                    <a:cubicBezTo>
                      <a:pt x="427" y="44"/>
                      <a:pt x="430" y="37"/>
                      <a:pt x="425" y="40"/>
                    </a:cubicBezTo>
                    <a:cubicBezTo>
                      <a:pt x="420" y="42"/>
                      <a:pt x="415" y="48"/>
                      <a:pt x="409" y="50"/>
                    </a:cubicBezTo>
                    <a:cubicBezTo>
                      <a:pt x="404" y="52"/>
                      <a:pt x="399" y="58"/>
                      <a:pt x="396" y="59"/>
                    </a:cubicBezTo>
                    <a:cubicBezTo>
                      <a:pt x="392" y="59"/>
                      <a:pt x="403" y="48"/>
                      <a:pt x="409" y="42"/>
                    </a:cubicBezTo>
                    <a:cubicBezTo>
                      <a:pt x="415" y="36"/>
                      <a:pt x="412" y="30"/>
                      <a:pt x="404" y="31"/>
                    </a:cubicBezTo>
                    <a:cubicBezTo>
                      <a:pt x="397" y="31"/>
                      <a:pt x="398" y="36"/>
                      <a:pt x="394" y="37"/>
                    </a:cubicBezTo>
                    <a:cubicBezTo>
                      <a:pt x="390" y="38"/>
                      <a:pt x="369" y="48"/>
                      <a:pt x="368" y="45"/>
                    </a:cubicBezTo>
                    <a:cubicBezTo>
                      <a:pt x="367" y="42"/>
                      <a:pt x="385" y="37"/>
                      <a:pt x="385" y="35"/>
                    </a:cubicBezTo>
                    <a:cubicBezTo>
                      <a:pt x="385" y="32"/>
                      <a:pt x="362" y="32"/>
                      <a:pt x="352" y="34"/>
                    </a:cubicBezTo>
                    <a:cubicBezTo>
                      <a:pt x="342" y="35"/>
                      <a:pt x="325" y="41"/>
                      <a:pt x="325" y="38"/>
                    </a:cubicBezTo>
                    <a:cubicBezTo>
                      <a:pt x="324" y="35"/>
                      <a:pt x="345" y="31"/>
                      <a:pt x="355" y="30"/>
                    </a:cubicBezTo>
                    <a:cubicBezTo>
                      <a:pt x="366" y="29"/>
                      <a:pt x="385" y="31"/>
                      <a:pt x="393" y="27"/>
                    </a:cubicBezTo>
                    <a:cubicBezTo>
                      <a:pt x="401" y="24"/>
                      <a:pt x="413" y="24"/>
                      <a:pt x="416" y="21"/>
                    </a:cubicBezTo>
                    <a:cubicBezTo>
                      <a:pt x="418" y="18"/>
                      <a:pt x="406" y="15"/>
                      <a:pt x="401" y="15"/>
                    </a:cubicBezTo>
                    <a:cubicBezTo>
                      <a:pt x="395" y="15"/>
                      <a:pt x="389" y="15"/>
                      <a:pt x="390" y="12"/>
                    </a:cubicBezTo>
                    <a:cubicBezTo>
                      <a:pt x="390" y="9"/>
                      <a:pt x="381" y="8"/>
                      <a:pt x="380" y="6"/>
                    </a:cubicBezTo>
                    <a:cubicBezTo>
                      <a:pt x="379" y="4"/>
                      <a:pt x="361" y="6"/>
                      <a:pt x="357" y="3"/>
                    </a:cubicBezTo>
                    <a:cubicBezTo>
                      <a:pt x="354" y="1"/>
                      <a:pt x="342" y="0"/>
                      <a:pt x="333" y="0"/>
                    </a:cubicBezTo>
                    <a:cubicBezTo>
                      <a:pt x="323" y="1"/>
                      <a:pt x="304" y="1"/>
                      <a:pt x="299" y="1"/>
                    </a:cubicBezTo>
                    <a:cubicBezTo>
                      <a:pt x="295" y="2"/>
                      <a:pt x="292" y="3"/>
                      <a:pt x="288" y="3"/>
                    </a:cubicBezTo>
                    <a:cubicBezTo>
                      <a:pt x="284" y="3"/>
                      <a:pt x="278" y="4"/>
                      <a:pt x="280" y="7"/>
                    </a:cubicBezTo>
                    <a:cubicBezTo>
                      <a:pt x="284" y="12"/>
                      <a:pt x="274" y="14"/>
                      <a:pt x="274" y="10"/>
                    </a:cubicBezTo>
                    <a:cubicBezTo>
                      <a:pt x="275" y="6"/>
                      <a:pt x="265" y="5"/>
                      <a:pt x="262" y="7"/>
                    </a:cubicBezTo>
                    <a:cubicBezTo>
                      <a:pt x="258" y="10"/>
                      <a:pt x="242" y="4"/>
                      <a:pt x="240" y="7"/>
                    </a:cubicBezTo>
                    <a:cubicBezTo>
                      <a:pt x="238" y="11"/>
                      <a:pt x="219" y="10"/>
                      <a:pt x="213" y="11"/>
                    </a:cubicBezTo>
                    <a:cubicBezTo>
                      <a:pt x="208" y="11"/>
                      <a:pt x="222" y="16"/>
                      <a:pt x="222" y="18"/>
                    </a:cubicBezTo>
                    <a:cubicBezTo>
                      <a:pt x="221" y="20"/>
                      <a:pt x="204" y="18"/>
                      <a:pt x="207" y="22"/>
                    </a:cubicBezTo>
                    <a:cubicBezTo>
                      <a:pt x="211" y="26"/>
                      <a:pt x="222" y="30"/>
                      <a:pt x="228" y="35"/>
                    </a:cubicBezTo>
                    <a:cubicBezTo>
                      <a:pt x="233" y="40"/>
                      <a:pt x="223" y="37"/>
                      <a:pt x="217" y="33"/>
                    </a:cubicBezTo>
                    <a:cubicBezTo>
                      <a:pt x="211" y="29"/>
                      <a:pt x="203" y="31"/>
                      <a:pt x="199" y="26"/>
                    </a:cubicBezTo>
                    <a:cubicBezTo>
                      <a:pt x="196" y="22"/>
                      <a:pt x="181" y="19"/>
                      <a:pt x="178" y="22"/>
                    </a:cubicBezTo>
                    <a:cubicBezTo>
                      <a:pt x="174" y="25"/>
                      <a:pt x="188" y="30"/>
                      <a:pt x="188" y="33"/>
                    </a:cubicBezTo>
                    <a:cubicBezTo>
                      <a:pt x="188" y="36"/>
                      <a:pt x="178" y="32"/>
                      <a:pt x="176" y="33"/>
                    </a:cubicBezTo>
                    <a:cubicBezTo>
                      <a:pt x="175" y="35"/>
                      <a:pt x="166" y="25"/>
                      <a:pt x="162" y="25"/>
                    </a:cubicBezTo>
                    <a:cubicBezTo>
                      <a:pt x="157" y="25"/>
                      <a:pt x="161" y="30"/>
                      <a:pt x="161" y="36"/>
                    </a:cubicBezTo>
                    <a:cubicBezTo>
                      <a:pt x="161" y="41"/>
                      <a:pt x="152" y="45"/>
                      <a:pt x="154" y="41"/>
                    </a:cubicBezTo>
                    <a:cubicBezTo>
                      <a:pt x="157" y="37"/>
                      <a:pt x="155" y="26"/>
                      <a:pt x="150" y="25"/>
                    </a:cubicBezTo>
                    <a:cubicBezTo>
                      <a:pt x="145" y="23"/>
                      <a:pt x="132" y="29"/>
                      <a:pt x="125" y="28"/>
                    </a:cubicBezTo>
                    <a:cubicBezTo>
                      <a:pt x="119" y="28"/>
                      <a:pt x="110" y="30"/>
                      <a:pt x="116" y="34"/>
                    </a:cubicBezTo>
                    <a:cubicBezTo>
                      <a:pt x="121" y="37"/>
                      <a:pt x="115" y="39"/>
                      <a:pt x="110" y="35"/>
                    </a:cubicBezTo>
                    <a:cubicBezTo>
                      <a:pt x="105" y="32"/>
                      <a:pt x="89" y="35"/>
                      <a:pt x="92" y="38"/>
                    </a:cubicBezTo>
                    <a:cubicBezTo>
                      <a:pt x="96" y="40"/>
                      <a:pt x="97" y="47"/>
                      <a:pt x="95" y="50"/>
                    </a:cubicBezTo>
                    <a:cubicBezTo>
                      <a:pt x="93" y="53"/>
                      <a:pt x="86" y="47"/>
                      <a:pt x="79" y="47"/>
                    </a:cubicBezTo>
                    <a:cubicBezTo>
                      <a:pt x="73" y="48"/>
                      <a:pt x="41" y="63"/>
                      <a:pt x="43" y="67"/>
                    </a:cubicBezTo>
                    <a:cubicBezTo>
                      <a:pt x="45" y="71"/>
                      <a:pt x="58" y="68"/>
                      <a:pt x="63" y="70"/>
                    </a:cubicBezTo>
                    <a:cubicBezTo>
                      <a:pt x="67" y="73"/>
                      <a:pt x="61" y="81"/>
                      <a:pt x="56" y="85"/>
                    </a:cubicBezTo>
                    <a:cubicBezTo>
                      <a:pt x="51" y="89"/>
                      <a:pt x="31" y="85"/>
                      <a:pt x="31" y="89"/>
                    </a:cubicBezTo>
                    <a:cubicBezTo>
                      <a:pt x="30" y="94"/>
                      <a:pt x="0" y="94"/>
                      <a:pt x="0" y="101"/>
                    </a:cubicBezTo>
                    <a:cubicBezTo>
                      <a:pt x="0" y="104"/>
                      <a:pt x="2" y="107"/>
                      <a:pt x="5" y="107"/>
                    </a:cubicBezTo>
                    <a:cubicBezTo>
                      <a:pt x="9" y="108"/>
                      <a:pt x="14" y="107"/>
                      <a:pt x="18" y="111"/>
                    </a:cubicBezTo>
                    <a:cubicBezTo>
                      <a:pt x="22" y="115"/>
                      <a:pt x="33" y="116"/>
                      <a:pt x="40" y="113"/>
                    </a:cubicBezTo>
                    <a:cubicBezTo>
                      <a:pt x="47" y="110"/>
                      <a:pt x="53" y="113"/>
                      <a:pt x="53" y="118"/>
                    </a:cubicBezTo>
                    <a:cubicBezTo>
                      <a:pt x="52" y="122"/>
                      <a:pt x="36" y="116"/>
                      <a:pt x="31" y="119"/>
                    </a:cubicBezTo>
                    <a:cubicBezTo>
                      <a:pt x="26" y="122"/>
                      <a:pt x="11" y="119"/>
                      <a:pt x="11" y="123"/>
                    </a:cubicBezTo>
                    <a:cubicBezTo>
                      <a:pt x="12" y="126"/>
                      <a:pt x="20" y="125"/>
                      <a:pt x="26" y="127"/>
                    </a:cubicBezTo>
                    <a:cubicBezTo>
                      <a:pt x="32" y="128"/>
                      <a:pt x="26" y="130"/>
                      <a:pt x="26" y="133"/>
                    </a:cubicBezTo>
                    <a:cubicBezTo>
                      <a:pt x="26" y="136"/>
                      <a:pt x="29" y="135"/>
                      <a:pt x="36" y="138"/>
                    </a:cubicBezTo>
                    <a:cubicBezTo>
                      <a:pt x="42" y="141"/>
                      <a:pt x="52" y="143"/>
                      <a:pt x="49" y="140"/>
                    </a:cubicBezTo>
                    <a:cubicBezTo>
                      <a:pt x="45" y="136"/>
                      <a:pt x="55" y="137"/>
                      <a:pt x="57" y="139"/>
                    </a:cubicBezTo>
                    <a:cubicBezTo>
                      <a:pt x="58" y="141"/>
                      <a:pt x="63" y="136"/>
                      <a:pt x="67" y="137"/>
                    </a:cubicBezTo>
                    <a:cubicBezTo>
                      <a:pt x="72" y="138"/>
                      <a:pt x="74" y="133"/>
                      <a:pt x="77" y="135"/>
                    </a:cubicBezTo>
                    <a:cubicBezTo>
                      <a:pt x="81" y="137"/>
                      <a:pt x="97" y="139"/>
                      <a:pt x="103" y="142"/>
                    </a:cubicBezTo>
                    <a:cubicBezTo>
                      <a:pt x="109" y="145"/>
                      <a:pt x="117" y="146"/>
                      <a:pt x="116" y="150"/>
                    </a:cubicBezTo>
                    <a:cubicBezTo>
                      <a:pt x="115" y="155"/>
                      <a:pt x="121" y="158"/>
                      <a:pt x="127" y="161"/>
                    </a:cubicBezTo>
                    <a:cubicBezTo>
                      <a:pt x="134" y="164"/>
                      <a:pt x="135" y="170"/>
                      <a:pt x="135" y="174"/>
                    </a:cubicBezTo>
                    <a:cubicBezTo>
                      <a:pt x="134" y="178"/>
                      <a:pt x="141" y="181"/>
                      <a:pt x="140" y="183"/>
                    </a:cubicBezTo>
                    <a:cubicBezTo>
                      <a:pt x="139" y="185"/>
                      <a:pt x="140" y="187"/>
                      <a:pt x="144" y="191"/>
                    </a:cubicBezTo>
                    <a:cubicBezTo>
                      <a:pt x="149" y="195"/>
                      <a:pt x="138" y="198"/>
                      <a:pt x="140" y="201"/>
                    </a:cubicBezTo>
                    <a:cubicBezTo>
                      <a:pt x="143" y="204"/>
                      <a:pt x="136" y="211"/>
                      <a:pt x="144" y="212"/>
                    </a:cubicBezTo>
                    <a:cubicBezTo>
                      <a:pt x="152" y="213"/>
                      <a:pt x="150" y="207"/>
                      <a:pt x="156" y="207"/>
                    </a:cubicBezTo>
                    <a:cubicBezTo>
                      <a:pt x="162" y="207"/>
                      <a:pt x="156" y="212"/>
                      <a:pt x="159" y="215"/>
                    </a:cubicBezTo>
                    <a:cubicBezTo>
                      <a:pt x="162" y="218"/>
                      <a:pt x="169" y="217"/>
                      <a:pt x="174" y="222"/>
                    </a:cubicBezTo>
                    <a:cubicBezTo>
                      <a:pt x="180" y="227"/>
                      <a:pt x="177" y="230"/>
                      <a:pt x="171" y="226"/>
                    </a:cubicBezTo>
                    <a:cubicBezTo>
                      <a:pt x="166" y="221"/>
                      <a:pt x="150" y="222"/>
                      <a:pt x="150" y="224"/>
                    </a:cubicBezTo>
                    <a:cubicBezTo>
                      <a:pt x="150" y="225"/>
                      <a:pt x="167" y="235"/>
                      <a:pt x="171" y="234"/>
                    </a:cubicBezTo>
                    <a:cubicBezTo>
                      <a:pt x="175" y="232"/>
                      <a:pt x="181" y="240"/>
                      <a:pt x="178" y="242"/>
                    </a:cubicBezTo>
                    <a:cubicBezTo>
                      <a:pt x="176" y="245"/>
                      <a:pt x="177" y="250"/>
                      <a:pt x="177" y="253"/>
                    </a:cubicBezTo>
                    <a:cubicBezTo>
                      <a:pt x="176" y="256"/>
                      <a:pt x="170" y="253"/>
                      <a:pt x="167" y="254"/>
                    </a:cubicBezTo>
                    <a:cubicBezTo>
                      <a:pt x="163" y="254"/>
                      <a:pt x="160" y="255"/>
                      <a:pt x="160" y="260"/>
                    </a:cubicBezTo>
                    <a:cubicBezTo>
                      <a:pt x="160" y="264"/>
                      <a:pt x="154" y="266"/>
                      <a:pt x="154" y="271"/>
                    </a:cubicBezTo>
                    <a:cubicBezTo>
                      <a:pt x="153" y="276"/>
                      <a:pt x="158" y="276"/>
                      <a:pt x="161" y="278"/>
                    </a:cubicBezTo>
                    <a:cubicBezTo>
                      <a:pt x="164" y="280"/>
                      <a:pt x="156" y="282"/>
                      <a:pt x="155" y="285"/>
                    </a:cubicBezTo>
                    <a:cubicBezTo>
                      <a:pt x="155" y="289"/>
                      <a:pt x="163" y="295"/>
                      <a:pt x="166" y="297"/>
                    </a:cubicBezTo>
                    <a:cubicBezTo>
                      <a:pt x="169" y="299"/>
                      <a:pt x="167" y="307"/>
                      <a:pt x="168" y="311"/>
                    </a:cubicBezTo>
                    <a:cubicBezTo>
                      <a:pt x="169" y="315"/>
                      <a:pt x="173" y="310"/>
                      <a:pt x="173" y="315"/>
                    </a:cubicBezTo>
                    <a:cubicBezTo>
                      <a:pt x="172" y="320"/>
                      <a:pt x="176" y="320"/>
                      <a:pt x="177" y="323"/>
                    </a:cubicBezTo>
                    <a:cubicBezTo>
                      <a:pt x="177" y="326"/>
                      <a:pt x="184" y="326"/>
                      <a:pt x="183" y="330"/>
                    </a:cubicBezTo>
                    <a:cubicBezTo>
                      <a:pt x="181" y="334"/>
                      <a:pt x="185" y="338"/>
                      <a:pt x="187" y="340"/>
                    </a:cubicBezTo>
                    <a:cubicBezTo>
                      <a:pt x="188" y="342"/>
                      <a:pt x="194" y="346"/>
                      <a:pt x="196" y="349"/>
                    </a:cubicBezTo>
                    <a:cubicBezTo>
                      <a:pt x="197" y="352"/>
                      <a:pt x="200" y="357"/>
                      <a:pt x="205" y="355"/>
                    </a:cubicBezTo>
                    <a:cubicBezTo>
                      <a:pt x="209" y="354"/>
                      <a:pt x="209" y="358"/>
                      <a:pt x="213" y="358"/>
                    </a:cubicBezTo>
                    <a:cubicBezTo>
                      <a:pt x="216" y="357"/>
                      <a:pt x="221" y="359"/>
                      <a:pt x="222" y="362"/>
                    </a:cubicBezTo>
                    <a:cubicBezTo>
                      <a:pt x="223" y="364"/>
                      <a:pt x="233" y="367"/>
                      <a:pt x="236" y="367"/>
                    </a:cubicBezTo>
                    <a:cubicBezTo>
                      <a:pt x="239" y="368"/>
                      <a:pt x="239" y="362"/>
                      <a:pt x="242" y="361"/>
                    </a:cubicBezTo>
                    <a:cubicBezTo>
                      <a:pt x="245" y="360"/>
                      <a:pt x="244" y="349"/>
                      <a:pt x="246" y="348"/>
                    </a:cubicBezTo>
                    <a:cubicBezTo>
                      <a:pt x="248" y="348"/>
                      <a:pt x="248" y="337"/>
                      <a:pt x="245" y="336"/>
                    </a:cubicBezTo>
                    <a:cubicBezTo>
                      <a:pt x="243" y="335"/>
                      <a:pt x="244" y="331"/>
                      <a:pt x="249" y="332"/>
                    </a:cubicBezTo>
                    <a:cubicBezTo>
                      <a:pt x="255" y="333"/>
                      <a:pt x="253" y="327"/>
                      <a:pt x="256" y="326"/>
                    </a:cubicBezTo>
                    <a:cubicBezTo>
                      <a:pt x="258" y="326"/>
                      <a:pt x="257" y="321"/>
                      <a:pt x="259" y="320"/>
                    </a:cubicBezTo>
                    <a:cubicBezTo>
                      <a:pt x="261" y="320"/>
                      <a:pt x="261" y="316"/>
                      <a:pt x="259" y="314"/>
                    </a:cubicBezTo>
                    <a:cubicBezTo>
                      <a:pt x="258" y="313"/>
                      <a:pt x="259" y="311"/>
                      <a:pt x="262" y="311"/>
                    </a:cubicBezTo>
                    <a:cubicBezTo>
                      <a:pt x="265" y="310"/>
                      <a:pt x="264" y="306"/>
                      <a:pt x="261" y="305"/>
                    </a:cubicBezTo>
                    <a:cubicBezTo>
                      <a:pt x="257" y="303"/>
                      <a:pt x="258" y="299"/>
                      <a:pt x="262" y="302"/>
                    </a:cubicBezTo>
                    <a:cubicBezTo>
                      <a:pt x="266" y="304"/>
                      <a:pt x="268" y="302"/>
                      <a:pt x="266" y="299"/>
                    </a:cubicBezTo>
                    <a:cubicBezTo>
                      <a:pt x="264" y="297"/>
                      <a:pt x="269" y="295"/>
                      <a:pt x="274" y="295"/>
                    </a:cubicBezTo>
                    <a:cubicBezTo>
                      <a:pt x="279" y="294"/>
                      <a:pt x="281" y="292"/>
                      <a:pt x="281" y="288"/>
                    </a:cubicBezTo>
                    <a:cubicBezTo>
                      <a:pt x="280" y="284"/>
                      <a:pt x="286" y="284"/>
                      <a:pt x="285" y="288"/>
                    </a:cubicBezTo>
                    <a:cubicBezTo>
                      <a:pt x="283" y="291"/>
                      <a:pt x="284" y="294"/>
                      <a:pt x="286" y="292"/>
                    </a:cubicBezTo>
                    <a:cubicBezTo>
                      <a:pt x="289" y="289"/>
                      <a:pt x="293" y="291"/>
                      <a:pt x="301" y="289"/>
                    </a:cubicBezTo>
                    <a:cubicBezTo>
                      <a:pt x="309" y="286"/>
                      <a:pt x="317" y="280"/>
                      <a:pt x="319" y="273"/>
                    </a:cubicBezTo>
                    <a:cubicBezTo>
                      <a:pt x="321" y="267"/>
                      <a:pt x="330" y="268"/>
                      <a:pt x="329" y="263"/>
                    </a:cubicBezTo>
                    <a:cubicBezTo>
                      <a:pt x="328" y="259"/>
                      <a:pt x="331" y="257"/>
                      <a:pt x="337" y="260"/>
                    </a:cubicBezTo>
                    <a:cubicBezTo>
                      <a:pt x="343" y="263"/>
                      <a:pt x="338" y="258"/>
                      <a:pt x="344" y="258"/>
                    </a:cubicBezTo>
                    <a:cubicBezTo>
                      <a:pt x="351" y="258"/>
                      <a:pt x="350" y="256"/>
                      <a:pt x="356" y="256"/>
                    </a:cubicBezTo>
                    <a:cubicBezTo>
                      <a:pt x="363" y="255"/>
                      <a:pt x="379" y="253"/>
                      <a:pt x="385" y="248"/>
                    </a:cubicBezTo>
                    <a:cubicBezTo>
                      <a:pt x="391" y="243"/>
                      <a:pt x="403" y="239"/>
                      <a:pt x="408" y="236"/>
                    </a:cubicBezTo>
                    <a:cubicBezTo>
                      <a:pt x="413" y="233"/>
                      <a:pt x="414" y="230"/>
                      <a:pt x="411" y="232"/>
                    </a:cubicBezTo>
                    <a:cubicBezTo>
                      <a:pt x="408" y="234"/>
                      <a:pt x="402" y="234"/>
                      <a:pt x="397" y="233"/>
                    </a:cubicBezTo>
                    <a:cubicBezTo>
                      <a:pt x="392" y="231"/>
                      <a:pt x="384" y="227"/>
                      <a:pt x="379" y="230"/>
                    </a:cubicBezTo>
                    <a:cubicBezTo>
                      <a:pt x="373" y="234"/>
                      <a:pt x="377" y="226"/>
                      <a:pt x="381" y="225"/>
                    </a:cubicBezTo>
                    <a:cubicBezTo>
                      <a:pt x="386" y="225"/>
                      <a:pt x="384" y="222"/>
                      <a:pt x="383" y="218"/>
                    </a:cubicBezTo>
                    <a:cubicBezTo>
                      <a:pt x="382" y="213"/>
                      <a:pt x="390" y="216"/>
                      <a:pt x="394" y="221"/>
                    </a:cubicBezTo>
                    <a:cubicBezTo>
                      <a:pt x="398" y="227"/>
                      <a:pt x="405" y="229"/>
                      <a:pt x="412" y="227"/>
                    </a:cubicBezTo>
                    <a:cubicBezTo>
                      <a:pt x="418" y="226"/>
                      <a:pt x="412" y="220"/>
                      <a:pt x="415" y="217"/>
                    </a:cubicBezTo>
                    <a:cubicBezTo>
                      <a:pt x="417" y="213"/>
                      <a:pt x="395" y="202"/>
                      <a:pt x="394" y="198"/>
                    </a:cubicBezTo>
                    <a:cubicBezTo>
                      <a:pt x="393" y="194"/>
                      <a:pt x="399" y="197"/>
                      <a:pt x="406" y="200"/>
                    </a:cubicBezTo>
                    <a:cubicBezTo>
                      <a:pt x="412" y="202"/>
                      <a:pt x="413" y="195"/>
                      <a:pt x="413" y="191"/>
                    </a:cubicBezTo>
                    <a:cubicBezTo>
                      <a:pt x="413" y="188"/>
                      <a:pt x="400" y="188"/>
                      <a:pt x="394" y="191"/>
                    </a:cubicBezTo>
                    <a:cubicBezTo>
                      <a:pt x="388" y="194"/>
                      <a:pt x="382" y="187"/>
                      <a:pt x="390" y="186"/>
                    </a:cubicBezTo>
                    <a:cubicBezTo>
                      <a:pt x="398" y="185"/>
                      <a:pt x="391" y="182"/>
                      <a:pt x="393" y="179"/>
                    </a:cubicBezTo>
                    <a:cubicBezTo>
                      <a:pt x="396" y="177"/>
                      <a:pt x="406" y="186"/>
                      <a:pt x="411" y="184"/>
                    </a:cubicBezTo>
                    <a:cubicBezTo>
                      <a:pt x="417" y="183"/>
                      <a:pt x="420" y="185"/>
                      <a:pt x="425" y="181"/>
                    </a:cubicBezTo>
                    <a:cubicBezTo>
                      <a:pt x="429" y="177"/>
                      <a:pt x="417" y="174"/>
                      <a:pt x="414" y="171"/>
                    </a:cubicBezTo>
                    <a:cubicBezTo>
                      <a:pt x="412" y="168"/>
                      <a:pt x="427" y="169"/>
                      <a:pt x="432" y="169"/>
                    </a:cubicBezTo>
                    <a:cubicBezTo>
                      <a:pt x="437" y="170"/>
                      <a:pt x="438" y="162"/>
                      <a:pt x="434" y="164"/>
                    </a:cubicBezTo>
                    <a:cubicBezTo>
                      <a:pt x="430" y="165"/>
                      <a:pt x="417" y="159"/>
                      <a:pt x="420" y="155"/>
                    </a:cubicBezTo>
                    <a:cubicBezTo>
                      <a:pt x="422" y="151"/>
                      <a:pt x="428" y="156"/>
                      <a:pt x="434" y="152"/>
                    </a:cubicBezTo>
                    <a:cubicBezTo>
                      <a:pt x="440" y="149"/>
                      <a:pt x="434" y="138"/>
                      <a:pt x="430" y="138"/>
                    </a:cubicBezTo>
                    <a:cubicBezTo>
                      <a:pt x="426" y="138"/>
                      <a:pt x="416" y="136"/>
                      <a:pt x="416" y="134"/>
                    </a:cubicBezTo>
                    <a:cubicBezTo>
                      <a:pt x="416" y="132"/>
                      <a:pt x="407" y="130"/>
                      <a:pt x="410" y="128"/>
                    </a:cubicBezTo>
                    <a:cubicBezTo>
                      <a:pt x="412" y="126"/>
                      <a:pt x="415" y="131"/>
                      <a:pt x="421" y="127"/>
                    </a:cubicBezTo>
                    <a:cubicBezTo>
                      <a:pt x="426" y="123"/>
                      <a:pt x="437" y="128"/>
                      <a:pt x="442" y="127"/>
                    </a:cubicBezTo>
                    <a:cubicBezTo>
                      <a:pt x="447" y="126"/>
                      <a:pt x="440" y="116"/>
                      <a:pt x="437" y="118"/>
                    </a:cubicBezTo>
                    <a:cubicBezTo>
                      <a:pt x="435" y="120"/>
                      <a:pt x="425" y="120"/>
                      <a:pt x="424" y="115"/>
                    </a:cubicBezTo>
                    <a:cubicBezTo>
                      <a:pt x="423" y="110"/>
                      <a:pt x="433" y="115"/>
                      <a:pt x="435" y="113"/>
                    </a:cubicBezTo>
                    <a:cubicBezTo>
                      <a:pt x="437" y="110"/>
                      <a:pt x="421" y="104"/>
                      <a:pt x="419" y="109"/>
                    </a:cubicBezTo>
                    <a:cubicBezTo>
                      <a:pt x="417" y="114"/>
                      <a:pt x="408" y="113"/>
                      <a:pt x="412" y="110"/>
                    </a:cubicBezTo>
                    <a:cubicBezTo>
                      <a:pt x="417" y="107"/>
                      <a:pt x="418" y="99"/>
                      <a:pt x="417" y="95"/>
                    </a:cubicBezTo>
                    <a:cubicBezTo>
                      <a:pt x="417" y="91"/>
                      <a:pt x="434" y="90"/>
                      <a:pt x="432" y="84"/>
                    </a:cubicBezTo>
                    <a:cubicBezTo>
                      <a:pt x="430" y="77"/>
                      <a:pt x="440" y="76"/>
                      <a:pt x="445" y="76"/>
                    </a:cubicBezTo>
                    <a:cubicBezTo>
                      <a:pt x="451" y="76"/>
                      <a:pt x="445" y="69"/>
                      <a:pt x="440" y="69"/>
                    </a:cubicBezTo>
                    <a:cubicBezTo>
                      <a:pt x="434" y="70"/>
                      <a:pt x="429" y="76"/>
                      <a:pt x="426" y="74"/>
                    </a:cubicBezTo>
                    <a:cubicBezTo>
                      <a:pt x="424" y="71"/>
                      <a:pt x="432" y="67"/>
                      <a:pt x="437" y="67"/>
                    </a:cubicBezTo>
                    <a:cubicBezTo>
                      <a:pt x="442" y="67"/>
                      <a:pt x="453" y="66"/>
                      <a:pt x="457" y="64"/>
                    </a:cubicBezTo>
                    <a:cubicBezTo>
                      <a:pt x="461" y="62"/>
                      <a:pt x="450" y="60"/>
                      <a:pt x="443" y="60"/>
                    </a:cubicBezTo>
                    <a:cubicBezTo>
                      <a:pt x="435" y="61"/>
                      <a:pt x="435" y="58"/>
                      <a:pt x="446" y="58"/>
                    </a:cubicBezTo>
                    <a:cubicBezTo>
                      <a:pt x="458" y="58"/>
                      <a:pt x="456" y="55"/>
                      <a:pt x="464" y="54"/>
                    </a:cubicBezTo>
                    <a:cubicBezTo>
                      <a:pt x="472" y="53"/>
                      <a:pt x="470" y="50"/>
                      <a:pt x="475" y="50"/>
                    </a:cubicBezTo>
                    <a:cubicBezTo>
                      <a:pt x="480" y="50"/>
                      <a:pt x="493" y="44"/>
                      <a:pt x="493" y="41"/>
                    </a:cubicBezTo>
                    <a:cubicBezTo>
                      <a:pt x="493" y="39"/>
                      <a:pt x="474" y="34"/>
                      <a:pt x="465" y="34"/>
                    </a:cubicBezTo>
                    <a:close/>
                    <a:moveTo>
                      <a:pt x="169" y="241"/>
                    </a:moveTo>
                    <a:cubicBezTo>
                      <a:pt x="169" y="237"/>
                      <a:pt x="165" y="239"/>
                      <a:pt x="162" y="235"/>
                    </a:cubicBezTo>
                    <a:cubicBezTo>
                      <a:pt x="160" y="230"/>
                      <a:pt x="148" y="228"/>
                      <a:pt x="147" y="232"/>
                    </a:cubicBezTo>
                    <a:cubicBezTo>
                      <a:pt x="146" y="233"/>
                      <a:pt x="142" y="235"/>
                      <a:pt x="145" y="239"/>
                    </a:cubicBezTo>
                    <a:cubicBezTo>
                      <a:pt x="149" y="242"/>
                      <a:pt x="151" y="241"/>
                      <a:pt x="154" y="244"/>
                    </a:cubicBezTo>
                    <a:cubicBezTo>
                      <a:pt x="158" y="247"/>
                      <a:pt x="169" y="245"/>
                      <a:pt x="169" y="24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27">
                <a:extLst>
                  <a:ext uri="{FF2B5EF4-FFF2-40B4-BE49-F238E27FC236}">
                    <a16:creationId xmlns:a16="http://schemas.microsoft.com/office/drawing/2014/main" id="{7F1FC9B7-0096-47E5-A400-B2BBDD7BE3FE}"/>
                  </a:ext>
                </a:extLst>
              </p:cNvPr>
              <p:cNvSpPr>
                <a:spLocks/>
              </p:cNvSpPr>
              <p:nvPr/>
            </p:nvSpPr>
            <p:spPr bwMode="auto">
              <a:xfrm>
                <a:off x="1785409" y="2456146"/>
                <a:ext cx="718958" cy="495617"/>
              </a:xfrm>
              <a:custGeom>
                <a:avLst/>
                <a:gdLst>
                  <a:gd name="T0" fmla="*/ 285 w 312"/>
                  <a:gd name="T1" fmla="*/ 178 h 215"/>
                  <a:gd name="T2" fmla="*/ 249 w 312"/>
                  <a:gd name="T3" fmla="*/ 163 h 215"/>
                  <a:gd name="T4" fmla="*/ 230 w 312"/>
                  <a:gd name="T5" fmla="*/ 147 h 215"/>
                  <a:gd name="T6" fmla="*/ 218 w 312"/>
                  <a:gd name="T7" fmla="*/ 25 h 215"/>
                  <a:gd name="T8" fmla="*/ 182 w 312"/>
                  <a:gd name="T9" fmla="*/ 20 h 215"/>
                  <a:gd name="T10" fmla="*/ 132 w 312"/>
                  <a:gd name="T11" fmla="*/ 14 h 215"/>
                  <a:gd name="T12" fmla="*/ 110 w 312"/>
                  <a:gd name="T13" fmla="*/ 8 h 215"/>
                  <a:gd name="T14" fmla="*/ 96 w 312"/>
                  <a:gd name="T15" fmla="*/ 7 h 215"/>
                  <a:gd name="T16" fmla="*/ 85 w 312"/>
                  <a:gd name="T17" fmla="*/ 6 h 215"/>
                  <a:gd name="T18" fmla="*/ 66 w 312"/>
                  <a:gd name="T19" fmla="*/ 15 h 215"/>
                  <a:gd name="T20" fmla="*/ 39 w 312"/>
                  <a:gd name="T21" fmla="*/ 24 h 215"/>
                  <a:gd name="T22" fmla="*/ 13 w 312"/>
                  <a:gd name="T23" fmla="*/ 42 h 215"/>
                  <a:gd name="T24" fmla="*/ 49 w 312"/>
                  <a:gd name="T25" fmla="*/ 62 h 215"/>
                  <a:gd name="T26" fmla="*/ 50 w 312"/>
                  <a:gd name="T27" fmla="*/ 73 h 215"/>
                  <a:gd name="T28" fmla="*/ 33 w 312"/>
                  <a:gd name="T29" fmla="*/ 69 h 215"/>
                  <a:gd name="T30" fmla="*/ 12 w 312"/>
                  <a:gd name="T31" fmla="*/ 75 h 215"/>
                  <a:gd name="T32" fmla="*/ 11 w 312"/>
                  <a:gd name="T33" fmla="*/ 90 h 215"/>
                  <a:gd name="T34" fmla="*/ 42 w 312"/>
                  <a:gd name="T35" fmla="*/ 97 h 215"/>
                  <a:gd name="T36" fmla="*/ 55 w 312"/>
                  <a:gd name="T37" fmla="*/ 108 h 215"/>
                  <a:gd name="T38" fmla="*/ 30 w 312"/>
                  <a:gd name="T39" fmla="*/ 112 h 215"/>
                  <a:gd name="T40" fmla="*/ 15 w 312"/>
                  <a:gd name="T41" fmla="*/ 134 h 215"/>
                  <a:gd name="T42" fmla="*/ 32 w 312"/>
                  <a:gd name="T43" fmla="*/ 156 h 215"/>
                  <a:gd name="T44" fmla="*/ 49 w 312"/>
                  <a:gd name="T45" fmla="*/ 160 h 215"/>
                  <a:gd name="T46" fmla="*/ 68 w 312"/>
                  <a:gd name="T47" fmla="*/ 168 h 215"/>
                  <a:gd name="T48" fmla="*/ 85 w 312"/>
                  <a:gd name="T49" fmla="*/ 166 h 215"/>
                  <a:gd name="T50" fmla="*/ 73 w 312"/>
                  <a:gd name="T51" fmla="*/ 191 h 215"/>
                  <a:gd name="T52" fmla="*/ 41 w 312"/>
                  <a:gd name="T53" fmla="*/ 212 h 215"/>
                  <a:gd name="T54" fmla="*/ 60 w 312"/>
                  <a:gd name="T55" fmla="*/ 204 h 215"/>
                  <a:gd name="T56" fmla="*/ 78 w 312"/>
                  <a:gd name="T57" fmla="*/ 196 h 215"/>
                  <a:gd name="T58" fmla="*/ 104 w 312"/>
                  <a:gd name="T59" fmla="*/ 178 h 215"/>
                  <a:gd name="T60" fmla="*/ 117 w 312"/>
                  <a:gd name="T61" fmla="*/ 166 h 215"/>
                  <a:gd name="T62" fmla="*/ 123 w 312"/>
                  <a:gd name="T63" fmla="*/ 152 h 215"/>
                  <a:gd name="T64" fmla="*/ 139 w 312"/>
                  <a:gd name="T65" fmla="*/ 136 h 215"/>
                  <a:gd name="T66" fmla="*/ 136 w 312"/>
                  <a:gd name="T67" fmla="*/ 143 h 215"/>
                  <a:gd name="T68" fmla="*/ 130 w 312"/>
                  <a:gd name="T69" fmla="*/ 160 h 215"/>
                  <a:gd name="T70" fmla="*/ 161 w 312"/>
                  <a:gd name="T71" fmla="*/ 153 h 215"/>
                  <a:gd name="T72" fmla="*/ 160 w 312"/>
                  <a:gd name="T73" fmla="*/ 140 h 215"/>
                  <a:gd name="T74" fmla="*/ 177 w 312"/>
                  <a:gd name="T75" fmla="*/ 143 h 215"/>
                  <a:gd name="T76" fmla="*/ 181 w 312"/>
                  <a:gd name="T77" fmla="*/ 148 h 215"/>
                  <a:gd name="T78" fmla="*/ 196 w 312"/>
                  <a:gd name="T79" fmla="*/ 151 h 215"/>
                  <a:gd name="T80" fmla="*/ 231 w 312"/>
                  <a:gd name="T81" fmla="*/ 153 h 215"/>
                  <a:gd name="T82" fmla="*/ 243 w 312"/>
                  <a:gd name="T83" fmla="*/ 165 h 215"/>
                  <a:gd name="T84" fmla="*/ 263 w 312"/>
                  <a:gd name="T85" fmla="*/ 172 h 215"/>
                  <a:gd name="T86" fmla="*/ 268 w 312"/>
                  <a:gd name="T87" fmla="*/ 177 h 215"/>
                  <a:gd name="T88" fmla="*/ 263 w 312"/>
                  <a:gd name="T89" fmla="*/ 185 h 215"/>
                  <a:gd name="T90" fmla="*/ 268 w 312"/>
                  <a:gd name="T91" fmla="*/ 186 h 215"/>
                  <a:gd name="T92" fmla="*/ 275 w 312"/>
                  <a:gd name="T93" fmla="*/ 184 h 215"/>
                  <a:gd name="T94" fmla="*/ 277 w 312"/>
                  <a:gd name="T95" fmla="*/ 187 h 215"/>
                  <a:gd name="T96" fmla="*/ 277 w 312"/>
                  <a:gd name="T97" fmla="*/ 195 h 215"/>
                  <a:gd name="T98" fmla="*/ 286 w 312"/>
                  <a:gd name="T99" fmla="*/ 195 h 215"/>
                  <a:gd name="T100" fmla="*/ 288 w 312"/>
                  <a:gd name="T101" fmla="*/ 203 h 215"/>
                  <a:gd name="T102" fmla="*/ 282 w 312"/>
                  <a:gd name="T103" fmla="*/ 214 h 215"/>
                  <a:gd name="T104" fmla="*/ 291 w 312"/>
                  <a:gd name="T105" fmla="*/ 208 h 215"/>
                  <a:gd name="T106" fmla="*/ 300 w 312"/>
                  <a:gd name="T107" fmla="*/ 213 h 215"/>
                  <a:gd name="T108" fmla="*/ 309 w 312"/>
                  <a:gd name="T109" fmla="*/ 21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12" h="215">
                    <a:moveTo>
                      <a:pt x="307" y="203"/>
                    </a:moveTo>
                    <a:cubicBezTo>
                      <a:pt x="308" y="200"/>
                      <a:pt x="308" y="198"/>
                      <a:pt x="299" y="195"/>
                    </a:cubicBezTo>
                    <a:cubicBezTo>
                      <a:pt x="290" y="191"/>
                      <a:pt x="291" y="189"/>
                      <a:pt x="285" y="178"/>
                    </a:cubicBezTo>
                    <a:cubicBezTo>
                      <a:pt x="279" y="167"/>
                      <a:pt x="268" y="162"/>
                      <a:pt x="268" y="158"/>
                    </a:cubicBezTo>
                    <a:cubicBezTo>
                      <a:pt x="268" y="154"/>
                      <a:pt x="257" y="155"/>
                      <a:pt x="257" y="158"/>
                    </a:cubicBezTo>
                    <a:cubicBezTo>
                      <a:pt x="257" y="161"/>
                      <a:pt x="252" y="162"/>
                      <a:pt x="249" y="163"/>
                    </a:cubicBezTo>
                    <a:cubicBezTo>
                      <a:pt x="247" y="165"/>
                      <a:pt x="246" y="162"/>
                      <a:pt x="243" y="159"/>
                    </a:cubicBezTo>
                    <a:cubicBezTo>
                      <a:pt x="241" y="156"/>
                      <a:pt x="235" y="153"/>
                      <a:pt x="235" y="151"/>
                    </a:cubicBezTo>
                    <a:cubicBezTo>
                      <a:pt x="235" y="149"/>
                      <a:pt x="234" y="145"/>
                      <a:pt x="230" y="147"/>
                    </a:cubicBezTo>
                    <a:cubicBezTo>
                      <a:pt x="226" y="149"/>
                      <a:pt x="224" y="147"/>
                      <a:pt x="222" y="149"/>
                    </a:cubicBezTo>
                    <a:cubicBezTo>
                      <a:pt x="221" y="150"/>
                      <a:pt x="218" y="148"/>
                      <a:pt x="218" y="148"/>
                    </a:cubicBezTo>
                    <a:cubicBezTo>
                      <a:pt x="218" y="25"/>
                      <a:pt x="218" y="25"/>
                      <a:pt x="218" y="25"/>
                    </a:cubicBezTo>
                    <a:cubicBezTo>
                      <a:pt x="217" y="24"/>
                      <a:pt x="215" y="24"/>
                      <a:pt x="214" y="24"/>
                    </a:cubicBezTo>
                    <a:cubicBezTo>
                      <a:pt x="209" y="22"/>
                      <a:pt x="202" y="18"/>
                      <a:pt x="197" y="19"/>
                    </a:cubicBezTo>
                    <a:cubicBezTo>
                      <a:pt x="193" y="20"/>
                      <a:pt x="185" y="21"/>
                      <a:pt x="182" y="20"/>
                    </a:cubicBezTo>
                    <a:cubicBezTo>
                      <a:pt x="179" y="18"/>
                      <a:pt x="175" y="17"/>
                      <a:pt x="170" y="18"/>
                    </a:cubicBezTo>
                    <a:cubicBezTo>
                      <a:pt x="164" y="19"/>
                      <a:pt x="160" y="15"/>
                      <a:pt x="152" y="13"/>
                    </a:cubicBezTo>
                    <a:cubicBezTo>
                      <a:pt x="145" y="11"/>
                      <a:pt x="134" y="13"/>
                      <a:pt x="132" y="14"/>
                    </a:cubicBezTo>
                    <a:cubicBezTo>
                      <a:pt x="129" y="15"/>
                      <a:pt x="130" y="12"/>
                      <a:pt x="127" y="12"/>
                    </a:cubicBezTo>
                    <a:cubicBezTo>
                      <a:pt x="124" y="12"/>
                      <a:pt x="126" y="11"/>
                      <a:pt x="124" y="8"/>
                    </a:cubicBezTo>
                    <a:cubicBezTo>
                      <a:pt x="123" y="5"/>
                      <a:pt x="114" y="8"/>
                      <a:pt x="110" y="8"/>
                    </a:cubicBezTo>
                    <a:cubicBezTo>
                      <a:pt x="107" y="8"/>
                      <a:pt x="106" y="6"/>
                      <a:pt x="106" y="5"/>
                    </a:cubicBezTo>
                    <a:cubicBezTo>
                      <a:pt x="107" y="3"/>
                      <a:pt x="104" y="4"/>
                      <a:pt x="102" y="6"/>
                    </a:cubicBezTo>
                    <a:cubicBezTo>
                      <a:pt x="101" y="8"/>
                      <a:pt x="98" y="8"/>
                      <a:pt x="96" y="7"/>
                    </a:cubicBezTo>
                    <a:cubicBezTo>
                      <a:pt x="95" y="6"/>
                      <a:pt x="99" y="5"/>
                      <a:pt x="99" y="3"/>
                    </a:cubicBezTo>
                    <a:cubicBezTo>
                      <a:pt x="100" y="2"/>
                      <a:pt x="95" y="1"/>
                      <a:pt x="93" y="0"/>
                    </a:cubicBezTo>
                    <a:cubicBezTo>
                      <a:pt x="91" y="0"/>
                      <a:pt x="88" y="2"/>
                      <a:pt x="85" y="6"/>
                    </a:cubicBezTo>
                    <a:cubicBezTo>
                      <a:pt x="81" y="9"/>
                      <a:pt x="75" y="9"/>
                      <a:pt x="72" y="8"/>
                    </a:cubicBezTo>
                    <a:cubicBezTo>
                      <a:pt x="68" y="8"/>
                      <a:pt x="64" y="9"/>
                      <a:pt x="64" y="11"/>
                    </a:cubicBezTo>
                    <a:cubicBezTo>
                      <a:pt x="65" y="13"/>
                      <a:pt x="69" y="12"/>
                      <a:pt x="66" y="15"/>
                    </a:cubicBezTo>
                    <a:cubicBezTo>
                      <a:pt x="64" y="17"/>
                      <a:pt x="63" y="11"/>
                      <a:pt x="60" y="14"/>
                    </a:cubicBezTo>
                    <a:cubicBezTo>
                      <a:pt x="58" y="17"/>
                      <a:pt x="50" y="17"/>
                      <a:pt x="48" y="16"/>
                    </a:cubicBezTo>
                    <a:cubicBezTo>
                      <a:pt x="47" y="16"/>
                      <a:pt x="41" y="22"/>
                      <a:pt x="39" y="24"/>
                    </a:cubicBezTo>
                    <a:cubicBezTo>
                      <a:pt x="37" y="26"/>
                      <a:pt x="40" y="28"/>
                      <a:pt x="36" y="33"/>
                    </a:cubicBezTo>
                    <a:cubicBezTo>
                      <a:pt x="31" y="38"/>
                      <a:pt x="18" y="37"/>
                      <a:pt x="15" y="37"/>
                    </a:cubicBezTo>
                    <a:cubicBezTo>
                      <a:pt x="13" y="37"/>
                      <a:pt x="15" y="40"/>
                      <a:pt x="13" y="42"/>
                    </a:cubicBezTo>
                    <a:cubicBezTo>
                      <a:pt x="12" y="44"/>
                      <a:pt x="15" y="46"/>
                      <a:pt x="22" y="47"/>
                    </a:cubicBezTo>
                    <a:cubicBezTo>
                      <a:pt x="29" y="49"/>
                      <a:pt x="34" y="59"/>
                      <a:pt x="35" y="61"/>
                    </a:cubicBezTo>
                    <a:cubicBezTo>
                      <a:pt x="36" y="64"/>
                      <a:pt x="45" y="61"/>
                      <a:pt x="49" y="62"/>
                    </a:cubicBezTo>
                    <a:cubicBezTo>
                      <a:pt x="52" y="62"/>
                      <a:pt x="48" y="67"/>
                      <a:pt x="52" y="69"/>
                    </a:cubicBezTo>
                    <a:cubicBezTo>
                      <a:pt x="55" y="70"/>
                      <a:pt x="59" y="68"/>
                      <a:pt x="60" y="70"/>
                    </a:cubicBezTo>
                    <a:cubicBezTo>
                      <a:pt x="61" y="73"/>
                      <a:pt x="54" y="70"/>
                      <a:pt x="50" y="73"/>
                    </a:cubicBezTo>
                    <a:cubicBezTo>
                      <a:pt x="47" y="76"/>
                      <a:pt x="45" y="77"/>
                      <a:pt x="44" y="75"/>
                    </a:cubicBezTo>
                    <a:cubicBezTo>
                      <a:pt x="42" y="73"/>
                      <a:pt x="36" y="74"/>
                      <a:pt x="33" y="75"/>
                    </a:cubicBezTo>
                    <a:cubicBezTo>
                      <a:pt x="30" y="75"/>
                      <a:pt x="33" y="71"/>
                      <a:pt x="33" y="69"/>
                    </a:cubicBezTo>
                    <a:cubicBezTo>
                      <a:pt x="34" y="67"/>
                      <a:pt x="29" y="66"/>
                      <a:pt x="23" y="70"/>
                    </a:cubicBezTo>
                    <a:cubicBezTo>
                      <a:pt x="17" y="73"/>
                      <a:pt x="20" y="72"/>
                      <a:pt x="19" y="74"/>
                    </a:cubicBezTo>
                    <a:cubicBezTo>
                      <a:pt x="18" y="77"/>
                      <a:pt x="16" y="73"/>
                      <a:pt x="12" y="75"/>
                    </a:cubicBezTo>
                    <a:cubicBezTo>
                      <a:pt x="8" y="77"/>
                      <a:pt x="2" y="79"/>
                      <a:pt x="1" y="81"/>
                    </a:cubicBezTo>
                    <a:cubicBezTo>
                      <a:pt x="0" y="84"/>
                      <a:pt x="9" y="85"/>
                      <a:pt x="13" y="86"/>
                    </a:cubicBezTo>
                    <a:cubicBezTo>
                      <a:pt x="16" y="87"/>
                      <a:pt x="8" y="89"/>
                      <a:pt x="11" y="90"/>
                    </a:cubicBezTo>
                    <a:cubicBezTo>
                      <a:pt x="14" y="91"/>
                      <a:pt x="13" y="93"/>
                      <a:pt x="17" y="96"/>
                    </a:cubicBezTo>
                    <a:cubicBezTo>
                      <a:pt x="22" y="98"/>
                      <a:pt x="32" y="96"/>
                      <a:pt x="34" y="96"/>
                    </a:cubicBezTo>
                    <a:cubicBezTo>
                      <a:pt x="37" y="96"/>
                      <a:pt x="40" y="99"/>
                      <a:pt x="42" y="97"/>
                    </a:cubicBezTo>
                    <a:cubicBezTo>
                      <a:pt x="44" y="94"/>
                      <a:pt x="52" y="88"/>
                      <a:pt x="56" y="92"/>
                    </a:cubicBezTo>
                    <a:cubicBezTo>
                      <a:pt x="60" y="95"/>
                      <a:pt x="52" y="95"/>
                      <a:pt x="54" y="97"/>
                    </a:cubicBezTo>
                    <a:cubicBezTo>
                      <a:pt x="56" y="100"/>
                      <a:pt x="58" y="105"/>
                      <a:pt x="55" y="108"/>
                    </a:cubicBezTo>
                    <a:cubicBezTo>
                      <a:pt x="51" y="111"/>
                      <a:pt x="47" y="109"/>
                      <a:pt x="45" y="109"/>
                    </a:cubicBezTo>
                    <a:cubicBezTo>
                      <a:pt x="43" y="108"/>
                      <a:pt x="44" y="113"/>
                      <a:pt x="40" y="115"/>
                    </a:cubicBezTo>
                    <a:cubicBezTo>
                      <a:pt x="37" y="118"/>
                      <a:pt x="35" y="112"/>
                      <a:pt x="30" y="112"/>
                    </a:cubicBezTo>
                    <a:cubicBezTo>
                      <a:pt x="26" y="112"/>
                      <a:pt x="27" y="118"/>
                      <a:pt x="27" y="121"/>
                    </a:cubicBezTo>
                    <a:cubicBezTo>
                      <a:pt x="27" y="123"/>
                      <a:pt x="21" y="120"/>
                      <a:pt x="19" y="126"/>
                    </a:cubicBezTo>
                    <a:cubicBezTo>
                      <a:pt x="17" y="133"/>
                      <a:pt x="11" y="127"/>
                      <a:pt x="15" y="134"/>
                    </a:cubicBezTo>
                    <a:cubicBezTo>
                      <a:pt x="20" y="140"/>
                      <a:pt x="19" y="136"/>
                      <a:pt x="22" y="138"/>
                    </a:cubicBezTo>
                    <a:cubicBezTo>
                      <a:pt x="26" y="141"/>
                      <a:pt x="19" y="145"/>
                      <a:pt x="22" y="146"/>
                    </a:cubicBezTo>
                    <a:cubicBezTo>
                      <a:pt x="26" y="147"/>
                      <a:pt x="30" y="153"/>
                      <a:pt x="32" y="156"/>
                    </a:cubicBezTo>
                    <a:cubicBezTo>
                      <a:pt x="35" y="158"/>
                      <a:pt x="38" y="154"/>
                      <a:pt x="42" y="154"/>
                    </a:cubicBezTo>
                    <a:cubicBezTo>
                      <a:pt x="45" y="154"/>
                      <a:pt x="44" y="149"/>
                      <a:pt x="46" y="151"/>
                    </a:cubicBezTo>
                    <a:cubicBezTo>
                      <a:pt x="48" y="153"/>
                      <a:pt x="51" y="158"/>
                      <a:pt x="49" y="160"/>
                    </a:cubicBezTo>
                    <a:cubicBezTo>
                      <a:pt x="47" y="161"/>
                      <a:pt x="48" y="166"/>
                      <a:pt x="48" y="168"/>
                    </a:cubicBezTo>
                    <a:cubicBezTo>
                      <a:pt x="48" y="170"/>
                      <a:pt x="56" y="169"/>
                      <a:pt x="57" y="167"/>
                    </a:cubicBezTo>
                    <a:cubicBezTo>
                      <a:pt x="57" y="164"/>
                      <a:pt x="64" y="164"/>
                      <a:pt x="68" y="168"/>
                    </a:cubicBezTo>
                    <a:cubicBezTo>
                      <a:pt x="72" y="172"/>
                      <a:pt x="73" y="172"/>
                      <a:pt x="73" y="169"/>
                    </a:cubicBezTo>
                    <a:cubicBezTo>
                      <a:pt x="73" y="166"/>
                      <a:pt x="76" y="163"/>
                      <a:pt x="76" y="165"/>
                    </a:cubicBezTo>
                    <a:cubicBezTo>
                      <a:pt x="76" y="168"/>
                      <a:pt x="80" y="169"/>
                      <a:pt x="85" y="166"/>
                    </a:cubicBezTo>
                    <a:cubicBezTo>
                      <a:pt x="91" y="164"/>
                      <a:pt x="88" y="166"/>
                      <a:pt x="85" y="170"/>
                    </a:cubicBezTo>
                    <a:cubicBezTo>
                      <a:pt x="81" y="175"/>
                      <a:pt x="85" y="182"/>
                      <a:pt x="82" y="183"/>
                    </a:cubicBezTo>
                    <a:cubicBezTo>
                      <a:pt x="80" y="183"/>
                      <a:pt x="77" y="191"/>
                      <a:pt x="73" y="191"/>
                    </a:cubicBezTo>
                    <a:cubicBezTo>
                      <a:pt x="68" y="192"/>
                      <a:pt x="60" y="201"/>
                      <a:pt x="59" y="202"/>
                    </a:cubicBezTo>
                    <a:cubicBezTo>
                      <a:pt x="58" y="203"/>
                      <a:pt x="48" y="199"/>
                      <a:pt x="47" y="203"/>
                    </a:cubicBezTo>
                    <a:cubicBezTo>
                      <a:pt x="45" y="207"/>
                      <a:pt x="39" y="210"/>
                      <a:pt x="41" y="212"/>
                    </a:cubicBezTo>
                    <a:cubicBezTo>
                      <a:pt x="42" y="213"/>
                      <a:pt x="50" y="209"/>
                      <a:pt x="50" y="207"/>
                    </a:cubicBezTo>
                    <a:cubicBezTo>
                      <a:pt x="51" y="205"/>
                      <a:pt x="52" y="205"/>
                      <a:pt x="53" y="207"/>
                    </a:cubicBezTo>
                    <a:cubicBezTo>
                      <a:pt x="55" y="208"/>
                      <a:pt x="58" y="206"/>
                      <a:pt x="60" y="204"/>
                    </a:cubicBezTo>
                    <a:cubicBezTo>
                      <a:pt x="61" y="203"/>
                      <a:pt x="64" y="204"/>
                      <a:pt x="66" y="204"/>
                    </a:cubicBezTo>
                    <a:cubicBezTo>
                      <a:pt x="67" y="204"/>
                      <a:pt x="68" y="202"/>
                      <a:pt x="73" y="201"/>
                    </a:cubicBezTo>
                    <a:cubicBezTo>
                      <a:pt x="78" y="200"/>
                      <a:pt x="76" y="199"/>
                      <a:pt x="78" y="196"/>
                    </a:cubicBezTo>
                    <a:cubicBezTo>
                      <a:pt x="79" y="194"/>
                      <a:pt x="90" y="188"/>
                      <a:pt x="92" y="188"/>
                    </a:cubicBezTo>
                    <a:cubicBezTo>
                      <a:pt x="94" y="187"/>
                      <a:pt x="93" y="184"/>
                      <a:pt x="95" y="183"/>
                    </a:cubicBezTo>
                    <a:cubicBezTo>
                      <a:pt x="98" y="183"/>
                      <a:pt x="101" y="180"/>
                      <a:pt x="104" y="178"/>
                    </a:cubicBezTo>
                    <a:cubicBezTo>
                      <a:pt x="107" y="175"/>
                      <a:pt x="108" y="176"/>
                      <a:pt x="110" y="176"/>
                    </a:cubicBezTo>
                    <a:cubicBezTo>
                      <a:pt x="113" y="175"/>
                      <a:pt x="111" y="170"/>
                      <a:pt x="113" y="170"/>
                    </a:cubicBezTo>
                    <a:cubicBezTo>
                      <a:pt x="116" y="169"/>
                      <a:pt x="117" y="168"/>
                      <a:pt x="117" y="166"/>
                    </a:cubicBezTo>
                    <a:cubicBezTo>
                      <a:pt x="117" y="164"/>
                      <a:pt x="111" y="164"/>
                      <a:pt x="111" y="162"/>
                    </a:cubicBezTo>
                    <a:cubicBezTo>
                      <a:pt x="110" y="161"/>
                      <a:pt x="116" y="156"/>
                      <a:pt x="118" y="157"/>
                    </a:cubicBezTo>
                    <a:cubicBezTo>
                      <a:pt x="119" y="157"/>
                      <a:pt x="123" y="155"/>
                      <a:pt x="123" y="152"/>
                    </a:cubicBezTo>
                    <a:cubicBezTo>
                      <a:pt x="123" y="149"/>
                      <a:pt x="126" y="148"/>
                      <a:pt x="128" y="146"/>
                    </a:cubicBezTo>
                    <a:cubicBezTo>
                      <a:pt x="131" y="143"/>
                      <a:pt x="130" y="141"/>
                      <a:pt x="132" y="141"/>
                    </a:cubicBezTo>
                    <a:cubicBezTo>
                      <a:pt x="135" y="141"/>
                      <a:pt x="137" y="138"/>
                      <a:pt x="139" y="136"/>
                    </a:cubicBezTo>
                    <a:cubicBezTo>
                      <a:pt x="142" y="135"/>
                      <a:pt x="139" y="138"/>
                      <a:pt x="144" y="138"/>
                    </a:cubicBezTo>
                    <a:cubicBezTo>
                      <a:pt x="149" y="138"/>
                      <a:pt x="148" y="143"/>
                      <a:pt x="144" y="141"/>
                    </a:cubicBezTo>
                    <a:cubicBezTo>
                      <a:pt x="141" y="140"/>
                      <a:pt x="139" y="140"/>
                      <a:pt x="136" y="143"/>
                    </a:cubicBezTo>
                    <a:cubicBezTo>
                      <a:pt x="133" y="146"/>
                      <a:pt x="135" y="147"/>
                      <a:pt x="133" y="150"/>
                    </a:cubicBezTo>
                    <a:cubicBezTo>
                      <a:pt x="130" y="154"/>
                      <a:pt x="130" y="156"/>
                      <a:pt x="133" y="156"/>
                    </a:cubicBezTo>
                    <a:cubicBezTo>
                      <a:pt x="136" y="156"/>
                      <a:pt x="133" y="159"/>
                      <a:pt x="130" y="160"/>
                    </a:cubicBezTo>
                    <a:cubicBezTo>
                      <a:pt x="127" y="161"/>
                      <a:pt x="129" y="162"/>
                      <a:pt x="134" y="162"/>
                    </a:cubicBezTo>
                    <a:cubicBezTo>
                      <a:pt x="138" y="162"/>
                      <a:pt x="144" y="156"/>
                      <a:pt x="149" y="154"/>
                    </a:cubicBezTo>
                    <a:cubicBezTo>
                      <a:pt x="155" y="151"/>
                      <a:pt x="159" y="154"/>
                      <a:pt x="161" y="153"/>
                    </a:cubicBezTo>
                    <a:cubicBezTo>
                      <a:pt x="163" y="153"/>
                      <a:pt x="159" y="150"/>
                      <a:pt x="161" y="149"/>
                    </a:cubicBezTo>
                    <a:cubicBezTo>
                      <a:pt x="163" y="148"/>
                      <a:pt x="159" y="148"/>
                      <a:pt x="158" y="144"/>
                    </a:cubicBezTo>
                    <a:cubicBezTo>
                      <a:pt x="156" y="141"/>
                      <a:pt x="160" y="143"/>
                      <a:pt x="160" y="140"/>
                    </a:cubicBezTo>
                    <a:cubicBezTo>
                      <a:pt x="161" y="138"/>
                      <a:pt x="163" y="139"/>
                      <a:pt x="165" y="140"/>
                    </a:cubicBezTo>
                    <a:cubicBezTo>
                      <a:pt x="167" y="141"/>
                      <a:pt x="169" y="139"/>
                      <a:pt x="171" y="142"/>
                    </a:cubicBezTo>
                    <a:cubicBezTo>
                      <a:pt x="172" y="145"/>
                      <a:pt x="174" y="141"/>
                      <a:pt x="177" y="143"/>
                    </a:cubicBezTo>
                    <a:cubicBezTo>
                      <a:pt x="180" y="146"/>
                      <a:pt x="176" y="145"/>
                      <a:pt x="173" y="146"/>
                    </a:cubicBezTo>
                    <a:cubicBezTo>
                      <a:pt x="170" y="147"/>
                      <a:pt x="172" y="151"/>
                      <a:pt x="174" y="149"/>
                    </a:cubicBezTo>
                    <a:cubicBezTo>
                      <a:pt x="177" y="147"/>
                      <a:pt x="179" y="146"/>
                      <a:pt x="181" y="148"/>
                    </a:cubicBezTo>
                    <a:cubicBezTo>
                      <a:pt x="183" y="150"/>
                      <a:pt x="184" y="149"/>
                      <a:pt x="185" y="147"/>
                    </a:cubicBezTo>
                    <a:cubicBezTo>
                      <a:pt x="187" y="145"/>
                      <a:pt x="187" y="147"/>
                      <a:pt x="187" y="149"/>
                    </a:cubicBezTo>
                    <a:cubicBezTo>
                      <a:pt x="187" y="150"/>
                      <a:pt x="191" y="151"/>
                      <a:pt x="196" y="151"/>
                    </a:cubicBezTo>
                    <a:cubicBezTo>
                      <a:pt x="202" y="152"/>
                      <a:pt x="211" y="151"/>
                      <a:pt x="214" y="151"/>
                    </a:cubicBezTo>
                    <a:cubicBezTo>
                      <a:pt x="216" y="151"/>
                      <a:pt x="215" y="155"/>
                      <a:pt x="221" y="156"/>
                    </a:cubicBezTo>
                    <a:cubicBezTo>
                      <a:pt x="226" y="157"/>
                      <a:pt x="228" y="150"/>
                      <a:pt x="231" y="153"/>
                    </a:cubicBezTo>
                    <a:cubicBezTo>
                      <a:pt x="234" y="155"/>
                      <a:pt x="231" y="156"/>
                      <a:pt x="229" y="158"/>
                    </a:cubicBezTo>
                    <a:cubicBezTo>
                      <a:pt x="228" y="159"/>
                      <a:pt x="231" y="159"/>
                      <a:pt x="233" y="160"/>
                    </a:cubicBezTo>
                    <a:cubicBezTo>
                      <a:pt x="235" y="161"/>
                      <a:pt x="240" y="163"/>
                      <a:pt x="243" y="165"/>
                    </a:cubicBezTo>
                    <a:cubicBezTo>
                      <a:pt x="245" y="167"/>
                      <a:pt x="246" y="170"/>
                      <a:pt x="252" y="173"/>
                    </a:cubicBezTo>
                    <a:cubicBezTo>
                      <a:pt x="258" y="176"/>
                      <a:pt x="252" y="166"/>
                      <a:pt x="257" y="169"/>
                    </a:cubicBezTo>
                    <a:cubicBezTo>
                      <a:pt x="261" y="172"/>
                      <a:pt x="259" y="169"/>
                      <a:pt x="263" y="172"/>
                    </a:cubicBezTo>
                    <a:cubicBezTo>
                      <a:pt x="267" y="175"/>
                      <a:pt x="265" y="171"/>
                      <a:pt x="264" y="165"/>
                    </a:cubicBezTo>
                    <a:cubicBezTo>
                      <a:pt x="262" y="160"/>
                      <a:pt x="265" y="164"/>
                      <a:pt x="267" y="166"/>
                    </a:cubicBezTo>
                    <a:cubicBezTo>
                      <a:pt x="269" y="169"/>
                      <a:pt x="269" y="173"/>
                      <a:pt x="268" y="177"/>
                    </a:cubicBezTo>
                    <a:cubicBezTo>
                      <a:pt x="266" y="180"/>
                      <a:pt x="261" y="177"/>
                      <a:pt x="262" y="175"/>
                    </a:cubicBezTo>
                    <a:cubicBezTo>
                      <a:pt x="262" y="174"/>
                      <a:pt x="256" y="174"/>
                      <a:pt x="256" y="177"/>
                    </a:cubicBezTo>
                    <a:cubicBezTo>
                      <a:pt x="256" y="179"/>
                      <a:pt x="260" y="184"/>
                      <a:pt x="263" y="185"/>
                    </a:cubicBezTo>
                    <a:cubicBezTo>
                      <a:pt x="266" y="185"/>
                      <a:pt x="263" y="190"/>
                      <a:pt x="265" y="190"/>
                    </a:cubicBezTo>
                    <a:cubicBezTo>
                      <a:pt x="268" y="191"/>
                      <a:pt x="268" y="196"/>
                      <a:pt x="269" y="195"/>
                    </a:cubicBezTo>
                    <a:cubicBezTo>
                      <a:pt x="270" y="194"/>
                      <a:pt x="270" y="189"/>
                      <a:pt x="268" y="186"/>
                    </a:cubicBezTo>
                    <a:cubicBezTo>
                      <a:pt x="267" y="184"/>
                      <a:pt x="267" y="180"/>
                      <a:pt x="269" y="181"/>
                    </a:cubicBezTo>
                    <a:cubicBezTo>
                      <a:pt x="272" y="181"/>
                      <a:pt x="269" y="185"/>
                      <a:pt x="271" y="186"/>
                    </a:cubicBezTo>
                    <a:cubicBezTo>
                      <a:pt x="272" y="188"/>
                      <a:pt x="273" y="185"/>
                      <a:pt x="275" y="184"/>
                    </a:cubicBezTo>
                    <a:cubicBezTo>
                      <a:pt x="278" y="182"/>
                      <a:pt x="274" y="178"/>
                      <a:pt x="275" y="176"/>
                    </a:cubicBezTo>
                    <a:cubicBezTo>
                      <a:pt x="276" y="174"/>
                      <a:pt x="279" y="178"/>
                      <a:pt x="280" y="182"/>
                    </a:cubicBezTo>
                    <a:cubicBezTo>
                      <a:pt x="281" y="185"/>
                      <a:pt x="277" y="185"/>
                      <a:pt x="277" y="187"/>
                    </a:cubicBezTo>
                    <a:cubicBezTo>
                      <a:pt x="277" y="189"/>
                      <a:pt x="274" y="188"/>
                      <a:pt x="273" y="189"/>
                    </a:cubicBezTo>
                    <a:cubicBezTo>
                      <a:pt x="272" y="190"/>
                      <a:pt x="272" y="197"/>
                      <a:pt x="274" y="198"/>
                    </a:cubicBezTo>
                    <a:cubicBezTo>
                      <a:pt x="275" y="198"/>
                      <a:pt x="276" y="192"/>
                      <a:pt x="277" y="195"/>
                    </a:cubicBezTo>
                    <a:cubicBezTo>
                      <a:pt x="278" y="198"/>
                      <a:pt x="281" y="191"/>
                      <a:pt x="282" y="194"/>
                    </a:cubicBezTo>
                    <a:cubicBezTo>
                      <a:pt x="283" y="197"/>
                      <a:pt x="287" y="200"/>
                      <a:pt x="289" y="199"/>
                    </a:cubicBezTo>
                    <a:cubicBezTo>
                      <a:pt x="291" y="198"/>
                      <a:pt x="288" y="195"/>
                      <a:pt x="286" y="195"/>
                    </a:cubicBezTo>
                    <a:cubicBezTo>
                      <a:pt x="283" y="195"/>
                      <a:pt x="284" y="191"/>
                      <a:pt x="286" y="191"/>
                    </a:cubicBezTo>
                    <a:cubicBezTo>
                      <a:pt x="288" y="191"/>
                      <a:pt x="292" y="197"/>
                      <a:pt x="292" y="199"/>
                    </a:cubicBezTo>
                    <a:cubicBezTo>
                      <a:pt x="292" y="201"/>
                      <a:pt x="290" y="201"/>
                      <a:pt x="288" y="203"/>
                    </a:cubicBezTo>
                    <a:cubicBezTo>
                      <a:pt x="286" y="205"/>
                      <a:pt x="283" y="199"/>
                      <a:pt x="281" y="199"/>
                    </a:cubicBezTo>
                    <a:cubicBezTo>
                      <a:pt x="279" y="200"/>
                      <a:pt x="281" y="203"/>
                      <a:pt x="282" y="206"/>
                    </a:cubicBezTo>
                    <a:cubicBezTo>
                      <a:pt x="283" y="208"/>
                      <a:pt x="279" y="212"/>
                      <a:pt x="282" y="214"/>
                    </a:cubicBezTo>
                    <a:cubicBezTo>
                      <a:pt x="285" y="215"/>
                      <a:pt x="284" y="212"/>
                      <a:pt x="285" y="211"/>
                    </a:cubicBezTo>
                    <a:cubicBezTo>
                      <a:pt x="286" y="209"/>
                      <a:pt x="288" y="211"/>
                      <a:pt x="289" y="212"/>
                    </a:cubicBezTo>
                    <a:cubicBezTo>
                      <a:pt x="291" y="214"/>
                      <a:pt x="291" y="210"/>
                      <a:pt x="291" y="208"/>
                    </a:cubicBezTo>
                    <a:cubicBezTo>
                      <a:pt x="291" y="206"/>
                      <a:pt x="294" y="207"/>
                      <a:pt x="295" y="209"/>
                    </a:cubicBezTo>
                    <a:cubicBezTo>
                      <a:pt x="297" y="212"/>
                      <a:pt x="297" y="207"/>
                      <a:pt x="299" y="207"/>
                    </a:cubicBezTo>
                    <a:cubicBezTo>
                      <a:pt x="301" y="208"/>
                      <a:pt x="300" y="211"/>
                      <a:pt x="300" y="213"/>
                    </a:cubicBezTo>
                    <a:cubicBezTo>
                      <a:pt x="300" y="215"/>
                      <a:pt x="304" y="212"/>
                      <a:pt x="303" y="214"/>
                    </a:cubicBezTo>
                    <a:cubicBezTo>
                      <a:pt x="303" y="214"/>
                      <a:pt x="303" y="214"/>
                      <a:pt x="303" y="215"/>
                    </a:cubicBezTo>
                    <a:cubicBezTo>
                      <a:pt x="305" y="213"/>
                      <a:pt x="307" y="212"/>
                      <a:pt x="309" y="211"/>
                    </a:cubicBezTo>
                    <a:cubicBezTo>
                      <a:pt x="312" y="208"/>
                      <a:pt x="306" y="206"/>
                      <a:pt x="307" y="20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28">
                <a:extLst>
                  <a:ext uri="{FF2B5EF4-FFF2-40B4-BE49-F238E27FC236}">
                    <a16:creationId xmlns:a16="http://schemas.microsoft.com/office/drawing/2014/main" id="{81581C3C-7292-4593-A1AD-C818691678C8}"/>
                  </a:ext>
                </a:extLst>
              </p:cNvPr>
              <p:cNvSpPr>
                <a:spLocks/>
              </p:cNvSpPr>
              <p:nvPr/>
            </p:nvSpPr>
            <p:spPr bwMode="auto">
              <a:xfrm>
                <a:off x="1792937" y="2963055"/>
                <a:ext cx="20076" cy="23840"/>
              </a:xfrm>
              <a:custGeom>
                <a:avLst/>
                <a:gdLst>
                  <a:gd name="T0" fmla="*/ 3 w 9"/>
                  <a:gd name="T1" fmla="*/ 9 h 10"/>
                  <a:gd name="T2" fmla="*/ 7 w 9"/>
                  <a:gd name="T3" fmla="*/ 3 h 10"/>
                  <a:gd name="T4" fmla="*/ 3 w 9"/>
                  <a:gd name="T5" fmla="*/ 9 h 10"/>
                </a:gdLst>
                <a:ahLst/>
                <a:cxnLst>
                  <a:cxn ang="0">
                    <a:pos x="T0" y="T1"/>
                  </a:cxn>
                  <a:cxn ang="0">
                    <a:pos x="T2" y="T3"/>
                  </a:cxn>
                  <a:cxn ang="0">
                    <a:pos x="T4" y="T5"/>
                  </a:cxn>
                </a:cxnLst>
                <a:rect l="0" t="0" r="r" b="b"/>
                <a:pathLst>
                  <a:path w="9" h="10">
                    <a:moveTo>
                      <a:pt x="3" y="9"/>
                    </a:moveTo>
                    <a:cubicBezTo>
                      <a:pt x="7" y="7"/>
                      <a:pt x="9" y="5"/>
                      <a:pt x="7" y="3"/>
                    </a:cubicBezTo>
                    <a:cubicBezTo>
                      <a:pt x="6" y="0"/>
                      <a:pt x="0" y="10"/>
                      <a:pt x="3"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29">
                <a:extLst>
                  <a:ext uri="{FF2B5EF4-FFF2-40B4-BE49-F238E27FC236}">
                    <a16:creationId xmlns:a16="http://schemas.microsoft.com/office/drawing/2014/main" id="{9B93C8CC-7488-4D0C-A7AA-FC3F17EAA4C2}"/>
                  </a:ext>
                </a:extLst>
              </p:cNvPr>
              <p:cNvSpPr>
                <a:spLocks/>
              </p:cNvSpPr>
              <p:nvPr/>
            </p:nvSpPr>
            <p:spPr bwMode="auto">
              <a:xfrm>
                <a:off x="1836853" y="2942979"/>
                <a:ext cx="41406" cy="16311"/>
              </a:xfrm>
              <a:custGeom>
                <a:avLst/>
                <a:gdLst>
                  <a:gd name="T0" fmla="*/ 14 w 18"/>
                  <a:gd name="T1" fmla="*/ 2 h 7"/>
                  <a:gd name="T2" fmla="*/ 4 w 18"/>
                  <a:gd name="T3" fmla="*/ 7 h 7"/>
                  <a:gd name="T4" fmla="*/ 10 w 18"/>
                  <a:gd name="T5" fmla="*/ 5 h 7"/>
                  <a:gd name="T6" fmla="*/ 14 w 18"/>
                  <a:gd name="T7" fmla="*/ 2 h 7"/>
                </a:gdLst>
                <a:ahLst/>
                <a:cxnLst>
                  <a:cxn ang="0">
                    <a:pos x="T0" y="T1"/>
                  </a:cxn>
                  <a:cxn ang="0">
                    <a:pos x="T2" y="T3"/>
                  </a:cxn>
                  <a:cxn ang="0">
                    <a:pos x="T4" y="T5"/>
                  </a:cxn>
                  <a:cxn ang="0">
                    <a:pos x="T6" y="T7"/>
                  </a:cxn>
                </a:cxnLst>
                <a:rect l="0" t="0" r="r" b="b"/>
                <a:pathLst>
                  <a:path w="18" h="7">
                    <a:moveTo>
                      <a:pt x="14" y="2"/>
                    </a:moveTo>
                    <a:cubicBezTo>
                      <a:pt x="10" y="0"/>
                      <a:pt x="0" y="6"/>
                      <a:pt x="4" y="7"/>
                    </a:cubicBezTo>
                    <a:cubicBezTo>
                      <a:pt x="6" y="7"/>
                      <a:pt x="7" y="5"/>
                      <a:pt x="10" y="5"/>
                    </a:cubicBezTo>
                    <a:cubicBezTo>
                      <a:pt x="13" y="5"/>
                      <a:pt x="18" y="3"/>
                      <a:pt x="14"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30">
                <a:extLst>
                  <a:ext uri="{FF2B5EF4-FFF2-40B4-BE49-F238E27FC236}">
                    <a16:creationId xmlns:a16="http://schemas.microsoft.com/office/drawing/2014/main" id="{E7F1CA81-F826-4DAE-B28D-137A2EF8D743}"/>
                  </a:ext>
                </a:extLst>
              </p:cNvPr>
              <p:cNvSpPr>
                <a:spLocks/>
              </p:cNvSpPr>
              <p:nvPr/>
            </p:nvSpPr>
            <p:spPr bwMode="auto">
              <a:xfrm>
                <a:off x="2030081" y="2846365"/>
                <a:ext cx="55208" cy="50189"/>
              </a:xfrm>
              <a:custGeom>
                <a:avLst/>
                <a:gdLst>
                  <a:gd name="T0" fmla="*/ 21 w 24"/>
                  <a:gd name="T1" fmla="*/ 2 h 22"/>
                  <a:gd name="T2" fmla="*/ 15 w 24"/>
                  <a:gd name="T3" fmla="*/ 4 h 22"/>
                  <a:gd name="T4" fmla="*/ 7 w 24"/>
                  <a:gd name="T5" fmla="*/ 12 h 22"/>
                  <a:gd name="T6" fmla="*/ 2 w 24"/>
                  <a:gd name="T7" fmla="*/ 14 h 22"/>
                  <a:gd name="T8" fmla="*/ 5 w 24"/>
                  <a:gd name="T9" fmla="*/ 21 h 22"/>
                  <a:gd name="T10" fmla="*/ 9 w 24"/>
                  <a:gd name="T11" fmla="*/ 21 h 22"/>
                  <a:gd name="T12" fmla="*/ 20 w 24"/>
                  <a:gd name="T13" fmla="*/ 13 h 22"/>
                  <a:gd name="T14" fmla="*/ 17 w 24"/>
                  <a:gd name="T15" fmla="*/ 8 h 22"/>
                  <a:gd name="T16" fmla="*/ 22 w 24"/>
                  <a:gd name="T17" fmla="*/ 6 h 22"/>
                  <a:gd name="T18" fmla="*/ 21 w 24"/>
                  <a:gd name="T19" fmla="*/ 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2">
                    <a:moveTo>
                      <a:pt x="21" y="2"/>
                    </a:moveTo>
                    <a:cubicBezTo>
                      <a:pt x="21" y="0"/>
                      <a:pt x="18" y="0"/>
                      <a:pt x="15" y="4"/>
                    </a:cubicBezTo>
                    <a:cubicBezTo>
                      <a:pt x="11" y="8"/>
                      <a:pt x="8" y="10"/>
                      <a:pt x="7" y="12"/>
                    </a:cubicBezTo>
                    <a:cubicBezTo>
                      <a:pt x="7" y="14"/>
                      <a:pt x="3" y="12"/>
                      <a:pt x="2" y="14"/>
                    </a:cubicBezTo>
                    <a:cubicBezTo>
                      <a:pt x="0" y="17"/>
                      <a:pt x="2" y="22"/>
                      <a:pt x="5" y="21"/>
                    </a:cubicBezTo>
                    <a:cubicBezTo>
                      <a:pt x="7" y="19"/>
                      <a:pt x="8" y="21"/>
                      <a:pt x="9" y="21"/>
                    </a:cubicBezTo>
                    <a:cubicBezTo>
                      <a:pt x="11" y="21"/>
                      <a:pt x="18" y="16"/>
                      <a:pt x="20" y="13"/>
                    </a:cubicBezTo>
                    <a:cubicBezTo>
                      <a:pt x="21" y="11"/>
                      <a:pt x="17" y="10"/>
                      <a:pt x="17" y="8"/>
                    </a:cubicBezTo>
                    <a:cubicBezTo>
                      <a:pt x="17" y="7"/>
                      <a:pt x="20" y="7"/>
                      <a:pt x="22" y="6"/>
                    </a:cubicBezTo>
                    <a:cubicBezTo>
                      <a:pt x="24" y="5"/>
                      <a:pt x="21" y="4"/>
                      <a:pt x="21"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31">
                <a:extLst>
                  <a:ext uri="{FF2B5EF4-FFF2-40B4-BE49-F238E27FC236}">
                    <a16:creationId xmlns:a16="http://schemas.microsoft.com/office/drawing/2014/main" id="{6EAE9BEC-8817-40D2-B774-6FCD4B5C29A7}"/>
                  </a:ext>
                </a:extLst>
              </p:cNvPr>
              <p:cNvSpPr>
                <a:spLocks/>
              </p:cNvSpPr>
              <p:nvPr/>
            </p:nvSpPr>
            <p:spPr bwMode="auto">
              <a:xfrm>
                <a:off x="1796702" y="2794921"/>
                <a:ext cx="37642" cy="23840"/>
              </a:xfrm>
              <a:custGeom>
                <a:avLst/>
                <a:gdLst>
                  <a:gd name="T0" fmla="*/ 8 w 16"/>
                  <a:gd name="T1" fmla="*/ 3 h 10"/>
                  <a:gd name="T2" fmla="*/ 1 w 16"/>
                  <a:gd name="T3" fmla="*/ 5 h 10"/>
                  <a:gd name="T4" fmla="*/ 12 w 16"/>
                  <a:gd name="T5" fmla="*/ 9 h 10"/>
                  <a:gd name="T6" fmla="*/ 14 w 16"/>
                  <a:gd name="T7" fmla="*/ 3 h 10"/>
                  <a:gd name="T8" fmla="*/ 8 w 16"/>
                  <a:gd name="T9" fmla="*/ 3 h 10"/>
                </a:gdLst>
                <a:ahLst/>
                <a:cxnLst>
                  <a:cxn ang="0">
                    <a:pos x="T0" y="T1"/>
                  </a:cxn>
                  <a:cxn ang="0">
                    <a:pos x="T2" y="T3"/>
                  </a:cxn>
                  <a:cxn ang="0">
                    <a:pos x="T4" y="T5"/>
                  </a:cxn>
                  <a:cxn ang="0">
                    <a:pos x="T6" y="T7"/>
                  </a:cxn>
                  <a:cxn ang="0">
                    <a:pos x="T8" y="T9"/>
                  </a:cxn>
                </a:cxnLst>
                <a:rect l="0" t="0" r="r" b="b"/>
                <a:pathLst>
                  <a:path w="16" h="10">
                    <a:moveTo>
                      <a:pt x="8" y="3"/>
                    </a:moveTo>
                    <a:cubicBezTo>
                      <a:pt x="8" y="0"/>
                      <a:pt x="0" y="2"/>
                      <a:pt x="1" y="5"/>
                    </a:cubicBezTo>
                    <a:cubicBezTo>
                      <a:pt x="2" y="8"/>
                      <a:pt x="9" y="10"/>
                      <a:pt x="12" y="9"/>
                    </a:cubicBezTo>
                    <a:cubicBezTo>
                      <a:pt x="15" y="8"/>
                      <a:pt x="16" y="5"/>
                      <a:pt x="14" y="3"/>
                    </a:cubicBezTo>
                    <a:cubicBezTo>
                      <a:pt x="12" y="1"/>
                      <a:pt x="9" y="6"/>
                      <a:pt x="8" y="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32">
                <a:extLst>
                  <a:ext uri="{FF2B5EF4-FFF2-40B4-BE49-F238E27FC236}">
                    <a16:creationId xmlns:a16="http://schemas.microsoft.com/office/drawing/2014/main" id="{771D0C1C-5981-4DF3-ADDA-87C59B9FAA2D}"/>
                  </a:ext>
                </a:extLst>
              </p:cNvPr>
              <p:cNvSpPr>
                <a:spLocks/>
              </p:cNvSpPr>
              <p:nvPr/>
            </p:nvSpPr>
            <p:spPr bwMode="auto">
              <a:xfrm>
                <a:off x="2594707" y="3077235"/>
                <a:ext cx="1076555" cy="537022"/>
              </a:xfrm>
              <a:custGeom>
                <a:avLst/>
                <a:gdLst>
                  <a:gd name="T0" fmla="*/ 439 w 467"/>
                  <a:gd name="T1" fmla="*/ 36 h 233"/>
                  <a:gd name="T2" fmla="*/ 391 w 467"/>
                  <a:gd name="T3" fmla="*/ 55 h 233"/>
                  <a:gd name="T4" fmla="*/ 369 w 467"/>
                  <a:gd name="T5" fmla="*/ 64 h 233"/>
                  <a:gd name="T6" fmla="*/ 348 w 467"/>
                  <a:gd name="T7" fmla="*/ 81 h 233"/>
                  <a:gd name="T8" fmla="*/ 342 w 467"/>
                  <a:gd name="T9" fmla="*/ 74 h 233"/>
                  <a:gd name="T10" fmla="*/ 329 w 467"/>
                  <a:gd name="T11" fmla="*/ 59 h 233"/>
                  <a:gd name="T12" fmla="*/ 311 w 467"/>
                  <a:gd name="T13" fmla="*/ 49 h 233"/>
                  <a:gd name="T14" fmla="*/ 297 w 467"/>
                  <a:gd name="T15" fmla="*/ 63 h 233"/>
                  <a:gd name="T16" fmla="*/ 328 w 467"/>
                  <a:gd name="T17" fmla="*/ 35 h 233"/>
                  <a:gd name="T18" fmla="*/ 323 w 467"/>
                  <a:gd name="T19" fmla="*/ 32 h 233"/>
                  <a:gd name="T20" fmla="*/ 295 w 467"/>
                  <a:gd name="T21" fmla="*/ 27 h 233"/>
                  <a:gd name="T22" fmla="*/ 264 w 467"/>
                  <a:gd name="T23" fmla="*/ 29 h 233"/>
                  <a:gd name="T24" fmla="*/ 272 w 467"/>
                  <a:gd name="T25" fmla="*/ 15 h 233"/>
                  <a:gd name="T26" fmla="*/ 251 w 467"/>
                  <a:gd name="T27" fmla="*/ 11 h 233"/>
                  <a:gd name="T28" fmla="*/ 238 w 467"/>
                  <a:gd name="T29" fmla="*/ 6 h 233"/>
                  <a:gd name="T30" fmla="*/ 19 w 467"/>
                  <a:gd name="T31" fmla="*/ 17 h 233"/>
                  <a:gd name="T32" fmla="*/ 14 w 467"/>
                  <a:gd name="T33" fmla="*/ 16 h 233"/>
                  <a:gd name="T34" fmla="*/ 0 w 467"/>
                  <a:gd name="T35" fmla="*/ 13 h 233"/>
                  <a:gd name="T36" fmla="*/ 8 w 467"/>
                  <a:gd name="T37" fmla="*/ 34 h 233"/>
                  <a:gd name="T38" fmla="*/ 3 w 467"/>
                  <a:gd name="T39" fmla="*/ 74 h 233"/>
                  <a:gd name="T40" fmla="*/ 9 w 467"/>
                  <a:gd name="T41" fmla="*/ 108 h 233"/>
                  <a:gd name="T42" fmla="*/ 22 w 467"/>
                  <a:gd name="T43" fmla="*/ 124 h 233"/>
                  <a:gd name="T44" fmla="*/ 36 w 467"/>
                  <a:gd name="T45" fmla="*/ 147 h 233"/>
                  <a:gd name="T46" fmla="*/ 60 w 467"/>
                  <a:gd name="T47" fmla="*/ 162 h 233"/>
                  <a:gd name="T48" fmla="*/ 89 w 467"/>
                  <a:gd name="T49" fmla="*/ 169 h 233"/>
                  <a:gd name="T50" fmla="*/ 136 w 467"/>
                  <a:gd name="T51" fmla="*/ 173 h 233"/>
                  <a:gd name="T52" fmla="*/ 162 w 467"/>
                  <a:gd name="T53" fmla="*/ 187 h 233"/>
                  <a:gd name="T54" fmla="*/ 181 w 467"/>
                  <a:gd name="T55" fmla="*/ 190 h 233"/>
                  <a:gd name="T56" fmla="*/ 205 w 467"/>
                  <a:gd name="T57" fmla="*/ 215 h 233"/>
                  <a:gd name="T58" fmla="*/ 222 w 467"/>
                  <a:gd name="T59" fmla="*/ 225 h 233"/>
                  <a:gd name="T60" fmla="*/ 227 w 467"/>
                  <a:gd name="T61" fmla="*/ 202 h 233"/>
                  <a:gd name="T62" fmla="*/ 244 w 467"/>
                  <a:gd name="T63" fmla="*/ 192 h 233"/>
                  <a:gd name="T64" fmla="*/ 257 w 467"/>
                  <a:gd name="T65" fmla="*/ 190 h 233"/>
                  <a:gd name="T66" fmla="*/ 276 w 467"/>
                  <a:gd name="T67" fmla="*/ 195 h 233"/>
                  <a:gd name="T68" fmla="*/ 284 w 467"/>
                  <a:gd name="T69" fmla="*/ 193 h 233"/>
                  <a:gd name="T70" fmla="*/ 295 w 467"/>
                  <a:gd name="T71" fmla="*/ 183 h 233"/>
                  <a:gd name="T72" fmla="*/ 317 w 467"/>
                  <a:gd name="T73" fmla="*/ 190 h 233"/>
                  <a:gd name="T74" fmla="*/ 338 w 467"/>
                  <a:gd name="T75" fmla="*/ 197 h 233"/>
                  <a:gd name="T76" fmla="*/ 345 w 467"/>
                  <a:gd name="T77" fmla="*/ 222 h 233"/>
                  <a:gd name="T78" fmla="*/ 360 w 467"/>
                  <a:gd name="T79" fmla="*/ 221 h 233"/>
                  <a:gd name="T80" fmla="*/ 349 w 467"/>
                  <a:gd name="T81" fmla="*/ 181 h 233"/>
                  <a:gd name="T82" fmla="*/ 372 w 467"/>
                  <a:gd name="T83" fmla="*/ 154 h 233"/>
                  <a:gd name="T84" fmla="*/ 386 w 467"/>
                  <a:gd name="T85" fmla="*/ 141 h 233"/>
                  <a:gd name="T86" fmla="*/ 395 w 467"/>
                  <a:gd name="T87" fmla="*/ 134 h 233"/>
                  <a:gd name="T88" fmla="*/ 390 w 467"/>
                  <a:gd name="T89" fmla="*/ 122 h 233"/>
                  <a:gd name="T90" fmla="*/ 389 w 467"/>
                  <a:gd name="T91" fmla="*/ 101 h 233"/>
                  <a:gd name="T92" fmla="*/ 393 w 467"/>
                  <a:gd name="T93" fmla="*/ 119 h 233"/>
                  <a:gd name="T94" fmla="*/ 398 w 467"/>
                  <a:gd name="T95" fmla="*/ 103 h 233"/>
                  <a:gd name="T96" fmla="*/ 413 w 467"/>
                  <a:gd name="T97" fmla="*/ 90 h 233"/>
                  <a:gd name="T98" fmla="*/ 425 w 467"/>
                  <a:gd name="T99" fmla="*/ 82 h 233"/>
                  <a:gd name="T100" fmla="*/ 434 w 467"/>
                  <a:gd name="T101" fmla="*/ 73 h 233"/>
                  <a:gd name="T102" fmla="*/ 445 w 467"/>
                  <a:gd name="T103" fmla="*/ 58 h 233"/>
                  <a:gd name="T104" fmla="*/ 467 w 467"/>
                  <a:gd name="T105" fmla="*/ 48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67" h="233">
                    <a:moveTo>
                      <a:pt x="460" y="25"/>
                    </a:moveTo>
                    <a:cubicBezTo>
                      <a:pt x="460" y="23"/>
                      <a:pt x="452" y="25"/>
                      <a:pt x="449" y="22"/>
                    </a:cubicBezTo>
                    <a:cubicBezTo>
                      <a:pt x="446" y="19"/>
                      <a:pt x="440" y="31"/>
                      <a:pt x="439" y="36"/>
                    </a:cubicBezTo>
                    <a:cubicBezTo>
                      <a:pt x="438" y="41"/>
                      <a:pt x="429" y="47"/>
                      <a:pt x="429" y="47"/>
                    </a:cubicBezTo>
                    <a:cubicBezTo>
                      <a:pt x="429" y="47"/>
                      <a:pt x="404" y="47"/>
                      <a:pt x="401" y="47"/>
                    </a:cubicBezTo>
                    <a:cubicBezTo>
                      <a:pt x="400" y="47"/>
                      <a:pt x="394" y="52"/>
                      <a:pt x="391" y="55"/>
                    </a:cubicBezTo>
                    <a:cubicBezTo>
                      <a:pt x="391" y="55"/>
                      <a:pt x="391" y="55"/>
                      <a:pt x="391" y="56"/>
                    </a:cubicBezTo>
                    <a:cubicBezTo>
                      <a:pt x="393" y="60"/>
                      <a:pt x="384" y="63"/>
                      <a:pt x="375" y="63"/>
                    </a:cubicBezTo>
                    <a:cubicBezTo>
                      <a:pt x="372" y="64"/>
                      <a:pt x="370" y="64"/>
                      <a:pt x="369" y="64"/>
                    </a:cubicBezTo>
                    <a:cubicBezTo>
                      <a:pt x="369" y="65"/>
                      <a:pt x="369" y="66"/>
                      <a:pt x="369" y="67"/>
                    </a:cubicBezTo>
                    <a:cubicBezTo>
                      <a:pt x="369" y="68"/>
                      <a:pt x="368" y="69"/>
                      <a:pt x="367" y="69"/>
                    </a:cubicBezTo>
                    <a:cubicBezTo>
                      <a:pt x="366" y="72"/>
                      <a:pt x="355" y="77"/>
                      <a:pt x="348" y="81"/>
                    </a:cubicBezTo>
                    <a:cubicBezTo>
                      <a:pt x="342" y="84"/>
                      <a:pt x="332" y="82"/>
                      <a:pt x="332" y="77"/>
                    </a:cubicBezTo>
                    <a:cubicBezTo>
                      <a:pt x="332" y="72"/>
                      <a:pt x="337" y="73"/>
                      <a:pt x="338" y="75"/>
                    </a:cubicBezTo>
                    <a:cubicBezTo>
                      <a:pt x="339" y="76"/>
                      <a:pt x="340" y="76"/>
                      <a:pt x="342" y="74"/>
                    </a:cubicBezTo>
                    <a:cubicBezTo>
                      <a:pt x="340" y="73"/>
                      <a:pt x="340" y="70"/>
                      <a:pt x="340" y="68"/>
                    </a:cubicBezTo>
                    <a:cubicBezTo>
                      <a:pt x="338" y="67"/>
                      <a:pt x="342" y="59"/>
                      <a:pt x="337" y="58"/>
                    </a:cubicBezTo>
                    <a:cubicBezTo>
                      <a:pt x="333" y="56"/>
                      <a:pt x="328" y="64"/>
                      <a:pt x="329" y="59"/>
                    </a:cubicBezTo>
                    <a:cubicBezTo>
                      <a:pt x="330" y="55"/>
                      <a:pt x="336" y="51"/>
                      <a:pt x="332" y="45"/>
                    </a:cubicBezTo>
                    <a:cubicBezTo>
                      <a:pt x="328" y="39"/>
                      <a:pt x="321" y="39"/>
                      <a:pt x="320" y="43"/>
                    </a:cubicBezTo>
                    <a:cubicBezTo>
                      <a:pt x="318" y="48"/>
                      <a:pt x="313" y="46"/>
                      <a:pt x="311" y="49"/>
                    </a:cubicBezTo>
                    <a:cubicBezTo>
                      <a:pt x="310" y="53"/>
                      <a:pt x="308" y="61"/>
                      <a:pt x="309" y="66"/>
                    </a:cubicBezTo>
                    <a:cubicBezTo>
                      <a:pt x="311" y="72"/>
                      <a:pt x="309" y="75"/>
                      <a:pt x="304" y="78"/>
                    </a:cubicBezTo>
                    <a:cubicBezTo>
                      <a:pt x="298" y="81"/>
                      <a:pt x="295" y="73"/>
                      <a:pt x="297" y="63"/>
                    </a:cubicBezTo>
                    <a:cubicBezTo>
                      <a:pt x="299" y="56"/>
                      <a:pt x="303" y="49"/>
                      <a:pt x="299" y="49"/>
                    </a:cubicBezTo>
                    <a:cubicBezTo>
                      <a:pt x="296" y="49"/>
                      <a:pt x="304" y="40"/>
                      <a:pt x="311" y="39"/>
                    </a:cubicBezTo>
                    <a:cubicBezTo>
                      <a:pt x="319" y="37"/>
                      <a:pt x="328" y="37"/>
                      <a:pt x="328" y="35"/>
                    </a:cubicBezTo>
                    <a:cubicBezTo>
                      <a:pt x="328" y="35"/>
                      <a:pt x="328" y="35"/>
                      <a:pt x="329" y="34"/>
                    </a:cubicBezTo>
                    <a:cubicBezTo>
                      <a:pt x="328" y="33"/>
                      <a:pt x="326" y="32"/>
                      <a:pt x="324" y="31"/>
                    </a:cubicBezTo>
                    <a:cubicBezTo>
                      <a:pt x="324" y="32"/>
                      <a:pt x="324" y="32"/>
                      <a:pt x="323" y="32"/>
                    </a:cubicBezTo>
                    <a:cubicBezTo>
                      <a:pt x="321" y="34"/>
                      <a:pt x="321" y="29"/>
                      <a:pt x="316" y="29"/>
                    </a:cubicBezTo>
                    <a:cubicBezTo>
                      <a:pt x="311" y="29"/>
                      <a:pt x="305" y="34"/>
                      <a:pt x="301" y="32"/>
                    </a:cubicBezTo>
                    <a:cubicBezTo>
                      <a:pt x="297" y="30"/>
                      <a:pt x="299" y="27"/>
                      <a:pt x="295" y="27"/>
                    </a:cubicBezTo>
                    <a:cubicBezTo>
                      <a:pt x="291" y="27"/>
                      <a:pt x="298" y="20"/>
                      <a:pt x="292" y="23"/>
                    </a:cubicBezTo>
                    <a:cubicBezTo>
                      <a:pt x="286" y="26"/>
                      <a:pt x="278" y="34"/>
                      <a:pt x="274" y="30"/>
                    </a:cubicBezTo>
                    <a:cubicBezTo>
                      <a:pt x="270" y="27"/>
                      <a:pt x="266" y="31"/>
                      <a:pt x="264" y="29"/>
                    </a:cubicBezTo>
                    <a:cubicBezTo>
                      <a:pt x="261" y="26"/>
                      <a:pt x="274" y="18"/>
                      <a:pt x="280" y="18"/>
                    </a:cubicBezTo>
                    <a:cubicBezTo>
                      <a:pt x="281" y="18"/>
                      <a:pt x="282" y="18"/>
                      <a:pt x="284" y="17"/>
                    </a:cubicBezTo>
                    <a:cubicBezTo>
                      <a:pt x="281" y="15"/>
                      <a:pt x="274" y="13"/>
                      <a:pt x="272" y="15"/>
                    </a:cubicBezTo>
                    <a:cubicBezTo>
                      <a:pt x="270" y="18"/>
                      <a:pt x="267" y="16"/>
                      <a:pt x="265" y="14"/>
                    </a:cubicBezTo>
                    <a:cubicBezTo>
                      <a:pt x="264" y="12"/>
                      <a:pt x="262" y="14"/>
                      <a:pt x="259" y="11"/>
                    </a:cubicBezTo>
                    <a:cubicBezTo>
                      <a:pt x="256" y="8"/>
                      <a:pt x="253" y="10"/>
                      <a:pt x="251" y="11"/>
                    </a:cubicBezTo>
                    <a:cubicBezTo>
                      <a:pt x="250" y="12"/>
                      <a:pt x="248" y="10"/>
                      <a:pt x="244" y="9"/>
                    </a:cubicBezTo>
                    <a:cubicBezTo>
                      <a:pt x="241" y="7"/>
                      <a:pt x="244" y="4"/>
                      <a:pt x="241" y="2"/>
                    </a:cubicBezTo>
                    <a:cubicBezTo>
                      <a:pt x="238" y="0"/>
                      <a:pt x="238" y="6"/>
                      <a:pt x="238" y="6"/>
                    </a:cubicBezTo>
                    <a:cubicBezTo>
                      <a:pt x="17" y="7"/>
                      <a:pt x="17" y="7"/>
                      <a:pt x="17" y="7"/>
                    </a:cubicBezTo>
                    <a:cubicBezTo>
                      <a:pt x="17" y="8"/>
                      <a:pt x="17" y="8"/>
                      <a:pt x="17" y="8"/>
                    </a:cubicBezTo>
                    <a:cubicBezTo>
                      <a:pt x="20" y="11"/>
                      <a:pt x="18" y="13"/>
                      <a:pt x="19" y="17"/>
                    </a:cubicBezTo>
                    <a:cubicBezTo>
                      <a:pt x="20" y="20"/>
                      <a:pt x="19" y="25"/>
                      <a:pt x="16" y="25"/>
                    </a:cubicBezTo>
                    <a:cubicBezTo>
                      <a:pt x="14" y="25"/>
                      <a:pt x="13" y="22"/>
                      <a:pt x="15" y="21"/>
                    </a:cubicBezTo>
                    <a:cubicBezTo>
                      <a:pt x="17" y="20"/>
                      <a:pt x="16" y="16"/>
                      <a:pt x="14" y="16"/>
                    </a:cubicBezTo>
                    <a:cubicBezTo>
                      <a:pt x="13" y="16"/>
                      <a:pt x="13" y="14"/>
                      <a:pt x="13" y="13"/>
                    </a:cubicBezTo>
                    <a:cubicBezTo>
                      <a:pt x="9" y="14"/>
                      <a:pt x="5" y="13"/>
                      <a:pt x="0" y="13"/>
                    </a:cubicBezTo>
                    <a:cubicBezTo>
                      <a:pt x="0" y="13"/>
                      <a:pt x="0" y="13"/>
                      <a:pt x="0" y="13"/>
                    </a:cubicBezTo>
                    <a:cubicBezTo>
                      <a:pt x="0" y="16"/>
                      <a:pt x="1" y="20"/>
                      <a:pt x="4" y="24"/>
                    </a:cubicBezTo>
                    <a:cubicBezTo>
                      <a:pt x="7" y="28"/>
                      <a:pt x="5" y="30"/>
                      <a:pt x="8" y="32"/>
                    </a:cubicBezTo>
                    <a:cubicBezTo>
                      <a:pt x="10" y="33"/>
                      <a:pt x="10" y="35"/>
                      <a:pt x="8" y="34"/>
                    </a:cubicBezTo>
                    <a:cubicBezTo>
                      <a:pt x="5" y="34"/>
                      <a:pt x="7" y="36"/>
                      <a:pt x="6" y="42"/>
                    </a:cubicBezTo>
                    <a:cubicBezTo>
                      <a:pt x="5" y="47"/>
                      <a:pt x="5" y="58"/>
                      <a:pt x="5" y="61"/>
                    </a:cubicBezTo>
                    <a:cubicBezTo>
                      <a:pt x="4" y="65"/>
                      <a:pt x="1" y="70"/>
                      <a:pt x="3" y="74"/>
                    </a:cubicBezTo>
                    <a:cubicBezTo>
                      <a:pt x="5" y="77"/>
                      <a:pt x="7" y="82"/>
                      <a:pt x="5" y="87"/>
                    </a:cubicBezTo>
                    <a:cubicBezTo>
                      <a:pt x="4" y="91"/>
                      <a:pt x="4" y="94"/>
                      <a:pt x="6" y="97"/>
                    </a:cubicBezTo>
                    <a:cubicBezTo>
                      <a:pt x="8" y="101"/>
                      <a:pt x="7" y="107"/>
                      <a:pt x="9" y="108"/>
                    </a:cubicBezTo>
                    <a:cubicBezTo>
                      <a:pt x="11" y="109"/>
                      <a:pt x="13" y="112"/>
                      <a:pt x="15" y="115"/>
                    </a:cubicBezTo>
                    <a:cubicBezTo>
                      <a:pt x="17" y="118"/>
                      <a:pt x="19" y="116"/>
                      <a:pt x="19" y="119"/>
                    </a:cubicBezTo>
                    <a:cubicBezTo>
                      <a:pt x="19" y="123"/>
                      <a:pt x="19" y="123"/>
                      <a:pt x="22" y="124"/>
                    </a:cubicBezTo>
                    <a:cubicBezTo>
                      <a:pt x="25" y="126"/>
                      <a:pt x="23" y="129"/>
                      <a:pt x="23" y="131"/>
                    </a:cubicBezTo>
                    <a:cubicBezTo>
                      <a:pt x="23" y="132"/>
                      <a:pt x="27" y="136"/>
                      <a:pt x="32" y="140"/>
                    </a:cubicBezTo>
                    <a:cubicBezTo>
                      <a:pt x="36" y="144"/>
                      <a:pt x="32" y="147"/>
                      <a:pt x="36" y="147"/>
                    </a:cubicBezTo>
                    <a:cubicBezTo>
                      <a:pt x="39" y="147"/>
                      <a:pt x="42" y="149"/>
                      <a:pt x="46" y="151"/>
                    </a:cubicBezTo>
                    <a:cubicBezTo>
                      <a:pt x="49" y="153"/>
                      <a:pt x="50" y="152"/>
                      <a:pt x="53" y="153"/>
                    </a:cubicBezTo>
                    <a:cubicBezTo>
                      <a:pt x="55" y="153"/>
                      <a:pt x="59" y="158"/>
                      <a:pt x="60" y="162"/>
                    </a:cubicBezTo>
                    <a:cubicBezTo>
                      <a:pt x="60" y="163"/>
                      <a:pt x="61" y="165"/>
                      <a:pt x="62" y="167"/>
                    </a:cubicBezTo>
                    <a:cubicBezTo>
                      <a:pt x="80" y="164"/>
                      <a:pt x="80" y="164"/>
                      <a:pt x="80" y="164"/>
                    </a:cubicBezTo>
                    <a:cubicBezTo>
                      <a:pt x="80" y="164"/>
                      <a:pt x="86" y="168"/>
                      <a:pt x="89" y="169"/>
                    </a:cubicBezTo>
                    <a:cubicBezTo>
                      <a:pt x="93" y="170"/>
                      <a:pt x="110" y="176"/>
                      <a:pt x="110" y="176"/>
                    </a:cubicBezTo>
                    <a:cubicBezTo>
                      <a:pt x="133" y="176"/>
                      <a:pt x="133" y="176"/>
                      <a:pt x="133" y="176"/>
                    </a:cubicBezTo>
                    <a:cubicBezTo>
                      <a:pt x="136" y="173"/>
                      <a:pt x="136" y="173"/>
                      <a:pt x="136" y="173"/>
                    </a:cubicBezTo>
                    <a:cubicBezTo>
                      <a:pt x="148" y="173"/>
                      <a:pt x="148" y="173"/>
                      <a:pt x="148" y="173"/>
                    </a:cubicBezTo>
                    <a:cubicBezTo>
                      <a:pt x="148" y="173"/>
                      <a:pt x="156" y="180"/>
                      <a:pt x="157" y="181"/>
                    </a:cubicBezTo>
                    <a:cubicBezTo>
                      <a:pt x="158" y="181"/>
                      <a:pt x="162" y="185"/>
                      <a:pt x="162" y="187"/>
                    </a:cubicBezTo>
                    <a:cubicBezTo>
                      <a:pt x="162" y="189"/>
                      <a:pt x="163" y="191"/>
                      <a:pt x="165" y="192"/>
                    </a:cubicBezTo>
                    <a:cubicBezTo>
                      <a:pt x="167" y="193"/>
                      <a:pt x="174" y="197"/>
                      <a:pt x="175" y="197"/>
                    </a:cubicBezTo>
                    <a:cubicBezTo>
                      <a:pt x="176" y="197"/>
                      <a:pt x="178" y="189"/>
                      <a:pt x="181" y="190"/>
                    </a:cubicBezTo>
                    <a:cubicBezTo>
                      <a:pt x="184" y="190"/>
                      <a:pt x="194" y="192"/>
                      <a:pt x="195" y="198"/>
                    </a:cubicBezTo>
                    <a:cubicBezTo>
                      <a:pt x="197" y="203"/>
                      <a:pt x="201" y="207"/>
                      <a:pt x="203" y="209"/>
                    </a:cubicBezTo>
                    <a:cubicBezTo>
                      <a:pt x="204" y="210"/>
                      <a:pt x="204" y="213"/>
                      <a:pt x="205" y="215"/>
                    </a:cubicBezTo>
                    <a:cubicBezTo>
                      <a:pt x="206" y="216"/>
                      <a:pt x="206" y="220"/>
                      <a:pt x="207" y="220"/>
                    </a:cubicBezTo>
                    <a:cubicBezTo>
                      <a:pt x="208" y="220"/>
                      <a:pt x="215" y="224"/>
                      <a:pt x="218" y="224"/>
                    </a:cubicBezTo>
                    <a:cubicBezTo>
                      <a:pt x="219" y="224"/>
                      <a:pt x="220" y="224"/>
                      <a:pt x="222" y="225"/>
                    </a:cubicBezTo>
                    <a:cubicBezTo>
                      <a:pt x="222" y="219"/>
                      <a:pt x="215" y="217"/>
                      <a:pt x="219" y="215"/>
                    </a:cubicBezTo>
                    <a:cubicBezTo>
                      <a:pt x="224" y="211"/>
                      <a:pt x="219" y="208"/>
                      <a:pt x="221" y="207"/>
                    </a:cubicBezTo>
                    <a:cubicBezTo>
                      <a:pt x="223" y="205"/>
                      <a:pt x="227" y="204"/>
                      <a:pt x="227" y="202"/>
                    </a:cubicBezTo>
                    <a:cubicBezTo>
                      <a:pt x="227" y="200"/>
                      <a:pt x="229" y="200"/>
                      <a:pt x="232" y="200"/>
                    </a:cubicBezTo>
                    <a:cubicBezTo>
                      <a:pt x="235" y="200"/>
                      <a:pt x="240" y="195"/>
                      <a:pt x="240" y="193"/>
                    </a:cubicBezTo>
                    <a:cubicBezTo>
                      <a:pt x="239" y="192"/>
                      <a:pt x="240" y="191"/>
                      <a:pt x="244" y="192"/>
                    </a:cubicBezTo>
                    <a:cubicBezTo>
                      <a:pt x="247" y="193"/>
                      <a:pt x="247" y="188"/>
                      <a:pt x="249" y="189"/>
                    </a:cubicBezTo>
                    <a:cubicBezTo>
                      <a:pt x="251" y="189"/>
                      <a:pt x="253" y="191"/>
                      <a:pt x="253" y="189"/>
                    </a:cubicBezTo>
                    <a:cubicBezTo>
                      <a:pt x="253" y="187"/>
                      <a:pt x="255" y="188"/>
                      <a:pt x="257" y="190"/>
                    </a:cubicBezTo>
                    <a:cubicBezTo>
                      <a:pt x="258" y="192"/>
                      <a:pt x="263" y="193"/>
                      <a:pt x="263" y="190"/>
                    </a:cubicBezTo>
                    <a:cubicBezTo>
                      <a:pt x="264" y="188"/>
                      <a:pt x="266" y="190"/>
                      <a:pt x="269" y="193"/>
                    </a:cubicBezTo>
                    <a:cubicBezTo>
                      <a:pt x="271" y="195"/>
                      <a:pt x="272" y="194"/>
                      <a:pt x="276" y="195"/>
                    </a:cubicBezTo>
                    <a:cubicBezTo>
                      <a:pt x="279" y="195"/>
                      <a:pt x="279" y="194"/>
                      <a:pt x="279" y="192"/>
                    </a:cubicBezTo>
                    <a:cubicBezTo>
                      <a:pt x="279" y="190"/>
                      <a:pt x="283" y="196"/>
                      <a:pt x="286" y="197"/>
                    </a:cubicBezTo>
                    <a:cubicBezTo>
                      <a:pt x="290" y="197"/>
                      <a:pt x="287" y="195"/>
                      <a:pt x="284" y="193"/>
                    </a:cubicBezTo>
                    <a:cubicBezTo>
                      <a:pt x="282" y="191"/>
                      <a:pt x="285" y="190"/>
                      <a:pt x="283" y="188"/>
                    </a:cubicBezTo>
                    <a:cubicBezTo>
                      <a:pt x="281" y="187"/>
                      <a:pt x="286" y="184"/>
                      <a:pt x="290" y="185"/>
                    </a:cubicBezTo>
                    <a:cubicBezTo>
                      <a:pt x="294" y="185"/>
                      <a:pt x="294" y="186"/>
                      <a:pt x="295" y="183"/>
                    </a:cubicBezTo>
                    <a:cubicBezTo>
                      <a:pt x="297" y="181"/>
                      <a:pt x="299" y="183"/>
                      <a:pt x="299" y="185"/>
                    </a:cubicBezTo>
                    <a:cubicBezTo>
                      <a:pt x="299" y="188"/>
                      <a:pt x="306" y="184"/>
                      <a:pt x="309" y="184"/>
                    </a:cubicBezTo>
                    <a:cubicBezTo>
                      <a:pt x="313" y="184"/>
                      <a:pt x="317" y="187"/>
                      <a:pt x="317" y="190"/>
                    </a:cubicBezTo>
                    <a:cubicBezTo>
                      <a:pt x="317" y="192"/>
                      <a:pt x="320" y="193"/>
                      <a:pt x="322" y="190"/>
                    </a:cubicBezTo>
                    <a:cubicBezTo>
                      <a:pt x="325" y="188"/>
                      <a:pt x="327" y="185"/>
                      <a:pt x="330" y="188"/>
                    </a:cubicBezTo>
                    <a:cubicBezTo>
                      <a:pt x="332" y="190"/>
                      <a:pt x="335" y="194"/>
                      <a:pt x="338" y="197"/>
                    </a:cubicBezTo>
                    <a:cubicBezTo>
                      <a:pt x="341" y="200"/>
                      <a:pt x="337" y="204"/>
                      <a:pt x="338" y="206"/>
                    </a:cubicBezTo>
                    <a:cubicBezTo>
                      <a:pt x="340" y="208"/>
                      <a:pt x="338" y="212"/>
                      <a:pt x="342" y="214"/>
                    </a:cubicBezTo>
                    <a:cubicBezTo>
                      <a:pt x="345" y="216"/>
                      <a:pt x="342" y="222"/>
                      <a:pt x="345" y="222"/>
                    </a:cubicBezTo>
                    <a:cubicBezTo>
                      <a:pt x="348" y="223"/>
                      <a:pt x="350" y="228"/>
                      <a:pt x="350" y="229"/>
                    </a:cubicBezTo>
                    <a:cubicBezTo>
                      <a:pt x="351" y="231"/>
                      <a:pt x="356" y="233"/>
                      <a:pt x="356" y="230"/>
                    </a:cubicBezTo>
                    <a:cubicBezTo>
                      <a:pt x="357" y="227"/>
                      <a:pt x="360" y="224"/>
                      <a:pt x="360" y="221"/>
                    </a:cubicBezTo>
                    <a:cubicBezTo>
                      <a:pt x="360" y="218"/>
                      <a:pt x="358" y="208"/>
                      <a:pt x="355" y="205"/>
                    </a:cubicBezTo>
                    <a:cubicBezTo>
                      <a:pt x="353" y="202"/>
                      <a:pt x="356" y="201"/>
                      <a:pt x="353" y="197"/>
                    </a:cubicBezTo>
                    <a:cubicBezTo>
                      <a:pt x="350" y="193"/>
                      <a:pt x="348" y="187"/>
                      <a:pt x="349" y="181"/>
                    </a:cubicBezTo>
                    <a:cubicBezTo>
                      <a:pt x="349" y="176"/>
                      <a:pt x="355" y="167"/>
                      <a:pt x="358" y="165"/>
                    </a:cubicBezTo>
                    <a:cubicBezTo>
                      <a:pt x="361" y="162"/>
                      <a:pt x="365" y="163"/>
                      <a:pt x="365" y="160"/>
                    </a:cubicBezTo>
                    <a:cubicBezTo>
                      <a:pt x="366" y="158"/>
                      <a:pt x="370" y="154"/>
                      <a:pt x="372" y="154"/>
                    </a:cubicBezTo>
                    <a:cubicBezTo>
                      <a:pt x="374" y="154"/>
                      <a:pt x="376" y="155"/>
                      <a:pt x="377" y="152"/>
                    </a:cubicBezTo>
                    <a:cubicBezTo>
                      <a:pt x="377" y="150"/>
                      <a:pt x="381" y="147"/>
                      <a:pt x="385" y="146"/>
                    </a:cubicBezTo>
                    <a:cubicBezTo>
                      <a:pt x="390" y="146"/>
                      <a:pt x="387" y="143"/>
                      <a:pt x="386" y="141"/>
                    </a:cubicBezTo>
                    <a:cubicBezTo>
                      <a:pt x="385" y="139"/>
                      <a:pt x="387" y="137"/>
                      <a:pt x="388" y="138"/>
                    </a:cubicBezTo>
                    <a:cubicBezTo>
                      <a:pt x="389" y="140"/>
                      <a:pt x="392" y="140"/>
                      <a:pt x="393" y="139"/>
                    </a:cubicBezTo>
                    <a:cubicBezTo>
                      <a:pt x="395" y="137"/>
                      <a:pt x="399" y="134"/>
                      <a:pt x="395" y="134"/>
                    </a:cubicBezTo>
                    <a:cubicBezTo>
                      <a:pt x="391" y="134"/>
                      <a:pt x="391" y="132"/>
                      <a:pt x="393" y="131"/>
                    </a:cubicBezTo>
                    <a:cubicBezTo>
                      <a:pt x="395" y="130"/>
                      <a:pt x="393" y="126"/>
                      <a:pt x="390" y="126"/>
                    </a:cubicBezTo>
                    <a:cubicBezTo>
                      <a:pt x="387" y="125"/>
                      <a:pt x="388" y="124"/>
                      <a:pt x="390" y="122"/>
                    </a:cubicBezTo>
                    <a:cubicBezTo>
                      <a:pt x="392" y="120"/>
                      <a:pt x="387" y="116"/>
                      <a:pt x="385" y="115"/>
                    </a:cubicBezTo>
                    <a:cubicBezTo>
                      <a:pt x="382" y="113"/>
                      <a:pt x="386" y="112"/>
                      <a:pt x="388" y="112"/>
                    </a:cubicBezTo>
                    <a:cubicBezTo>
                      <a:pt x="390" y="112"/>
                      <a:pt x="388" y="103"/>
                      <a:pt x="389" y="101"/>
                    </a:cubicBezTo>
                    <a:cubicBezTo>
                      <a:pt x="390" y="100"/>
                      <a:pt x="393" y="100"/>
                      <a:pt x="392" y="101"/>
                    </a:cubicBezTo>
                    <a:cubicBezTo>
                      <a:pt x="391" y="103"/>
                      <a:pt x="389" y="107"/>
                      <a:pt x="391" y="109"/>
                    </a:cubicBezTo>
                    <a:cubicBezTo>
                      <a:pt x="393" y="112"/>
                      <a:pt x="394" y="115"/>
                      <a:pt x="393" y="119"/>
                    </a:cubicBezTo>
                    <a:cubicBezTo>
                      <a:pt x="392" y="123"/>
                      <a:pt x="394" y="122"/>
                      <a:pt x="397" y="117"/>
                    </a:cubicBezTo>
                    <a:cubicBezTo>
                      <a:pt x="399" y="111"/>
                      <a:pt x="400" y="107"/>
                      <a:pt x="398" y="106"/>
                    </a:cubicBezTo>
                    <a:cubicBezTo>
                      <a:pt x="396" y="106"/>
                      <a:pt x="396" y="100"/>
                      <a:pt x="398" y="103"/>
                    </a:cubicBezTo>
                    <a:cubicBezTo>
                      <a:pt x="400" y="105"/>
                      <a:pt x="401" y="106"/>
                      <a:pt x="404" y="102"/>
                    </a:cubicBezTo>
                    <a:cubicBezTo>
                      <a:pt x="407" y="99"/>
                      <a:pt x="410" y="94"/>
                      <a:pt x="408" y="92"/>
                    </a:cubicBezTo>
                    <a:cubicBezTo>
                      <a:pt x="406" y="91"/>
                      <a:pt x="409" y="90"/>
                      <a:pt x="413" y="90"/>
                    </a:cubicBezTo>
                    <a:cubicBezTo>
                      <a:pt x="416" y="90"/>
                      <a:pt x="424" y="88"/>
                      <a:pt x="425" y="87"/>
                    </a:cubicBezTo>
                    <a:cubicBezTo>
                      <a:pt x="426" y="83"/>
                      <a:pt x="412" y="88"/>
                      <a:pt x="412" y="86"/>
                    </a:cubicBezTo>
                    <a:cubicBezTo>
                      <a:pt x="412" y="85"/>
                      <a:pt x="421" y="83"/>
                      <a:pt x="425" y="82"/>
                    </a:cubicBezTo>
                    <a:cubicBezTo>
                      <a:pt x="429" y="82"/>
                      <a:pt x="427" y="77"/>
                      <a:pt x="429" y="79"/>
                    </a:cubicBezTo>
                    <a:cubicBezTo>
                      <a:pt x="431" y="81"/>
                      <a:pt x="434" y="81"/>
                      <a:pt x="436" y="80"/>
                    </a:cubicBezTo>
                    <a:cubicBezTo>
                      <a:pt x="438" y="78"/>
                      <a:pt x="437" y="74"/>
                      <a:pt x="434" y="73"/>
                    </a:cubicBezTo>
                    <a:cubicBezTo>
                      <a:pt x="431" y="73"/>
                      <a:pt x="436" y="71"/>
                      <a:pt x="435" y="69"/>
                    </a:cubicBezTo>
                    <a:cubicBezTo>
                      <a:pt x="434" y="68"/>
                      <a:pt x="437" y="61"/>
                      <a:pt x="440" y="60"/>
                    </a:cubicBezTo>
                    <a:cubicBezTo>
                      <a:pt x="444" y="60"/>
                      <a:pt x="442" y="58"/>
                      <a:pt x="445" y="58"/>
                    </a:cubicBezTo>
                    <a:cubicBezTo>
                      <a:pt x="448" y="58"/>
                      <a:pt x="448" y="54"/>
                      <a:pt x="451" y="52"/>
                    </a:cubicBezTo>
                    <a:cubicBezTo>
                      <a:pt x="453" y="49"/>
                      <a:pt x="457" y="56"/>
                      <a:pt x="461" y="52"/>
                    </a:cubicBezTo>
                    <a:cubicBezTo>
                      <a:pt x="462" y="51"/>
                      <a:pt x="464" y="49"/>
                      <a:pt x="467" y="48"/>
                    </a:cubicBezTo>
                    <a:cubicBezTo>
                      <a:pt x="457" y="35"/>
                      <a:pt x="460" y="27"/>
                      <a:pt x="460" y="2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33">
                <a:extLst>
                  <a:ext uri="{FF2B5EF4-FFF2-40B4-BE49-F238E27FC236}">
                    <a16:creationId xmlns:a16="http://schemas.microsoft.com/office/drawing/2014/main" id="{160F79A8-FA2A-4FD8-93A6-964048DEC7C5}"/>
                  </a:ext>
                </a:extLst>
              </p:cNvPr>
              <p:cNvSpPr>
                <a:spLocks noEditPoints="1"/>
              </p:cNvSpPr>
              <p:nvPr/>
            </p:nvSpPr>
            <p:spPr bwMode="auto">
              <a:xfrm>
                <a:off x="4747817" y="3212745"/>
                <a:ext cx="239653" cy="170643"/>
              </a:xfrm>
              <a:custGeom>
                <a:avLst/>
                <a:gdLst>
                  <a:gd name="T0" fmla="*/ 102 w 104"/>
                  <a:gd name="T1" fmla="*/ 13 h 74"/>
                  <a:gd name="T2" fmla="*/ 94 w 104"/>
                  <a:gd name="T3" fmla="*/ 13 h 74"/>
                  <a:gd name="T4" fmla="*/ 85 w 104"/>
                  <a:gd name="T5" fmla="*/ 11 h 74"/>
                  <a:gd name="T6" fmla="*/ 81 w 104"/>
                  <a:gd name="T7" fmla="*/ 10 h 74"/>
                  <a:gd name="T8" fmla="*/ 74 w 104"/>
                  <a:gd name="T9" fmla="*/ 11 h 74"/>
                  <a:gd name="T10" fmla="*/ 67 w 104"/>
                  <a:gd name="T11" fmla="*/ 7 h 74"/>
                  <a:gd name="T12" fmla="*/ 62 w 104"/>
                  <a:gd name="T13" fmla="*/ 5 h 74"/>
                  <a:gd name="T14" fmla="*/ 48 w 104"/>
                  <a:gd name="T15" fmla="*/ 3 h 74"/>
                  <a:gd name="T16" fmla="*/ 22 w 104"/>
                  <a:gd name="T17" fmla="*/ 3 h 74"/>
                  <a:gd name="T18" fmla="*/ 12 w 104"/>
                  <a:gd name="T19" fmla="*/ 0 h 74"/>
                  <a:gd name="T20" fmla="*/ 5 w 104"/>
                  <a:gd name="T21" fmla="*/ 4 h 74"/>
                  <a:gd name="T22" fmla="*/ 3 w 104"/>
                  <a:gd name="T23" fmla="*/ 10 h 74"/>
                  <a:gd name="T24" fmla="*/ 5 w 104"/>
                  <a:gd name="T25" fmla="*/ 18 h 74"/>
                  <a:gd name="T26" fmla="*/ 7 w 104"/>
                  <a:gd name="T27" fmla="*/ 17 h 74"/>
                  <a:gd name="T28" fmla="*/ 10 w 104"/>
                  <a:gd name="T29" fmla="*/ 18 h 74"/>
                  <a:gd name="T30" fmla="*/ 15 w 104"/>
                  <a:gd name="T31" fmla="*/ 19 h 74"/>
                  <a:gd name="T32" fmla="*/ 18 w 104"/>
                  <a:gd name="T33" fmla="*/ 19 h 74"/>
                  <a:gd name="T34" fmla="*/ 23 w 104"/>
                  <a:gd name="T35" fmla="*/ 20 h 74"/>
                  <a:gd name="T36" fmla="*/ 25 w 104"/>
                  <a:gd name="T37" fmla="*/ 23 h 74"/>
                  <a:gd name="T38" fmla="*/ 20 w 104"/>
                  <a:gd name="T39" fmla="*/ 27 h 74"/>
                  <a:gd name="T40" fmla="*/ 20 w 104"/>
                  <a:gd name="T41" fmla="*/ 35 h 74"/>
                  <a:gd name="T42" fmla="*/ 19 w 104"/>
                  <a:gd name="T43" fmla="*/ 40 h 74"/>
                  <a:gd name="T44" fmla="*/ 17 w 104"/>
                  <a:gd name="T45" fmla="*/ 44 h 74"/>
                  <a:gd name="T46" fmla="*/ 19 w 104"/>
                  <a:gd name="T47" fmla="*/ 48 h 74"/>
                  <a:gd name="T48" fmla="*/ 17 w 104"/>
                  <a:gd name="T49" fmla="*/ 52 h 74"/>
                  <a:gd name="T50" fmla="*/ 19 w 104"/>
                  <a:gd name="T51" fmla="*/ 56 h 74"/>
                  <a:gd name="T52" fmla="*/ 16 w 104"/>
                  <a:gd name="T53" fmla="*/ 61 h 74"/>
                  <a:gd name="T54" fmla="*/ 17 w 104"/>
                  <a:gd name="T55" fmla="*/ 64 h 74"/>
                  <a:gd name="T56" fmla="*/ 21 w 104"/>
                  <a:gd name="T57" fmla="*/ 64 h 74"/>
                  <a:gd name="T58" fmla="*/ 31 w 104"/>
                  <a:gd name="T59" fmla="*/ 73 h 74"/>
                  <a:gd name="T60" fmla="*/ 33 w 104"/>
                  <a:gd name="T61" fmla="*/ 71 h 74"/>
                  <a:gd name="T62" fmla="*/ 37 w 104"/>
                  <a:gd name="T63" fmla="*/ 71 h 74"/>
                  <a:gd name="T64" fmla="*/ 45 w 104"/>
                  <a:gd name="T65" fmla="*/ 68 h 74"/>
                  <a:gd name="T66" fmla="*/ 55 w 104"/>
                  <a:gd name="T67" fmla="*/ 67 h 74"/>
                  <a:gd name="T68" fmla="*/ 61 w 104"/>
                  <a:gd name="T69" fmla="*/ 65 h 74"/>
                  <a:gd name="T70" fmla="*/ 67 w 104"/>
                  <a:gd name="T71" fmla="*/ 60 h 74"/>
                  <a:gd name="T72" fmla="*/ 70 w 104"/>
                  <a:gd name="T73" fmla="*/ 55 h 74"/>
                  <a:gd name="T74" fmla="*/ 76 w 104"/>
                  <a:gd name="T75" fmla="*/ 48 h 74"/>
                  <a:gd name="T76" fmla="*/ 76 w 104"/>
                  <a:gd name="T77" fmla="*/ 37 h 74"/>
                  <a:gd name="T78" fmla="*/ 83 w 104"/>
                  <a:gd name="T79" fmla="*/ 29 h 74"/>
                  <a:gd name="T80" fmla="*/ 90 w 104"/>
                  <a:gd name="T81" fmla="*/ 25 h 74"/>
                  <a:gd name="T82" fmla="*/ 99 w 104"/>
                  <a:gd name="T83" fmla="*/ 20 h 74"/>
                  <a:gd name="T84" fmla="*/ 102 w 104"/>
                  <a:gd name="T85" fmla="*/ 13 h 74"/>
                  <a:gd name="T86" fmla="*/ 103 w 104"/>
                  <a:gd name="T87" fmla="*/ 39 h 74"/>
                  <a:gd name="T88" fmla="*/ 96 w 104"/>
                  <a:gd name="T89" fmla="*/ 42 h 74"/>
                  <a:gd name="T90" fmla="*/ 103 w 104"/>
                  <a:gd name="T91" fmla="*/ 3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4" h="74">
                    <a:moveTo>
                      <a:pt x="102" y="13"/>
                    </a:moveTo>
                    <a:cubicBezTo>
                      <a:pt x="100" y="13"/>
                      <a:pt x="96" y="14"/>
                      <a:pt x="94" y="13"/>
                    </a:cubicBezTo>
                    <a:cubicBezTo>
                      <a:pt x="92" y="13"/>
                      <a:pt x="86" y="12"/>
                      <a:pt x="85" y="11"/>
                    </a:cubicBezTo>
                    <a:cubicBezTo>
                      <a:pt x="83" y="9"/>
                      <a:pt x="81" y="8"/>
                      <a:pt x="81" y="10"/>
                    </a:cubicBezTo>
                    <a:cubicBezTo>
                      <a:pt x="81" y="12"/>
                      <a:pt x="77" y="12"/>
                      <a:pt x="74" y="11"/>
                    </a:cubicBezTo>
                    <a:cubicBezTo>
                      <a:pt x="72" y="9"/>
                      <a:pt x="68" y="8"/>
                      <a:pt x="67" y="7"/>
                    </a:cubicBezTo>
                    <a:cubicBezTo>
                      <a:pt x="66" y="6"/>
                      <a:pt x="64" y="5"/>
                      <a:pt x="62" y="5"/>
                    </a:cubicBezTo>
                    <a:cubicBezTo>
                      <a:pt x="60" y="5"/>
                      <a:pt x="53" y="2"/>
                      <a:pt x="48" y="3"/>
                    </a:cubicBezTo>
                    <a:cubicBezTo>
                      <a:pt x="43" y="4"/>
                      <a:pt x="28" y="2"/>
                      <a:pt x="22" y="3"/>
                    </a:cubicBezTo>
                    <a:cubicBezTo>
                      <a:pt x="16" y="3"/>
                      <a:pt x="15" y="0"/>
                      <a:pt x="12" y="0"/>
                    </a:cubicBezTo>
                    <a:cubicBezTo>
                      <a:pt x="9" y="0"/>
                      <a:pt x="10" y="4"/>
                      <a:pt x="5" y="4"/>
                    </a:cubicBezTo>
                    <a:cubicBezTo>
                      <a:pt x="1" y="5"/>
                      <a:pt x="0" y="8"/>
                      <a:pt x="3" y="10"/>
                    </a:cubicBezTo>
                    <a:cubicBezTo>
                      <a:pt x="5" y="12"/>
                      <a:pt x="5" y="15"/>
                      <a:pt x="5" y="18"/>
                    </a:cubicBezTo>
                    <a:cubicBezTo>
                      <a:pt x="6" y="18"/>
                      <a:pt x="7" y="18"/>
                      <a:pt x="7" y="17"/>
                    </a:cubicBezTo>
                    <a:cubicBezTo>
                      <a:pt x="9" y="16"/>
                      <a:pt x="10" y="16"/>
                      <a:pt x="10" y="18"/>
                    </a:cubicBezTo>
                    <a:cubicBezTo>
                      <a:pt x="10" y="19"/>
                      <a:pt x="13" y="19"/>
                      <a:pt x="15" y="19"/>
                    </a:cubicBezTo>
                    <a:cubicBezTo>
                      <a:pt x="17" y="19"/>
                      <a:pt x="16" y="20"/>
                      <a:pt x="18" y="19"/>
                    </a:cubicBezTo>
                    <a:cubicBezTo>
                      <a:pt x="20" y="17"/>
                      <a:pt x="23" y="18"/>
                      <a:pt x="23" y="20"/>
                    </a:cubicBezTo>
                    <a:cubicBezTo>
                      <a:pt x="23" y="21"/>
                      <a:pt x="27" y="20"/>
                      <a:pt x="25" y="23"/>
                    </a:cubicBezTo>
                    <a:cubicBezTo>
                      <a:pt x="23" y="25"/>
                      <a:pt x="20" y="26"/>
                      <a:pt x="20" y="27"/>
                    </a:cubicBezTo>
                    <a:cubicBezTo>
                      <a:pt x="20" y="29"/>
                      <a:pt x="22" y="33"/>
                      <a:pt x="20" y="35"/>
                    </a:cubicBezTo>
                    <a:cubicBezTo>
                      <a:pt x="18" y="37"/>
                      <a:pt x="21" y="40"/>
                      <a:pt x="19" y="40"/>
                    </a:cubicBezTo>
                    <a:cubicBezTo>
                      <a:pt x="17" y="40"/>
                      <a:pt x="15" y="41"/>
                      <a:pt x="17" y="44"/>
                    </a:cubicBezTo>
                    <a:cubicBezTo>
                      <a:pt x="19" y="46"/>
                      <a:pt x="21" y="48"/>
                      <a:pt x="19" y="48"/>
                    </a:cubicBezTo>
                    <a:cubicBezTo>
                      <a:pt x="17" y="48"/>
                      <a:pt x="16" y="51"/>
                      <a:pt x="17" y="52"/>
                    </a:cubicBezTo>
                    <a:cubicBezTo>
                      <a:pt x="18" y="53"/>
                      <a:pt x="22" y="56"/>
                      <a:pt x="19" y="56"/>
                    </a:cubicBezTo>
                    <a:cubicBezTo>
                      <a:pt x="16" y="57"/>
                      <a:pt x="16" y="59"/>
                      <a:pt x="16" y="61"/>
                    </a:cubicBezTo>
                    <a:cubicBezTo>
                      <a:pt x="16" y="62"/>
                      <a:pt x="16" y="63"/>
                      <a:pt x="17" y="64"/>
                    </a:cubicBezTo>
                    <a:cubicBezTo>
                      <a:pt x="18" y="64"/>
                      <a:pt x="20" y="64"/>
                      <a:pt x="21" y="64"/>
                    </a:cubicBezTo>
                    <a:cubicBezTo>
                      <a:pt x="25" y="66"/>
                      <a:pt x="26" y="74"/>
                      <a:pt x="31" y="73"/>
                    </a:cubicBezTo>
                    <a:cubicBezTo>
                      <a:pt x="33" y="73"/>
                      <a:pt x="32" y="72"/>
                      <a:pt x="33" y="71"/>
                    </a:cubicBezTo>
                    <a:cubicBezTo>
                      <a:pt x="34" y="70"/>
                      <a:pt x="36" y="71"/>
                      <a:pt x="37" y="71"/>
                    </a:cubicBezTo>
                    <a:cubicBezTo>
                      <a:pt x="39" y="71"/>
                      <a:pt x="40" y="68"/>
                      <a:pt x="45" y="68"/>
                    </a:cubicBezTo>
                    <a:cubicBezTo>
                      <a:pt x="49" y="68"/>
                      <a:pt x="52" y="67"/>
                      <a:pt x="55" y="67"/>
                    </a:cubicBezTo>
                    <a:cubicBezTo>
                      <a:pt x="58" y="67"/>
                      <a:pt x="60" y="67"/>
                      <a:pt x="61" y="65"/>
                    </a:cubicBezTo>
                    <a:cubicBezTo>
                      <a:pt x="62" y="62"/>
                      <a:pt x="64" y="61"/>
                      <a:pt x="67" y="60"/>
                    </a:cubicBezTo>
                    <a:cubicBezTo>
                      <a:pt x="70" y="60"/>
                      <a:pt x="70" y="56"/>
                      <a:pt x="70" y="55"/>
                    </a:cubicBezTo>
                    <a:cubicBezTo>
                      <a:pt x="70" y="53"/>
                      <a:pt x="76" y="50"/>
                      <a:pt x="76" y="48"/>
                    </a:cubicBezTo>
                    <a:cubicBezTo>
                      <a:pt x="76" y="47"/>
                      <a:pt x="73" y="41"/>
                      <a:pt x="76" y="37"/>
                    </a:cubicBezTo>
                    <a:cubicBezTo>
                      <a:pt x="79" y="32"/>
                      <a:pt x="83" y="31"/>
                      <a:pt x="83" y="29"/>
                    </a:cubicBezTo>
                    <a:cubicBezTo>
                      <a:pt x="83" y="26"/>
                      <a:pt x="86" y="25"/>
                      <a:pt x="90" y="25"/>
                    </a:cubicBezTo>
                    <a:cubicBezTo>
                      <a:pt x="94" y="24"/>
                      <a:pt x="96" y="22"/>
                      <a:pt x="99" y="20"/>
                    </a:cubicBezTo>
                    <a:cubicBezTo>
                      <a:pt x="102" y="19"/>
                      <a:pt x="103" y="17"/>
                      <a:pt x="102" y="13"/>
                    </a:cubicBezTo>
                    <a:close/>
                    <a:moveTo>
                      <a:pt x="103" y="39"/>
                    </a:moveTo>
                    <a:cubicBezTo>
                      <a:pt x="103" y="35"/>
                      <a:pt x="94" y="41"/>
                      <a:pt x="96" y="42"/>
                    </a:cubicBezTo>
                    <a:cubicBezTo>
                      <a:pt x="100" y="44"/>
                      <a:pt x="104" y="43"/>
                      <a:pt x="103" y="3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34">
                <a:extLst>
                  <a:ext uri="{FF2B5EF4-FFF2-40B4-BE49-F238E27FC236}">
                    <a16:creationId xmlns:a16="http://schemas.microsoft.com/office/drawing/2014/main" id="{6A00554E-8FCA-46B9-B6EA-AA3F52C76764}"/>
                  </a:ext>
                </a:extLst>
              </p:cNvPr>
              <p:cNvSpPr>
                <a:spLocks/>
              </p:cNvSpPr>
              <p:nvPr/>
            </p:nvSpPr>
            <p:spPr bwMode="auto">
              <a:xfrm>
                <a:off x="5163131" y="3138716"/>
                <a:ext cx="61482" cy="37642"/>
              </a:xfrm>
              <a:custGeom>
                <a:avLst/>
                <a:gdLst>
                  <a:gd name="T0" fmla="*/ 0 w 27"/>
                  <a:gd name="T1" fmla="*/ 14 h 16"/>
                  <a:gd name="T2" fmla="*/ 5 w 27"/>
                  <a:gd name="T3" fmla="*/ 13 h 16"/>
                  <a:gd name="T4" fmla="*/ 7 w 27"/>
                  <a:gd name="T5" fmla="*/ 15 h 16"/>
                  <a:gd name="T6" fmla="*/ 12 w 27"/>
                  <a:gd name="T7" fmla="*/ 14 h 16"/>
                  <a:gd name="T8" fmla="*/ 17 w 27"/>
                  <a:gd name="T9" fmla="*/ 15 h 16"/>
                  <a:gd name="T10" fmla="*/ 20 w 27"/>
                  <a:gd name="T11" fmla="*/ 11 h 16"/>
                  <a:gd name="T12" fmla="*/ 22 w 27"/>
                  <a:gd name="T13" fmla="*/ 7 h 16"/>
                  <a:gd name="T14" fmla="*/ 27 w 27"/>
                  <a:gd name="T15" fmla="*/ 4 h 16"/>
                  <a:gd name="T16" fmla="*/ 25 w 27"/>
                  <a:gd name="T17" fmla="*/ 1 h 16"/>
                  <a:gd name="T18" fmla="*/ 20 w 27"/>
                  <a:gd name="T19" fmla="*/ 2 h 16"/>
                  <a:gd name="T20" fmla="*/ 13 w 27"/>
                  <a:gd name="T21" fmla="*/ 5 h 16"/>
                  <a:gd name="T22" fmla="*/ 4 w 27"/>
                  <a:gd name="T23" fmla="*/ 3 h 16"/>
                  <a:gd name="T24" fmla="*/ 0 w 27"/>
                  <a:gd name="T25" fmla="*/ 3 h 16"/>
                  <a:gd name="T26" fmla="*/ 0 w 27"/>
                  <a:gd name="T27"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16">
                    <a:moveTo>
                      <a:pt x="0" y="14"/>
                    </a:moveTo>
                    <a:cubicBezTo>
                      <a:pt x="2" y="13"/>
                      <a:pt x="4" y="13"/>
                      <a:pt x="5" y="13"/>
                    </a:cubicBezTo>
                    <a:cubicBezTo>
                      <a:pt x="6" y="13"/>
                      <a:pt x="6" y="14"/>
                      <a:pt x="7" y="15"/>
                    </a:cubicBezTo>
                    <a:cubicBezTo>
                      <a:pt x="8" y="15"/>
                      <a:pt x="11" y="15"/>
                      <a:pt x="12" y="14"/>
                    </a:cubicBezTo>
                    <a:cubicBezTo>
                      <a:pt x="14" y="14"/>
                      <a:pt x="17" y="16"/>
                      <a:pt x="17" y="15"/>
                    </a:cubicBezTo>
                    <a:cubicBezTo>
                      <a:pt x="18" y="13"/>
                      <a:pt x="19" y="11"/>
                      <a:pt x="20" y="11"/>
                    </a:cubicBezTo>
                    <a:cubicBezTo>
                      <a:pt x="21" y="11"/>
                      <a:pt x="21" y="7"/>
                      <a:pt x="22" y="7"/>
                    </a:cubicBezTo>
                    <a:cubicBezTo>
                      <a:pt x="23" y="7"/>
                      <a:pt x="27" y="4"/>
                      <a:pt x="27" y="4"/>
                    </a:cubicBezTo>
                    <a:cubicBezTo>
                      <a:pt x="27" y="4"/>
                      <a:pt x="26" y="1"/>
                      <a:pt x="25" y="1"/>
                    </a:cubicBezTo>
                    <a:cubicBezTo>
                      <a:pt x="25" y="0"/>
                      <a:pt x="23" y="2"/>
                      <a:pt x="20" y="2"/>
                    </a:cubicBezTo>
                    <a:cubicBezTo>
                      <a:pt x="16" y="2"/>
                      <a:pt x="14" y="5"/>
                      <a:pt x="13" y="5"/>
                    </a:cubicBezTo>
                    <a:cubicBezTo>
                      <a:pt x="11" y="5"/>
                      <a:pt x="7" y="3"/>
                      <a:pt x="4" y="3"/>
                    </a:cubicBezTo>
                    <a:cubicBezTo>
                      <a:pt x="3" y="3"/>
                      <a:pt x="1" y="3"/>
                      <a:pt x="0" y="3"/>
                    </a:cubicBezTo>
                    <a:cubicBezTo>
                      <a:pt x="0" y="6"/>
                      <a:pt x="0" y="10"/>
                      <a:pt x="0"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35">
                <a:extLst>
                  <a:ext uri="{FF2B5EF4-FFF2-40B4-BE49-F238E27FC236}">
                    <a16:creationId xmlns:a16="http://schemas.microsoft.com/office/drawing/2014/main" id="{F927DA4D-607F-403D-80DF-724738CD1C1C}"/>
                  </a:ext>
                </a:extLst>
              </p:cNvPr>
              <p:cNvSpPr>
                <a:spLocks noEditPoints="1"/>
              </p:cNvSpPr>
              <p:nvPr/>
            </p:nvSpPr>
            <p:spPr bwMode="auto">
              <a:xfrm>
                <a:off x="5291113" y="3259170"/>
                <a:ext cx="117944" cy="144293"/>
              </a:xfrm>
              <a:custGeom>
                <a:avLst/>
                <a:gdLst>
                  <a:gd name="T0" fmla="*/ 50 w 51"/>
                  <a:gd name="T1" fmla="*/ 0 h 63"/>
                  <a:gd name="T2" fmla="*/ 46 w 51"/>
                  <a:gd name="T3" fmla="*/ 1 h 63"/>
                  <a:gd name="T4" fmla="*/ 43 w 51"/>
                  <a:gd name="T5" fmla="*/ 3 h 63"/>
                  <a:gd name="T6" fmla="*/ 34 w 51"/>
                  <a:gd name="T7" fmla="*/ 2 h 63"/>
                  <a:gd name="T8" fmla="*/ 24 w 51"/>
                  <a:gd name="T9" fmla="*/ 2 h 63"/>
                  <a:gd name="T10" fmla="*/ 23 w 51"/>
                  <a:gd name="T11" fmla="*/ 2 h 63"/>
                  <a:gd name="T12" fmla="*/ 16 w 51"/>
                  <a:gd name="T13" fmla="*/ 6 h 63"/>
                  <a:gd name="T14" fmla="*/ 12 w 51"/>
                  <a:gd name="T15" fmla="*/ 8 h 63"/>
                  <a:gd name="T16" fmla="*/ 7 w 51"/>
                  <a:gd name="T17" fmla="*/ 9 h 63"/>
                  <a:gd name="T18" fmla="*/ 4 w 51"/>
                  <a:gd name="T19" fmla="*/ 13 h 63"/>
                  <a:gd name="T20" fmla="*/ 2 w 51"/>
                  <a:gd name="T21" fmla="*/ 16 h 63"/>
                  <a:gd name="T22" fmla="*/ 0 w 51"/>
                  <a:gd name="T23" fmla="*/ 21 h 63"/>
                  <a:gd name="T24" fmla="*/ 0 w 51"/>
                  <a:gd name="T25" fmla="*/ 21 h 63"/>
                  <a:gd name="T26" fmla="*/ 4 w 51"/>
                  <a:gd name="T27" fmla="*/ 28 h 63"/>
                  <a:gd name="T28" fmla="*/ 10 w 51"/>
                  <a:gd name="T29" fmla="*/ 30 h 63"/>
                  <a:gd name="T30" fmla="*/ 17 w 51"/>
                  <a:gd name="T31" fmla="*/ 32 h 63"/>
                  <a:gd name="T32" fmla="*/ 9 w 51"/>
                  <a:gd name="T33" fmla="*/ 33 h 63"/>
                  <a:gd name="T34" fmla="*/ 10 w 51"/>
                  <a:gd name="T35" fmla="*/ 40 h 63"/>
                  <a:gd name="T36" fmla="*/ 14 w 51"/>
                  <a:gd name="T37" fmla="*/ 45 h 63"/>
                  <a:gd name="T38" fmla="*/ 22 w 51"/>
                  <a:gd name="T39" fmla="*/ 49 h 63"/>
                  <a:gd name="T40" fmla="*/ 20 w 51"/>
                  <a:gd name="T41" fmla="*/ 41 h 63"/>
                  <a:gd name="T42" fmla="*/ 26 w 51"/>
                  <a:gd name="T43" fmla="*/ 40 h 63"/>
                  <a:gd name="T44" fmla="*/ 22 w 51"/>
                  <a:gd name="T45" fmla="*/ 37 h 63"/>
                  <a:gd name="T46" fmla="*/ 25 w 51"/>
                  <a:gd name="T47" fmla="*/ 36 h 63"/>
                  <a:gd name="T48" fmla="*/ 31 w 51"/>
                  <a:gd name="T49" fmla="*/ 35 h 63"/>
                  <a:gd name="T50" fmla="*/ 28 w 51"/>
                  <a:gd name="T51" fmla="*/ 28 h 63"/>
                  <a:gd name="T52" fmla="*/ 22 w 51"/>
                  <a:gd name="T53" fmla="*/ 29 h 63"/>
                  <a:gd name="T54" fmla="*/ 24 w 51"/>
                  <a:gd name="T55" fmla="*/ 24 h 63"/>
                  <a:gd name="T56" fmla="*/ 18 w 51"/>
                  <a:gd name="T57" fmla="*/ 15 h 63"/>
                  <a:gd name="T58" fmla="*/ 22 w 51"/>
                  <a:gd name="T59" fmla="*/ 13 h 63"/>
                  <a:gd name="T60" fmla="*/ 28 w 51"/>
                  <a:gd name="T61" fmla="*/ 14 h 63"/>
                  <a:gd name="T62" fmla="*/ 30 w 51"/>
                  <a:gd name="T63" fmla="*/ 8 h 63"/>
                  <a:gd name="T64" fmla="*/ 35 w 51"/>
                  <a:gd name="T65" fmla="*/ 10 h 63"/>
                  <a:gd name="T66" fmla="*/ 41 w 51"/>
                  <a:gd name="T67" fmla="*/ 7 h 63"/>
                  <a:gd name="T68" fmla="*/ 46 w 51"/>
                  <a:gd name="T69" fmla="*/ 9 h 63"/>
                  <a:gd name="T70" fmla="*/ 48 w 51"/>
                  <a:gd name="T71" fmla="*/ 6 h 63"/>
                  <a:gd name="T72" fmla="*/ 51 w 51"/>
                  <a:gd name="T73" fmla="*/ 3 h 63"/>
                  <a:gd name="T74" fmla="*/ 50 w 51"/>
                  <a:gd name="T75" fmla="*/ 0 h 63"/>
                  <a:gd name="T76" fmla="*/ 43 w 51"/>
                  <a:gd name="T77" fmla="*/ 59 h 63"/>
                  <a:gd name="T78" fmla="*/ 30 w 51"/>
                  <a:gd name="T79" fmla="*/ 58 h 63"/>
                  <a:gd name="T80" fmla="*/ 26 w 51"/>
                  <a:gd name="T81" fmla="*/ 60 h 63"/>
                  <a:gd name="T82" fmla="*/ 37 w 51"/>
                  <a:gd name="T83" fmla="*/ 63 h 63"/>
                  <a:gd name="T84" fmla="*/ 48 w 51"/>
                  <a:gd name="T85" fmla="*/ 60 h 63"/>
                  <a:gd name="T86" fmla="*/ 43 w 51"/>
                  <a:gd name="T87" fmla="*/ 5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 h="63">
                    <a:moveTo>
                      <a:pt x="50" y="0"/>
                    </a:moveTo>
                    <a:cubicBezTo>
                      <a:pt x="48" y="0"/>
                      <a:pt x="46" y="0"/>
                      <a:pt x="46" y="1"/>
                    </a:cubicBezTo>
                    <a:cubicBezTo>
                      <a:pt x="47" y="3"/>
                      <a:pt x="45" y="3"/>
                      <a:pt x="43" y="3"/>
                    </a:cubicBezTo>
                    <a:cubicBezTo>
                      <a:pt x="43" y="3"/>
                      <a:pt x="36" y="3"/>
                      <a:pt x="34" y="2"/>
                    </a:cubicBezTo>
                    <a:cubicBezTo>
                      <a:pt x="33" y="1"/>
                      <a:pt x="27" y="1"/>
                      <a:pt x="24" y="2"/>
                    </a:cubicBezTo>
                    <a:cubicBezTo>
                      <a:pt x="24" y="2"/>
                      <a:pt x="24" y="2"/>
                      <a:pt x="23" y="2"/>
                    </a:cubicBezTo>
                    <a:cubicBezTo>
                      <a:pt x="23" y="3"/>
                      <a:pt x="17" y="6"/>
                      <a:pt x="16" y="6"/>
                    </a:cubicBezTo>
                    <a:cubicBezTo>
                      <a:pt x="15" y="5"/>
                      <a:pt x="14" y="7"/>
                      <a:pt x="12" y="8"/>
                    </a:cubicBezTo>
                    <a:cubicBezTo>
                      <a:pt x="10" y="8"/>
                      <a:pt x="7" y="8"/>
                      <a:pt x="7" y="9"/>
                    </a:cubicBezTo>
                    <a:cubicBezTo>
                      <a:pt x="7" y="9"/>
                      <a:pt x="5" y="12"/>
                      <a:pt x="4" y="13"/>
                    </a:cubicBezTo>
                    <a:cubicBezTo>
                      <a:pt x="3" y="14"/>
                      <a:pt x="4" y="16"/>
                      <a:pt x="2" y="16"/>
                    </a:cubicBezTo>
                    <a:cubicBezTo>
                      <a:pt x="1" y="16"/>
                      <a:pt x="0" y="19"/>
                      <a:pt x="0" y="21"/>
                    </a:cubicBezTo>
                    <a:cubicBezTo>
                      <a:pt x="0" y="21"/>
                      <a:pt x="0" y="21"/>
                      <a:pt x="0" y="21"/>
                    </a:cubicBezTo>
                    <a:cubicBezTo>
                      <a:pt x="3" y="22"/>
                      <a:pt x="5" y="25"/>
                      <a:pt x="4" y="28"/>
                    </a:cubicBezTo>
                    <a:cubicBezTo>
                      <a:pt x="4" y="31"/>
                      <a:pt x="8" y="32"/>
                      <a:pt x="10" y="30"/>
                    </a:cubicBezTo>
                    <a:cubicBezTo>
                      <a:pt x="12" y="27"/>
                      <a:pt x="17" y="31"/>
                      <a:pt x="17" y="32"/>
                    </a:cubicBezTo>
                    <a:cubicBezTo>
                      <a:pt x="17" y="34"/>
                      <a:pt x="12" y="31"/>
                      <a:pt x="9" y="33"/>
                    </a:cubicBezTo>
                    <a:cubicBezTo>
                      <a:pt x="6" y="35"/>
                      <a:pt x="11" y="37"/>
                      <a:pt x="10" y="40"/>
                    </a:cubicBezTo>
                    <a:cubicBezTo>
                      <a:pt x="10" y="42"/>
                      <a:pt x="12" y="45"/>
                      <a:pt x="14" y="45"/>
                    </a:cubicBezTo>
                    <a:cubicBezTo>
                      <a:pt x="17" y="45"/>
                      <a:pt x="20" y="50"/>
                      <a:pt x="22" y="49"/>
                    </a:cubicBezTo>
                    <a:cubicBezTo>
                      <a:pt x="24" y="48"/>
                      <a:pt x="20" y="42"/>
                      <a:pt x="20" y="41"/>
                    </a:cubicBezTo>
                    <a:cubicBezTo>
                      <a:pt x="21" y="40"/>
                      <a:pt x="24" y="42"/>
                      <a:pt x="26" y="40"/>
                    </a:cubicBezTo>
                    <a:cubicBezTo>
                      <a:pt x="28" y="39"/>
                      <a:pt x="25" y="37"/>
                      <a:pt x="22" y="37"/>
                    </a:cubicBezTo>
                    <a:cubicBezTo>
                      <a:pt x="20" y="37"/>
                      <a:pt x="22" y="34"/>
                      <a:pt x="25" y="36"/>
                    </a:cubicBezTo>
                    <a:cubicBezTo>
                      <a:pt x="28" y="37"/>
                      <a:pt x="30" y="35"/>
                      <a:pt x="31" y="35"/>
                    </a:cubicBezTo>
                    <a:cubicBezTo>
                      <a:pt x="32" y="35"/>
                      <a:pt x="33" y="30"/>
                      <a:pt x="28" y="28"/>
                    </a:cubicBezTo>
                    <a:cubicBezTo>
                      <a:pt x="24" y="27"/>
                      <a:pt x="25" y="32"/>
                      <a:pt x="22" y="29"/>
                    </a:cubicBezTo>
                    <a:cubicBezTo>
                      <a:pt x="19" y="26"/>
                      <a:pt x="24" y="27"/>
                      <a:pt x="24" y="24"/>
                    </a:cubicBezTo>
                    <a:cubicBezTo>
                      <a:pt x="24" y="22"/>
                      <a:pt x="20" y="18"/>
                      <a:pt x="18" y="15"/>
                    </a:cubicBezTo>
                    <a:cubicBezTo>
                      <a:pt x="16" y="12"/>
                      <a:pt x="21" y="11"/>
                      <a:pt x="22" y="13"/>
                    </a:cubicBezTo>
                    <a:cubicBezTo>
                      <a:pt x="23" y="15"/>
                      <a:pt x="26" y="15"/>
                      <a:pt x="28" y="14"/>
                    </a:cubicBezTo>
                    <a:cubicBezTo>
                      <a:pt x="30" y="13"/>
                      <a:pt x="26" y="9"/>
                      <a:pt x="30" y="8"/>
                    </a:cubicBezTo>
                    <a:cubicBezTo>
                      <a:pt x="34" y="7"/>
                      <a:pt x="34" y="9"/>
                      <a:pt x="35" y="10"/>
                    </a:cubicBezTo>
                    <a:cubicBezTo>
                      <a:pt x="36" y="10"/>
                      <a:pt x="37" y="7"/>
                      <a:pt x="41" y="7"/>
                    </a:cubicBezTo>
                    <a:cubicBezTo>
                      <a:pt x="43" y="7"/>
                      <a:pt x="45" y="8"/>
                      <a:pt x="46" y="9"/>
                    </a:cubicBezTo>
                    <a:cubicBezTo>
                      <a:pt x="47" y="8"/>
                      <a:pt x="48" y="7"/>
                      <a:pt x="48" y="6"/>
                    </a:cubicBezTo>
                    <a:cubicBezTo>
                      <a:pt x="48" y="5"/>
                      <a:pt x="51" y="5"/>
                      <a:pt x="51" y="3"/>
                    </a:cubicBezTo>
                    <a:cubicBezTo>
                      <a:pt x="51" y="2"/>
                      <a:pt x="50" y="1"/>
                      <a:pt x="50" y="0"/>
                    </a:cubicBezTo>
                    <a:close/>
                    <a:moveTo>
                      <a:pt x="43" y="59"/>
                    </a:moveTo>
                    <a:cubicBezTo>
                      <a:pt x="41" y="58"/>
                      <a:pt x="33" y="60"/>
                      <a:pt x="30" y="58"/>
                    </a:cubicBezTo>
                    <a:cubicBezTo>
                      <a:pt x="28" y="56"/>
                      <a:pt x="24" y="60"/>
                      <a:pt x="26" y="60"/>
                    </a:cubicBezTo>
                    <a:cubicBezTo>
                      <a:pt x="28" y="61"/>
                      <a:pt x="33" y="63"/>
                      <a:pt x="37" y="63"/>
                    </a:cubicBezTo>
                    <a:cubicBezTo>
                      <a:pt x="42" y="63"/>
                      <a:pt x="48" y="61"/>
                      <a:pt x="48" y="60"/>
                    </a:cubicBezTo>
                    <a:cubicBezTo>
                      <a:pt x="48" y="59"/>
                      <a:pt x="45" y="61"/>
                      <a:pt x="43" y="5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36">
                <a:extLst>
                  <a:ext uri="{FF2B5EF4-FFF2-40B4-BE49-F238E27FC236}">
                    <a16:creationId xmlns:a16="http://schemas.microsoft.com/office/drawing/2014/main" id="{8CFF5FC1-29C9-45FF-A044-EF75EEA74650}"/>
                  </a:ext>
                </a:extLst>
              </p:cNvPr>
              <p:cNvSpPr>
                <a:spLocks/>
              </p:cNvSpPr>
              <p:nvPr/>
            </p:nvSpPr>
            <p:spPr bwMode="auto">
              <a:xfrm>
                <a:off x="5508181" y="3385897"/>
                <a:ext cx="48934" cy="30113"/>
              </a:xfrm>
              <a:custGeom>
                <a:avLst/>
                <a:gdLst>
                  <a:gd name="T0" fmla="*/ 14 w 21"/>
                  <a:gd name="T1" fmla="*/ 8 h 13"/>
                  <a:gd name="T2" fmla="*/ 19 w 21"/>
                  <a:gd name="T3" fmla="*/ 3 h 13"/>
                  <a:gd name="T4" fmla="*/ 19 w 21"/>
                  <a:gd name="T5" fmla="*/ 1 h 13"/>
                  <a:gd name="T6" fmla="*/ 7 w 21"/>
                  <a:gd name="T7" fmla="*/ 5 h 13"/>
                  <a:gd name="T8" fmla="*/ 4 w 21"/>
                  <a:gd name="T9" fmla="*/ 10 h 13"/>
                  <a:gd name="T10" fmla="*/ 14 w 21"/>
                  <a:gd name="T11" fmla="*/ 8 h 13"/>
                </a:gdLst>
                <a:ahLst/>
                <a:cxnLst>
                  <a:cxn ang="0">
                    <a:pos x="T0" y="T1"/>
                  </a:cxn>
                  <a:cxn ang="0">
                    <a:pos x="T2" y="T3"/>
                  </a:cxn>
                  <a:cxn ang="0">
                    <a:pos x="T4" y="T5"/>
                  </a:cxn>
                  <a:cxn ang="0">
                    <a:pos x="T6" y="T7"/>
                  </a:cxn>
                  <a:cxn ang="0">
                    <a:pos x="T8" y="T9"/>
                  </a:cxn>
                  <a:cxn ang="0">
                    <a:pos x="T10" y="T11"/>
                  </a:cxn>
                </a:cxnLst>
                <a:rect l="0" t="0" r="r" b="b"/>
                <a:pathLst>
                  <a:path w="21" h="13">
                    <a:moveTo>
                      <a:pt x="14" y="8"/>
                    </a:moveTo>
                    <a:cubicBezTo>
                      <a:pt x="14" y="7"/>
                      <a:pt x="16" y="4"/>
                      <a:pt x="19" y="3"/>
                    </a:cubicBezTo>
                    <a:cubicBezTo>
                      <a:pt x="21" y="2"/>
                      <a:pt x="20" y="0"/>
                      <a:pt x="19" y="1"/>
                    </a:cubicBezTo>
                    <a:cubicBezTo>
                      <a:pt x="17" y="3"/>
                      <a:pt x="13" y="4"/>
                      <a:pt x="7" y="5"/>
                    </a:cubicBezTo>
                    <a:cubicBezTo>
                      <a:pt x="2" y="5"/>
                      <a:pt x="0" y="8"/>
                      <a:pt x="4" y="10"/>
                    </a:cubicBezTo>
                    <a:cubicBezTo>
                      <a:pt x="8" y="13"/>
                      <a:pt x="15" y="9"/>
                      <a:pt x="14"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37">
                <a:extLst>
                  <a:ext uri="{FF2B5EF4-FFF2-40B4-BE49-F238E27FC236}">
                    <a16:creationId xmlns:a16="http://schemas.microsoft.com/office/drawing/2014/main" id="{45733734-1382-49B3-B225-B3C64C2FC5BD}"/>
                  </a:ext>
                </a:extLst>
              </p:cNvPr>
              <p:cNvSpPr>
                <a:spLocks/>
              </p:cNvSpPr>
              <p:nvPr/>
            </p:nvSpPr>
            <p:spPr bwMode="auto">
              <a:xfrm>
                <a:off x="4473032" y="2610477"/>
                <a:ext cx="198247" cy="99123"/>
              </a:xfrm>
              <a:custGeom>
                <a:avLst/>
                <a:gdLst>
                  <a:gd name="T0" fmla="*/ 72 w 86"/>
                  <a:gd name="T1" fmla="*/ 31 h 43"/>
                  <a:gd name="T2" fmla="*/ 79 w 86"/>
                  <a:gd name="T3" fmla="*/ 26 h 43"/>
                  <a:gd name="T4" fmla="*/ 85 w 86"/>
                  <a:gd name="T5" fmla="*/ 20 h 43"/>
                  <a:gd name="T6" fmla="*/ 81 w 86"/>
                  <a:gd name="T7" fmla="*/ 13 h 43"/>
                  <a:gd name="T8" fmla="*/ 76 w 86"/>
                  <a:gd name="T9" fmla="*/ 9 h 43"/>
                  <a:gd name="T10" fmla="*/ 75 w 86"/>
                  <a:gd name="T11" fmla="*/ 4 h 43"/>
                  <a:gd name="T12" fmla="*/ 69 w 86"/>
                  <a:gd name="T13" fmla="*/ 4 h 43"/>
                  <a:gd name="T14" fmla="*/ 62 w 86"/>
                  <a:gd name="T15" fmla="*/ 1 h 43"/>
                  <a:gd name="T16" fmla="*/ 61 w 86"/>
                  <a:gd name="T17" fmla="*/ 6 h 43"/>
                  <a:gd name="T18" fmla="*/ 56 w 86"/>
                  <a:gd name="T19" fmla="*/ 6 h 43"/>
                  <a:gd name="T20" fmla="*/ 53 w 86"/>
                  <a:gd name="T21" fmla="*/ 6 h 43"/>
                  <a:gd name="T22" fmla="*/ 48 w 86"/>
                  <a:gd name="T23" fmla="*/ 7 h 43"/>
                  <a:gd name="T24" fmla="*/ 44 w 86"/>
                  <a:gd name="T25" fmla="*/ 5 h 43"/>
                  <a:gd name="T26" fmla="*/ 39 w 86"/>
                  <a:gd name="T27" fmla="*/ 9 h 43"/>
                  <a:gd name="T28" fmla="*/ 35 w 86"/>
                  <a:gd name="T29" fmla="*/ 7 h 43"/>
                  <a:gd name="T30" fmla="*/ 32 w 86"/>
                  <a:gd name="T31" fmla="*/ 10 h 43"/>
                  <a:gd name="T32" fmla="*/ 31 w 86"/>
                  <a:gd name="T33" fmla="*/ 14 h 43"/>
                  <a:gd name="T34" fmla="*/ 25 w 86"/>
                  <a:gd name="T35" fmla="*/ 16 h 43"/>
                  <a:gd name="T36" fmla="*/ 23 w 86"/>
                  <a:gd name="T37" fmla="*/ 10 h 43"/>
                  <a:gd name="T38" fmla="*/ 11 w 86"/>
                  <a:gd name="T39" fmla="*/ 2 h 43"/>
                  <a:gd name="T40" fmla="*/ 12 w 86"/>
                  <a:gd name="T41" fmla="*/ 6 h 43"/>
                  <a:gd name="T42" fmla="*/ 9 w 86"/>
                  <a:gd name="T43" fmla="*/ 6 h 43"/>
                  <a:gd name="T44" fmla="*/ 4 w 86"/>
                  <a:gd name="T45" fmla="*/ 8 h 43"/>
                  <a:gd name="T46" fmla="*/ 0 w 86"/>
                  <a:gd name="T47" fmla="*/ 13 h 43"/>
                  <a:gd name="T48" fmla="*/ 8 w 86"/>
                  <a:gd name="T49" fmla="*/ 15 h 43"/>
                  <a:gd name="T50" fmla="*/ 17 w 86"/>
                  <a:gd name="T51" fmla="*/ 15 h 43"/>
                  <a:gd name="T52" fmla="*/ 16 w 86"/>
                  <a:gd name="T53" fmla="*/ 19 h 43"/>
                  <a:gd name="T54" fmla="*/ 12 w 86"/>
                  <a:gd name="T55" fmla="*/ 21 h 43"/>
                  <a:gd name="T56" fmla="*/ 3 w 86"/>
                  <a:gd name="T57" fmla="*/ 24 h 43"/>
                  <a:gd name="T58" fmla="*/ 14 w 86"/>
                  <a:gd name="T59" fmla="*/ 24 h 43"/>
                  <a:gd name="T60" fmla="*/ 17 w 86"/>
                  <a:gd name="T61" fmla="*/ 27 h 43"/>
                  <a:gd name="T62" fmla="*/ 19 w 86"/>
                  <a:gd name="T63" fmla="*/ 30 h 43"/>
                  <a:gd name="T64" fmla="*/ 17 w 86"/>
                  <a:gd name="T65" fmla="*/ 33 h 43"/>
                  <a:gd name="T66" fmla="*/ 13 w 86"/>
                  <a:gd name="T67" fmla="*/ 36 h 43"/>
                  <a:gd name="T68" fmla="*/ 23 w 86"/>
                  <a:gd name="T69" fmla="*/ 36 h 43"/>
                  <a:gd name="T70" fmla="*/ 37 w 86"/>
                  <a:gd name="T71" fmla="*/ 41 h 43"/>
                  <a:gd name="T72" fmla="*/ 51 w 86"/>
                  <a:gd name="T73" fmla="*/ 38 h 43"/>
                  <a:gd name="T74" fmla="*/ 61 w 86"/>
                  <a:gd name="T75" fmla="*/ 35 h 43"/>
                  <a:gd name="T76" fmla="*/ 72 w 86"/>
                  <a:gd name="T77" fmla="*/ 3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6" h="43">
                    <a:moveTo>
                      <a:pt x="72" y="31"/>
                    </a:moveTo>
                    <a:cubicBezTo>
                      <a:pt x="77" y="31"/>
                      <a:pt x="77" y="25"/>
                      <a:pt x="79" y="26"/>
                    </a:cubicBezTo>
                    <a:cubicBezTo>
                      <a:pt x="81" y="26"/>
                      <a:pt x="84" y="22"/>
                      <a:pt x="85" y="20"/>
                    </a:cubicBezTo>
                    <a:cubicBezTo>
                      <a:pt x="86" y="17"/>
                      <a:pt x="83" y="13"/>
                      <a:pt x="81" y="13"/>
                    </a:cubicBezTo>
                    <a:cubicBezTo>
                      <a:pt x="78" y="13"/>
                      <a:pt x="76" y="11"/>
                      <a:pt x="76" y="9"/>
                    </a:cubicBezTo>
                    <a:cubicBezTo>
                      <a:pt x="77" y="7"/>
                      <a:pt x="75" y="5"/>
                      <a:pt x="75" y="4"/>
                    </a:cubicBezTo>
                    <a:cubicBezTo>
                      <a:pt x="75" y="3"/>
                      <a:pt x="71" y="4"/>
                      <a:pt x="69" y="4"/>
                    </a:cubicBezTo>
                    <a:cubicBezTo>
                      <a:pt x="67" y="5"/>
                      <a:pt x="63" y="0"/>
                      <a:pt x="62" y="1"/>
                    </a:cubicBezTo>
                    <a:cubicBezTo>
                      <a:pt x="60" y="2"/>
                      <a:pt x="61" y="4"/>
                      <a:pt x="61" y="6"/>
                    </a:cubicBezTo>
                    <a:cubicBezTo>
                      <a:pt x="60" y="7"/>
                      <a:pt x="56" y="4"/>
                      <a:pt x="56" y="6"/>
                    </a:cubicBezTo>
                    <a:cubicBezTo>
                      <a:pt x="56" y="8"/>
                      <a:pt x="54" y="8"/>
                      <a:pt x="53" y="6"/>
                    </a:cubicBezTo>
                    <a:cubicBezTo>
                      <a:pt x="51" y="4"/>
                      <a:pt x="48" y="5"/>
                      <a:pt x="48" y="7"/>
                    </a:cubicBezTo>
                    <a:cubicBezTo>
                      <a:pt x="48" y="8"/>
                      <a:pt x="47" y="7"/>
                      <a:pt x="44" y="5"/>
                    </a:cubicBezTo>
                    <a:cubicBezTo>
                      <a:pt x="41" y="4"/>
                      <a:pt x="38" y="7"/>
                      <a:pt x="39" y="9"/>
                    </a:cubicBezTo>
                    <a:cubicBezTo>
                      <a:pt x="39" y="11"/>
                      <a:pt x="38" y="11"/>
                      <a:pt x="35" y="7"/>
                    </a:cubicBezTo>
                    <a:cubicBezTo>
                      <a:pt x="33" y="4"/>
                      <a:pt x="30" y="8"/>
                      <a:pt x="32" y="10"/>
                    </a:cubicBezTo>
                    <a:cubicBezTo>
                      <a:pt x="33" y="12"/>
                      <a:pt x="32" y="15"/>
                      <a:pt x="31" y="14"/>
                    </a:cubicBezTo>
                    <a:cubicBezTo>
                      <a:pt x="29" y="13"/>
                      <a:pt x="26" y="14"/>
                      <a:pt x="25" y="16"/>
                    </a:cubicBezTo>
                    <a:cubicBezTo>
                      <a:pt x="24" y="18"/>
                      <a:pt x="20" y="11"/>
                      <a:pt x="23" y="10"/>
                    </a:cubicBezTo>
                    <a:cubicBezTo>
                      <a:pt x="26" y="8"/>
                      <a:pt x="15" y="2"/>
                      <a:pt x="11" y="2"/>
                    </a:cubicBezTo>
                    <a:cubicBezTo>
                      <a:pt x="7" y="2"/>
                      <a:pt x="10" y="4"/>
                      <a:pt x="12" y="6"/>
                    </a:cubicBezTo>
                    <a:cubicBezTo>
                      <a:pt x="15" y="8"/>
                      <a:pt x="10" y="7"/>
                      <a:pt x="9" y="6"/>
                    </a:cubicBezTo>
                    <a:cubicBezTo>
                      <a:pt x="8" y="4"/>
                      <a:pt x="5" y="5"/>
                      <a:pt x="4" y="8"/>
                    </a:cubicBezTo>
                    <a:cubicBezTo>
                      <a:pt x="3" y="10"/>
                      <a:pt x="0" y="12"/>
                      <a:pt x="0" y="13"/>
                    </a:cubicBezTo>
                    <a:cubicBezTo>
                      <a:pt x="0" y="15"/>
                      <a:pt x="4" y="17"/>
                      <a:pt x="8" y="15"/>
                    </a:cubicBezTo>
                    <a:cubicBezTo>
                      <a:pt x="11" y="14"/>
                      <a:pt x="15" y="13"/>
                      <a:pt x="17" y="15"/>
                    </a:cubicBezTo>
                    <a:cubicBezTo>
                      <a:pt x="19" y="17"/>
                      <a:pt x="14" y="18"/>
                      <a:pt x="16" y="19"/>
                    </a:cubicBezTo>
                    <a:cubicBezTo>
                      <a:pt x="18" y="20"/>
                      <a:pt x="16" y="22"/>
                      <a:pt x="12" y="21"/>
                    </a:cubicBezTo>
                    <a:cubicBezTo>
                      <a:pt x="7" y="21"/>
                      <a:pt x="2" y="22"/>
                      <a:pt x="3" y="24"/>
                    </a:cubicBezTo>
                    <a:cubicBezTo>
                      <a:pt x="3" y="25"/>
                      <a:pt x="14" y="22"/>
                      <a:pt x="14" y="24"/>
                    </a:cubicBezTo>
                    <a:cubicBezTo>
                      <a:pt x="14" y="26"/>
                      <a:pt x="14" y="28"/>
                      <a:pt x="17" y="27"/>
                    </a:cubicBezTo>
                    <a:cubicBezTo>
                      <a:pt x="20" y="26"/>
                      <a:pt x="18" y="29"/>
                      <a:pt x="19" y="30"/>
                    </a:cubicBezTo>
                    <a:cubicBezTo>
                      <a:pt x="21" y="30"/>
                      <a:pt x="20" y="33"/>
                      <a:pt x="17" y="33"/>
                    </a:cubicBezTo>
                    <a:cubicBezTo>
                      <a:pt x="13" y="34"/>
                      <a:pt x="11" y="34"/>
                      <a:pt x="13" y="36"/>
                    </a:cubicBezTo>
                    <a:cubicBezTo>
                      <a:pt x="15" y="38"/>
                      <a:pt x="19" y="37"/>
                      <a:pt x="23" y="36"/>
                    </a:cubicBezTo>
                    <a:cubicBezTo>
                      <a:pt x="27" y="35"/>
                      <a:pt x="33" y="40"/>
                      <a:pt x="37" y="41"/>
                    </a:cubicBezTo>
                    <a:cubicBezTo>
                      <a:pt x="42" y="43"/>
                      <a:pt x="50" y="41"/>
                      <a:pt x="51" y="38"/>
                    </a:cubicBezTo>
                    <a:cubicBezTo>
                      <a:pt x="52" y="36"/>
                      <a:pt x="59" y="37"/>
                      <a:pt x="61" y="35"/>
                    </a:cubicBezTo>
                    <a:cubicBezTo>
                      <a:pt x="64" y="33"/>
                      <a:pt x="68" y="31"/>
                      <a:pt x="72" y="3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38">
                <a:extLst>
                  <a:ext uri="{FF2B5EF4-FFF2-40B4-BE49-F238E27FC236}">
                    <a16:creationId xmlns:a16="http://schemas.microsoft.com/office/drawing/2014/main" id="{8C4A3A08-F715-4BD7-8837-6C807A98530E}"/>
                  </a:ext>
                </a:extLst>
              </p:cNvPr>
              <p:cNvSpPr>
                <a:spLocks/>
              </p:cNvSpPr>
              <p:nvPr/>
            </p:nvSpPr>
            <p:spPr bwMode="auto">
              <a:xfrm>
                <a:off x="4726487" y="2935451"/>
                <a:ext cx="85321" cy="92850"/>
              </a:xfrm>
              <a:custGeom>
                <a:avLst/>
                <a:gdLst>
                  <a:gd name="T0" fmla="*/ 33 w 37"/>
                  <a:gd name="T1" fmla="*/ 12 h 40"/>
                  <a:gd name="T2" fmla="*/ 30 w 37"/>
                  <a:gd name="T3" fmla="*/ 10 h 40"/>
                  <a:gd name="T4" fmla="*/ 26 w 37"/>
                  <a:gd name="T5" fmla="*/ 11 h 40"/>
                  <a:gd name="T6" fmla="*/ 21 w 37"/>
                  <a:gd name="T7" fmla="*/ 10 h 40"/>
                  <a:gd name="T8" fmla="*/ 22 w 37"/>
                  <a:gd name="T9" fmla="*/ 6 h 40"/>
                  <a:gd name="T10" fmla="*/ 25 w 37"/>
                  <a:gd name="T11" fmla="*/ 1 h 40"/>
                  <a:gd name="T12" fmla="*/ 24 w 37"/>
                  <a:gd name="T13" fmla="*/ 1 h 40"/>
                  <a:gd name="T14" fmla="*/ 16 w 37"/>
                  <a:gd name="T15" fmla="*/ 3 h 40"/>
                  <a:gd name="T16" fmla="*/ 19 w 37"/>
                  <a:gd name="T17" fmla="*/ 6 h 40"/>
                  <a:gd name="T18" fmla="*/ 13 w 37"/>
                  <a:gd name="T19" fmla="*/ 10 h 40"/>
                  <a:gd name="T20" fmla="*/ 4 w 37"/>
                  <a:gd name="T21" fmla="*/ 10 h 40"/>
                  <a:gd name="T22" fmla="*/ 5 w 37"/>
                  <a:gd name="T23" fmla="*/ 16 h 40"/>
                  <a:gd name="T24" fmla="*/ 9 w 37"/>
                  <a:gd name="T25" fmla="*/ 22 h 40"/>
                  <a:gd name="T26" fmla="*/ 7 w 37"/>
                  <a:gd name="T27" fmla="*/ 28 h 40"/>
                  <a:gd name="T28" fmla="*/ 1 w 37"/>
                  <a:gd name="T29" fmla="*/ 34 h 40"/>
                  <a:gd name="T30" fmla="*/ 9 w 37"/>
                  <a:gd name="T31" fmla="*/ 40 h 40"/>
                  <a:gd name="T32" fmla="*/ 23 w 37"/>
                  <a:gd name="T33" fmla="*/ 34 h 40"/>
                  <a:gd name="T34" fmla="*/ 33 w 37"/>
                  <a:gd name="T35" fmla="*/ 32 h 40"/>
                  <a:gd name="T36" fmla="*/ 33 w 37"/>
                  <a:gd name="T37" fmla="*/ 14 h 40"/>
                  <a:gd name="T38" fmla="*/ 33 w 37"/>
                  <a:gd name="T39"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7" h="40">
                    <a:moveTo>
                      <a:pt x="33" y="12"/>
                    </a:moveTo>
                    <a:cubicBezTo>
                      <a:pt x="32" y="12"/>
                      <a:pt x="31" y="11"/>
                      <a:pt x="30" y="10"/>
                    </a:cubicBezTo>
                    <a:cubicBezTo>
                      <a:pt x="27" y="6"/>
                      <a:pt x="26" y="9"/>
                      <a:pt x="26" y="11"/>
                    </a:cubicBezTo>
                    <a:cubicBezTo>
                      <a:pt x="25" y="14"/>
                      <a:pt x="22" y="11"/>
                      <a:pt x="21" y="10"/>
                    </a:cubicBezTo>
                    <a:cubicBezTo>
                      <a:pt x="19" y="10"/>
                      <a:pt x="21" y="7"/>
                      <a:pt x="22" y="6"/>
                    </a:cubicBezTo>
                    <a:cubicBezTo>
                      <a:pt x="23" y="5"/>
                      <a:pt x="24" y="3"/>
                      <a:pt x="25" y="1"/>
                    </a:cubicBezTo>
                    <a:cubicBezTo>
                      <a:pt x="24" y="1"/>
                      <a:pt x="24" y="1"/>
                      <a:pt x="24" y="1"/>
                    </a:cubicBezTo>
                    <a:cubicBezTo>
                      <a:pt x="20" y="0"/>
                      <a:pt x="16" y="0"/>
                      <a:pt x="16" y="3"/>
                    </a:cubicBezTo>
                    <a:cubicBezTo>
                      <a:pt x="15" y="6"/>
                      <a:pt x="19" y="5"/>
                      <a:pt x="19" y="6"/>
                    </a:cubicBezTo>
                    <a:cubicBezTo>
                      <a:pt x="19" y="8"/>
                      <a:pt x="16" y="8"/>
                      <a:pt x="13" y="10"/>
                    </a:cubicBezTo>
                    <a:cubicBezTo>
                      <a:pt x="10" y="12"/>
                      <a:pt x="7" y="8"/>
                      <a:pt x="4" y="10"/>
                    </a:cubicBezTo>
                    <a:cubicBezTo>
                      <a:pt x="1" y="11"/>
                      <a:pt x="7" y="13"/>
                      <a:pt x="5" y="16"/>
                    </a:cubicBezTo>
                    <a:cubicBezTo>
                      <a:pt x="3" y="19"/>
                      <a:pt x="5" y="19"/>
                      <a:pt x="9" y="22"/>
                    </a:cubicBezTo>
                    <a:cubicBezTo>
                      <a:pt x="12" y="24"/>
                      <a:pt x="7" y="25"/>
                      <a:pt x="7" y="28"/>
                    </a:cubicBezTo>
                    <a:cubicBezTo>
                      <a:pt x="7" y="32"/>
                      <a:pt x="2" y="31"/>
                      <a:pt x="1" y="34"/>
                    </a:cubicBezTo>
                    <a:cubicBezTo>
                      <a:pt x="0" y="36"/>
                      <a:pt x="5" y="40"/>
                      <a:pt x="9" y="40"/>
                    </a:cubicBezTo>
                    <a:cubicBezTo>
                      <a:pt x="12" y="40"/>
                      <a:pt x="19" y="38"/>
                      <a:pt x="23" y="34"/>
                    </a:cubicBezTo>
                    <a:cubicBezTo>
                      <a:pt x="27" y="31"/>
                      <a:pt x="29" y="34"/>
                      <a:pt x="33" y="32"/>
                    </a:cubicBezTo>
                    <a:cubicBezTo>
                      <a:pt x="37" y="30"/>
                      <a:pt x="35" y="17"/>
                      <a:pt x="33" y="14"/>
                    </a:cubicBezTo>
                    <a:cubicBezTo>
                      <a:pt x="33" y="13"/>
                      <a:pt x="33" y="13"/>
                      <a:pt x="33" y="1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39">
                <a:extLst>
                  <a:ext uri="{FF2B5EF4-FFF2-40B4-BE49-F238E27FC236}">
                    <a16:creationId xmlns:a16="http://schemas.microsoft.com/office/drawing/2014/main" id="{ABCD9A74-554E-4DE1-A2BF-B1F5C64068FA}"/>
                  </a:ext>
                </a:extLst>
              </p:cNvPr>
              <p:cNvSpPr>
                <a:spLocks noEditPoints="1"/>
              </p:cNvSpPr>
              <p:nvPr/>
            </p:nvSpPr>
            <p:spPr bwMode="auto">
              <a:xfrm>
                <a:off x="4770402" y="2783629"/>
                <a:ext cx="186954" cy="286077"/>
              </a:xfrm>
              <a:custGeom>
                <a:avLst/>
                <a:gdLst>
                  <a:gd name="T0" fmla="*/ 6 w 81"/>
                  <a:gd name="T1" fmla="*/ 67 h 124"/>
                  <a:gd name="T2" fmla="*/ 2 w 81"/>
                  <a:gd name="T3" fmla="*/ 76 h 124"/>
                  <a:gd name="T4" fmla="*/ 11 w 81"/>
                  <a:gd name="T5" fmla="*/ 76 h 124"/>
                  <a:gd name="T6" fmla="*/ 20 w 81"/>
                  <a:gd name="T7" fmla="*/ 75 h 124"/>
                  <a:gd name="T8" fmla="*/ 81 w 81"/>
                  <a:gd name="T9" fmla="*/ 95 h 124"/>
                  <a:gd name="T10" fmla="*/ 68 w 81"/>
                  <a:gd name="T11" fmla="*/ 90 h 124"/>
                  <a:gd name="T12" fmla="*/ 66 w 81"/>
                  <a:gd name="T13" fmla="*/ 82 h 124"/>
                  <a:gd name="T14" fmla="*/ 54 w 81"/>
                  <a:gd name="T15" fmla="*/ 62 h 124"/>
                  <a:gd name="T16" fmla="*/ 42 w 81"/>
                  <a:gd name="T17" fmla="*/ 57 h 124"/>
                  <a:gd name="T18" fmla="*/ 51 w 81"/>
                  <a:gd name="T19" fmla="*/ 38 h 124"/>
                  <a:gd name="T20" fmla="*/ 33 w 81"/>
                  <a:gd name="T21" fmla="*/ 34 h 124"/>
                  <a:gd name="T22" fmla="*/ 40 w 81"/>
                  <a:gd name="T23" fmla="*/ 23 h 124"/>
                  <a:gd name="T24" fmla="*/ 28 w 81"/>
                  <a:gd name="T25" fmla="*/ 26 h 124"/>
                  <a:gd name="T26" fmla="*/ 20 w 81"/>
                  <a:gd name="T27" fmla="*/ 38 h 124"/>
                  <a:gd name="T28" fmla="*/ 13 w 81"/>
                  <a:gd name="T29" fmla="*/ 39 h 124"/>
                  <a:gd name="T30" fmla="*/ 15 w 81"/>
                  <a:gd name="T31" fmla="*/ 50 h 124"/>
                  <a:gd name="T32" fmla="*/ 13 w 81"/>
                  <a:gd name="T33" fmla="*/ 59 h 124"/>
                  <a:gd name="T34" fmla="*/ 22 w 81"/>
                  <a:gd name="T35" fmla="*/ 62 h 124"/>
                  <a:gd name="T36" fmla="*/ 27 w 81"/>
                  <a:gd name="T37" fmla="*/ 61 h 124"/>
                  <a:gd name="T38" fmla="*/ 36 w 81"/>
                  <a:gd name="T39" fmla="*/ 68 h 124"/>
                  <a:gd name="T40" fmla="*/ 39 w 81"/>
                  <a:gd name="T41" fmla="*/ 75 h 124"/>
                  <a:gd name="T42" fmla="*/ 41 w 81"/>
                  <a:gd name="T43" fmla="*/ 86 h 124"/>
                  <a:gd name="T44" fmla="*/ 30 w 81"/>
                  <a:gd name="T45" fmla="*/ 87 h 124"/>
                  <a:gd name="T46" fmla="*/ 33 w 81"/>
                  <a:gd name="T47" fmla="*/ 95 h 124"/>
                  <a:gd name="T48" fmla="*/ 28 w 81"/>
                  <a:gd name="T49" fmla="*/ 104 h 124"/>
                  <a:gd name="T50" fmla="*/ 41 w 81"/>
                  <a:gd name="T51" fmla="*/ 106 h 124"/>
                  <a:gd name="T52" fmla="*/ 33 w 81"/>
                  <a:gd name="T53" fmla="*/ 110 h 124"/>
                  <a:gd name="T54" fmla="*/ 29 w 81"/>
                  <a:gd name="T55" fmla="*/ 119 h 124"/>
                  <a:gd name="T56" fmla="*/ 38 w 81"/>
                  <a:gd name="T57" fmla="*/ 117 h 124"/>
                  <a:gd name="T58" fmla="*/ 50 w 81"/>
                  <a:gd name="T59" fmla="*/ 114 h 124"/>
                  <a:gd name="T60" fmla="*/ 66 w 81"/>
                  <a:gd name="T61" fmla="*/ 114 h 124"/>
                  <a:gd name="T62" fmla="*/ 73 w 81"/>
                  <a:gd name="T63" fmla="*/ 107 h 124"/>
                  <a:gd name="T64" fmla="*/ 81 w 81"/>
                  <a:gd name="T65" fmla="*/ 95 h 124"/>
                  <a:gd name="T66" fmla="*/ 15 w 81"/>
                  <a:gd name="T67" fmla="*/ 28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3" y="63"/>
                      <a:pt x="9" y="67"/>
                      <a:pt x="6" y="67"/>
                    </a:cubicBezTo>
                    <a:cubicBezTo>
                      <a:pt x="5" y="69"/>
                      <a:pt x="4" y="71"/>
                      <a:pt x="3" y="72"/>
                    </a:cubicBezTo>
                    <a:cubicBezTo>
                      <a:pt x="2" y="73"/>
                      <a:pt x="0" y="76"/>
                      <a:pt x="2" y="76"/>
                    </a:cubicBezTo>
                    <a:cubicBezTo>
                      <a:pt x="3" y="77"/>
                      <a:pt x="6" y="80"/>
                      <a:pt x="7" y="77"/>
                    </a:cubicBezTo>
                    <a:cubicBezTo>
                      <a:pt x="7" y="75"/>
                      <a:pt x="8" y="72"/>
                      <a:pt x="11" y="76"/>
                    </a:cubicBezTo>
                    <a:cubicBezTo>
                      <a:pt x="12" y="77"/>
                      <a:pt x="13" y="78"/>
                      <a:pt x="14" y="78"/>
                    </a:cubicBezTo>
                    <a:cubicBezTo>
                      <a:pt x="15" y="77"/>
                      <a:pt x="18" y="77"/>
                      <a:pt x="20" y="75"/>
                    </a:cubicBezTo>
                    <a:cubicBezTo>
                      <a:pt x="23" y="72"/>
                      <a:pt x="19" y="69"/>
                      <a:pt x="16" y="66"/>
                    </a:cubicBezTo>
                    <a:close/>
                    <a:moveTo>
                      <a:pt x="81" y="95"/>
                    </a:moveTo>
                    <a:cubicBezTo>
                      <a:pt x="81" y="91"/>
                      <a:pt x="73" y="89"/>
                      <a:pt x="72" y="91"/>
                    </a:cubicBezTo>
                    <a:cubicBezTo>
                      <a:pt x="71" y="93"/>
                      <a:pt x="70" y="93"/>
                      <a:pt x="68" y="90"/>
                    </a:cubicBezTo>
                    <a:cubicBezTo>
                      <a:pt x="67" y="88"/>
                      <a:pt x="70" y="86"/>
                      <a:pt x="68" y="86"/>
                    </a:cubicBezTo>
                    <a:cubicBezTo>
                      <a:pt x="67" y="86"/>
                      <a:pt x="65" y="83"/>
                      <a:pt x="66" y="82"/>
                    </a:cubicBezTo>
                    <a:cubicBezTo>
                      <a:pt x="66" y="80"/>
                      <a:pt x="64" y="73"/>
                      <a:pt x="60" y="72"/>
                    </a:cubicBezTo>
                    <a:cubicBezTo>
                      <a:pt x="56" y="71"/>
                      <a:pt x="55" y="65"/>
                      <a:pt x="54" y="62"/>
                    </a:cubicBezTo>
                    <a:cubicBezTo>
                      <a:pt x="54" y="59"/>
                      <a:pt x="51" y="61"/>
                      <a:pt x="49" y="58"/>
                    </a:cubicBezTo>
                    <a:cubicBezTo>
                      <a:pt x="47" y="55"/>
                      <a:pt x="43" y="57"/>
                      <a:pt x="42" y="57"/>
                    </a:cubicBezTo>
                    <a:cubicBezTo>
                      <a:pt x="40" y="57"/>
                      <a:pt x="42" y="53"/>
                      <a:pt x="44" y="52"/>
                    </a:cubicBezTo>
                    <a:cubicBezTo>
                      <a:pt x="47" y="50"/>
                      <a:pt x="51" y="40"/>
                      <a:pt x="51" y="38"/>
                    </a:cubicBezTo>
                    <a:cubicBezTo>
                      <a:pt x="51" y="36"/>
                      <a:pt x="38" y="36"/>
                      <a:pt x="36" y="37"/>
                    </a:cubicBezTo>
                    <a:cubicBezTo>
                      <a:pt x="33" y="38"/>
                      <a:pt x="31" y="35"/>
                      <a:pt x="33" y="34"/>
                    </a:cubicBezTo>
                    <a:cubicBezTo>
                      <a:pt x="35" y="33"/>
                      <a:pt x="39" y="29"/>
                      <a:pt x="39" y="28"/>
                    </a:cubicBezTo>
                    <a:cubicBezTo>
                      <a:pt x="39" y="26"/>
                      <a:pt x="42" y="24"/>
                      <a:pt x="40" y="23"/>
                    </a:cubicBezTo>
                    <a:cubicBezTo>
                      <a:pt x="39" y="21"/>
                      <a:pt x="38" y="25"/>
                      <a:pt x="37" y="26"/>
                    </a:cubicBezTo>
                    <a:cubicBezTo>
                      <a:pt x="35" y="27"/>
                      <a:pt x="32" y="27"/>
                      <a:pt x="28" y="26"/>
                    </a:cubicBezTo>
                    <a:cubicBezTo>
                      <a:pt x="24" y="25"/>
                      <a:pt x="23" y="31"/>
                      <a:pt x="23" y="33"/>
                    </a:cubicBezTo>
                    <a:cubicBezTo>
                      <a:pt x="23" y="35"/>
                      <a:pt x="19" y="37"/>
                      <a:pt x="20" y="38"/>
                    </a:cubicBezTo>
                    <a:cubicBezTo>
                      <a:pt x="20" y="40"/>
                      <a:pt x="19" y="42"/>
                      <a:pt x="17" y="41"/>
                    </a:cubicBezTo>
                    <a:cubicBezTo>
                      <a:pt x="16" y="40"/>
                      <a:pt x="15" y="37"/>
                      <a:pt x="13" y="39"/>
                    </a:cubicBezTo>
                    <a:cubicBezTo>
                      <a:pt x="10" y="41"/>
                      <a:pt x="15" y="43"/>
                      <a:pt x="18" y="44"/>
                    </a:cubicBezTo>
                    <a:cubicBezTo>
                      <a:pt x="22" y="44"/>
                      <a:pt x="16" y="46"/>
                      <a:pt x="15" y="50"/>
                    </a:cubicBezTo>
                    <a:cubicBezTo>
                      <a:pt x="15" y="53"/>
                      <a:pt x="20" y="51"/>
                      <a:pt x="20" y="54"/>
                    </a:cubicBezTo>
                    <a:cubicBezTo>
                      <a:pt x="20" y="56"/>
                      <a:pt x="13" y="57"/>
                      <a:pt x="13" y="59"/>
                    </a:cubicBezTo>
                    <a:cubicBezTo>
                      <a:pt x="13" y="61"/>
                      <a:pt x="17" y="58"/>
                      <a:pt x="19" y="57"/>
                    </a:cubicBezTo>
                    <a:cubicBezTo>
                      <a:pt x="21" y="56"/>
                      <a:pt x="18" y="62"/>
                      <a:pt x="22" y="62"/>
                    </a:cubicBezTo>
                    <a:cubicBezTo>
                      <a:pt x="26" y="61"/>
                      <a:pt x="25" y="55"/>
                      <a:pt x="27" y="55"/>
                    </a:cubicBezTo>
                    <a:cubicBezTo>
                      <a:pt x="28" y="56"/>
                      <a:pt x="26" y="58"/>
                      <a:pt x="27" y="61"/>
                    </a:cubicBezTo>
                    <a:cubicBezTo>
                      <a:pt x="29" y="63"/>
                      <a:pt x="24" y="67"/>
                      <a:pt x="25" y="69"/>
                    </a:cubicBezTo>
                    <a:cubicBezTo>
                      <a:pt x="25" y="71"/>
                      <a:pt x="33" y="71"/>
                      <a:pt x="36" y="68"/>
                    </a:cubicBezTo>
                    <a:cubicBezTo>
                      <a:pt x="39" y="65"/>
                      <a:pt x="40" y="68"/>
                      <a:pt x="38" y="70"/>
                    </a:cubicBezTo>
                    <a:cubicBezTo>
                      <a:pt x="36" y="73"/>
                      <a:pt x="37" y="75"/>
                      <a:pt x="39" y="75"/>
                    </a:cubicBezTo>
                    <a:cubicBezTo>
                      <a:pt x="42" y="76"/>
                      <a:pt x="43" y="76"/>
                      <a:pt x="42" y="78"/>
                    </a:cubicBezTo>
                    <a:cubicBezTo>
                      <a:pt x="41" y="80"/>
                      <a:pt x="42" y="84"/>
                      <a:pt x="41" y="86"/>
                    </a:cubicBezTo>
                    <a:cubicBezTo>
                      <a:pt x="40" y="87"/>
                      <a:pt x="33" y="87"/>
                      <a:pt x="33" y="86"/>
                    </a:cubicBezTo>
                    <a:cubicBezTo>
                      <a:pt x="32" y="85"/>
                      <a:pt x="29" y="86"/>
                      <a:pt x="30" y="87"/>
                    </a:cubicBezTo>
                    <a:cubicBezTo>
                      <a:pt x="31" y="89"/>
                      <a:pt x="28" y="91"/>
                      <a:pt x="28" y="92"/>
                    </a:cubicBezTo>
                    <a:cubicBezTo>
                      <a:pt x="28" y="94"/>
                      <a:pt x="32" y="93"/>
                      <a:pt x="33" y="95"/>
                    </a:cubicBezTo>
                    <a:cubicBezTo>
                      <a:pt x="33" y="97"/>
                      <a:pt x="29" y="100"/>
                      <a:pt x="25" y="101"/>
                    </a:cubicBezTo>
                    <a:cubicBezTo>
                      <a:pt x="20" y="102"/>
                      <a:pt x="26" y="106"/>
                      <a:pt x="28" y="104"/>
                    </a:cubicBezTo>
                    <a:cubicBezTo>
                      <a:pt x="30" y="103"/>
                      <a:pt x="30" y="105"/>
                      <a:pt x="33" y="105"/>
                    </a:cubicBezTo>
                    <a:cubicBezTo>
                      <a:pt x="36" y="105"/>
                      <a:pt x="38" y="108"/>
                      <a:pt x="41" y="106"/>
                    </a:cubicBezTo>
                    <a:cubicBezTo>
                      <a:pt x="45" y="105"/>
                      <a:pt x="44" y="106"/>
                      <a:pt x="42" y="108"/>
                    </a:cubicBezTo>
                    <a:cubicBezTo>
                      <a:pt x="39" y="110"/>
                      <a:pt x="35" y="108"/>
                      <a:pt x="33" y="110"/>
                    </a:cubicBezTo>
                    <a:cubicBezTo>
                      <a:pt x="31" y="111"/>
                      <a:pt x="21" y="120"/>
                      <a:pt x="23" y="122"/>
                    </a:cubicBezTo>
                    <a:cubicBezTo>
                      <a:pt x="24" y="124"/>
                      <a:pt x="25" y="120"/>
                      <a:pt x="29" y="119"/>
                    </a:cubicBezTo>
                    <a:cubicBezTo>
                      <a:pt x="32" y="117"/>
                      <a:pt x="33" y="120"/>
                      <a:pt x="35" y="120"/>
                    </a:cubicBezTo>
                    <a:cubicBezTo>
                      <a:pt x="37" y="120"/>
                      <a:pt x="37" y="116"/>
                      <a:pt x="38" y="117"/>
                    </a:cubicBezTo>
                    <a:cubicBezTo>
                      <a:pt x="40" y="117"/>
                      <a:pt x="41" y="115"/>
                      <a:pt x="44" y="116"/>
                    </a:cubicBezTo>
                    <a:cubicBezTo>
                      <a:pt x="47" y="116"/>
                      <a:pt x="49" y="115"/>
                      <a:pt x="50" y="114"/>
                    </a:cubicBezTo>
                    <a:cubicBezTo>
                      <a:pt x="52" y="113"/>
                      <a:pt x="56" y="116"/>
                      <a:pt x="57" y="115"/>
                    </a:cubicBezTo>
                    <a:cubicBezTo>
                      <a:pt x="58" y="115"/>
                      <a:pt x="63" y="114"/>
                      <a:pt x="66" y="114"/>
                    </a:cubicBezTo>
                    <a:cubicBezTo>
                      <a:pt x="68" y="114"/>
                      <a:pt x="75" y="111"/>
                      <a:pt x="77" y="109"/>
                    </a:cubicBezTo>
                    <a:cubicBezTo>
                      <a:pt x="79" y="107"/>
                      <a:pt x="76" y="107"/>
                      <a:pt x="73" y="107"/>
                    </a:cubicBezTo>
                    <a:cubicBezTo>
                      <a:pt x="71" y="108"/>
                      <a:pt x="72" y="105"/>
                      <a:pt x="74" y="103"/>
                    </a:cubicBezTo>
                    <a:cubicBezTo>
                      <a:pt x="77" y="100"/>
                      <a:pt x="81" y="99"/>
                      <a:pt x="81" y="95"/>
                    </a:cubicBezTo>
                    <a:close/>
                    <a:moveTo>
                      <a:pt x="9" y="35"/>
                    </a:moveTo>
                    <a:cubicBezTo>
                      <a:pt x="13" y="35"/>
                      <a:pt x="16" y="30"/>
                      <a:pt x="15" y="28"/>
                    </a:cubicBezTo>
                    <a:cubicBezTo>
                      <a:pt x="13" y="27"/>
                      <a:pt x="7" y="35"/>
                      <a:pt x="9" y="35"/>
                    </a:cubicBezTo>
                    <a:close/>
                    <a:moveTo>
                      <a:pt x="55" y="10"/>
                    </a:moveTo>
                    <a:cubicBezTo>
                      <a:pt x="57" y="7"/>
                      <a:pt x="60" y="0"/>
                      <a:pt x="57" y="1"/>
                    </a:cubicBezTo>
                    <a:cubicBezTo>
                      <a:pt x="54" y="1"/>
                      <a:pt x="54" y="10"/>
                      <a:pt x="55" y="1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40">
                <a:extLst>
                  <a:ext uri="{FF2B5EF4-FFF2-40B4-BE49-F238E27FC236}">
                    <a16:creationId xmlns:a16="http://schemas.microsoft.com/office/drawing/2014/main" id="{3A975E57-CE4B-4A56-82D6-B0D503BED4C0}"/>
                  </a:ext>
                </a:extLst>
              </p:cNvPr>
              <p:cNvSpPr>
                <a:spLocks noEditPoints="1"/>
              </p:cNvSpPr>
              <p:nvPr/>
            </p:nvSpPr>
            <p:spPr bwMode="auto">
              <a:xfrm>
                <a:off x="4770402" y="2783629"/>
                <a:ext cx="186954" cy="286077"/>
              </a:xfrm>
              <a:custGeom>
                <a:avLst/>
                <a:gdLst>
                  <a:gd name="T0" fmla="*/ 6 w 81"/>
                  <a:gd name="T1" fmla="*/ 67 h 124"/>
                  <a:gd name="T2" fmla="*/ 2 w 81"/>
                  <a:gd name="T3" fmla="*/ 76 h 124"/>
                  <a:gd name="T4" fmla="*/ 11 w 81"/>
                  <a:gd name="T5" fmla="*/ 76 h 124"/>
                  <a:gd name="T6" fmla="*/ 20 w 81"/>
                  <a:gd name="T7" fmla="*/ 75 h 124"/>
                  <a:gd name="T8" fmla="*/ 81 w 81"/>
                  <a:gd name="T9" fmla="*/ 95 h 124"/>
                  <a:gd name="T10" fmla="*/ 68 w 81"/>
                  <a:gd name="T11" fmla="*/ 90 h 124"/>
                  <a:gd name="T12" fmla="*/ 66 w 81"/>
                  <a:gd name="T13" fmla="*/ 82 h 124"/>
                  <a:gd name="T14" fmla="*/ 54 w 81"/>
                  <a:gd name="T15" fmla="*/ 62 h 124"/>
                  <a:gd name="T16" fmla="*/ 42 w 81"/>
                  <a:gd name="T17" fmla="*/ 57 h 124"/>
                  <a:gd name="T18" fmla="*/ 51 w 81"/>
                  <a:gd name="T19" fmla="*/ 38 h 124"/>
                  <a:gd name="T20" fmla="*/ 33 w 81"/>
                  <a:gd name="T21" fmla="*/ 34 h 124"/>
                  <a:gd name="T22" fmla="*/ 40 w 81"/>
                  <a:gd name="T23" fmla="*/ 23 h 124"/>
                  <a:gd name="T24" fmla="*/ 28 w 81"/>
                  <a:gd name="T25" fmla="*/ 26 h 124"/>
                  <a:gd name="T26" fmla="*/ 20 w 81"/>
                  <a:gd name="T27" fmla="*/ 38 h 124"/>
                  <a:gd name="T28" fmla="*/ 13 w 81"/>
                  <a:gd name="T29" fmla="*/ 39 h 124"/>
                  <a:gd name="T30" fmla="*/ 15 w 81"/>
                  <a:gd name="T31" fmla="*/ 50 h 124"/>
                  <a:gd name="T32" fmla="*/ 13 w 81"/>
                  <a:gd name="T33" fmla="*/ 59 h 124"/>
                  <a:gd name="T34" fmla="*/ 22 w 81"/>
                  <a:gd name="T35" fmla="*/ 62 h 124"/>
                  <a:gd name="T36" fmla="*/ 27 w 81"/>
                  <a:gd name="T37" fmla="*/ 61 h 124"/>
                  <a:gd name="T38" fmla="*/ 36 w 81"/>
                  <a:gd name="T39" fmla="*/ 68 h 124"/>
                  <a:gd name="T40" fmla="*/ 39 w 81"/>
                  <a:gd name="T41" fmla="*/ 75 h 124"/>
                  <a:gd name="T42" fmla="*/ 41 w 81"/>
                  <a:gd name="T43" fmla="*/ 86 h 124"/>
                  <a:gd name="T44" fmla="*/ 30 w 81"/>
                  <a:gd name="T45" fmla="*/ 87 h 124"/>
                  <a:gd name="T46" fmla="*/ 33 w 81"/>
                  <a:gd name="T47" fmla="*/ 95 h 124"/>
                  <a:gd name="T48" fmla="*/ 28 w 81"/>
                  <a:gd name="T49" fmla="*/ 104 h 124"/>
                  <a:gd name="T50" fmla="*/ 41 w 81"/>
                  <a:gd name="T51" fmla="*/ 106 h 124"/>
                  <a:gd name="T52" fmla="*/ 33 w 81"/>
                  <a:gd name="T53" fmla="*/ 110 h 124"/>
                  <a:gd name="T54" fmla="*/ 29 w 81"/>
                  <a:gd name="T55" fmla="*/ 119 h 124"/>
                  <a:gd name="T56" fmla="*/ 38 w 81"/>
                  <a:gd name="T57" fmla="*/ 117 h 124"/>
                  <a:gd name="T58" fmla="*/ 50 w 81"/>
                  <a:gd name="T59" fmla="*/ 114 h 124"/>
                  <a:gd name="T60" fmla="*/ 66 w 81"/>
                  <a:gd name="T61" fmla="*/ 114 h 124"/>
                  <a:gd name="T62" fmla="*/ 73 w 81"/>
                  <a:gd name="T63" fmla="*/ 107 h 124"/>
                  <a:gd name="T64" fmla="*/ 81 w 81"/>
                  <a:gd name="T65" fmla="*/ 95 h 124"/>
                  <a:gd name="T66" fmla="*/ 15 w 81"/>
                  <a:gd name="T67" fmla="*/ 28 h 124"/>
                  <a:gd name="T68" fmla="*/ 55 w 81"/>
                  <a:gd name="T69" fmla="*/ 10 h 124"/>
                  <a:gd name="T70" fmla="*/ 55 w 81"/>
                  <a:gd name="T71" fmla="*/ 1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124">
                    <a:moveTo>
                      <a:pt x="16" y="66"/>
                    </a:moveTo>
                    <a:cubicBezTo>
                      <a:pt x="13" y="63"/>
                      <a:pt x="9" y="67"/>
                      <a:pt x="6" y="67"/>
                    </a:cubicBezTo>
                    <a:cubicBezTo>
                      <a:pt x="5" y="69"/>
                      <a:pt x="4" y="71"/>
                      <a:pt x="3" y="72"/>
                    </a:cubicBezTo>
                    <a:cubicBezTo>
                      <a:pt x="2" y="73"/>
                      <a:pt x="0" y="76"/>
                      <a:pt x="2" y="76"/>
                    </a:cubicBezTo>
                    <a:cubicBezTo>
                      <a:pt x="3" y="77"/>
                      <a:pt x="6" y="80"/>
                      <a:pt x="7" y="77"/>
                    </a:cubicBezTo>
                    <a:cubicBezTo>
                      <a:pt x="7" y="75"/>
                      <a:pt x="8" y="72"/>
                      <a:pt x="11" y="76"/>
                    </a:cubicBezTo>
                    <a:cubicBezTo>
                      <a:pt x="12" y="77"/>
                      <a:pt x="13" y="78"/>
                      <a:pt x="14" y="78"/>
                    </a:cubicBezTo>
                    <a:cubicBezTo>
                      <a:pt x="15" y="77"/>
                      <a:pt x="18" y="77"/>
                      <a:pt x="20" y="75"/>
                    </a:cubicBezTo>
                    <a:cubicBezTo>
                      <a:pt x="23" y="72"/>
                      <a:pt x="19" y="69"/>
                      <a:pt x="16" y="66"/>
                    </a:cubicBezTo>
                    <a:close/>
                    <a:moveTo>
                      <a:pt x="81" y="95"/>
                    </a:moveTo>
                    <a:cubicBezTo>
                      <a:pt x="81" y="91"/>
                      <a:pt x="73" y="89"/>
                      <a:pt x="72" y="91"/>
                    </a:cubicBezTo>
                    <a:cubicBezTo>
                      <a:pt x="71" y="93"/>
                      <a:pt x="70" y="93"/>
                      <a:pt x="68" y="90"/>
                    </a:cubicBezTo>
                    <a:cubicBezTo>
                      <a:pt x="67" y="88"/>
                      <a:pt x="70" y="86"/>
                      <a:pt x="68" y="86"/>
                    </a:cubicBezTo>
                    <a:cubicBezTo>
                      <a:pt x="67" y="86"/>
                      <a:pt x="65" y="83"/>
                      <a:pt x="66" y="82"/>
                    </a:cubicBezTo>
                    <a:cubicBezTo>
                      <a:pt x="66" y="80"/>
                      <a:pt x="64" y="73"/>
                      <a:pt x="60" y="72"/>
                    </a:cubicBezTo>
                    <a:cubicBezTo>
                      <a:pt x="56" y="71"/>
                      <a:pt x="55" y="65"/>
                      <a:pt x="54" y="62"/>
                    </a:cubicBezTo>
                    <a:cubicBezTo>
                      <a:pt x="54" y="59"/>
                      <a:pt x="51" y="61"/>
                      <a:pt x="49" y="58"/>
                    </a:cubicBezTo>
                    <a:cubicBezTo>
                      <a:pt x="47" y="55"/>
                      <a:pt x="43" y="57"/>
                      <a:pt x="42" y="57"/>
                    </a:cubicBezTo>
                    <a:cubicBezTo>
                      <a:pt x="40" y="57"/>
                      <a:pt x="42" y="53"/>
                      <a:pt x="44" y="52"/>
                    </a:cubicBezTo>
                    <a:cubicBezTo>
                      <a:pt x="47" y="50"/>
                      <a:pt x="51" y="40"/>
                      <a:pt x="51" y="38"/>
                    </a:cubicBezTo>
                    <a:cubicBezTo>
                      <a:pt x="51" y="36"/>
                      <a:pt x="38" y="36"/>
                      <a:pt x="36" y="37"/>
                    </a:cubicBezTo>
                    <a:cubicBezTo>
                      <a:pt x="33" y="38"/>
                      <a:pt x="31" y="35"/>
                      <a:pt x="33" y="34"/>
                    </a:cubicBezTo>
                    <a:cubicBezTo>
                      <a:pt x="35" y="33"/>
                      <a:pt x="39" y="29"/>
                      <a:pt x="39" y="28"/>
                    </a:cubicBezTo>
                    <a:cubicBezTo>
                      <a:pt x="39" y="26"/>
                      <a:pt x="42" y="24"/>
                      <a:pt x="40" y="23"/>
                    </a:cubicBezTo>
                    <a:cubicBezTo>
                      <a:pt x="39" y="21"/>
                      <a:pt x="38" y="25"/>
                      <a:pt x="37" y="26"/>
                    </a:cubicBezTo>
                    <a:cubicBezTo>
                      <a:pt x="35" y="27"/>
                      <a:pt x="32" y="27"/>
                      <a:pt x="28" y="26"/>
                    </a:cubicBezTo>
                    <a:cubicBezTo>
                      <a:pt x="24" y="25"/>
                      <a:pt x="23" y="31"/>
                      <a:pt x="23" y="33"/>
                    </a:cubicBezTo>
                    <a:cubicBezTo>
                      <a:pt x="23" y="35"/>
                      <a:pt x="19" y="37"/>
                      <a:pt x="20" y="38"/>
                    </a:cubicBezTo>
                    <a:cubicBezTo>
                      <a:pt x="20" y="40"/>
                      <a:pt x="19" y="42"/>
                      <a:pt x="17" y="41"/>
                    </a:cubicBezTo>
                    <a:cubicBezTo>
                      <a:pt x="16" y="40"/>
                      <a:pt x="15" y="37"/>
                      <a:pt x="13" y="39"/>
                    </a:cubicBezTo>
                    <a:cubicBezTo>
                      <a:pt x="10" y="41"/>
                      <a:pt x="15" y="43"/>
                      <a:pt x="18" y="44"/>
                    </a:cubicBezTo>
                    <a:cubicBezTo>
                      <a:pt x="22" y="44"/>
                      <a:pt x="16" y="46"/>
                      <a:pt x="15" y="50"/>
                    </a:cubicBezTo>
                    <a:cubicBezTo>
                      <a:pt x="15" y="53"/>
                      <a:pt x="20" y="51"/>
                      <a:pt x="20" y="54"/>
                    </a:cubicBezTo>
                    <a:cubicBezTo>
                      <a:pt x="20" y="56"/>
                      <a:pt x="13" y="57"/>
                      <a:pt x="13" y="59"/>
                    </a:cubicBezTo>
                    <a:cubicBezTo>
                      <a:pt x="13" y="61"/>
                      <a:pt x="17" y="58"/>
                      <a:pt x="19" y="57"/>
                    </a:cubicBezTo>
                    <a:cubicBezTo>
                      <a:pt x="21" y="56"/>
                      <a:pt x="18" y="62"/>
                      <a:pt x="22" y="62"/>
                    </a:cubicBezTo>
                    <a:cubicBezTo>
                      <a:pt x="26" y="61"/>
                      <a:pt x="25" y="55"/>
                      <a:pt x="27" y="55"/>
                    </a:cubicBezTo>
                    <a:cubicBezTo>
                      <a:pt x="28" y="56"/>
                      <a:pt x="26" y="58"/>
                      <a:pt x="27" y="61"/>
                    </a:cubicBezTo>
                    <a:cubicBezTo>
                      <a:pt x="29" y="63"/>
                      <a:pt x="24" y="67"/>
                      <a:pt x="25" y="69"/>
                    </a:cubicBezTo>
                    <a:cubicBezTo>
                      <a:pt x="25" y="71"/>
                      <a:pt x="33" y="71"/>
                      <a:pt x="36" y="68"/>
                    </a:cubicBezTo>
                    <a:cubicBezTo>
                      <a:pt x="39" y="65"/>
                      <a:pt x="40" y="68"/>
                      <a:pt x="38" y="70"/>
                    </a:cubicBezTo>
                    <a:cubicBezTo>
                      <a:pt x="36" y="73"/>
                      <a:pt x="37" y="75"/>
                      <a:pt x="39" y="75"/>
                    </a:cubicBezTo>
                    <a:cubicBezTo>
                      <a:pt x="42" y="76"/>
                      <a:pt x="43" y="76"/>
                      <a:pt x="42" y="78"/>
                    </a:cubicBezTo>
                    <a:cubicBezTo>
                      <a:pt x="41" y="80"/>
                      <a:pt x="42" y="84"/>
                      <a:pt x="41" y="86"/>
                    </a:cubicBezTo>
                    <a:cubicBezTo>
                      <a:pt x="40" y="87"/>
                      <a:pt x="33" y="87"/>
                      <a:pt x="33" y="86"/>
                    </a:cubicBezTo>
                    <a:cubicBezTo>
                      <a:pt x="32" y="85"/>
                      <a:pt x="29" y="86"/>
                      <a:pt x="30" y="87"/>
                    </a:cubicBezTo>
                    <a:cubicBezTo>
                      <a:pt x="31" y="89"/>
                      <a:pt x="28" y="91"/>
                      <a:pt x="28" y="92"/>
                    </a:cubicBezTo>
                    <a:cubicBezTo>
                      <a:pt x="28" y="94"/>
                      <a:pt x="32" y="93"/>
                      <a:pt x="33" y="95"/>
                    </a:cubicBezTo>
                    <a:cubicBezTo>
                      <a:pt x="33" y="97"/>
                      <a:pt x="29" y="100"/>
                      <a:pt x="25" y="101"/>
                    </a:cubicBezTo>
                    <a:cubicBezTo>
                      <a:pt x="20" y="102"/>
                      <a:pt x="26" y="106"/>
                      <a:pt x="28" y="104"/>
                    </a:cubicBezTo>
                    <a:cubicBezTo>
                      <a:pt x="30" y="103"/>
                      <a:pt x="30" y="105"/>
                      <a:pt x="33" y="105"/>
                    </a:cubicBezTo>
                    <a:cubicBezTo>
                      <a:pt x="36" y="105"/>
                      <a:pt x="38" y="108"/>
                      <a:pt x="41" y="106"/>
                    </a:cubicBezTo>
                    <a:cubicBezTo>
                      <a:pt x="45" y="105"/>
                      <a:pt x="44" y="106"/>
                      <a:pt x="42" y="108"/>
                    </a:cubicBezTo>
                    <a:cubicBezTo>
                      <a:pt x="39" y="110"/>
                      <a:pt x="35" y="108"/>
                      <a:pt x="33" y="110"/>
                    </a:cubicBezTo>
                    <a:cubicBezTo>
                      <a:pt x="31" y="111"/>
                      <a:pt x="21" y="120"/>
                      <a:pt x="23" y="122"/>
                    </a:cubicBezTo>
                    <a:cubicBezTo>
                      <a:pt x="24" y="124"/>
                      <a:pt x="25" y="120"/>
                      <a:pt x="29" y="119"/>
                    </a:cubicBezTo>
                    <a:cubicBezTo>
                      <a:pt x="32" y="117"/>
                      <a:pt x="33" y="120"/>
                      <a:pt x="35" y="120"/>
                    </a:cubicBezTo>
                    <a:cubicBezTo>
                      <a:pt x="37" y="120"/>
                      <a:pt x="37" y="116"/>
                      <a:pt x="38" y="117"/>
                    </a:cubicBezTo>
                    <a:cubicBezTo>
                      <a:pt x="40" y="117"/>
                      <a:pt x="41" y="115"/>
                      <a:pt x="44" y="116"/>
                    </a:cubicBezTo>
                    <a:cubicBezTo>
                      <a:pt x="47" y="116"/>
                      <a:pt x="49" y="115"/>
                      <a:pt x="50" y="114"/>
                    </a:cubicBezTo>
                    <a:cubicBezTo>
                      <a:pt x="52" y="113"/>
                      <a:pt x="56" y="116"/>
                      <a:pt x="57" y="115"/>
                    </a:cubicBezTo>
                    <a:cubicBezTo>
                      <a:pt x="58" y="115"/>
                      <a:pt x="63" y="114"/>
                      <a:pt x="66" y="114"/>
                    </a:cubicBezTo>
                    <a:cubicBezTo>
                      <a:pt x="68" y="114"/>
                      <a:pt x="75" y="111"/>
                      <a:pt x="77" y="109"/>
                    </a:cubicBezTo>
                    <a:cubicBezTo>
                      <a:pt x="79" y="107"/>
                      <a:pt x="76" y="107"/>
                      <a:pt x="73" y="107"/>
                    </a:cubicBezTo>
                    <a:cubicBezTo>
                      <a:pt x="71" y="108"/>
                      <a:pt x="72" y="105"/>
                      <a:pt x="74" y="103"/>
                    </a:cubicBezTo>
                    <a:cubicBezTo>
                      <a:pt x="77" y="100"/>
                      <a:pt x="81" y="99"/>
                      <a:pt x="81" y="95"/>
                    </a:cubicBezTo>
                    <a:close/>
                    <a:moveTo>
                      <a:pt x="9" y="35"/>
                    </a:moveTo>
                    <a:cubicBezTo>
                      <a:pt x="13" y="35"/>
                      <a:pt x="16" y="30"/>
                      <a:pt x="15" y="28"/>
                    </a:cubicBezTo>
                    <a:cubicBezTo>
                      <a:pt x="13" y="27"/>
                      <a:pt x="7" y="35"/>
                      <a:pt x="9" y="35"/>
                    </a:cubicBezTo>
                    <a:close/>
                    <a:moveTo>
                      <a:pt x="55" y="10"/>
                    </a:moveTo>
                    <a:cubicBezTo>
                      <a:pt x="57" y="7"/>
                      <a:pt x="60" y="0"/>
                      <a:pt x="57" y="1"/>
                    </a:cubicBezTo>
                    <a:cubicBezTo>
                      <a:pt x="54" y="1"/>
                      <a:pt x="54" y="10"/>
                      <a:pt x="55" y="1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41">
                <a:extLst>
                  <a:ext uri="{FF2B5EF4-FFF2-40B4-BE49-F238E27FC236}">
                    <a16:creationId xmlns:a16="http://schemas.microsoft.com/office/drawing/2014/main" id="{E802BB90-0670-4B71-BA36-F788E34E3626}"/>
                  </a:ext>
                </a:extLst>
              </p:cNvPr>
              <p:cNvSpPr>
                <a:spLocks noEditPoints="1"/>
              </p:cNvSpPr>
              <p:nvPr/>
            </p:nvSpPr>
            <p:spPr bwMode="auto">
              <a:xfrm>
                <a:off x="5072791" y="2866441"/>
                <a:ext cx="87831" cy="82812"/>
              </a:xfrm>
              <a:custGeom>
                <a:avLst/>
                <a:gdLst>
                  <a:gd name="T0" fmla="*/ 19 w 38"/>
                  <a:gd name="T1" fmla="*/ 13 h 36"/>
                  <a:gd name="T2" fmla="*/ 19 w 38"/>
                  <a:gd name="T3" fmla="*/ 8 h 36"/>
                  <a:gd name="T4" fmla="*/ 20 w 38"/>
                  <a:gd name="T5" fmla="*/ 1 h 36"/>
                  <a:gd name="T6" fmla="*/ 14 w 38"/>
                  <a:gd name="T7" fmla="*/ 4 h 36"/>
                  <a:gd name="T8" fmla="*/ 9 w 38"/>
                  <a:gd name="T9" fmla="*/ 6 h 36"/>
                  <a:gd name="T10" fmla="*/ 10 w 38"/>
                  <a:gd name="T11" fmla="*/ 10 h 36"/>
                  <a:gd name="T12" fmla="*/ 5 w 38"/>
                  <a:gd name="T13" fmla="*/ 8 h 36"/>
                  <a:gd name="T14" fmla="*/ 1 w 38"/>
                  <a:gd name="T15" fmla="*/ 13 h 36"/>
                  <a:gd name="T16" fmla="*/ 1 w 38"/>
                  <a:gd name="T17" fmla="*/ 23 h 36"/>
                  <a:gd name="T18" fmla="*/ 4 w 38"/>
                  <a:gd name="T19" fmla="*/ 30 h 36"/>
                  <a:gd name="T20" fmla="*/ 5 w 38"/>
                  <a:gd name="T21" fmla="*/ 33 h 36"/>
                  <a:gd name="T22" fmla="*/ 13 w 38"/>
                  <a:gd name="T23" fmla="*/ 34 h 36"/>
                  <a:gd name="T24" fmla="*/ 16 w 38"/>
                  <a:gd name="T25" fmla="*/ 34 h 36"/>
                  <a:gd name="T26" fmla="*/ 12 w 38"/>
                  <a:gd name="T27" fmla="*/ 30 h 36"/>
                  <a:gd name="T28" fmla="*/ 17 w 38"/>
                  <a:gd name="T29" fmla="*/ 30 h 36"/>
                  <a:gd name="T30" fmla="*/ 22 w 38"/>
                  <a:gd name="T31" fmla="*/ 30 h 36"/>
                  <a:gd name="T32" fmla="*/ 19 w 38"/>
                  <a:gd name="T33" fmla="*/ 25 h 36"/>
                  <a:gd name="T34" fmla="*/ 16 w 38"/>
                  <a:gd name="T35" fmla="*/ 25 h 36"/>
                  <a:gd name="T36" fmla="*/ 18 w 38"/>
                  <a:gd name="T37" fmla="*/ 20 h 36"/>
                  <a:gd name="T38" fmla="*/ 23 w 38"/>
                  <a:gd name="T39" fmla="*/ 17 h 36"/>
                  <a:gd name="T40" fmla="*/ 19 w 38"/>
                  <a:gd name="T41" fmla="*/ 13 h 36"/>
                  <a:gd name="T42" fmla="*/ 37 w 38"/>
                  <a:gd name="T43" fmla="*/ 20 h 36"/>
                  <a:gd name="T44" fmla="*/ 35 w 38"/>
                  <a:gd name="T45" fmla="*/ 22 h 36"/>
                  <a:gd name="T46" fmla="*/ 32 w 38"/>
                  <a:gd name="T47" fmla="*/ 20 h 36"/>
                  <a:gd name="T48" fmla="*/ 27 w 38"/>
                  <a:gd name="T49" fmla="*/ 23 h 36"/>
                  <a:gd name="T50" fmla="*/ 30 w 38"/>
                  <a:gd name="T51" fmla="*/ 30 h 36"/>
                  <a:gd name="T52" fmla="*/ 27 w 38"/>
                  <a:gd name="T53" fmla="*/ 32 h 36"/>
                  <a:gd name="T54" fmla="*/ 30 w 38"/>
                  <a:gd name="T55" fmla="*/ 36 h 36"/>
                  <a:gd name="T56" fmla="*/ 35 w 38"/>
                  <a:gd name="T57" fmla="*/ 29 h 36"/>
                  <a:gd name="T58" fmla="*/ 37 w 38"/>
                  <a:gd name="T59"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8" h="36">
                    <a:moveTo>
                      <a:pt x="19" y="13"/>
                    </a:moveTo>
                    <a:cubicBezTo>
                      <a:pt x="18" y="13"/>
                      <a:pt x="18" y="9"/>
                      <a:pt x="19" y="8"/>
                    </a:cubicBezTo>
                    <a:cubicBezTo>
                      <a:pt x="20" y="6"/>
                      <a:pt x="21" y="2"/>
                      <a:pt x="20" y="1"/>
                    </a:cubicBezTo>
                    <a:cubicBezTo>
                      <a:pt x="19" y="0"/>
                      <a:pt x="14" y="1"/>
                      <a:pt x="14" y="4"/>
                    </a:cubicBezTo>
                    <a:cubicBezTo>
                      <a:pt x="14" y="7"/>
                      <a:pt x="10" y="6"/>
                      <a:pt x="9" y="6"/>
                    </a:cubicBezTo>
                    <a:cubicBezTo>
                      <a:pt x="8" y="7"/>
                      <a:pt x="11" y="9"/>
                      <a:pt x="10" y="10"/>
                    </a:cubicBezTo>
                    <a:cubicBezTo>
                      <a:pt x="8" y="11"/>
                      <a:pt x="8" y="8"/>
                      <a:pt x="5" y="8"/>
                    </a:cubicBezTo>
                    <a:cubicBezTo>
                      <a:pt x="3" y="7"/>
                      <a:pt x="2" y="11"/>
                      <a:pt x="1" y="13"/>
                    </a:cubicBezTo>
                    <a:cubicBezTo>
                      <a:pt x="0" y="15"/>
                      <a:pt x="1" y="20"/>
                      <a:pt x="1" y="23"/>
                    </a:cubicBezTo>
                    <a:cubicBezTo>
                      <a:pt x="1" y="25"/>
                      <a:pt x="5" y="27"/>
                      <a:pt x="4" y="30"/>
                    </a:cubicBezTo>
                    <a:cubicBezTo>
                      <a:pt x="4" y="31"/>
                      <a:pt x="4" y="32"/>
                      <a:pt x="5" y="33"/>
                    </a:cubicBezTo>
                    <a:cubicBezTo>
                      <a:pt x="8" y="33"/>
                      <a:pt x="11" y="33"/>
                      <a:pt x="13" y="34"/>
                    </a:cubicBezTo>
                    <a:cubicBezTo>
                      <a:pt x="13" y="34"/>
                      <a:pt x="14" y="34"/>
                      <a:pt x="16" y="34"/>
                    </a:cubicBezTo>
                    <a:cubicBezTo>
                      <a:pt x="15" y="32"/>
                      <a:pt x="12" y="31"/>
                      <a:pt x="12" y="30"/>
                    </a:cubicBezTo>
                    <a:cubicBezTo>
                      <a:pt x="13" y="28"/>
                      <a:pt x="15" y="29"/>
                      <a:pt x="17" y="30"/>
                    </a:cubicBezTo>
                    <a:cubicBezTo>
                      <a:pt x="18" y="32"/>
                      <a:pt x="22" y="32"/>
                      <a:pt x="22" y="30"/>
                    </a:cubicBezTo>
                    <a:cubicBezTo>
                      <a:pt x="22" y="29"/>
                      <a:pt x="22" y="24"/>
                      <a:pt x="19" y="25"/>
                    </a:cubicBezTo>
                    <a:cubicBezTo>
                      <a:pt x="17" y="26"/>
                      <a:pt x="17" y="26"/>
                      <a:pt x="16" y="25"/>
                    </a:cubicBezTo>
                    <a:cubicBezTo>
                      <a:pt x="15" y="24"/>
                      <a:pt x="17" y="22"/>
                      <a:pt x="18" y="20"/>
                    </a:cubicBezTo>
                    <a:cubicBezTo>
                      <a:pt x="19" y="18"/>
                      <a:pt x="23" y="19"/>
                      <a:pt x="23" y="17"/>
                    </a:cubicBezTo>
                    <a:cubicBezTo>
                      <a:pt x="24" y="15"/>
                      <a:pt x="20" y="14"/>
                      <a:pt x="19" y="13"/>
                    </a:cubicBezTo>
                    <a:close/>
                    <a:moveTo>
                      <a:pt x="37" y="20"/>
                    </a:moveTo>
                    <a:cubicBezTo>
                      <a:pt x="36" y="20"/>
                      <a:pt x="36" y="22"/>
                      <a:pt x="35" y="22"/>
                    </a:cubicBezTo>
                    <a:cubicBezTo>
                      <a:pt x="33" y="23"/>
                      <a:pt x="32" y="18"/>
                      <a:pt x="32" y="20"/>
                    </a:cubicBezTo>
                    <a:cubicBezTo>
                      <a:pt x="31" y="23"/>
                      <a:pt x="29" y="19"/>
                      <a:pt x="27" y="23"/>
                    </a:cubicBezTo>
                    <a:cubicBezTo>
                      <a:pt x="24" y="26"/>
                      <a:pt x="28" y="29"/>
                      <a:pt x="30" y="30"/>
                    </a:cubicBezTo>
                    <a:cubicBezTo>
                      <a:pt x="31" y="31"/>
                      <a:pt x="30" y="33"/>
                      <a:pt x="27" y="32"/>
                    </a:cubicBezTo>
                    <a:cubicBezTo>
                      <a:pt x="25" y="32"/>
                      <a:pt x="27" y="35"/>
                      <a:pt x="30" y="36"/>
                    </a:cubicBezTo>
                    <a:cubicBezTo>
                      <a:pt x="32" y="36"/>
                      <a:pt x="36" y="31"/>
                      <a:pt x="35" y="29"/>
                    </a:cubicBezTo>
                    <a:cubicBezTo>
                      <a:pt x="35" y="28"/>
                      <a:pt x="38" y="21"/>
                      <a:pt x="37" y="2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42">
                <a:extLst>
                  <a:ext uri="{FF2B5EF4-FFF2-40B4-BE49-F238E27FC236}">
                    <a16:creationId xmlns:a16="http://schemas.microsoft.com/office/drawing/2014/main" id="{56555BD9-B286-4A68-A729-9E0215BB80D0}"/>
                  </a:ext>
                </a:extLst>
              </p:cNvPr>
              <p:cNvSpPr>
                <a:spLocks noEditPoints="1"/>
              </p:cNvSpPr>
              <p:nvPr/>
            </p:nvSpPr>
            <p:spPr bwMode="auto">
              <a:xfrm>
                <a:off x="5133018" y="2525155"/>
                <a:ext cx="229615" cy="406531"/>
              </a:xfrm>
              <a:custGeom>
                <a:avLst/>
                <a:gdLst>
                  <a:gd name="T0" fmla="*/ 98 w 100"/>
                  <a:gd name="T1" fmla="*/ 38 h 176"/>
                  <a:gd name="T2" fmla="*/ 96 w 100"/>
                  <a:gd name="T3" fmla="*/ 24 h 176"/>
                  <a:gd name="T4" fmla="*/ 84 w 100"/>
                  <a:gd name="T5" fmla="*/ 9 h 176"/>
                  <a:gd name="T6" fmla="*/ 70 w 100"/>
                  <a:gd name="T7" fmla="*/ 8 h 176"/>
                  <a:gd name="T8" fmla="*/ 56 w 100"/>
                  <a:gd name="T9" fmla="*/ 8 h 176"/>
                  <a:gd name="T10" fmla="*/ 48 w 100"/>
                  <a:gd name="T11" fmla="*/ 16 h 176"/>
                  <a:gd name="T12" fmla="*/ 40 w 100"/>
                  <a:gd name="T13" fmla="*/ 27 h 176"/>
                  <a:gd name="T14" fmla="*/ 34 w 100"/>
                  <a:gd name="T15" fmla="*/ 37 h 176"/>
                  <a:gd name="T16" fmla="*/ 26 w 100"/>
                  <a:gd name="T17" fmla="*/ 43 h 176"/>
                  <a:gd name="T18" fmla="*/ 21 w 100"/>
                  <a:gd name="T19" fmla="*/ 61 h 176"/>
                  <a:gd name="T20" fmla="*/ 22 w 100"/>
                  <a:gd name="T21" fmla="*/ 70 h 176"/>
                  <a:gd name="T22" fmla="*/ 9 w 100"/>
                  <a:gd name="T23" fmla="*/ 75 h 176"/>
                  <a:gd name="T24" fmla="*/ 8 w 100"/>
                  <a:gd name="T25" fmla="*/ 91 h 176"/>
                  <a:gd name="T26" fmla="*/ 13 w 100"/>
                  <a:gd name="T27" fmla="*/ 105 h 176"/>
                  <a:gd name="T28" fmla="*/ 11 w 100"/>
                  <a:gd name="T29" fmla="*/ 113 h 176"/>
                  <a:gd name="T30" fmla="*/ 6 w 100"/>
                  <a:gd name="T31" fmla="*/ 122 h 176"/>
                  <a:gd name="T32" fmla="*/ 3 w 100"/>
                  <a:gd name="T33" fmla="*/ 134 h 176"/>
                  <a:gd name="T34" fmla="*/ 0 w 100"/>
                  <a:gd name="T35" fmla="*/ 134 h 176"/>
                  <a:gd name="T36" fmla="*/ 6 w 100"/>
                  <a:gd name="T37" fmla="*/ 151 h 176"/>
                  <a:gd name="T38" fmla="*/ 12 w 100"/>
                  <a:gd name="T39" fmla="*/ 164 h 176"/>
                  <a:gd name="T40" fmla="*/ 15 w 100"/>
                  <a:gd name="T41" fmla="*/ 175 h 176"/>
                  <a:gd name="T42" fmla="*/ 24 w 100"/>
                  <a:gd name="T43" fmla="*/ 170 h 176"/>
                  <a:gd name="T44" fmla="*/ 33 w 100"/>
                  <a:gd name="T45" fmla="*/ 167 h 176"/>
                  <a:gd name="T46" fmla="*/ 41 w 100"/>
                  <a:gd name="T47" fmla="*/ 164 h 176"/>
                  <a:gd name="T48" fmla="*/ 42 w 100"/>
                  <a:gd name="T49" fmla="*/ 157 h 176"/>
                  <a:gd name="T50" fmla="*/ 43 w 100"/>
                  <a:gd name="T51" fmla="*/ 140 h 176"/>
                  <a:gd name="T52" fmla="*/ 55 w 100"/>
                  <a:gd name="T53" fmla="*/ 128 h 176"/>
                  <a:gd name="T54" fmla="*/ 52 w 100"/>
                  <a:gd name="T55" fmla="*/ 113 h 176"/>
                  <a:gd name="T56" fmla="*/ 46 w 100"/>
                  <a:gd name="T57" fmla="*/ 103 h 176"/>
                  <a:gd name="T58" fmla="*/ 51 w 100"/>
                  <a:gd name="T59" fmla="*/ 89 h 176"/>
                  <a:gd name="T60" fmla="*/ 60 w 100"/>
                  <a:gd name="T61" fmla="*/ 79 h 176"/>
                  <a:gd name="T62" fmla="*/ 80 w 100"/>
                  <a:gd name="T63" fmla="*/ 65 h 176"/>
                  <a:gd name="T64" fmla="*/ 82 w 100"/>
                  <a:gd name="T65" fmla="*/ 51 h 176"/>
                  <a:gd name="T66" fmla="*/ 96 w 100"/>
                  <a:gd name="T67" fmla="*/ 46 h 176"/>
                  <a:gd name="T68" fmla="*/ 99 w 100"/>
                  <a:gd name="T69" fmla="*/ 42 h 176"/>
                  <a:gd name="T70" fmla="*/ 54 w 100"/>
                  <a:gd name="T71" fmla="*/ 157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6">
                    <a:moveTo>
                      <a:pt x="99" y="42"/>
                    </a:moveTo>
                    <a:cubicBezTo>
                      <a:pt x="98" y="41"/>
                      <a:pt x="96" y="38"/>
                      <a:pt x="98" y="38"/>
                    </a:cubicBezTo>
                    <a:cubicBezTo>
                      <a:pt x="100" y="38"/>
                      <a:pt x="100" y="32"/>
                      <a:pt x="98" y="31"/>
                    </a:cubicBezTo>
                    <a:cubicBezTo>
                      <a:pt x="96" y="30"/>
                      <a:pt x="98" y="25"/>
                      <a:pt x="96" y="24"/>
                    </a:cubicBezTo>
                    <a:cubicBezTo>
                      <a:pt x="94" y="23"/>
                      <a:pt x="95" y="19"/>
                      <a:pt x="96" y="16"/>
                    </a:cubicBezTo>
                    <a:cubicBezTo>
                      <a:pt x="96" y="13"/>
                      <a:pt x="89" y="11"/>
                      <a:pt x="84" y="9"/>
                    </a:cubicBezTo>
                    <a:cubicBezTo>
                      <a:pt x="80" y="7"/>
                      <a:pt x="78" y="4"/>
                      <a:pt x="75" y="2"/>
                    </a:cubicBezTo>
                    <a:cubicBezTo>
                      <a:pt x="71" y="0"/>
                      <a:pt x="70" y="5"/>
                      <a:pt x="70" y="8"/>
                    </a:cubicBezTo>
                    <a:cubicBezTo>
                      <a:pt x="70" y="11"/>
                      <a:pt x="67" y="12"/>
                      <a:pt x="65" y="10"/>
                    </a:cubicBezTo>
                    <a:cubicBezTo>
                      <a:pt x="63" y="8"/>
                      <a:pt x="60" y="10"/>
                      <a:pt x="56" y="8"/>
                    </a:cubicBezTo>
                    <a:cubicBezTo>
                      <a:pt x="53" y="7"/>
                      <a:pt x="55" y="12"/>
                      <a:pt x="55" y="14"/>
                    </a:cubicBezTo>
                    <a:cubicBezTo>
                      <a:pt x="55" y="16"/>
                      <a:pt x="51" y="16"/>
                      <a:pt x="48" y="16"/>
                    </a:cubicBezTo>
                    <a:cubicBezTo>
                      <a:pt x="46" y="16"/>
                      <a:pt x="42" y="18"/>
                      <a:pt x="42" y="21"/>
                    </a:cubicBezTo>
                    <a:cubicBezTo>
                      <a:pt x="42" y="24"/>
                      <a:pt x="39" y="25"/>
                      <a:pt x="40" y="27"/>
                    </a:cubicBezTo>
                    <a:cubicBezTo>
                      <a:pt x="41" y="28"/>
                      <a:pt x="40" y="30"/>
                      <a:pt x="38" y="31"/>
                    </a:cubicBezTo>
                    <a:cubicBezTo>
                      <a:pt x="37" y="32"/>
                      <a:pt x="35" y="36"/>
                      <a:pt x="34" y="37"/>
                    </a:cubicBezTo>
                    <a:cubicBezTo>
                      <a:pt x="33" y="38"/>
                      <a:pt x="35" y="40"/>
                      <a:pt x="32" y="42"/>
                    </a:cubicBezTo>
                    <a:cubicBezTo>
                      <a:pt x="30" y="43"/>
                      <a:pt x="27" y="42"/>
                      <a:pt x="26" y="43"/>
                    </a:cubicBezTo>
                    <a:cubicBezTo>
                      <a:pt x="25" y="44"/>
                      <a:pt x="26" y="47"/>
                      <a:pt x="26" y="50"/>
                    </a:cubicBezTo>
                    <a:cubicBezTo>
                      <a:pt x="26" y="54"/>
                      <a:pt x="23" y="58"/>
                      <a:pt x="21" y="61"/>
                    </a:cubicBezTo>
                    <a:cubicBezTo>
                      <a:pt x="18" y="64"/>
                      <a:pt x="21" y="65"/>
                      <a:pt x="22" y="65"/>
                    </a:cubicBezTo>
                    <a:cubicBezTo>
                      <a:pt x="24" y="65"/>
                      <a:pt x="24" y="67"/>
                      <a:pt x="22" y="70"/>
                    </a:cubicBezTo>
                    <a:cubicBezTo>
                      <a:pt x="21" y="72"/>
                      <a:pt x="19" y="70"/>
                      <a:pt x="17" y="70"/>
                    </a:cubicBezTo>
                    <a:cubicBezTo>
                      <a:pt x="16" y="70"/>
                      <a:pt x="11" y="71"/>
                      <a:pt x="9" y="75"/>
                    </a:cubicBezTo>
                    <a:cubicBezTo>
                      <a:pt x="7" y="79"/>
                      <a:pt x="8" y="81"/>
                      <a:pt x="8" y="83"/>
                    </a:cubicBezTo>
                    <a:cubicBezTo>
                      <a:pt x="9" y="85"/>
                      <a:pt x="6" y="87"/>
                      <a:pt x="8" y="91"/>
                    </a:cubicBezTo>
                    <a:cubicBezTo>
                      <a:pt x="10" y="95"/>
                      <a:pt x="8" y="96"/>
                      <a:pt x="8" y="99"/>
                    </a:cubicBezTo>
                    <a:cubicBezTo>
                      <a:pt x="8" y="102"/>
                      <a:pt x="13" y="102"/>
                      <a:pt x="13" y="105"/>
                    </a:cubicBezTo>
                    <a:cubicBezTo>
                      <a:pt x="14" y="108"/>
                      <a:pt x="12" y="109"/>
                      <a:pt x="10" y="109"/>
                    </a:cubicBezTo>
                    <a:cubicBezTo>
                      <a:pt x="9" y="109"/>
                      <a:pt x="9" y="112"/>
                      <a:pt x="11" y="113"/>
                    </a:cubicBezTo>
                    <a:cubicBezTo>
                      <a:pt x="12" y="113"/>
                      <a:pt x="12" y="119"/>
                      <a:pt x="11" y="120"/>
                    </a:cubicBezTo>
                    <a:cubicBezTo>
                      <a:pt x="10" y="122"/>
                      <a:pt x="5" y="120"/>
                      <a:pt x="6" y="122"/>
                    </a:cubicBezTo>
                    <a:cubicBezTo>
                      <a:pt x="6" y="124"/>
                      <a:pt x="5" y="127"/>
                      <a:pt x="5" y="129"/>
                    </a:cubicBezTo>
                    <a:cubicBezTo>
                      <a:pt x="5" y="130"/>
                      <a:pt x="4" y="135"/>
                      <a:pt x="3" y="134"/>
                    </a:cubicBezTo>
                    <a:cubicBezTo>
                      <a:pt x="2" y="134"/>
                      <a:pt x="1" y="134"/>
                      <a:pt x="0" y="134"/>
                    </a:cubicBezTo>
                    <a:cubicBezTo>
                      <a:pt x="0" y="134"/>
                      <a:pt x="0" y="134"/>
                      <a:pt x="0" y="134"/>
                    </a:cubicBezTo>
                    <a:cubicBezTo>
                      <a:pt x="0" y="137"/>
                      <a:pt x="1" y="140"/>
                      <a:pt x="4" y="143"/>
                    </a:cubicBezTo>
                    <a:cubicBezTo>
                      <a:pt x="6" y="145"/>
                      <a:pt x="4" y="148"/>
                      <a:pt x="6" y="151"/>
                    </a:cubicBezTo>
                    <a:cubicBezTo>
                      <a:pt x="9" y="154"/>
                      <a:pt x="8" y="156"/>
                      <a:pt x="11" y="158"/>
                    </a:cubicBezTo>
                    <a:cubicBezTo>
                      <a:pt x="13" y="160"/>
                      <a:pt x="13" y="161"/>
                      <a:pt x="12" y="164"/>
                    </a:cubicBezTo>
                    <a:cubicBezTo>
                      <a:pt x="11" y="167"/>
                      <a:pt x="14" y="166"/>
                      <a:pt x="14" y="168"/>
                    </a:cubicBezTo>
                    <a:cubicBezTo>
                      <a:pt x="15" y="170"/>
                      <a:pt x="14" y="173"/>
                      <a:pt x="15" y="175"/>
                    </a:cubicBezTo>
                    <a:cubicBezTo>
                      <a:pt x="15" y="176"/>
                      <a:pt x="17" y="175"/>
                      <a:pt x="21" y="175"/>
                    </a:cubicBezTo>
                    <a:cubicBezTo>
                      <a:pt x="25" y="174"/>
                      <a:pt x="24" y="172"/>
                      <a:pt x="24" y="170"/>
                    </a:cubicBezTo>
                    <a:cubicBezTo>
                      <a:pt x="24" y="168"/>
                      <a:pt x="26" y="169"/>
                      <a:pt x="26" y="167"/>
                    </a:cubicBezTo>
                    <a:cubicBezTo>
                      <a:pt x="27" y="166"/>
                      <a:pt x="30" y="165"/>
                      <a:pt x="33" y="167"/>
                    </a:cubicBezTo>
                    <a:cubicBezTo>
                      <a:pt x="36" y="168"/>
                      <a:pt x="37" y="166"/>
                      <a:pt x="38" y="163"/>
                    </a:cubicBezTo>
                    <a:cubicBezTo>
                      <a:pt x="38" y="160"/>
                      <a:pt x="40" y="163"/>
                      <a:pt x="41" y="164"/>
                    </a:cubicBezTo>
                    <a:cubicBezTo>
                      <a:pt x="41" y="165"/>
                      <a:pt x="44" y="160"/>
                      <a:pt x="45" y="156"/>
                    </a:cubicBezTo>
                    <a:cubicBezTo>
                      <a:pt x="46" y="153"/>
                      <a:pt x="45" y="154"/>
                      <a:pt x="42" y="157"/>
                    </a:cubicBezTo>
                    <a:cubicBezTo>
                      <a:pt x="39" y="160"/>
                      <a:pt x="41" y="154"/>
                      <a:pt x="42" y="151"/>
                    </a:cubicBezTo>
                    <a:cubicBezTo>
                      <a:pt x="43" y="149"/>
                      <a:pt x="43" y="142"/>
                      <a:pt x="43" y="140"/>
                    </a:cubicBezTo>
                    <a:cubicBezTo>
                      <a:pt x="44" y="138"/>
                      <a:pt x="44" y="136"/>
                      <a:pt x="48" y="135"/>
                    </a:cubicBezTo>
                    <a:cubicBezTo>
                      <a:pt x="51" y="134"/>
                      <a:pt x="56" y="130"/>
                      <a:pt x="55" y="128"/>
                    </a:cubicBezTo>
                    <a:cubicBezTo>
                      <a:pt x="54" y="127"/>
                      <a:pt x="60" y="124"/>
                      <a:pt x="60" y="122"/>
                    </a:cubicBezTo>
                    <a:cubicBezTo>
                      <a:pt x="60" y="120"/>
                      <a:pt x="54" y="114"/>
                      <a:pt x="52" y="113"/>
                    </a:cubicBezTo>
                    <a:cubicBezTo>
                      <a:pt x="50" y="112"/>
                      <a:pt x="46" y="113"/>
                      <a:pt x="47" y="112"/>
                    </a:cubicBezTo>
                    <a:cubicBezTo>
                      <a:pt x="47" y="110"/>
                      <a:pt x="46" y="105"/>
                      <a:pt x="46" y="103"/>
                    </a:cubicBezTo>
                    <a:cubicBezTo>
                      <a:pt x="45" y="100"/>
                      <a:pt x="49" y="97"/>
                      <a:pt x="49" y="95"/>
                    </a:cubicBezTo>
                    <a:cubicBezTo>
                      <a:pt x="49" y="92"/>
                      <a:pt x="48" y="90"/>
                      <a:pt x="51" y="89"/>
                    </a:cubicBezTo>
                    <a:cubicBezTo>
                      <a:pt x="53" y="88"/>
                      <a:pt x="52" y="86"/>
                      <a:pt x="55" y="85"/>
                    </a:cubicBezTo>
                    <a:cubicBezTo>
                      <a:pt x="58" y="84"/>
                      <a:pt x="57" y="80"/>
                      <a:pt x="60" y="79"/>
                    </a:cubicBezTo>
                    <a:cubicBezTo>
                      <a:pt x="63" y="77"/>
                      <a:pt x="64" y="76"/>
                      <a:pt x="68" y="74"/>
                    </a:cubicBezTo>
                    <a:cubicBezTo>
                      <a:pt x="72" y="72"/>
                      <a:pt x="79" y="68"/>
                      <a:pt x="80" y="65"/>
                    </a:cubicBezTo>
                    <a:cubicBezTo>
                      <a:pt x="81" y="63"/>
                      <a:pt x="76" y="60"/>
                      <a:pt x="79" y="57"/>
                    </a:cubicBezTo>
                    <a:cubicBezTo>
                      <a:pt x="83" y="55"/>
                      <a:pt x="80" y="52"/>
                      <a:pt x="82" y="51"/>
                    </a:cubicBezTo>
                    <a:cubicBezTo>
                      <a:pt x="85" y="50"/>
                      <a:pt x="86" y="49"/>
                      <a:pt x="88" y="47"/>
                    </a:cubicBezTo>
                    <a:cubicBezTo>
                      <a:pt x="89" y="45"/>
                      <a:pt x="92" y="46"/>
                      <a:pt x="96" y="46"/>
                    </a:cubicBezTo>
                    <a:cubicBezTo>
                      <a:pt x="98" y="46"/>
                      <a:pt x="99" y="46"/>
                      <a:pt x="100" y="46"/>
                    </a:cubicBezTo>
                    <a:cubicBezTo>
                      <a:pt x="100" y="44"/>
                      <a:pt x="100" y="43"/>
                      <a:pt x="99" y="42"/>
                    </a:cubicBezTo>
                    <a:close/>
                    <a:moveTo>
                      <a:pt x="59" y="147"/>
                    </a:moveTo>
                    <a:cubicBezTo>
                      <a:pt x="55" y="147"/>
                      <a:pt x="52" y="156"/>
                      <a:pt x="54" y="157"/>
                    </a:cubicBezTo>
                    <a:cubicBezTo>
                      <a:pt x="55" y="158"/>
                      <a:pt x="64" y="146"/>
                      <a:pt x="59" y="14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43">
                <a:extLst>
                  <a:ext uri="{FF2B5EF4-FFF2-40B4-BE49-F238E27FC236}">
                    <a16:creationId xmlns:a16="http://schemas.microsoft.com/office/drawing/2014/main" id="{CFBA9559-8011-4DCA-A98E-C7843FFF5331}"/>
                  </a:ext>
                </a:extLst>
              </p:cNvPr>
              <p:cNvSpPr>
                <a:spLocks noEditPoints="1"/>
              </p:cNvSpPr>
              <p:nvPr/>
            </p:nvSpPr>
            <p:spPr bwMode="auto">
              <a:xfrm>
                <a:off x="5323736" y="2813742"/>
                <a:ext cx="115435" cy="55208"/>
              </a:xfrm>
              <a:custGeom>
                <a:avLst/>
                <a:gdLst>
                  <a:gd name="T0" fmla="*/ 47 w 50"/>
                  <a:gd name="T1" fmla="*/ 6 h 24"/>
                  <a:gd name="T2" fmla="*/ 48 w 50"/>
                  <a:gd name="T3" fmla="*/ 1 h 24"/>
                  <a:gd name="T4" fmla="*/ 46 w 50"/>
                  <a:gd name="T5" fmla="*/ 2 h 24"/>
                  <a:gd name="T6" fmla="*/ 31 w 50"/>
                  <a:gd name="T7" fmla="*/ 0 h 24"/>
                  <a:gd name="T8" fmla="*/ 16 w 50"/>
                  <a:gd name="T9" fmla="*/ 3 h 24"/>
                  <a:gd name="T10" fmla="*/ 11 w 50"/>
                  <a:gd name="T11" fmla="*/ 8 h 24"/>
                  <a:gd name="T12" fmla="*/ 13 w 50"/>
                  <a:gd name="T13" fmla="*/ 13 h 24"/>
                  <a:gd name="T14" fmla="*/ 18 w 50"/>
                  <a:gd name="T15" fmla="*/ 16 h 24"/>
                  <a:gd name="T16" fmla="*/ 19 w 50"/>
                  <a:gd name="T17" fmla="*/ 19 h 24"/>
                  <a:gd name="T18" fmla="*/ 19 w 50"/>
                  <a:gd name="T19" fmla="*/ 19 h 24"/>
                  <a:gd name="T20" fmla="*/ 28 w 50"/>
                  <a:gd name="T21" fmla="*/ 19 h 24"/>
                  <a:gd name="T22" fmla="*/ 36 w 50"/>
                  <a:gd name="T23" fmla="*/ 24 h 24"/>
                  <a:gd name="T24" fmla="*/ 44 w 50"/>
                  <a:gd name="T25" fmla="*/ 24 h 24"/>
                  <a:gd name="T26" fmla="*/ 44 w 50"/>
                  <a:gd name="T27" fmla="*/ 22 h 24"/>
                  <a:gd name="T28" fmla="*/ 46 w 50"/>
                  <a:gd name="T29" fmla="*/ 19 h 24"/>
                  <a:gd name="T30" fmla="*/ 44 w 50"/>
                  <a:gd name="T31" fmla="*/ 15 h 24"/>
                  <a:gd name="T32" fmla="*/ 44 w 50"/>
                  <a:gd name="T33" fmla="*/ 11 h 24"/>
                  <a:gd name="T34" fmla="*/ 47 w 50"/>
                  <a:gd name="T35" fmla="*/ 6 h 24"/>
                  <a:gd name="T36" fmla="*/ 4 w 50"/>
                  <a:gd name="T37" fmla="*/ 12 h 24"/>
                  <a:gd name="T38" fmla="*/ 1 w 50"/>
                  <a:gd name="T39" fmla="*/ 19 h 24"/>
                  <a:gd name="T40" fmla="*/ 10 w 50"/>
                  <a:gd name="T41" fmla="*/ 14 h 24"/>
                  <a:gd name="T42" fmla="*/ 4 w 50"/>
                  <a:gd name="T43" fmla="*/ 12 h 24"/>
                  <a:gd name="T44" fmla="*/ 8 w 50"/>
                  <a:gd name="T45" fmla="*/ 9 h 24"/>
                  <a:gd name="T46" fmla="*/ 3 w 50"/>
                  <a:gd name="T47" fmla="*/ 9 h 24"/>
                  <a:gd name="T48" fmla="*/ 8 w 50"/>
                  <a:gd name="T49"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24">
                    <a:moveTo>
                      <a:pt x="47" y="6"/>
                    </a:moveTo>
                    <a:cubicBezTo>
                      <a:pt x="48" y="4"/>
                      <a:pt x="50" y="4"/>
                      <a:pt x="48" y="1"/>
                    </a:cubicBezTo>
                    <a:cubicBezTo>
                      <a:pt x="48" y="1"/>
                      <a:pt x="47" y="2"/>
                      <a:pt x="46" y="2"/>
                    </a:cubicBezTo>
                    <a:cubicBezTo>
                      <a:pt x="43" y="3"/>
                      <a:pt x="35" y="0"/>
                      <a:pt x="31" y="0"/>
                    </a:cubicBezTo>
                    <a:cubicBezTo>
                      <a:pt x="27" y="1"/>
                      <a:pt x="18" y="1"/>
                      <a:pt x="16" y="3"/>
                    </a:cubicBezTo>
                    <a:cubicBezTo>
                      <a:pt x="14" y="6"/>
                      <a:pt x="9" y="6"/>
                      <a:pt x="11" y="8"/>
                    </a:cubicBezTo>
                    <a:cubicBezTo>
                      <a:pt x="14" y="10"/>
                      <a:pt x="11" y="11"/>
                      <a:pt x="13" y="13"/>
                    </a:cubicBezTo>
                    <a:cubicBezTo>
                      <a:pt x="15" y="15"/>
                      <a:pt x="16" y="16"/>
                      <a:pt x="18" y="16"/>
                    </a:cubicBezTo>
                    <a:cubicBezTo>
                      <a:pt x="20" y="15"/>
                      <a:pt x="22" y="17"/>
                      <a:pt x="19" y="19"/>
                    </a:cubicBezTo>
                    <a:cubicBezTo>
                      <a:pt x="19" y="19"/>
                      <a:pt x="19" y="19"/>
                      <a:pt x="19" y="19"/>
                    </a:cubicBezTo>
                    <a:cubicBezTo>
                      <a:pt x="23" y="19"/>
                      <a:pt x="27" y="19"/>
                      <a:pt x="28" y="19"/>
                    </a:cubicBezTo>
                    <a:cubicBezTo>
                      <a:pt x="29" y="20"/>
                      <a:pt x="35" y="24"/>
                      <a:pt x="36" y="24"/>
                    </a:cubicBezTo>
                    <a:cubicBezTo>
                      <a:pt x="37" y="24"/>
                      <a:pt x="41" y="24"/>
                      <a:pt x="44" y="24"/>
                    </a:cubicBezTo>
                    <a:cubicBezTo>
                      <a:pt x="43" y="23"/>
                      <a:pt x="43" y="23"/>
                      <a:pt x="44" y="22"/>
                    </a:cubicBezTo>
                    <a:cubicBezTo>
                      <a:pt x="45" y="21"/>
                      <a:pt x="47" y="21"/>
                      <a:pt x="46" y="19"/>
                    </a:cubicBezTo>
                    <a:cubicBezTo>
                      <a:pt x="45" y="18"/>
                      <a:pt x="45" y="17"/>
                      <a:pt x="44" y="15"/>
                    </a:cubicBezTo>
                    <a:cubicBezTo>
                      <a:pt x="44" y="13"/>
                      <a:pt x="44" y="12"/>
                      <a:pt x="44" y="11"/>
                    </a:cubicBezTo>
                    <a:cubicBezTo>
                      <a:pt x="44" y="9"/>
                      <a:pt x="45" y="9"/>
                      <a:pt x="47" y="6"/>
                    </a:cubicBezTo>
                    <a:close/>
                    <a:moveTo>
                      <a:pt x="4" y="12"/>
                    </a:moveTo>
                    <a:cubicBezTo>
                      <a:pt x="0" y="13"/>
                      <a:pt x="0" y="19"/>
                      <a:pt x="1" y="19"/>
                    </a:cubicBezTo>
                    <a:cubicBezTo>
                      <a:pt x="3" y="19"/>
                      <a:pt x="8" y="15"/>
                      <a:pt x="10" y="14"/>
                    </a:cubicBezTo>
                    <a:cubicBezTo>
                      <a:pt x="11" y="12"/>
                      <a:pt x="9" y="11"/>
                      <a:pt x="4" y="12"/>
                    </a:cubicBezTo>
                    <a:close/>
                    <a:moveTo>
                      <a:pt x="8" y="9"/>
                    </a:moveTo>
                    <a:cubicBezTo>
                      <a:pt x="9" y="7"/>
                      <a:pt x="1" y="8"/>
                      <a:pt x="3" y="9"/>
                    </a:cubicBezTo>
                    <a:cubicBezTo>
                      <a:pt x="4" y="11"/>
                      <a:pt x="7" y="11"/>
                      <a:pt x="8"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44">
                <a:extLst>
                  <a:ext uri="{FF2B5EF4-FFF2-40B4-BE49-F238E27FC236}">
                    <a16:creationId xmlns:a16="http://schemas.microsoft.com/office/drawing/2014/main" id="{FC2E7771-172F-47EC-81B7-E1345898E0F1}"/>
                  </a:ext>
                </a:extLst>
              </p:cNvPr>
              <p:cNvSpPr>
                <a:spLocks/>
              </p:cNvSpPr>
              <p:nvPr/>
            </p:nvSpPr>
            <p:spPr bwMode="auto">
              <a:xfrm>
                <a:off x="5538294" y="3994439"/>
                <a:ext cx="148058" cy="181935"/>
              </a:xfrm>
              <a:custGeom>
                <a:avLst/>
                <a:gdLst>
                  <a:gd name="T0" fmla="*/ 57 w 64"/>
                  <a:gd name="T1" fmla="*/ 18 h 79"/>
                  <a:gd name="T2" fmla="*/ 61 w 64"/>
                  <a:gd name="T3" fmla="*/ 12 h 79"/>
                  <a:gd name="T4" fmla="*/ 64 w 64"/>
                  <a:gd name="T5" fmla="*/ 7 h 79"/>
                  <a:gd name="T6" fmla="*/ 60 w 64"/>
                  <a:gd name="T7" fmla="*/ 8 h 79"/>
                  <a:gd name="T8" fmla="*/ 56 w 64"/>
                  <a:gd name="T9" fmla="*/ 6 h 79"/>
                  <a:gd name="T10" fmla="*/ 50 w 64"/>
                  <a:gd name="T11" fmla="*/ 8 h 79"/>
                  <a:gd name="T12" fmla="*/ 44 w 64"/>
                  <a:gd name="T13" fmla="*/ 12 h 79"/>
                  <a:gd name="T14" fmla="*/ 35 w 64"/>
                  <a:gd name="T15" fmla="*/ 10 h 79"/>
                  <a:gd name="T16" fmla="*/ 26 w 64"/>
                  <a:gd name="T17" fmla="*/ 5 h 79"/>
                  <a:gd name="T18" fmla="*/ 17 w 64"/>
                  <a:gd name="T19" fmla="*/ 3 h 79"/>
                  <a:gd name="T20" fmla="*/ 13 w 64"/>
                  <a:gd name="T21" fmla="*/ 1 h 79"/>
                  <a:gd name="T22" fmla="*/ 8 w 64"/>
                  <a:gd name="T23" fmla="*/ 1 h 79"/>
                  <a:gd name="T24" fmla="*/ 2 w 64"/>
                  <a:gd name="T25" fmla="*/ 5 h 79"/>
                  <a:gd name="T26" fmla="*/ 1 w 64"/>
                  <a:gd name="T27" fmla="*/ 6 h 79"/>
                  <a:gd name="T28" fmla="*/ 4 w 64"/>
                  <a:gd name="T29" fmla="*/ 10 h 79"/>
                  <a:gd name="T30" fmla="*/ 5 w 64"/>
                  <a:gd name="T31" fmla="*/ 15 h 79"/>
                  <a:gd name="T32" fmla="*/ 8 w 64"/>
                  <a:gd name="T33" fmla="*/ 18 h 79"/>
                  <a:gd name="T34" fmla="*/ 8 w 64"/>
                  <a:gd name="T35" fmla="*/ 25 h 79"/>
                  <a:gd name="T36" fmla="*/ 3 w 64"/>
                  <a:gd name="T37" fmla="*/ 34 h 79"/>
                  <a:gd name="T38" fmla="*/ 0 w 64"/>
                  <a:gd name="T39" fmla="*/ 39 h 79"/>
                  <a:gd name="T40" fmla="*/ 5 w 64"/>
                  <a:gd name="T41" fmla="*/ 42 h 79"/>
                  <a:gd name="T42" fmla="*/ 0 w 64"/>
                  <a:gd name="T43" fmla="*/ 47 h 79"/>
                  <a:gd name="T44" fmla="*/ 0 w 64"/>
                  <a:gd name="T45" fmla="*/ 48 h 79"/>
                  <a:gd name="T46" fmla="*/ 30 w 64"/>
                  <a:gd name="T47" fmla="*/ 64 h 79"/>
                  <a:gd name="T48" fmla="*/ 30 w 64"/>
                  <a:gd name="T49" fmla="*/ 69 h 79"/>
                  <a:gd name="T50" fmla="*/ 43 w 64"/>
                  <a:gd name="T51" fmla="*/ 79 h 79"/>
                  <a:gd name="T52" fmla="*/ 51 w 64"/>
                  <a:gd name="T53" fmla="*/ 61 h 79"/>
                  <a:gd name="T54" fmla="*/ 56 w 64"/>
                  <a:gd name="T55" fmla="*/ 57 h 79"/>
                  <a:gd name="T56" fmla="*/ 61 w 64"/>
                  <a:gd name="T57" fmla="*/ 54 h 79"/>
                  <a:gd name="T58" fmla="*/ 61 w 64"/>
                  <a:gd name="T59" fmla="*/ 53 h 79"/>
                  <a:gd name="T60" fmla="*/ 57 w 64"/>
                  <a:gd name="T61" fmla="*/ 47 h 79"/>
                  <a:gd name="T62" fmla="*/ 57 w 64"/>
                  <a:gd name="T63" fmla="*/ 18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4" h="79">
                    <a:moveTo>
                      <a:pt x="57" y="18"/>
                    </a:moveTo>
                    <a:cubicBezTo>
                      <a:pt x="61" y="12"/>
                      <a:pt x="61" y="12"/>
                      <a:pt x="61" y="12"/>
                    </a:cubicBezTo>
                    <a:cubicBezTo>
                      <a:pt x="64" y="7"/>
                      <a:pt x="64" y="7"/>
                      <a:pt x="64" y="7"/>
                    </a:cubicBezTo>
                    <a:cubicBezTo>
                      <a:pt x="63" y="7"/>
                      <a:pt x="61" y="8"/>
                      <a:pt x="60" y="8"/>
                    </a:cubicBezTo>
                    <a:cubicBezTo>
                      <a:pt x="59" y="9"/>
                      <a:pt x="57" y="8"/>
                      <a:pt x="56" y="6"/>
                    </a:cubicBezTo>
                    <a:cubicBezTo>
                      <a:pt x="56" y="5"/>
                      <a:pt x="52" y="6"/>
                      <a:pt x="50" y="8"/>
                    </a:cubicBezTo>
                    <a:cubicBezTo>
                      <a:pt x="47" y="9"/>
                      <a:pt x="45" y="13"/>
                      <a:pt x="44" y="12"/>
                    </a:cubicBezTo>
                    <a:cubicBezTo>
                      <a:pt x="43" y="11"/>
                      <a:pt x="37" y="10"/>
                      <a:pt x="35" y="10"/>
                    </a:cubicBezTo>
                    <a:cubicBezTo>
                      <a:pt x="33" y="10"/>
                      <a:pt x="27" y="7"/>
                      <a:pt x="26" y="5"/>
                    </a:cubicBezTo>
                    <a:cubicBezTo>
                      <a:pt x="24" y="3"/>
                      <a:pt x="19" y="4"/>
                      <a:pt x="17" y="3"/>
                    </a:cubicBezTo>
                    <a:cubicBezTo>
                      <a:pt x="16" y="3"/>
                      <a:pt x="14" y="2"/>
                      <a:pt x="13" y="1"/>
                    </a:cubicBezTo>
                    <a:cubicBezTo>
                      <a:pt x="12" y="0"/>
                      <a:pt x="10" y="0"/>
                      <a:pt x="8" y="1"/>
                    </a:cubicBezTo>
                    <a:cubicBezTo>
                      <a:pt x="6" y="1"/>
                      <a:pt x="2" y="3"/>
                      <a:pt x="2" y="5"/>
                    </a:cubicBezTo>
                    <a:cubicBezTo>
                      <a:pt x="1" y="5"/>
                      <a:pt x="1" y="6"/>
                      <a:pt x="1" y="6"/>
                    </a:cubicBezTo>
                    <a:cubicBezTo>
                      <a:pt x="4" y="10"/>
                      <a:pt x="4" y="10"/>
                      <a:pt x="4" y="10"/>
                    </a:cubicBezTo>
                    <a:cubicBezTo>
                      <a:pt x="5" y="15"/>
                      <a:pt x="5" y="15"/>
                      <a:pt x="5" y="15"/>
                    </a:cubicBezTo>
                    <a:cubicBezTo>
                      <a:pt x="8" y="18"/>
                      <a:pt x="8" y="18"/>
                      <a:pt x="8" y="18"/>
                    </a:cubicBezTo>
                    <a:cubicBezTo>
                      <a:pt x="8" y="18"/>
                      <a:pt x="8" y="21"/>
                      <a:pt x="8" y="25"/>
                    </a:cubicBezTo>
                    <a:cubicBezTo>
                      <a:pt x="7" y="28"/>
                      <a:pt x="5" y="32"/>
                      <a:pt x="3" y="34"/>
                    </a:cubicBezTo>
                    <a:cubicBezTo>
                      <a:pt x="2" y="35"/>
                      <a:pt x="1" y="37"/>
                      <a:pt x="0" y="39"/>
                    </a:cubicBezTo>
                    <a:cubicBezTo>
                      <a:pt x="3" y="40"/>
                      <a:pt x="6" y="41"/>
                      <a:pt x="5" y="42"/>
                    </a:cubicBezTo>
                    <a:cubicBezTo>
                      <a:pt x="5" y="44"/>
                      <a:pt x="0" y="43"/>
                      <a:pt x="0" y="47"/>
                    </a:cubicBezTo>
                    <a:cubicBezTo>
                      <a:pt x="0" y="48"/>
                      <a:pt x="0" y="48"/>
                      <a:pt x="0" y="48"/>
                    </a:cubicBezTo>
                    <a:cubicBezTo>
                      <a:pt x="30" y="64"/>
                      <a:pt x="30" y="64"/>
                      <a:pt x="30" y="64"/>
                    </a:cubicBezTo>
                    <a:cubicBezTo>
                      <a:pt x="30" y="69"/>
                      <a:pt x="30" y="69"/>
                      <a:pt x="30" y="69"/>
                    </a:cubicBezTo>
                    <a:cubicBezTo>
                      <a:pt x="30" y="69"/>
                      <a:pt x="37" y="74"/>
                      <a:pt x="43" y="79"/>
                    </a:cubicBezTo>
                    <a:cubicBezTo>
                      <a:pt x="46" y="71"/>
                      <a:pt x="50" y="63"/>
                      <a:pt x="51" y="61"/>
                    </a:cubicBezTo>
                    <a:cubicBezTo>
                      <a:pt x="53" y="59"/>
                      <a:pt x="55" y="59"/>
                      <a:pt x="56" y="57"/>
                    </a:cubicBezTo>
                    <a:cubicBezTo>
                      <a:pt x="58" y="55"/>
                      <a:pt x="58" y="58"/>
                      <a:pt x="61" y="54"/>
                    </a:cubicBezTo>
                    <a:cubicBezTo>
                      <a:pt x="61" y="54"/>
                      <a:pt x="61" y="54"/>
                      <a:pt x="61" y="53"/>
                    </a:cubicBezTo>
                    <a:cubicBezTo>
                      <a:pt x="57" y="47"/>
                      <a:pt x="57" y="47"/>
                      <a:pt x="57" y="47"/>
                    </a:cubicBezTo>
                    <a:lnTo>
                      <a:pt x="57" y="1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45">
                <a:extLst>
                  <a:ext uri="{FF2B5EF4-FFF2-40B4-BE49-F238E27FC236}">
                    <a16:creationId xmlns:a16="http://schemas.microsoft.com/office/drawing/2014/main" id="{1EEB1439-ED07-492A-9E07-93EF6145FEEA}"/>
                  </a:ext>
                </a:extLst>
              </p:cNvPr>
              <p:cNvSpPr>
                <a:spLocks/>
              </p:cNvSpPr>
              <p:nvPr/>
            </p:nvSpPr>
            <p:spPr bwMode="auto">
              <a:xfrm>
                <a:off x="5455482" y="4008241"/>
                <a:ext cx="101633" cy="105397"/>
              </a:xfrm>
              <a:custGeom>
                <a:avLst/>
                <a:gdLst>
                  <a:gd name="T0" fmla="*/ 41 w 44"/>
                  <a:gd name="T1" fmla="*/ 9 h 46"/>
                  <a:gd name="T2" fmla="*/ 40 w 44"/>
                  <a:gd name="T3" fmla="*/ 4 h 46"/>
                  <a:gd name="T4" fmla="*/ 37 w 44"/>
                  <a:gd name="T5" fmla="*/ 0 h 46"/>
                  <a:gd name="T6" fmla="*/ 34 w 44"/>
                  <a:gd name="T7" fmla="*/ 3 h 46"/>
                  <a:gd name="T8" fmla="*/ 29 w 44"/>
                  <a:gd name="T9" fmla="*/ 3 h 46"/>
                  <a:gd name="T10" fmla="*/ 23 w 44"/>
                  <a:gd name="T11" fmla="*/ 5 h 46"/>
                  <a:gd name="T12" fmla="*/ 18 w 44"/>
                  <a:gd name="T13" fmla="*/ 3 h 46"/>
                  <a:gd name="T14" fmla="*/ 12 w 44"/>
                  <a:gd name="T15" fmla="*/ 5 h 46"/>
                  <a:gd name="T16" fmla="*/ 11 w 44"/>
                  <a:gd name="T17" fmla="*/ 12 h 46"/>
                  <a:gd name="T18" fmla="*/ 14 w 44"/>
                  <a:gd name="T19" fmla="*/ 16 h 46"/>
                  <a:gd name="T20" fmla="*/ 11 w 44"/>
                  <a:gd name="T21" fmla="*/ 20 h 46"/>
                  <a:gd name="T22" fmla="*/ 8 w 44"/>
                  <a:gd name="T23" fmla="*/ 22 h 46"/>
                  <a:gd name="T24" fmla="*/ 5 w 44"/>
                  <a:gd name="T25" fmla="*/ 27 h 46"/>
                  <a:gd name="T26" fmla="*/ 3 w 44"/>
                  <a:gd name="T27" fmla="*/ 33 h 46"/>
                  <a:gd name="T28" fmla="*/ 2 w 44"/>
                  <a:gd name="T29" fmla="*/ 40 h 46"/>
                  <a:gd name="T30" fmla="*/ 0 w 44"/>
                  <a:gd name="T31" fmla="*/ 45 h 46"/>
                  <a:gd name="T32" fmla="*/ 4 w 44"/>
                  <a:gd name="T33" fmla="*/ 45 h 46"/>
                  <a:gd name="T34" fmla="*/ 13 w 44"/>
                  <a:gd name="T35" fmla="*/ 42 h 46"/>
                  <a:gd name="T36" fmla="*/ 19 w 44"/>
                  <a:gd name="T37" fmla="*/ 42 h 46"/>
                  <a:gd name="T38" fmla="*/ 25 w 44"/>
                  <a:gd name="T39" fmla="*/ 33 h 46"/>
                  <a:gd name="T40" fmla="*/ 36 w 44"/>
                  <a:gd name="T41" fmla="*/ 33 h 46"/>
                  <a:gd name="T42" fmla="*/ 39 w 44"/>
                  <a:gd name="T43" fmla="*/ 28 h 46"/>
                  <a:gd name="T44" fmla="*/ 44 w 44"/>
                  <a:gd name="T45" fmla="*/ 19 h 46"/>
                  <a:gd name="T46" fmla="*/ 44 w 44"/>
                  <a:gd name="T47" fmla="*/ 12 h 46"/>
                  <a:gd name="T48" fmla="*/ 41 w 44"/>
                  <a:gd name="T49"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 h="46">
                    <a:moveTo>
                      <a:pt x="41" y="9"/>
                    </a:moveTo>
                    <a:cubicBezTo>
                      <a:pt x="40" y="4"/>
                      <a:pt x="40" y="4"/>
                      <a:pt x="40" y="4"/>
                    </a:cubicBezTo>
                    <a:cubicBezTo>
                      <a:pt x="37" y="0"/>
                      <a:pt x="37" y="0"/>
                      <a:pt x="37" y="0"/>
                    </a:cubicBezTo>
                    <a:cubicBezTo>
                      <a:pt x="35" y="1"/>
                      <a:pt x="34" y="2"/>
                      <a:pt x="34" y="3"/>
                    </a:cubicBezTo>
                    <a:cubicBezTo>
                      <a:pt x="34" y="4"/>
                      <a:pt x="30" y="4"/>
                      <a:pt x="29" y="3"/>
                    </a:cubicBezTo>
                    <a:cubicBezTo>
                      <a:pt x="27" y="2"/>
                      <a:pt x="24" y="4"/>
                      <a:pt x="23" y="5"/>
                    </a:cubicBezTo>
                    <a:cubicBezTo>
                      <a:pt x="22" y="6"/>
                      <a:pt x="20" y="3"/>
                      <a:pt x="18" y="3"/>
                    </a:cubicBezTo>
                    <a:cubicBezTo>
                      <a:pt x="16" y="3"/>
                      <a:pt x="12" y="5"/>
                      <a:pt x="12" y="5"/>
                    </a:cubicBezTo>
                    <a:cubicBezTo>
                      <a:pt x="12" y="5"/>
                      <a:pt x="11" y="10"/>
                      <a:pt x="11" y="12"/>
                    </a:cubicBezTo>
                    <a:cubicBezTo>
                      <a:pt x="11" y="14"/>
                      <a:pt x="14" y="14"/>
                      <a:pt x="14" y="16"/>
                    </a:cubicBezTo>
                    <a:cubicBezTo>
                      <a:pt x="14" y="18"/>
                      <a:pt x="12" y="19"/>
                      <a:pt x="11" y="20"/>
                    </a:cubicBezTo>
                    <a:cubicBezTo>
                      <a:pt x="11" y="21"/>
                      <a:pt x="10" y="22"/>
                      <a:pt x="8" y="22"/>
                    </a:cubicBezTo>
                    <a:cubicBezTo>
                      <a:pt x="6" y="23"/>
                      <a:pt x="6" y="26"/>
                      <a:pt x="5" y="27"/>
                    </a:cubicBezTo>
                    <a:cubicBezTo>
                      <a:pt x="4" y="28"/>
                      <a:pt x="4" y="31"/>
                      <a:pt x="3" y="33"/>
                    </a:cubicBezTo>
                    <a:cubicBezTo>
                      <a:pt x="2" y="35"/>
                      <a:pt x="2" y="37"/>
                      <a:pt x="2" y="40"/>
                    </a:cubicBezTo>
                    <a:cubicBezTo>
                      <a:pt x="2" y="41"/>
                      <a:pt x="1" y="44"/>
                      <a:pt x="0" y="45"/>
                    </a:cubicBezTo>
                    <a:cubicBezTo>
                      <a:pt x="3" y="46"/>
                      <a:pt x="3" y="45"/>
                      <a:pt x="4" y="45"/>
                    </a:cubicBezTo>
                    <a:cubicBezTo>
                      <a:pt x="6" y="44"/>
                      <a:pt x="13" y="42"/>
                      <a:pt x="13" y="42"/>
                    </a:cubicBezTo>
                    <a:cubicBezTo>
                      <a:pt x="19" y="42"/>
                      <a:pt x="19" y="42"/>
                      <a:pt x="19" y="42"/>
                    </a:cubicBezTo>
                    <a:cubicBezTo>
                      <a:pt x="21" y="37"/>
                      <a:pt x="23" y="34"/>
                      <a:pt x="25" y="33"/>
                    </a:cubicBezTo>
                    <a:cubicBezTo>
                      <a:pt x="29" y="32"/>
                      <a:pt x="33" y="32"/>
                      <a:pt x="36" y="33"/>
                    </a:cubicBezTo>
                    <a:cubicBezTo>
                      <a:pt x="37" y="31"/>
                      <a:pt x="38" y="29"/>
                      <a:pt x="39" y="28"/>
                    </a:cubicBezTo>
                    <a:cubicBezTo>
                      <a:pt x="41" y="26"/>
                      <a:pt x="43" y="22"/>
                      <a:pt x="44" y="19"/>
                    </a:cubicBezTo>
                    <a:cubicBezTo>
                      <a:pt x="44" y="15"/>
                      <a:pt x="44" y="12"/>
                      <a:pt x="44" y="12"/>
                    </a:cubicBezTo>
                    <a:lnTo>
                      <a:pt x="41" y="9"/>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46">
                <a:extLst>
                  <a:ext uri="{FF2B5EF4-FFF2-40B4-BE49-F238E27FC236}">
                    <a16:creationId xmlns:a16="http://schemas.microsoft.com/office/drawing/2014/main" id="{193023EF-5A34-4EE1-98D9-8C3B61A0CEC2}"/>
                  </a:ext>
                </a:extLst>
              </p:cNvPr>
              <p:cNvSpPr>
                <a:spLocks/>
              </p:cNvSpPr>
              <p:nvPr/>
            </p:nvSpPr>
            <p:spPr bwMode="auto">
              <a:xfrm>
                <a:off x="5956118" y="3173848"/>
                <a:ext cx="326229" cy="190718"/>
              </a:xfrm>
              <a:custGeom>
                <a:avLst/>
                <a:gdLst>
                  <a:gd name="T0" fmla="*/ 138 w 142"/>
                  <a:gd name="T1" fmla="*/ 46 h 83"/>
                  <a:gd name="T2" fmla="*/ 127 w 142"/>
                  <a:gd name="T3" fmla="*/ 41 h 83"/>
                  <a:gd name="T4" fmla="*/ 121 w 142"/>
                  <a:gd name="T5" fmla="*/ 41 h 83"/>
                  <a:gd name="T6" fmla="*/ 113 w 142"/>
                  <a:gd name="T7" fmla="*/ 39 h 83"/>
                  <a:gd name="T8" fmla="*/ 105 w 142"/>
                  <a:gd name="T9" fmla="*/ 46 h 83"/>
                  <a:gd name="T10" fmla="*/ 101 w 142"/>
                  <a:gd name="T11" fmla="*/ 47 h 83"/>
                  <a:gd name="T12" fmla="*/ 95 w 142"/>
                  <a:gd name="T13" fmla="*/ 43 h 83"/>
                  <a:gd name="T14" fmla="*/ 88 w 142"/>
                  <a:gd name="T15" fmla="*/ 41 h 83"/>
                  <a:gd name="T16" fmla="*/ 83 w 142"/>
                  <a:gd name="T17" fmla="*/ 33 h 83"/>
                  <a:gd name="T18" fmla="*/ 81 w 142"/>
                  <a:gd name="T19" fmla="*/ 25 h 83"/>
                  <a:gd name="T20" fmla="*/ 75 w 142"/>
                  <a:gd name="T21" fmla="*/ 20 h 83"/>
                  <a:gd name="T22" fmla="*/ 59 w 142"/>
                  <a:gd name="T23" fmla="*/ 20 h 83"/>
                  <a:gd name="T24" fmla="*/ 48 w 142"/>
                  <a:gd name="T25" fmla="*/ 20 h 83"/>
                  <a:gd name="T26" fmla="*/ 39 w 142"/>
                  <a:gd name="T27" fmla="*/ 10 h 83"/>
                  <a:gd name="T28" fmla="*/ 37 w 142"/>
                  <a:gd name="T29" fmla="*/ 13 h 83"/>
                  <a:gd name="T30" fmla="*/ 27 w 142"/>
                  <a:gd name="T31" fmla="*/ 12 h 83"/>
                  <a:gd name="T32" fmla="*/ 26 w 142"/>
                  <a:gd name="T33" fmla="*/ 0 h 83"/>
                  <a:gd name="T34" fmla="*/ 22 w 142"/>
                  <a:gd name="T35" fmla="*/ 12 h 83"/>
                  <a:gd name="T36" fmla="*/ 21 w 142"/>
                  <a:gd name="T37" fmla="*/ 0 h 83"/>
                  <a:gd name="T38" fmla="*/ 1 w 142"/>
                  <a:gd name="T39" fmla="*/ 5 h 83"/>
                  <a:gd name="T40" fmla="*/ 0 w 142"/>
                  <a:gd name="T41" fmla="*/ 41 h 83"/>
                  <a:gd name="T42" fmla="*/ 0 w 142"/>
                  <a:gd name="T43" fmla="*/ 41 h 83"/>
                  <a:gd name="T44" fmla="*/ 6 w 142"/>
                  <a:gd name="T45" fmla="*/ 42 h 83"/>
                  <a:gd name="T46" fmla="*/ 8 w 142"/>
                  <a:gd name="T47" fmla="*/ 38 h 83"/>
                  <a:gd name="T48" fmla="*/ 14 w 142"/>
                  <a:gd name="T49" fmla="*/ 34 h 83"/>
                  <a:gd name="T50" fmla="*/ 17 w 142"/>
                  <a:gd name="T51" fmla="*/ 31 h 83"/>
                  <a:gd name="T52" fmla="*/ 20 w 142"/>
                  <a:gd name="T53" fmla="*/ 29 h 83"/>
                  <a:gd name="T54" fmla="*/ 26 w 142"/>
                  <a:gd name="T55" fmla="*/ 31 h 83"/>
                  <a:gd name="T56" fmla="*/ 32 w 142"/>
                  <a:gd name="T57" fmla="*/ 33 h 83"/>
                  <a:gd name="T58" fmla="*/ 35 w 142"/>
                  <a:gd name="T59" fmla="*/ 41 h 83"/>
                  <a:gd name="T60" fmla="*/ 47 w 142"/>
                  <a:gd name="T61" fmla="*/ 43 h 83"/>
                  <a:gd name="T62" fmla="*/ 50 w 142"/>
                  <a:gd name="T63" fmla="*/ 48 h 83"/>
                  <a:gd name="T64" fmla="*/ 54 w 142"/>
                  <a:gd name="T65" fmla="*/ 55 h 83"/>
                  <a:gd name="T66" fmla="*/ 62 w 142"/>
                  <a:gd name="T67" fmla="*/ 60 h 83"/>
                  <a:gd name="T68" fmla="*/ 71 w 142"/>
                  <a:gd name="T69" fmla="*/ 66 h 83"/>
                  <a:gd name="T70" fmla="*/ 80 w 142"/>
                  <a:gd name="T71" fmla="*/ 71 h 83"/>
                  <a:gd name="T72" fmla="*/ 87 w 142"/>
                  <a:gd name="T73" fmla="*/ 74 h 83"/>
                  <a:gd name="T74" fmla="*/ 87 w 142"/>
                  <a:gd name="T75" fmla="*/ 79 h 83"/>
                  <a:gd name="T76" fmla="*/ 88 w 142"/>
                  <a:gd name="T77" fmla="*/ 79 h 83"/>
                  <a:gd name="T78" fmla="*/ 95 w 142"/>
                  <a:gd name="T79" fmla="*/ 81 h 83"/>
                  <a:gd name="T80" fmla="*/ 98 w 142"/>
                  <a:gd name="T81" fmla="*/ 83 h 83"/>
                  <a:gd name="T82" fmla="*/ 101 w 142"/>
                  <a:gd name="T83" fmla="*/ 74 h 83"/>
                  <a:gd name="T84" fmla="*/ 100 w 142"/>
                  <a:gd name="T85" fmla="*/ 67 h 83"/>
                  <a:gd name="T86" fmla="*/ 95 w 142"/>
                  <a:gd name="T87" fmla="*/ 61 h 83"/>
                  <a:gd name="T88" fmla="*/ 103 w 142"/>
                  <a:gd name="T89" fmla="*/ 58 h 83"/>
                  <a:gd name="T90" fmla="*/ 105 w 142"/>
                  <a:gd name="T91" fmla="*/ 54 h 83"/>
                  <a:gd name="T92" fmla="*/ 109 w 142"/>
                  <a:gd name="T93" fmla="*/ 49 h 83"/>
                  <a:gd name="T94" fmla="*/ 115 w 142"/>
                  <a:gd name="T95" fmla="*/ 48 h 83"/>
                  <a:gd name="T96" fmla="*/ 121 w 142"/>
                  <a:gd name="T97" fmla="*/ 47 h 83"/>
                  <a:gd name="T98" fmla="*/ 118 w 142"/>
                  <a:gd name="T99" fmla="*/ 53 h 83"/>
                  <a:gd name="T100" fmla="*/ 127 w 142"/>
                  <a:gd name="T101" fmla="*/ 52 h 83"/>
                  <a:gd name="T102" fmla="*/ 135 w 142"/>
                  <a:gd name="T103" fmla="*/ 50 h 83"/>
                  <a:gd name="T104" fmla="*/ 138 w 142"/>
                  <a:gd name="T105" fmla="*/ 4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2" h="83">
                    <a:moveTo>
                      <a:pt x="138" y="46"/>
                    </a:moveTo>
                    <a:cubicBezTo>
                      <a:pt x="135" y="43"/>
                      <a:pt x="128" y="39"/>
                      <a:pt x="127" y="41"/>
                    </a:cubicBezTo>
                    <a:cubicBezTo>
                      <a:pt x="127" y="43"/>
                      <a:pt x="123" y="43"/>
                      <a:pt x="121" y="41"/>
                    </a:cubicBezTo>
                    <a:cubicBezTo>
                      <a:pt x="119" y="40"/>
                      <a:pt x="118" y="37"/>
                      <a:pt x="113" y="39"/>
                    </a:cubicBezTo>
                    <a:cubicBezTo>
                      <a:pt x="109" y="41"/>
                      <a:pt x="105" y="44"/>
                      <a:pt x="105" y="46"/>
                    </a:cubicBezTo>
                    <a:cubicBezTo>
                      <a:pt x="105" y="47"/>
                      <a:pt x="102" y="49"/>
                      <a:pt x="101" y="47"/>
                    </a:cubicBezTo>
                    <a:cubicBezTo>
                      <a:pt x="101" y="44"/>
                      <a:pt x="97" y="43"/>
                      <a:pt x="95" y="43"/>
                    </a:cubicBezTo>
                    <a:cubicBezTo>
                      <a:pt x="92" y="42"/>
                      <a:pt x="88" y="43"/>
                      <a:pt x="88" y="41"/>
                    </a:cubicBezTo>
                    <a:cubicBezTo>
                      <a:pt x="87" y="38"/>
                      <a:pt x="84" y="35"/>
                      <a:pt x="83" y="33"/>
                    </a:cubicBezTo>
                    <a:cubicBezTo>
                      <a:pt x="83" y="30"/>
                      <a:pt x="84" y="26"/>
                      <a:pt x="81" y="25"/>
                    </a:cubicBezTo>
                    <a:cubicBezTo>
                      <a:pt x="79" y="24"/>
                      <a:pt x="77" y="20"/>
                      <a:pt x="75" y="20"/>
                    </a:cubicBezTo>
                    <a:cubicBezTo>
                      <a:pt x="73" y="20"/>
                      <a:pt x="60" y="20"/>
                      <a:pt x="59" y="20"/>
                    </a:cubicBezTo>
                    <a:cubicBezTo>
                      <a:pt x="57" y="19"/>
                      <a:pt x="49" y="22"/>
                      <a:pt x="48" y="20"/>
                    </a:cubicBezTo>
                    <a:cubicBezTo>
                      <a:pt x="48" y="19"/>
                      <a:pt x="42" y="13"/>
                      <a:pt x="39" y="10"/>
                    </a:cubicBezTo>
                    <a:cubicBezTo>
                      <a:pt x="39" y="11"/>
                      <a:pt x="38" y="12"/>
                      <a:pt x="37" y="13"/>
                    </a:cubicBezTo>
                    <a:cubicBezTo>
                      <a:pt x="31" y="18"/>
                      <a:pt x="25" y="17"/>
                      <a:pt x="27" y="12"/>
                    </a:cubicBezTo>
                    <a:cubicBezTo>
                      <a:pt x="29" y="6"/>
                      <a:pt x="29" y="0"/>
                      <a:pt x="26" y="0"/>
                    </a:cubicBezTo>
                    <a:cubicBezTo>
                      <a:pt x="23" y="0"/>
                      <a:pt x="25" y="11"/>
                      <a:pt x="22" y="12"/>
                    </a:cubicBezTo>
                    <a:cubicBezTo>
                      <a:pt x="20" y="13"/>
                      <a:pt x="20" y="4"/>
                      <a:pt x="21" y="0"/>
                    </a:cubicBezTo>
                    <a:cubicBezTo>
                      <a:pt x="1" y="5"/>
                      <a:pt x="1" y="5"/>
                      <a:pt x="1" y="5"/>
                    </a:cubicBezTo>
                    <a:cubicBezTo>
                      <a:pt x="0" y="41"/>
                      <a:pt x="0" y="41"/>
                      <a:pt x="0" y="41"/>
                    </a:cubicBezTo>
                    <a:cubicBezTo>
                      <a:pt x="0" y="41"/>
                      <a:pt x="0" y="41"/>
                      <a:pt x="0" y="41"/>
                    </a:cubicBezTo>
                    <a:cubicBezTo>
                      <a:pt x="2" y="42"/>
                      <a:pt x="4" y="42"/>
                      <a:pt x="6" y="42"/>
                    </a:cubicBezTo>
                    <a:cubicBezTo>
                      <a:pt x="9" y="42"/>
                      <a:pt x="8" y="40"/>
                      <a:pt x="8" y="38"/>
                    </a:cubicBezTo>
                    <a:cubicBezTo>
                      <a:pt x="8" y="36"/>
                      <a:pt x="12" y="34"/>
                      <a:pt x="14" y="34"/>
                    </a:cubicBezTo>
                    <a:cubicBezTo>
                      <a:pt x="17" y="34"/>
                      <a:pt x="16" y="31"/>
                      <a:pt x="17" y="31"/>
                    </a:cubicBezTo>
                    <a:cubicBezTo>
                      <a:pt x="18" y="31"/>
                      <a:pt x="20" y="30"/>
                      <a:pt x="20" y="29"/>
                    </a:cubicBezTo>
                    <a:cubicBezTo>
                      <a:pt x="21" y="28"/>
                      <a:pt x="25" y="29"/>
                      <a:pt x="26" y="31"/>
                    </a:cubicBezTo>
                    <a:cubicBezTo>
                      <a:pt x="27" y="32"/>
                      <a:pt x="30" y="32"/>
                      <a:pt x="32" y="33"/>
                    </a:cubicBezTo>
                    <a:cubicBezTo>
                      <a:pt x="34" y="33"/>
                      <a:pt x="35" y="40"/>
                      <a:pt x="35" y="41"/>
                    </a:cubicBezTo>
                    <a:cubicBezTo>
                      <a:pt x="35" y="43"/>
                      <a:pt x="45" y="42"/>
                      <a:pt x="47" y="43"/>
                    </a:cubicBezTo>
                    <a:cubicBezTo>
                      <a:pt x="49" y="43"/>
                      <a:pt x="49" y="46"/>
                      <a:pt x="50" y="48"/>
                    </a:cubicBezTo>
                    <a:cubicBezTo>
                      <a:pt x="52" y="50"/>
                      <a:pt x="53" y="53"/>
                      <a:pt x="54" y="55"/>
                    </a:cubicBezTo>
                    <a:cubicBezTo>
                      <a:pt x="55" y="56"/>
                      <a:pt x="61" y="58"/>
                      <a:pt x="62" y="60"/>
                    </a:cubicBezTo>
                    <a:cubicBezTo>
                      <a:pt x="63" y="63"/>
                      <a:pt x="68" y="65"/>
                      <a:pt x="71" y="66"/>
                    </a:cubicBezTo>
                    <a:cubicBezTo>
                      <a:pt x="75" y="67"/>
                      <a:pt x="78" y="72"/>
                      <a:pt x="80" y="71"/>
                    </a:cubicBezTo>
                    <a:cubicBezTo>
                      <a:pt x="81" y="71"/>
                      <a:pt x="87" y="74"/>
                      <a:pt x="87" y="74"/>
                    </a:cubicBezTo>
                    <a:cubicBezTo>
                      <a:pt x="87" y="79"/>
                      <a:pt x="87" y="79"/>
                      <a:pt x="87" y="79"/>
                    </a:cubicBezTo>
                    <a:cubicBezTo>
                      <a:pt x="88" y="79"/>
                      <a:pt x="88" y="79"/>
                      <a:pt x="88" y="79"/>
                    </a:cubicBezTo>
                    <a:cubicBezTo>
                      <a:pt x="91" y="78"/>
                      <a:pt x="92" y="81"/>
                      <a:pt x="95" y="81"/>
                    </a:cubicBezTo>
                    <a:cubicBezTo>
                      <a:pt x="96" y="81"/>
                      <a:pt x="97" y="82"/>
                      <a:pt x="98" y="83"/>
                    </a:cubicBezTo>
                    <a:cubicBezTo>
                      <a:pt x="98" y="78"/>
                      <a:pt x="99" y="76"/>
                      <a:pt x="101" y="74"/>
                    </a:cubicBezTo>
                    <a:cubicBezTo>
                      <a:pt x="103" y="73"/>
                      <a:pt x="100" y="70"/>
                      <a:pt x="100" y="67"/>
                    </a:cubicBezTo>
                    <a:cubicBezTo>
                      <a:pt x="101" y="65"/>
                      <a:pt x="95" y="63"/>
                      <a:pt x="95" y="61"/>
                    </a:cubicBezTo>
                    <a:cubicBezTo>
                      <a:pt x="96" y="59"/>
                      <a:pt x="101" y="59"/>
                      <a:pt x="103" y="58"/>
                    </a:cubicBezTo>
                    <a:cubicBezTo>
                      <a:pt x="105" y="57"/>
                      <a:pt x="103" y="54"/>
                      <a:pt x="105" y="54"/>
                    </a:cubicBezTo>
                    <a:cubicBezTo>
                      <a:pt x="108" y="54"/>
                      <a:pt x="109" y="51"/>
                      <a:pt x="109" y="49"/>
                    </a:cubicBezTo>
                    <a:cubicBezTo>
                      <a:pt x="110" y="47"/>
                      <a:pt x="114" y="49"/>
                      <a:pt x="115" y="48"/>
                    </a:cubicBezTo>
                    <a:cubicBezTo>
                      <a:pt x="117" y="46"/>
                      <a:pt x="120" y="45"/>
                      <a:pt x="121" y="47"/>
                    </a:cubicBezTo>
                    <a:cubicBezTo>
                      <a:pt x="121" y="48"/>
                      <a:pt x="119" y="52"/>
                      <a:pt x="118" y="53"/>
                    </a:cubicBezTo>
                    <a:cubicBezTo>
                      <a:pt x="121" y="53"/>
                      <a:pt x="126" y="53"/>
                      <a:pt x="127" y="52"/>
                    </a:cubicBezTo>
                    <a:cubicBezTo>
                      <a:pt x="129" y="50"/>
                      <a:pt x="133" y="54"/>
                      <a:pt x="135" y="50"/>
                    </a:cubicBezTo>
                    <a:cubicBezTo>
                      <a:pt x="137" y="47"/>
                      <a:pt x="142" y="49"/>
                      <a:pt x="138" y="4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47">
                <a:extLst>
                  <a:ext uri="{FF2B5EF4-FFF2-40B4-BE49-F238E27FC236}">
                    <a16:creationId xmlns:a16="http://schemas.microsoft.com/office/drawing/2014/main" id="{5C0B1A09-60E2-4736-B7C7-8BDE0C97268D}"/>
                  </a:ext>
                </a:extLst>
              </p:cNvPr>
              <p:cNvSpPr>
                <a:spLocks noEditPoints="1"/>
              </p:cNvSpPr>
              <p:nvPr/>
            </p:nvSpPr>
            <p:spPr bwMode="auto">
              <a:xfrm>
                <a:off x="5015074" y="2098549"/>
                <a:ext cx="479305" cy="759109"/>
              </a:xfrm>
              <a:custGeom>
                <a:avLst/>
                <a:gdLst>
                  <a:gd name="T0" fmla="*/ 197 w 208"/>
                  <a:gd name="T1" fmla="*/ 172 h 329"/>
                  <a:gd name="T2" fmla="*/ 197 w 208"/>
                  <a:gd name="T3" fmla="*/ 162 h 329"/>
                  <a:gd name="T4" fmla="*/ 186 w 208"/>
                  <a:gd name="T5" fmla="*/ 161 h 329"/>
                  <a:gd name="T6" fmla="*/ 173 w 208"/>
                  <a:gd name="T7" fmla="*/ 160 h 329"/>
                  <a:gd name="T8" fmla="*/ 167 w 208"/>
                  <a:gd name="T9" fmla="*/ 159 h 329"/>
                  <a:gd name="T10" fmla="*/ 154 w 208"/>
                  <a:gd name="T11" fmla="*/ 162 h 329"/>
                  <a:gd name="T12" fmla="*/ 144 w 208"/>
                  <a:gd name="T13" fmla="*/ 173 h 329"/>
                  <a:gd name="T14" fmla="*/ 144 w 208"/>
                  <a:gd name="T15" fmla="*/ 161 h 329"/>
                  <a:gd name="T16" fmla="*/ 130 w 208"/>
                  <a:gd name="T17" fmla="*/ 170 h 329"/>
                  <a:gd name="T18" fmla="*/ 124 w 208"/>
                  <a:gd name="T19" fmla="*/ 172 h 329"/>
                  <a:gd name="T20" fmla="*/ 118 w 208"/>
                  <a:gd name="T21" fmla="*/ 171 h 329"/>
                  <a:gd name="T22" fmla="*/ 106 w 208"/>
                  <a:gd name="T23" fmla="*/ 179 h 329"/>
                  <a:gd name="T24" fmla="*/ 99 w 208"/>
                  <a:gd name="T25" fmla="*/ 185 h 329"/>
                  <a:gd name="T26" fmla="*/ 92 w 208"/>
                  <a:gd name="T27" fmla="*/ 189 h 329"/>
                  <a:gd name="T28" fmla="*/ 79 w 208"/>
                  <a:gd name="T29" fmla="*/ 192 h 329"/>
                  <a:gd name="T30" fmla="*/ 75 w 208"/>
                  <a:gd name="T31" fmla="*/ 199 h 329"/>
                  <a:gd name="T32" fmla="*/ 92 w 208"/>
                  <a:gd name="T33" fmla="*/ 199 h 329"/>
                  <a:gd name="T34" fmla="*/ 79 w 208"/>
                  <a:gd name="T35" fmla="*/ 208 h 329"/>
                  <a:gd name="T36" fmla="*/ 61 w 208"/>
                  <a:gd name="T37" fmla="*/ 228 h 329"/>
                  <a:gd name="T38" fmla="*/ 50 w 208"/>
                  <a:gd name="T39" fmla="*/ 243 h 329"/>
                  <a:gd name="T40" fmla="*/ 39 w 208"/>
                  <a:gd name="T41" fmla="*/ 257 h 329"/>
                  <a:gd name="T42" fmla="*/ 26 w 208"/>
                  <a:gd name="T43" fmla="*/ 267 h 329"/>
                  <a:gd name="T44" fmla="*/ 11 w 208"/>
                  <a:gd name="T45" fmla="*/ 276 h 329"/>
                  <a:gd name="T46" fmla="*/ 4 w 208"/>
                  <a:gd name="T47" fmla="*/ 288 h 329"/>
                  <a:gd name="T48" fmla="*/ 1 w 208"/>
                  <a:gd name="T49" fmla="*/ 303 h 329"/>
                  <a:gd name="T50" fmla="*/ 9 w 208"/>
                  <a:gd name="T51" fmla="*/ 308 h 329"/>
                  <a:gd name="T52" fmla="*/ 7 w 208"/>
                  <a:gd name="T53" fmla="*/ 313 h 329"/>
                  <a:gd name="T54" fmla="*/ 14 w 208"/>
                  <a:gd name="T55" fmla="*/ 326 h 329"/>
                  <a:gd name="T56" fmla="*/ 46 w 208"/>
                  <a:gd name="T57" fmla="*/ 311 h 329"/>
                  <a:gd name="T58" fmla="*/ 56 w 208"/>
                  <a:gd name="T59" fmla="*/ 314 h 329"/>
                  <a:gd name="T60" fmla="*/ 61 w 208"/>
                  <a:gd name="T61" fmla="*/ 294 h 329"/>
                  <a:gd name="T62" fmla="*/ 59 w 208"/>
                  <a:gd name="T63" fmla="*/ 268 h 329"/>
                  <a:gd name="T64" fmla="*/ 73 w 208"/>
                  <a:gd name="T65" fmla="*/ 250 h 329"/>
                  <a:gd name="T66" fmla="*/ 83 w 208"/>
                  <a:gd name="T67" fmla="*/ 227 h 329"/>
                  <a:gd name="T68" fmla="*/ 93 w 208"/>
                  <a:gd name="T69" fmla="*/ 206 h 329"/>
                  <a:gd name="T70" fmla="*/ 116 w 208"/>
                  <a:gd name="T71" fmla="*/ 195 h 329"/>
                  <a:gd name="T72" fmla="*/ 132 w 208"/>
                  <a:gd name="T73" fmla="*/ 184 h 329"/>
                  <a:gd name="T74" fmla="*/ 160 w 208"/>
                  <a:gd name="T75" fmla="*/ 192 h 329"/>
                  <a:gd name="T76" fmla="*/ 178 w 208"/>
                  <a:gd name="T77" fmla="*/ 174 h 329"/>
                  <a:gd name="T78" fmla="*/ 197 w 208"/>
                  <a:gd name="T79" fmla="*/ 182 h 329"/>
                  <a:gd name="T80" fmla="*/ 58 w 208"/>
                  <a:gd name="T81" fmla="*/ 24 h 329"/>
                  <a:gd name="T82" fmla="*/ 77 w 208"/>
                  <a:gd name="T83" fmla="*/ 35 h 329"/>
                  <a:gd name="T84" fmla="*/ 92 w 208"/>
                  <a:gd name="T85" fmla="*/ 38 h 329"/>
                  <a:gd name="T86" fmla="*/ 93 w 208"/>
                  <a:gd name="T87" fmla="*/ 49 h 329"/>
                  <a:gd name="T88" fmla="*/ 79 w 208"/>
                  <a:gd name="T89" fmla="*/ 62 h 329"/>
                  <a:gd name="T90" fmla="*/ 95 w 208"/>
                  <a:gd name="T91" fmla="*/ 68 h 329"/>
                  <a:gd name="T92" fmla="*/ 114 w 208"/>
                  <a:gd name="T93" fmla="*/ 37 h 329"/>
                  <a:gd name="T94" fmla="*/ 129 w 208"/>
                  <a:gd name="T95" fmla="*/ 45 h 329"/>
                  <a:gd name="T96" fmla="*/ 150 w 208"/>
                  <a:gd name="T97" fmla="*/ 54 h 329"/>
                  <a:gd name="T98" fmla="*/ 143 w 208"/>
                  <a:gd name="T99" fmla="*/ 43 h 329"/>
                  <a:gd name="T100" fmla="*/ 125 w 208"/>
                  <a:gd name="T101" fmla="*/ 28 h 329"/>
                  <a:gd name="T102" fmla="*/ 107 w 208"/>
                  <a:gd name="T103" fmla="*/ 18 h 329"/>
                  <a:gd name="T104" fmla="*/ 90 w 208"/>
                  <a:gd name="T105" fmla="*/ 9 h 329"/>
                  <a:gd name="T106" fmla="*/ 83 w 208"/>
                  <a:gd name="T107" fmla="*/ 18 h 329"/>
                  <a:gd name="T108" fmla="*/ 66 w 208"/>
                  <a:gd name="T109" fmla="*/ 17 h 329"/>
                  <a:gd name="T110" fmla="*/ 56 w 208"/>
                  <a:gd name="T111" fmla="*/ 14 h 329"/>
                  <a:gd name="T112" fmla="*/ 50 w 208"/>
                  <a:gd name="T113" fmla="*/ 38 h 329"/>
                  <a:gd name="T114" fmla="*/ 50 w 208"/>
                  <a:gd name="T115" fmla="*/ 38 h 329"/>
                  <a:gd name="T116" fmla="*/ 119 w 208"/>
                  <a:gd name="T117" fmla="*/ 19 h 329"/>
                  <a:gd name="T118" fmla="*/ 167 w 208"/>
                  <a:gd name="T119" fmla="*/ 18 h 329"/>
                  <a:gd name="T120" fmla="*/ 145 w 208"/>
                  <a:gd name="T121" fmla="*/ 7 h 329"/>
                  <a:gd name="T122" fmla="*/ 126 w 208"/>
                  <a:gd name="T123" fmla="*/ 6 h 329"/>
                  <a:gd name="T124" fmla="*/ 112 w 208"/>
                  <a:gd name="T125" fmla="*/ 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8" h="329">
                    <a:moveTo>
                      <a:pt x="201" y="176"/>
                    </a:moveTo>
                    <a:cubicBezTo>
                      <a:pt x="201" y="178"/>
                      <a:pt x="198" y="178"/>
                      <a:pt x="198" y="176"/>
                    </a:cubicBezTo>
                    <a:cubicBezTo>
                      <a:pt x="198" y="174"/>
                      <a:pt x="193" y="173"/>
                      <a:pt x="193" y="172"/>
                    </a:cubicBezTo>
                    <a:cubicBezTo>
                      <a:pt x="192" y="171"/>
                      <a:pt x="195" y="171"/>
                      <a:pt x="197" y="172"/>
                    </a:cubicBezTo>
                    <a:cubicBezTo>
                      <a:pt x="199" y="173"/>
                      <a:pt x="200" y="173"/>
                      <a:pt x="202" y="170"/>
                    </a:cubicBezTo>
                    <a:cubicBezTo>
                      <a:pt x="204" y="168"/>
                      <a:pt x="207" y="170"/>
                      <a:pt x="208" y="168"/>
                    </a:cubicBezTo>
                    <a:cubicBezTo>
                      <a:pt x="208" y="167"/>
                      <a:pt x="204" y="165"/>
                      <a:pt x="203" y="164"/>
                    </a:cubicBezTo>
                    <a:cubicBezTo>
                      <a:pt x="203" y="163"/>
                      <a:pt x="200" y="162"/>
                      <a:pt x="197" y="162"/>
                    </a:cubicBezTo>
                    <a:cubicBezTo>
                      <a:pt x="195" y="163"/>
                      <a:pt x="195" y="162"/>
                      <a:pt x="193" y="160"/>
                    </a:cubicBezTo>
                    <a:cubicBezTo>
                      <a:pt x="191" y="159"/>
                      <a:pt x="187" y="161"/>
                      <a:pt x="187" y="165"/>
                    </a:cubicBezTo>
                    <a:cubicBezTo>
                      <a:pt x="187" y="168"/>
                      <a:pt x="184" y="167"/>
                      <a:pt x="185" y="165"/>
                    </a:cubicBezTo>
                    <a:cubicBezTo>
                      <a:pt x="186" y="163"/>
                      <a:pt x="183" y="161"/>
                      <a:pt x="186" y="161"/>
                    </a:cubicBezTo>
                    <a:cubicBezTo>
                      <a:pt x="188" y="160"/>
                      <a:pt x="187" y="157"/>
                      <a:pt x="182" y="156"/>
                    </a:cubicBezTo>
                    <a:cubicBezTo>
                      <a:pt x="178" y="156"/>
                      <a:pt x="176" y="160"/>
                      <a:pt x="177" y="161"/>
                    </a:cubicBezTo>
                    <a:cubicBezTo>
                      <a:pt x="179" y="162"/>
                      <a:pt x="174" y="167"/>
                      <a:pt x="173" y="167"/>
                    </a:cubicBezTo>
                    <a:cubicBezTo>
                      <a:pt x="171" y="167"/>
                      <a:pt x="173" y="163"/>
                      <a:pt x="173" y="160"/>
                    </a:cubicBezTo>
                    <a:cubicBezTo>
                      <a:pt x="173" y="158"/>
                      <a:pt x="171" y="159"/>
                      <a:pt x="168" y="163"/>
                    </a:cubicBezTo>
                    <a:cubicBezTo>
                      <a:pt x="164" y="167"/>
                      <a:pt x="162" y="170"/>
                      <a:pt x="160" y="171"/>
                    </a:cubicBezTo>
                    <a:cubicBezTo>
                      <a:pt x="158" y="171"/>
                      <a:pt x="158" y="167"/>
                      <a:pt x="161" y="166"/>
                    </a:cubicBezTo>
                    <a:cubicBezTo>
                      <a:pt x="165" y="164"/>
                      <a:pt x="165" y="159"/>
                      <a:pt x="167" y="159"/>
                    </a:cubicBezTo>
                    <a:cubicBezTo>
                      <a:pt x="169" y="159"/>
                      <a:pt x="169" y="157"/>
                      <a:pt x="166" y="156"/>
                    </a:cubicBezTo>
                    <a:cubicBezTo>
                      <a:pt x="163" y="156"/>
                      <a:pt x="162" y="159"/>
                      <a:pt x="161" y="160"/>
                    </a:cubicBezTo>
                    <a:cubicBezTo>
                      <a:pt x="160" y="161"/>
                      <a:pt x="155" y="158"/>
                      <a:pt x="156" y="159"/>
                    </a:cubicBezTo>
                    <a:cubicBezTo>
                      <a:pt x="156" y="160"/>
                      <a:pt x="153" y="160"/>
                      <a:pt x="154" y="162"/>
                    </a:cubicBezTo>
                    <a:cubicBezTo>
                      <a:pt x="155" y="164"/>
                      <a:pt x="154" y="166"/>
                      <a:pt x="152" y="163"/>
                    </a:cubicBezTo>
                    <a:cubicBezTo>
                      <a:pt x="151" y="161"/>
                      <a:pt x="148" y="163"/>
                      <a:pt x="147" y="165"/>
                    </a:cubicBezTo>
                    <a:cubicBezTo>
                      <a:pt x="145" y="168"/>
                      <a:pt x="143" y="168"/>
                      <a:pt x="145" y="168"/>
                    </a:cubicBezTo>
                    <a:cubicBezTo>
                      <a:pt x="146" y="169"/>
                      <a:pt x="146" y="172"/>
                      <a:pt x="144" y="173"/>
                    </a:cubicBezTo>
                    <a:cubicBezTo>
                      <a:pt x="142" y="174"/>
                      <a:pt x="143" y="167"/>
                      <a:pt x="141" y="168"/>
                    </a:cubicBezTo>
                    <a:cubicBezTo>
                      <a:pt x="139" y="168"/>
                      <a:pt x="140" y="165"/>
                      <a:pt x="143" y="165"/>
                    </a:cubicBezTo>
                    <a:cubicBezTo>
                      <a:pt x="145" y="165"/>
                      <a:pt x="147" y="161"/>
                      <a:pt x="147" y="161"/>
                    </a:cubicBezTo>
                    <a:cubicBezTo>
                      <a:pt x="147" y="159"/>
                      <a:pt x="144" y="159"/>
                      <a:pt x="144" y="161"/>
                    </a:cubicBezTo>
                    <a:cubicBezTo>
                      <a:pt x="144" y="163"/>
                      <a:pt x="141" y="163"/>
                      <a:pt x="138" y="163"/>
                    </a:cubicBezTo>
                    <a:cubicBezTo>
                      <a:pt x="135" y="162"/>
                      <a:pt x="135" y="166"/>
                      <a:pt x="138" y="168"/>
                    </a:cubicBezTo>
                    <a:cubicBezTo>
                      <a:pt x="141" y="170"/>
                      <a:pt x="138" y="171"/>
                      <a:pt x="136" y="170"/>
                    </a:cubicBezTo>
                    <a:cubicBezTo>
                      <a:pt x="134" y="168"/>
                      <a:pt x="132" y="169"/>
                      <a:pt x="130" y="170"/>
                    </a:cubicBezTo>
                    <a:cubicBezTo>
                      <a:pt x="128" y="170"/>
                      <a:pt x="134" y="173"/>
                      <a:pt x="134" y="174"/>
                    </a:cubicBezTo>
                    <a:cubicBezTo>
                      <a:pt x="135" y="175"/>
                      <a:pt x="131" y="172"/>
                      <a:pt x="130" y="173"/>
                    </a:cubicBezTo>
                    <a:cubicBezTo>
                      <a:pt x="130" y="174"/>
                      <a:pt x="126" y="173"/>
                      <a:pt x="126" y="171"/>
                    </a:cubicBezTo>
                    <a:cubicBezTo>
                      <a:pt x="126" y="169"/>
                      <a:pt x="121" y="171"/>
                      <a:pt x="124" y="172"/>
                    </a:cubicBezTo>
                    <a:cubicBezTo>
                      <a:pt x="127" y="173"/>
                      <a:pt x="126" y="175"/>
                      <a:pt x="126" y="177"/>
                    </a:cubicBezTo>
                    <a:cubicBezTo>
                      <a:pt x="126" y="180"/>
                      <a:pt x="122" y="178"/>
                      <a:pt x="123" y="176"/>
                    </a:cubicBezTo>
                    <a:cubicBezTo>
                      <a:pt x="123" y="173"/>
                      <a:pt x="121" y="174"/>
                      <a:pt x="118" y="175"/>
                    </a:cubicBezTo>
                    <a:cubicBezTo>
                      <a:pt x="116" y="177"/>
                      <a:pt x="119" y="173"/>
                      <a:pt x="118" y="171"/>
                    </a:cubicBezTo>
                    <a:cubicBezTo>
                      <a:pt x="117" y="169"/>
                      <a:pt x="115" y="171"/>
                      <a:pt x="112" y="171"/>
                    </a:cubicBezTo>
                    <a:cubicBezTo>
                      <a:pt x="110" y="172"/>
                      <a:pt x="108" y="172"/>
                      <a:pt x="110" y="173"/>
                    </a:cubicBezTo>
                    <a:cubicBezTo>
                      <a:pt x="111" y="175"/>
                      <a:pt x="111" y="178"/>
                      <a:pt x="109" y="177"/>
                    </a:cubicBezTo>
                    <a:cubicBezTo>
                      <a:pt x="107" y="177"/>
                      <a:pt x="106" y="177"/>
                      <a:pt x="106" y="179"/>
                    </a:cubicBezTo>
                    <a:cubicBezTo>
                      <a:pt x="107" y="181"/>
                      <a:pt x="104" y="181"/>
                      <a:pt x="104" y="179"/>
                    </a:cubicBezTo>
                    <a:cubicBezTo>
                      <a:pt x="103" y="178"/>
                      <a:pt x="99" y="178"/>
                      <a:pt x="98" y="180"/>
                    </a:cubicBezTo>
                    <a:cubicBezTo>
                      <a:pt x="97" y="182"/>
                      <a:pt x="94" y="183"/>
                      <a:pt x="94" y="186"/>
                    </a:cubicBezTo>
                    <a:cubicBezTo>
                      <a:pt x="94" y="188"/>
                      <a:pt x="97" y="185"/>
                      <a:pt x="99" y="185"/>
                    </a:cubicBezTo>
                    <a:cubicBezTo>
                      <a:pt x="101" y="186"/>
                      <a:pt x="99" y="187"/>
                      <a:pt x="100" y="188"/>
                    </a:cubicBezTo>
                    <a:cubicBezTo>
                      <a:pt x="101" y="189"/>
                      <a:pt x="101" y="192"/>
                      <a:pt x="99" y="190"/>
                    </a:cubicBezTo>
                    <a:cubicBezTo>
                      <a:pt x="98" y="189"/>
                      <a:pt x="96" y="188"/>
                      <a:pt x="95" y="191"/>
                    </a:cubicBezTo>
                    <a:cubicBezTo>
                      <a:pt x="95" y="193"/>
                      <a:pt x="93" y="190"/>
                      <a:pt x="92" y="189"/>
                    </a:cubicBezTo>
                    <a:cubicBezTo>
                      <a:pt x="90" y="187"/>
                      <a:pt x="89" y="192"/>
                      <a:pt x="87" y="191"/>
                    </a:cubicBezTo>
                    <a:cubicBezTo>
                      <a:pt x="86" y="190"/>
                      <a:pt x="90" y="186"/>
                      <a:pt x="89" y="184"/>
                    </a:cubicBezTo>
                    <a:cubicBezTo>
                      <a:pt x="88" y="182"/>
                      <a:pt x="87" y="185"/>
                      <a:pt x="84" y="188"/>
                    </a:cubicBezTo>
                    <a:cubicBezTo>
                      <a:pt x="82" y="191"/>
                      <a:pt x="78" y="190"/>
                      <a:pt x="79" y="192"/>
                    </a:cubicBezTo>
                    <a:cubicBezTo>
                      <a:pt x="81" y="193"/>
                      <a:pt x="77" y="194"/>
                      <a:pt x="76" y="196"/>
                    </a:cubicBezTo>
                    <a:cubicBezTo>
                      <a:pt x="75" y="198"/>
                      <a:pt x="70" y="199"/>
                      <a:pt x="66" y="202"/>
                    </a:cubicBezTo>
                    <a:cubicBezTo>
                      <a:pt x="62" y="204"/>
                      <a:pt x="67" y="204"/>
                      <a:pt x="69" y="202"/>
                    </a:cubicBezTo>
                    <a:cubicBezTo>
                      <a:pt x="71" y="200"/>
                      <a:pt x="72" y="201"/>
                      <a:pt x="75" y="199"/>
                    </a:cubicBezTo>
                    <a:cubicBezTo>
                      <a:pt x="78" y="197"/>
                      <a:pt x="81" y="195"/>
                      <a:pt x="83" y="196"/>
                    </a:cubicBezTo>
                    <a:cubicBezTo>
                      <a:pt x="84" y="197"/>
                      <a:pt x="86" y="197"/>
                      <a:pt x="87" y="195"/>
                    </a:cubicBezTo>
                    <a:cubicBezTo>
                      <a:pt x="89" y="193"/>
                      <a:pt x="91" y="194"/>
                      <a:pt x="92" y="195"/>
                    </a:cubicBezTo>
                    <a:cubicBezTo>
                      <a:pt x="94" y="196"/>
                      <a:pt x="90" y="197"/>
                      <a:pt x="92" y="199"/>
                    </a:cubicBezTo>
                    <a:cubicBezTo>
                      <a:pt x="94" y="201"/>
                      <a:pt x="89" y="202"/>
                      <a:pt x="89" y="200"/>
                    </a:cubicBezTo>
                    <a:cubicBezTo>
                      <a:pt x="89" y="199"/>
                      <a:pt x="87" y="197"/>
                      <a:pt x="86" y="199"/>
                    </a:cubicBezTo>
                    <a:cubicBezTo>
                      <a:pt x="85" y="200"/>
                      <a:pt x="84" y="202"/>
                      <a:pt x="82" y="202"/>
                    </a:cubicBezTo>
                    <a:cubicBezTo>
                      <a:pt x="81" y="202"/>
                      <a:pt x="79" y="205"/>
                      <a:pt x="79" y="208"/>
                    </a:cubicBezTo>
                    <a:cubicBezTo>
                      <a:pt x="79" y="211"/>
                      <a:pt x="76" y="208"/>
                      <a:pt x="76" y="211"/>
                    </a:cubicBezTo>
                    <a:cubicBezTo>
                      <a:pt x="76" y="213"/>
                      <a:pt x="72" y="217"/>
                      <a:pt x="69" y="221"/>
                    </a:cubicBezTo>
                    <a:cubicBezTo>
                      <a:pt x="65" y="224"/>
                      <a:pt x="69" y="225"/>
                      <a:pt x="67" y="227"/>
                    </a:cubicBezTo>
                    <a:cubicBezTo>
                      <a:pt x="66" y="229"/>
                      <a:pt x="62" y="227"/>
                      <a:pt x="61" y="228"/>
                    </a:cubicBezTo>
                    <a:cubicBezTo>
                      <a:pt x="60" y="229"/>
                      <a:pt x="62" y="234"/>
                      <a:pt x="60" y="235"/>
                    </a:cubicBezTo>
                    <a:cubicBezTo>
                      <a:pt x="58" y="237"/>
                      <a:pt x="60" y="239"/>
                      <a:pt x="60" y="241"/>
                    </a:cubicBezTo>
                    <a:cubicBezTo>
                      <a:pt x="60" y="242"/>
                      <a:pt x="55" y="239"/>
                      <a:pt x="55" y="241"/>
                    </a:cubicBezTo>
                    <a:cubicBezTo>
                      <a:pt x="55" y="243"/>
                      <a:pt x="51" y="243"/>
                      <a:pt x="50" y="243"/>
                    </a:cubicBezTo>
                    <a:cubicBezTo>
                      <a:pt x="48" y="243"/>
                      <a:pt x="52" y="246"/>
                      <a:pt x="54" y="248"/>
                    </a:cubicBezTo>
                    <a:cubicBezTo>
                      <a:pt x="56" y="250"/>
                      <a:pt x="52" y="251"/>
                      <a:pt x="52" y="249"/>
                    </a:cubicBezTo>
                    <a:cubicBezTo>
                      <a:pt x="51" y="247"/>
                      <a:pt x="48" y="250"/>
                      <a:pt x="44" y="252"/>
                    </a:cubicBezTo>
                    <a:cubicBezTo>
                      <a:pt x="41" y="254"/>
                      <a:pt x="42" y="257"/>
                      <a:pt x="39" y="257"/>
                    </a:cubicBezTo>
                    <a:cubicBezTo>
                      <a:pt x="37" y="257"/>
                      <a:pt x="37" y="262"/>
                      <a:pt x="36" y="263"/>
                    </a:cubicBezTo>
                    <a:cubicBezTo>
                      <a:pt x="34" y="265"/>
                      <a:pt x="34" y="260"/>
                      <a:pt x="31" y="260"/>
                    </a:cubicBezTo>
                    <a:cubicBezTo>
                      <a:pt x="28" y="260"/>
                      <a:pt x="28" y="262"/>
                      <a:pt x="30" y="264"/>
                    </a:cubicBezTo>
                    <a:cubicBezTo>
                      <a:pt x="32" y="267"/>
                      <a:pt x="27" y="265"/>
                      <a:pt x="26" y="267"/>
                    </a:cubicBezTo>
                    <a:cubicBezTo>
                      <a:pt x="24" y="269"/>
                      <a:pt x="19" y="268"/>
                      <a:pt x="18" y="270"/>
                    </a:cubicBezTo>
                    <a:cubicBezTo>
                      <a:pt x="17" y="272"/>
                      <a:pt x="22" y="272"/>
                      <a:pt x="22" y="273"/>
                    </a:cubicBezTo>
                    <a:cubicBezTo>
                      <a:pt x="23" y="274"/>
                      <a:pt x="18" y="274"/>
                      <a:pt x="15" y="273"/>
                    </a:cubicBezTo>
                    <a:cubicBezTo>
                      <a:pt x="13" y="273"/>
                      <a:pt x="14" y="276"/>
                      <a:pt x="11" y="276"/>
                    </a:cubicBezTo>
                    <a:cubicBezTo>
                      <a:pt x="9" y="275"/>
                      <a:pt x="6" y="278"/>
                      <a:pt x="7" y="280"/>
                    </a:cubicBezTo>
                    <a:cubicBezTo>
                      <a:pt x="9" y="281"/>
                      <a:pt x="6" y="282"/>
                      <a:pt x="4" y="280"/>
                    </a:cubicBezTo>
                    <a:cubicBezTo>
                      <a:pt x="3" y="279"/>
                      <a:pt x="1" y="282"/>
                      <a:pt x="1" y="284"/>
                    </a:cubicBezTo>
                    <a:cubicBezTo>
                      <a:pt x="0" y="286"/>
                      <a:pt x="4" y="287"/>
                      <a:pt x="4" y="288"/>
                    </a:cubicBezTo>
                    <a:cubicBezTo>
                      <a:pt x="4" y="289"/>
                      <a:pt x="1" y="291"/>
                      <a:pt x="3" y="291"/>
                    </a:cubicBezTo>
                    <a:cubicBezTo>
                      <a:pt x="5" y="292"/>
                      <a:pt x="4" y="293"/>
                      <a:pt x="2" y="294"/>
                    </a:cubicBezTo>
                    <a:cubicBezTo>
                      <a:pt x="1" y="295"/>
                      <a:pt x="1" y="296"/>
                      <a:pt x="2" y="298"/>
                    </a:cubicBezTo>
                    <a:cubicBezTo>
                      <a:pt x="4" y="300"/>
                      <a:pt x="0" y="300"/>
                      <a:pt x="1" y="303"/>
                    </a:cubicBezTo>
                    <a:cubicBezTo>
                      <a:pt x="3" y="305"/>
                      <a:pt x="5" y="302"/>
                      <a:pt x="6" y="304"/>
                    </a:cubicBezTo>
                    <a:cubicBezTo>
                      <a:pt x="6" y="306"/>
                      <a:pt x="9" y="304"/>
                      <a:pt x="11" y="302"/>
                    </a:cubicBezTo>
                    <a:cubicBezTo>
                      <a:pt x="14" y="300"/>
                      <a:pt x="15" y="304"/>
                      <a:pt x="13" y="304"/>
                    </a:cubicBezTo>
                    <a:cubicBezTo>
                      <a:pt x="11" y="304"/>
                      <a:pt x="8" y="306"/>
                      <a:pt x="9" y="308"/>
                    </a:cubicBezTo>
                    <a:cubicBezTo>
                      <a:pt x="9" y="310"/>
                      <a:pt x="5" y="309"/>
                      <a:pt x="5" y="307"/>
                    </a:cubicBezTo>
                    <a:cubicBezTo>
                      <a:pt x="6" y="304"/>
                      <a:pt x="1" y="307"/>
                      <a:pt x="3" y="309"/>
                    </a:cubicBezTo>
                    <a:cubicBezTo>
                      <a:pt x="4" y="311"/>
                      <a:pt x="2" y="312"/>
                      <a:pt x="2" y="314"/>
                    </a:cubicBezTo>
                    <a:cubicBezTo>
                      <a:pt x="2" y="316"/>
                      <a:pt x="5" y="315"/>
                      <a:pt x="7" y="313"/>
                    </a:cubicBezTo>
                    <a:cubicBezTo>
                      <a:pt x="8" y="311"/>
                      <a:pt x="10" y="312"/>
                      <a:pt x="11" y="314"/>
                    </a:cubicBezTo>
                    <a:cubicBezTo>
                      <a:pt x="12" y="316"/>
                      <a:pt x="9" y="314"/>
                      <a:pt x="9" y="317"/>
                    </a:cubicBezTo>
                    <a:cubicBezTo>
                      <a:pt x="9" y="320"/>
                      <a:pt x="7" y="317"/>
                      <a:pt x="6" y="320"/>
                    </a:cubicBezTo>
                    <a:cubicBezTo>
                      <a:pt x="4" y="322"/>
                      <a:pt x="12" y="326"/>
                      <a:pt x="14" y="326"/>
                    </a:cubicBezTo>
                    <a:cubicBezTo>
                      <a:pt x="16" y="327"/>
                      <a:pt x="19" y="329"/>
                      <a:pt x="23" y="329"/>
                    </a:cubicBezTo>
                    <a:cubicBezTo>
                      <a:pt x="28" y="328"/>
                      <a:pt x="37" y="319"/>
                      <a:pt x="38" y="318"/>
                    </a:cubicBezTo>
                    <a:cubicBezTo>
                      <a:pt x="40" y="316"/>
                      <a:pt x="42" y="318"/>
                      <a:pt x="44" y="316"/>
                    </a:cubicBezTo>
                    <a:cubicBezTo>
                      <a:pt x="46" y="315"/>
                      <a:pt x="45" y="311"/>
                      <a:pt x="46" y="311"/>
                    </a:cubicBezTo>
                    <a:cubicBezTo>
                      <a:pt x="47" y="310"/>
                      <a:pt x="48" y="315"/>
                      <a:pt x="49" y="315"/>
                    </a:cubicBezTo>
                    <a:cubicBezTo>
                      <a:pt x="50" y="315"/>
                      <a:pt x="51" y="316"/>
                      <a:pt x="51" y="319"/>
                    </a:cubicBezTo>
                    <a:cubicBezTo>
                      <a:pt x="52" y="319"/>
                      <a:pt x="53" y="319"/>
                      <a:pt x="54" y="319"/>
                    </a:cubicBezTo>
                    <a:cubicBezTo>
                      <a:pt x="55" y="320"/>
                      <a:pt x="56" y="315"/>
                      <a:pt x="56" y="314"/>
                    </a:cubicBezTo>
                    <a:cubicBezTo>
                      <a:pt x="56" y="312"/>
                      <a:pt x="57" y="309"/>
                      <a:pt x="57" y="307"/>
                    </a:cubicBezTo>
                    <a:cubicBezTo>
                      <a:pt x="56" y="305"/>
                      <a:pt x="61" y="307"/>
                      <a:pt x="62" y="305"/>
                    </a:cubicBezTo>
                    <a:cubicBezTo>
                      <a:pt x="63" y="304"/>
                      <a:pt x="63" y="298"/>
                      <a:pt x="62" y="298"/>
                    </a:cubicBezTo>
                    <a:cubicBezTo>
                      <a:pt x="60" y="297"/>
                      <a:pt x="60" y="294"/>
                      <a:pt x="61" y="294"/>
                    </a:cubicBezTo>
                    <a:cubicBezTo>
                      <a:pt x="63" y="294"/>
                      <a:pt x="65" y="293"/>
                      <a:pt x="64" y="290"/>
                    </a:cubicBezTo>
                    <a:cubicBezTo>
                      <a:pt x="64" y="287"/>
                      <a:pt x="59" y="287"/>
                      <a:pt x="59" y="284"/>
                    </a:cubicBezTo>
                    <a:cubicBezTo>
                      <a:pt x="59" y="281"/>
                      <a:pt x="61" y="280"/>
                      <a:pt x="59" y="276"/>
                    </a:cubicBezTo>
                    <a:cubicBezTo>
                      <a:pt x="57" y="272"/>
                      <a:pt x="60" y="270"/>
                      <a:pt x="59" y="268"/>
                    </a:cubicBezTo>
                    <a:cubicBezTo>
                      <a:pt x="59" y="266"/>
                      <a:pt x="58" y="264"/>
                      <a:pt x="60" y="260"/>
                    </a:cubicBezTo>
                    <a:cubicBezTo>
                      <a:pt x="62" y="256"/>
                      <a:pt x="67" y="255"/>
                      <a:pt x="68" y="255"/>
                    </a:cubicBezTo>
                    <a:cubicBezTo>
                      <a:pt x="70" y="255"/>
                      <a:pt x="72" y="257"/>
                      <a:pt x="73" y="255"/>
                    </a:cubicBezTo>
                    <a:cubicBezTo>
                      <a:pt x="75" y="252"/>
                      <a:pt x="75" y="250"/>
                      <a:pt x="73" y="250"/>
                    </a:cubicBezTo>
                    <a:cubicBezTo>
                      <a:pt x="72" y="250"/>
                      <a:pt x="69" y="249"/>
                      <a:pt x="72" y="246"/>
                    </a:cubicBezTo>
                    <a:cubicBezTo>
                      <a:pt x="74" y="243"/>
                      <a:pt x="77" y="239"/>
                      <a:pt x="77" y="235"/>
                    </a:cubicBezTo>
                    <a:cubicBezTo>
                      <a:pt x="77" y="232"/>
                      <a:pt x="76" y="229"/>
                      <a:pt x="77" y="228"/>
                    </a:cubicBezTo>
                    <a:cubicBezTo>
                      <a:pt x="78" y="227"/>
                      <a:pt x="81" y="228"/>
                      <a:pt x="83" y="227"/>
                    </a:cubicBezTo>
                    <a:cubicBezTo>
                      <a:pt x="86" y="225"/>
                      <a:pt x="84" y="223"/>
                      <a:pt x="85" y="222"/>
                    </a:cubicBezTo>
                    <a:cubicBezTo>
                      <a:pt x="86" y="221"/>
                      <a:pt x="88" y="217"/>
                      <a:pt x="89" y="216"/>
                    </a:cubicBezTo>
                    <a:cubicBezTo>
                      <a:pt x="91" y="215"/>
                      <a:pt x="92" y="213"/>
                      <a:pt x="91" y="212"/>
                    </a:cubicBezTo>
                    <a:cubicBezTo>
                      <a:pt x="90" y="210"/>
                      <a:pt x="93" y="209"/>
                      <a:pt x="93" y="206"/>
                    </a:cubicBezTo>
                    <a:cubicBezTo>
                      <a:pt x="93" y="203"/>
                      <a:pt x="97" y="201"/>
                      <a:pt x="99" y="201"/>
                    </a:cubicBezTo>
                    <a:cubicBezTo>
                      <a:pt x="102" y="201"/>
                      <a:pt x="106" y="201"/>
                      <a:pt x="106" y="199"/>
                    </a:cubicBezTo>
                    <a:cubicBezTo>
                      <a:pt x="106" y="197"/>
                      <a:pt x="104" y="192"/>
                      <a:pt x="107" y="193"/>
                    </a:cubicBezTo>
                    <a:cubicBezTo>
                      <a:pt x="111" y="195"/>
                      <a:pt x="114" y="193"/>
                      <a:pt x="116" y="195"/>
                    </a:cubicBezTo>
                    <a:cubicBezTo>
                      <a:pt x="118" y="197"/>
                      <a:pt x="121" y="196"/>
                      <a:pt x="121" y="193"/>
                    </a:cubicBezTo>
                    <a:cubicBezTo>
                      <a:pt x="121" y="190"/>
                      <a:pt x="122" y="185"/>
                      <a:pt x="126" y="187"/>
                    </a:cubicBezTo>
                    <a:cubicBezTo>
                      <a:pt x="126" y="187"/>
                      <a:pt x="126" y="188"/>
                      <a:pt x="127" y="188"/>
                    </a:cubicBezTo>
                    <a:cubicBezTo>
                      <a:pt x="128" y="185"/>
                      <a:pt x="130" y="184"/>
                      <a:pt x="132" y="184"/>
                    </a:cubicBezTo>
                    <a:cubicBezTo>
                      <a:pt x="135" y="184"/>
                      <a:pt x="137" y="190"/>
                      <a:pt x="141" y="190"/>
                    </a:cubicBezTo>
                    <a:cubicBezTo>
                      <a:pt x="145" y="191"/>
                      <a:pt x="148" y="193"/>
                      <a:pt x="149" y="191"/>
                    </a:cubicBezTo>
                    <a:cubicBezTo>
                      <a:pt x="151" y="189"/>
                      <a:pt x="153" y="192"/>
                      <a:pt x="156" y="191"/>
                    </a:cubicBezTo>
                    <a:cubicBezTo>
                      <a:pt x="158" y="190"/>
                      <a:pt x="158" y="195"/>
                      <a:pt x="160" y="192"/>
                    </a:cubicBezTo>
                    <a:cubicBezTo>
                      <a:pt x="162" y="189"/>
                      <a:pt x="160" y="187"/>
                      <a:pt x="164" y="188"/>
                    </a:cubicBezTo>
                    <a:cubicBezTo>
                      <a:pt x="167" y="188"/>
                      <a:pt x="165" y="183"/>
                      <a:pt x="165" y="181"/>
                    </a:cubicBezTo>
                    <a:cubicBezTo>
                      <a:pt x="165" y="178"/>
                      <a:pt x="170" y="178"/>
                      <a:pt x="170" y="175"/>
                    </a:cubicBezTo>
                    <a:cubicBezTo>
                      <a:pt x="170" y="173"/>
                      <a:pt x="177" y="175"/>
                      <a:pt x="178" y="174"/>
                    </a:cubicBezTo>
                    <a:cubicBezTo>
                      <a:pt x="179" y="172"/>
                      <a:pt x="183" y="171"/>
                      <a:pt x="185" y="174"/>
                    </a:cubicBezTo>
                    <a:cubicBezTo>
                      <a:pt x="186" y="176"/>
                      <a:pt x="193" y="177"/>
                      <a:pt x="193" y="179"/>
                    </a:cubicBezTo>
                    <a:cubicBezTo>
                      <a:pt x="193" y="180"/>
                      <a:pt x="193" y="182"/>
                      <a:pt x="193" y="184"/>
                    </a:cubicBezTo>
                    <a:cubicBezTo>
                      <a:pt x="194" y="183"/>
                      <a:pt x="195" y="182"/>
                      <a:pt x="197" y="182"/>
                    </a:cubicBezTo>
                    <a:cubicBezTo>
                      <a:pt x="199" y="182"/>
                      <a:pt x="201" y="178"/>
                      <a:pt x="203" y="179"/>
                    </a:cubicBezTo>
                    <a:cubicBezTo>
                      <a:pt x="205" y="179"/>
                      <a:pt x="207" y="179"/>
                      <a:pt x="207" y="176"/>
                    </a:cubicBezTo>
                    <a:cubicBezTo>
                      <a:pt x="206" y="175"/>
                      <a:pt x="202" y="175"/>
                      <a:pt x="201" y="176"/>
                    </a:cubicBezTo>
                    <a:close/>
                    <a:moveTo>
                      <a:pt x="58" y="24"/>
                    </a:moveTo>
                    <a:cubicBezTo>
                      <a:pt x="61" y="24"/>
                      <a:pt x="54" y="28"/>
                      <a:pt x="53" y="32"/>
                    </a:cubicBezTo>
                    <a:cubicBezTo>
                      <a:pt x="52" y="35"/>
                      <a:pt x="58" y="38"/>
                      <a:pt x="61" y="41"/>
                    </a:cubicBezTo>
                    <a:cubicBezTo>
                      <a:pt x="64" y="43"/>
                      <a:pt x="70" y="43"/>
                      <a:pt x="72" y="41"/>
                    </a:cubicBezTo>
                    <a:cubicBezTo>
                      <a:pt x="75" y="40"/>
                      <a:pt x="74" y="35"/>
                      <a:pt x="77" y="35"/>
                    </a:cubicBezTo>
                    <a:cubicBezTo>
                      <a:pt x="80" y="35"/>
                      <a:pt x="79" y="32"/>
                      <a:pt x="81" y="31"/>
                    </a:cubicBezTo>
                    <a:cubicBezTo>
                      <a:pt x="84" y="31"/>
                      <a:pt x="84" y="34"/>
                      <a:pt x="82" y="36"/>
                    </a:cubicBezTo>
                    <a:cubicBezTo>
                      <a:pt x="80" y="39"/>
                      <a:pt x="85" y="39"/>
                      <a:pt x="89" y="36"/>
                    </a:cubicBezTo>
                    <a:cubicBezTo>
                      <a:pt x="92" y="33"/>
                      <a:pt x="93" y="35"/>
                      <a:pt x="92" y="38"/>
                    </a:cubicBezTo>
                    <a:cubicBezTo>
                      <a:pt x="91" y="41"/>
                      <a:pt x="85" y="39"/>
                      <a:pt x="82" y="43"/>
                    </a:cubicBezTo>
                    <a:cubicBezTo>
                      <a:pt x="80" y="46"/>
                      <a:pt x="73" y="43"/>
                      <a:pt x="70" y="47"/>
                    </a:cubicBezTo>
                    <a:cubicBezTo>
                      <a:pt x="66" y="51"/>
                      <a:pt x="72" y="51"/>
                      <a:pt x="77" y="50"/>
                    </a:cubicBezTo>
                    <a:cubicBezTo>
                      <a:pt x="81" y="49"/>
                      <a:pt x="90" y="48"/>
                      <a:pt x="93" y="49"/>
                    </a:cubicBezTo>
                    <a:cubicBezTo>
                      <a:pt x="96" y="50"/>
                      <a:pt x="91" y="51"/>
                      <a:pt x="86" y="51"/>
                    </a:cubicBezTo>
                    <a:cubicBezTo>
                      <a:pt x="80" y="51"/>
                      <a:pt x="79" y="52"/>
                      <a:pt x="79" y="54"/>
                    </a:cubicBezTo>
                    <a:cubicBezTo>
                      <a:pt x="79" y="55"/>
                      <a:pt x="71" y="52"/>
                      <a:pt x="71" y="56"/>
                    </a:cubicBezTo>
                    <a:cubicBezTo>
                      <a:pt x="71" y="59"/>
                      <a:pt x="78" y="60"/>
                      <a:pt x="79" y="62"/>
                    </a:cubicBezTo>
                    <a:cubicBezTo>
                      <a:pt x="80" y="64"/>
                      <a:pt x="85" y="62"/>
                      <a:pt x="87" y="63"/>
                    </a:cubicBezTo>
                    <a:cubicBezTo>
                      <a:pt x="89" y="64"/>
                      <a:pt x="84" y="65"/>
                      <a:pt x="83" y="66"/>
                    </a:cubicBezTo>
                    <a:cubicBezTo>
                      <a:pt x="82" y="67"/>
                      <a:pt x="88" y="68"/>
                      <a:pt x="89" y="70"/>
                    </a:cubicBezTo>
                    <a:cubicBezTo>
                      <a:pt x="90" y="72"/>
                      <a:pt x="95" y="71"/>
                      <a:pt x="95" y="68"/>
                    </a:cubicBezTo>
                    <a:cubicBezTo>
                      <a:pt x="95" y="65"/>
                      <a:pt x="99" y="56"/>
                      <a:pt x="104" y="54"/>
                    </a:cubicBezTo>
                    <a:cubicBezTo>
                      <a:pt x="109" y="52"/>
                      <a:pt x="106" y="50"/>
                      <a:pt x="107" y="47"/>
                    </a:cubicBezTo>
                    <a:cubicBezTo>
                      <a:pt x="108" y="44"/>
                      <a:pt x="112" y="46"/>
                      <a:pt x="111" y="44"/>
                    </a:cubicBezTo>
                    <a:cubicBezTo>
                      <a:pt x="110" y="41"/>
                      <a:pt x="110" y="40"/>
                      <a:pt x="114" y="37"/>
                    </a:cubicBezTo>
                    <a:cubicBezTo>
                      <a:pt x="117" y="34"/>
                      <a:pt x="119" y="36"/>
                      <a:pt x="123" y="34"/>
                    </a:cubicBezTo>
                    <a:cubicBezTo>
                      <a:pt x="127" y="32"/>
                      <a:pt x="129" y="36"/>
                      <a:pt x="125" y="36"/>
                    </a:cubicBezTo>
                    <a:cubicBezTo>
                      <a:pt x="121" y="36"/>
                      <a:pt x="123" y="41"/>
                      <a:pt x="126" y="42"/>
                    </a:cubicBezTo>
                    <a:cubicBezTo>
                      <a:pt x="129" y="43"/>
                      <a:pt x="127" y="44"/>
                      <a:pt x="129" y="45"/>
                    </a:cubicBezTo>
                    <a:cubicBezTo>
                      <a:pt x="132" y="46"/>
                      <a:pt x="131" y="49"/>
                      <a:pt x="128" y="53"/>
                    </a:cubicBezTo>
                    <a:cubicBezTo>
                      <a:pt x="124" y="56"/>
                      <a:pt x="128" y="57"/>
                      <a:pt x="135" y="54"/>
                    </a:cubicBezTo>
                    <a:cubicBezTo>
                      <a:pt x="142" y="52"/>
                      <a:pt x="138" y="56"/>
                      <a:pt x="140" y="58"/>
                    </a:cubicBezTo>
                    <a:cubicBezTo>
                      <a:pt x="142" y="60"/>
                      <a:pt x="147" y="57"/>
                      <a:pt x="150" y="54"/>
                    </a:cubicBezTo>
                    <a:cubicBezTo>
                      <a:pt x="153" y="50"/>
                      <a:pt x="157" y="51"/>
                      <a:pt x="157" y="49"/>
                    </a:cubicBezTo>
                    <a:cubicBezTo>
                      <a:pt x="157" y="47"/>
                      <a:pt x="154" y="46"/>
                      <a:pt x="151" y="47"/>
                    </a:cubicBezTo>
                    <a:cubicBezTo>
                      <a:pt x="149" y="49"/>
                      <a:pt x="142" y="48"/>
                      <a:pt x="145" y="46"/>
                    </a:cubicBezTo>
                    <a:cubicBezTo>
                      <a:pt x="147" y="44"/>
                      <a:pt x="146" y="42"/>
                      <a:pt x="143" y="43"/>
                    </a:cubicBezTo>
                    <a:cubicBezTo>
                      <a:pt x="140" y="43"/>
                      <a:pt x="134" y="41"/>
                      <a:pt x="137" y="40"/>
                    </a:cubicBezTo>
                    <a:cubicBezTo>
                      <a:pt x="140" y="39"/>
                      <a:pt x="135" y="36"/>
                      <a:pt x="132" y="36"/>
                    </a:cubicBezTo>
                    <a:cubicBezTo>
                      <a:pt x="130" y="36"/>
                      <a:pt x="131" y="33"/>
                      <a:pt x="131" y="31"/>
                    </a:cubicBezTo>
                    <a:cubicBezTo>
                      <a:pt x="131" y="29"/>
                      <a:pt x="124" y="28"/>
                      <a:pt x="125" y="28"/>
                    </a:cubicBezTo>
                    <a:cubicBezTo>
                      <a:pt x="127" y="27"/>
                      <a:pt x="122" y="25"/>
                      <a:pt x="121" y="27"/>
                    </a:cubicBezTo>
                    <a:cubicBezTo>
                      <a:pt x="120" y="28"/>
                      <a:pt x="118" y="28"/>
                      <a:pt x="118" y="26"/>
                    </a:cubicBezTo>
                    <a:cubicBezTo>
                      <a:pt x="118" y="24"/>
                      <a:pt x="112" y="24"/>
                      <a:pt x="110" y="24"/>
                    </a:cubicBezTo>
                    <a:cubicBezTo>
                      <a:pt x="108" y="24"/>
                      <a:pt x="109" y="20"/>
                      <a:pt x="107" y="18"/>
                    </a:cubicBezTo>
                    <a:cubicBezTo>
                      <a:pt x="105" y="16"/>
                      <a:pt x="102" y="21"/>
                      <a:pt x="100" y="21"/>
                    </a:cubicBezTo>
                    <a:cubicBezTo>
                      <a:pt x="99" y="21"/>
                      <a:pt x="102" y="17"/>
                      <a:pt x="103" y="15"/>
                    </a:cubicBezTo>
                    <a:cubicBezTo>
                      <a:pt x="104" y="13"/>
                      <a:pt x="95" y="10"/>
                      <a:pt x="94" y="12"/>
                    </a:cubicBezTo>
                    <a:cubicBezTo>
                      <a:pt x="93" y="14"/>
                      <a:pt x="92" y="9"/>
                      <a:pt x="90" y="9"/>
                    </a:cubicBezTo>
                    <a:cubicBezTo>
                      <a:pt x="88" y="8"/>
                      <a:pt x="90" y="12"/>
                      <a:pt x="88" y="13"/>
                    </a:cubicBezTo>
                    <a:cubicBezTo>
                      <a:pt x="86" y="13"/>
                      <a:pt x="84" y="14"/>
                      <a:pt x="87" y="16"/>
                    </a:cubicBezTo>
                    <a:cubicBezTo>
                      <a:pt x="90" y="18"/>
                      <a:pt x="92" y="27"/>
                      <a:pt x="92" y="28"/>
                    </a:cubicBezTo>
                    <a:cubicBezTo>
                      <a:pt x="92" y="30"/>
                      <a:pt x="83" y="22"/>
                      <a:pt x="83" y="18"/>
                    </a:cubicBezTo>
                    <a:cubicBezTo>
                      <a:pt x="83" y="14"/>
                      <a:pt x="79" y="11"/>
                      <a:pt x="77" y="14"/>
                    </a:cubicBezTo>
                    <a:cubicBezTo>
                      <a:pt x="76" y="17"/>
                      <a:pt x="73" y="18"/>
                      <a:pt x="74" y="21"/>
                    </a:cubicBezTo>
                    <a:cubicBezTo>
                      <a:pt x="75" y="23"/>
                      <a:pt x="72" y="24"/>
                      <a:pt x="72" y="22"/>
                    </a:cubicBezTo>
                    <a:cubicBezTo>
                      <a:pt x="72" y="20"/>
                      <a:pt x="68" y="17"/>
                      <a:pt x="66" y="17"/>
                    </a:cubicBezTo>
                    <a:cubicBezTo>
                      <a:pt x="64" y="17"/>
                      <a:pt x="70" y="16"/>
                      <a:pt x="73" y="15"/>
                    </a:cubicBezTo>
                    <a:cubicBezTo>
                      <a:pt x="76" y="13"/>
                      <a:pt x="71" y="12"/>
                      <a:pt x="68" y="13"/>
                    </a:cubicBezTo>
                    <a:cubicBezTo>
                      <a:pt x="66" y="14"/>
                      <a:pt x="63" y="12"/>
                      <a:pt x="61" y="14"/>
                    </a:cubicBezTo>
                    <a:cubicBezTo>
                      <a:pt x="60" y="16"/>
                      <a:pt x="58" y="14"/>
                      <a:pt x="56" y="14"/>
                    </a:cubicBezTo>
                    <a:cubicBezTo>
                      <a:pt x="53" y="13"/>
                      <a:pt x="51" y="17"/>
                      <a:pt x="49" y="16"/>
                    </a:cubicBezTo>
                    <a:cubicBezTo>
                      <a:pt x="48" y="16"/>
                      <a:pt x="46" y="20"/>
                      <a:pt x="49" y="24"/>
                    </a:cubicBezTo>
                    <a:cubicBezTo>
                      <a:pt x="52" y="29"/>
                      <a:pt x="54" y="23"/>
                      <a:pt x="58" y="24"/>
                    </a:cubicBezTo>
                    <a:close/>
                    <a:moveTo>
                      <a:pt x="50" y="38"/>
                    </a:moveTo>
                    <a:cubicBezTo>
                      <a:pt x="53" y="39"/>
                      <a:pt x="54" y="42"/>
                      <a:pt x="56" y="42"/>
                    </a:cubicBezTo>
                    <a:cubicBezTo>
                      <a:pt x="57" y="42"/>
                      <a:pt x="53" y="38"/>
                      <a:pt x="51" y="35"/>
                    </a:cubicBezTo>
                    <a:cubicBezTo>
                      <a:pt x="48" y="33"/>
                      <a:pt x="49" y="30"/>
                      <a:pt x="45" y="31"/>
                    </a:cubicBezTo>
                    <a:cubicBezTo>
                      <a:pt x="42" y="32"/>
                      <a:pt x="48" y="38"/>
                      <a:pt x="50" y="38"/>
                    </a:cubicBezTo>
                    <a:close/>
                    <a:moveTo>
                      <a:pt x="107" y="9"/>
                    </a:moveTo>
                    <a:cubicBezTo>
                      <a:pt x="109" y="11"/>
                      <a:pt x="104" y="11"/>
                      <a:pt x="106" y="12"/>
                    </a:cubicBezTo>
                    <a:cubicBezTo>
                      <a:pt x="112" y="18"/>
                      <a:pt x="133" y="12"/>
                      <a:pt x="135" y="13"/>
                    </a:cubicBezTo>
                    <a:cubicBezTo>
                      <a:pt x="138" y="15"/>
                      <a:pt x="118" y="17"/>
                      <a:pt x="119" y="19"/>
                    </a:cubicBezTo>
                    <a:cubicBezTo>
                      <a:pt x="120" y="21"/>
                      <a:pt x="136" y="23"/>
                      <a:pt x="138" y="21"/>
                    </a:cubicBezTo>
                    <a:cubicBezTo>
                      <a:pt x="139" y="20"/>
                      <a:pt x="142" y="24"/>
                      <a:pt x="147" y="25"/>
                    </a:cubicBezTo>
                    <a:cubicBezTo>
                      <a:pt x="153" y="25"/>
                      <a:pt x="152" y="23"/>
                      <a:pt x="156" y="22"/>
                    </a:cubicBezTo>
                    <a:cubicBezTo>
                      <a:pt x="160" y="22"/>
                      <a:pt x="166" y="20"/>
                      <a:pt x="167" y="18"/>
                    </a:cubicBezTo>
                    <a:cubicBezTo>
                      <a:pt x="167" y="16"/>
                      <a:pt x="179" y="13"/>
                      <a:pt x="178" y="9"/>
                    </a:cubicBezTo>
                    <a:cubicBezTo>
                      <a:pt x="177" y="5"/>
                      <a:pt x="165" y="8"/>
                      <a:pt x="162" y="6"/>
                    </a:cubicBezTo>
                    <a:cubicBezTo>
                      <a:pt x="159" y="4"/>
                      <a:pt x="151" y="2"/>
                      <a:pt x="150" y="5"/>
                    </a:cubicBezTo>
                    <a:cubicBezTo>
                      <a:pt x="149" y="7"/>
                      <a:pt x="146" y="8"/>
                      <a:pt x="145" y="7"/>
                    </a:cubicBezTo>
                    <a:cubicBezTo>
                      <a:pt x="144" y="6"/>
                      <a:pt x="146" y="0"/>
                      <a:pt x="141" y="2"/>
                    </a:cubicBezTo>
                    <a:cubicBezTo>
                      <a:pt x="136" y="3"/>
                      <a:pt x="140" y="9"/>
                      <a:pt x="139" y="10"/>
                    </a:cubicBezTo>
                    <a:cubicBezTo>
                      <a:pt x="138" y="10"/>
                      <a:pt x="133" y="8"/>
                      <a:pt x="133" y="6"/>
                    </a:cubicBezTo>
                    <a:cubicBezTo>
                      <a:pt x="133" y="3"/>
                      <a:pt x="127" y="9"/>
                      <a:pt x="126" y="6"/>
                    </a:cubicBezTo>
                    <a:cubicBezTo>
                      <a:pt x="126" y="3"/>
                      <a:pt x="119" y="0"/>
                      <a:pt x="118" y="1"/>
                    </a:cubicBezTo>
                    <a:cubicBezTo>
                      <a:pt x="116" y="1"/>
                      <a:pt x="119" y="3"/>
                      <a:pt x="118" y="4"/>
                    </a:cubicBezTo>
                    <a:cubicBezTo>
                      <a:pt x="117" y="6"/>
                      <a:pt x="114" y="3"/>
                      <a:pt x="112" y="3"/>
                    </a:cubicBezTo>
                    <a:cubicBezTo>
                      <a:pt x="111" y="2"/>
                      <a:pt x="113" y="6"/>
                      <a:pt x="112" y="7"/>
                    </a:cubicBezTo>
                    <a:cubicBezTo>
                      <a:pt x="112" y="8"/>
                      <a:pt x="109" y="3"/>
                      <a:pt x="106" y="3"/>
                    </a:cubicBezTo>
                    <a:cubicBezTo>
                      <a:pt x="104" y="3"/>
                      <a:pt x="105" y="6"/>
                      <a:pt x="103" y="6"/>
                    </a:cubicBezTo>
                    <a:cubicBezTo>
                      <a:pt x="101" y="6"/>
                      <a:pt x="105" y="8"/>
                      <a:pt x="107" y="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48">
                <a:extLst>
                  <a:ext uri="{FF2B5EF4-FFF2-40B4-BE49-F238E27FC236}">
                    <a16:creationId xmlns:a16="http://schemas.microsoft.com/office/drawing/2014/main" id="{A475EFC6-2937-4F25-AF25-C93D6F803A89}"/>
                  </a:ext>
                </a:extLst>
              </p:cNvPr>
              <p:cNvSpPr>
                <a:spLocks/>
              </p:cNvSpPr>
              <p:nvPr/>
            </p:nvSpPr>
            <p:spPr bwMode="auto">
              <a:xfrm>
                <a:off x="8404088" y="2705836"/>
                <a:ext cx="61482" cy="22585"/>
              </a:xfrm>
              <a:custGeom>
                <a:avLst/>
                <a:gdLst>
                  <a:gd name="T0" fmla="*/ 12 w 27"/>
                  <a:gd name="T1" fmla="*/ 1 h 10"/>
                  <a:gd name="T2" fmla="*/ 2 w 27"/>
                  <a:gd name="T3" fmla="*/ 4 h 10"/>
                  <a:gd name="T4" fmla="*/ 17 w 27"/>
                  <a:gd name="T5" fmla="*/ 8 h 10"/>
                  <a:gd name="T6" fmla="*/ 27 w 27"/>
                  <a:gd name="T7" fmla="*/ 6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11" y="2"/>
                      <a:pt x="0" y="2"/>
                      <a:pt x="2" y="4"/>
                    </a:cubicBezTo>
                    <a:cubicBezTo>
                      <a:pt x="4" y="6"/>
                      <a:pt x="13" y="5"/>
                      <a:pt x="17" y="8"/>
                    </a:cubicBezTo>
                    <a:cubicBezTo>
                      <a:pt x="21" y="10"/>
                      <a:pt x="27" y="8"/>
                      <a:pt x="27" y="6"/>
                    </a:cubicBezTo>
                    <a:cubicBezTo>
                      <a:pt x="27" y="4"/>
                      <a:pt x="14" y="0"/>
                      <a:pt x="12" y="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149">
                <a:extLst>
                  <a:ext uri="{FF2B5EF4-FFF2-40B4-BE49-F238E27FC236}">
                    <a16:creationId xmlns:a16="http://schemas.microsoft.com/office/drawing/2014/main" id="{33E0C865-0400-43F6-AE48-1CC7499D1584}"/>
                  </a:ext>
                </a:extLst>
              </p:cNvPr>
              <p:cNvSpPr>
                <a:spLocks noEditPoints="1"/>
              </p:cNvSpPr>
              <p:nvPr/>
            </p:nvSpPr>
            <p:spPr bwMode="auto">
              <a:xfrm>
                <a:off x="7306203" y="3173848"/>
                <a:ext cx="316191" cy="317446"/>
              </a:xfrm>
              <a:custGeom>
                <a:avLst/>
                <a:gdLst>
                  <a:gd name="T0" fmla="*/ 122 w 137"/>
                  <a:gd name="T1" fmla="*/ 17 h 138"/>
                  <a:gd name="T2" fmla="*/ 99 w 137"/>
                  <a:gd name="T3" fmla="*/ 7 h 138"/>
                  <a:gd name="T4" fmla="*/ 96 w 137"/>
                  <a:gd name="T5" fmla="*/ 22 h 138"/>
                  <a:gd name="T6" fmla="*/ 86 w 137"/>
                  <a:gd name="T7" fmla="*/ 30 h 138"/>
                  <a:gd name="T8" fmla="*/ 85 w 137"/>
                  <a:gd name="T9" fmla="*/ 41 h 138"/>
                  <a:gd name="T10" fmla="*/ 93 w 137"/>
                  <a:gd name="T11" fmla="*/ 38 h 138"/>
                  <a:gd name="T12" fmla="*/ 95 w 137"/>
                  <a:gd name="T13" fmla="*/ 31 h 138"/>
                  <a:gd name="T14" fmla="*/ 112 w 137"/>
                  <a:gd name="T15" fmla="*/ 32 h 138"/>
                  <a:gd name="T16" fmla="*/ 128 w 137"/>
                  <a:gd name="T17" fmla="*/ 23 h 138"/>
                  <a:gd name="T18" fmla="*/ 130 w 137"/>
                  <a:gd name="T19" fmla="*/ 15 h 138"/>
                  <a:gd name="T20" fmla="*/ 84 w 137"/>
                  <a:gd name="T21" fmla="*/ 59 h 138"/>
                  <a:gd name="T22" fmla="*/ 75 w 137"/>
                  <a:gd name="T23" fmla="*/ 77 h 138"/>
                  <a:gd name="T24" fmla="*/ 63 w 137"/>
                  <a:gd name="T25" fmla="*/ 80 h 138"/>
                  <a:gd name="T26" fmla="*/ 52 w 137"/>
                  <a:gd name="T27" fmla="*/ 95 h 138"/>
                  <a:gd name="T28" fmla="*/ 37 w 137"/>
                  <a:gd name="T29" fmla="*/ 98 h 138"/>
                  <a:gd name="T30" fmla="*/ 13 w 137"/>
                  <a:gd name="T31" fmla="*/ 108 h 138"/>
                  <a:gd name="T32" fmla="*/ 22 w 137"/>
                  <a:gd name="T33" fmla="*/ 110 h 138"/>
                  <a:gd name="T34" fmla="*/ 45 w 137"/>
                  <a:gd name="T35" fmla="*/ 112 h 138"/>
                  <a:gd name="T36" fmla="*/ 58 w 137"/>
                  <a:gd name="T37" fmla="*/ 106 h 138"/>
                  <a:gd name="T38" fmla="*/ 70 w 137"/>
                  <a:gd name="T39" fmla="*/ 104 h 138"/>
                  <a:gd name="T40" fmla="*/ 81 w 137"/>
                  <a:gd name="T41" fmla="*/ 100 h 138"/>
                  <a:gd name="T42" fmla="*/ 91 w 137"/>
                  <a:gd name="T43" fmla="*/ 88 h 138"/>
                  <a:gd name="T44" fmla="*/ 100 w 137"/>
                  <a:gd name="T45" fmla="*/ 66 h 138"/>
                  <a:gd name="T46" fmla="*/ 86 w 137"/>
                  <a:gd name="T47" fmla="*/ 48 h 138"/>
                  <a:gd name="T48" fmla="*/ 26 w 137"/>
                  <a:gd name="T49" fmla="*/ 112 h 138"/>
                  <a:gd name="T50" fmla="*/ 29 w 137"/>
                  <a:gd name="T51" fmla="*/ 120 h 138"/>
                  <a:gd name="T52" fmla="*/ 42 w 137"/>
                  <a:gd name="T53" fmla="*/ 111 h 138"/>
                  <a:gd name="T54" fmla="*/ 17 w 137"/>
                  <a:gd name="T55" fmla="*/ 119 h 138"/>
                  <a:gd name="T56" fmla="*/ 4 w 137"/>
                  <a:gd name="T57" fmla="*/ 117 h 138"/>
                  <a:gd name="T58" fmla="*/ 6 w 137"/>
                  <a:gd name="T59" fmla="*/ 120 h 138"/>
                  <a:gd name="T60" fmla="*/ 10 w 137"/>
                  <a:gd name="T61" fmla="*/ 138 h 138"/>
                  <a:gd name="T62" fmla="*/ 17 w 137"/>
                  <a:gd name="T63" fmla="*/ 11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7" h="138">
                    <a:moveTo>
                      <a:pt x="130" y="15"/>
                    </a:moveTo>
                    <a:cubicBezTo>
                      <a:pt x="128" y="13"/>
                      <a:pt x="125" y="16"/>
                      <a:pt x="122" y="17"/>
                    </a:cubicBezTo>
                    <a:cubicBezTo>
                      <a:pt x="118" y="18"/>
                      <a:pt x="107" y="9"/>
                      <a:pt x="104" y="4"/>
                    </a:cubicBezTo>
                    <a:cubicBezTo>
                      <a:pt x="101" y="0"/>
                      <a:pt x="96" y="4"/>
                      <a:pt x="99" y="7"/>
                    </a:cubicBezTo>
                    <a:cubicBezTo>
                      <a:pt x="101" y="10"/>
                      <a:pt x="98" y="11"/>
                      <a:pt x="98" y="15"/>
                    </a:cubicBezTo>
                    <a:cubicBezTo>
                      <a:pt x="98" y="19"/>
                      <a:pt x="95" y="19"/>
                      <a:pt x="96" y="22"/>
                    </a:cubicBezTo>
                    <a:cubicBezTo>
                      <a:pt x="96" y="25"/>
                      <a:pt x="92" y="25"/>
                      <a:pt x="89" y="25"/>
                    </a:cubicBezTo>
                    <a:cubicBezTo>
                      <a:pt x="86" y="26"/>
                      <a:pt x="89" y="28"/>
                      <a:pt x="86" y="30"/>
                    </a:cubicBezTo>
                    <a:cubicBezTo>
                      <a:pt x="83" y="31"/>
                      <a:pt x="83" y="34"/>
                      <a:pt x="85" y="35"/>
                    </a:cubicBezTo>
                    <a:cubicBezTo>
                      <a:pt x="86" y="36"/>
                      <a:pt x="85" y="39"/>
                      <a:pt x="85" y="41"/>
                    </a:cubicBezTo>
                    <a:cubicBezTo>
                      <a:pt x="84" y="43"/>
                      <a:pt x="87" y="41"/>
                      <a:pt x="89" y="39"/>
                    </a:cubicBezTo>
                    <a:cubicBezTo>
                      <a:pt x="91" y="37"/>
                      <a:pt x="93" y="40"/>
                      <a:pt x="93" y="38"/>
                    </a:cubicBezTo>
                    <a:cubicBezTo>
                      <a:pt x="94" y="36"/>
                      <a:pt x="88" y="35"/>
                      <a:pt x="88" y="32"/>
                    </a:cubicBezTo>
                    <a:cubicBezTo>
                      <a:pt x="89" y="30"/>
                      <a:pt x="92" y="33"/>
                      <a:pt x="95" y="31"/>
                    </a:cubicBezTo>
                    <a:cubicBezTo>
                      <a:pt x="98" y="30"/>
                      <a:pt x="103" y="31"/>
                      <a:pt x="107" y="34"/>
                    </a:cubicBezTo>
                    <a:cubicBezTo>
                      <a:pt x="111" y="37"/>
                      <a:pt x="112" y="36"/>
                      <a:pt x="112" y="32"/>
                    </a:cubicBezTo>
                    <a:cubicBezTo>
                      <a:pt x="113" y="29"/>
                      <a:pt x="118" y="27"/>
                      <a:pt x="124" y="27"/>
                    </a:cubicBezTo>
                    <a:cubicBezTo>
                      <a:pt x="129" y="27"/>
                      <a:pt x="130" y="24"/>
                      <a:pt x="128" y="23"/>
                    </a:cubicBezTo>
                    <a:cubicBezTo>
                      <a:pt x="127" y="22"/>
                      <a:pt x="137" y="15"/>
                      <a:pt x="137" y="13"/>
                    </a:cubicBezTo>
                    <a:cubicBezTo>
                      <a:pt x="137" y="11"/>
                      <a:pt x="131" y="17"/>
                      <a:pt x="130" y="15"/>
                    </a:cubicBezTo>
                    <a:close/>
                    <a:moveTo>
                      <a:pt x="86" y="48"/>
                    </a:moveTo>
                    <a:cubicBezTo>
                      <a:pt x="84" y="49"/>
                      <a:pt x="82" y="56"/>
                      <a:pt x="84" y="59"/>
                    </a:cubicBezTo>
                    <a:cubicBezTo>
                      <a:pt x="87" y="61"/>
                      <a:pt x="80" y="65"/>
                      <a:pt x="80" y="69"/>
                    </a:cubicBezTo>
                    <a:cubicBezTo>
                      <a:pt x="81" y="74"/>
                      <a:pt x="76" y="74"/>
                      <a:pt x="75" y="77"/>
                    </a:cubicBezTo>
                    <a:cubicBezTo>
                      <a:pt x="75" y="80"/>
                      <a:pt x="72" y="80"/>
                      <a:pt x="68" y="83"/>
                    </a:cubicBezTo>
                    <a:cubicBezTo>
                      <a:pt x="64" y="86"/>
                      <a:pt x="62" y="82"/>
                      <a:pt x="63" y="80"/>
                    </a:cubicBezTo>
                    <a:cubicBezTo>
                      <a:pt x="64" y="78"/>
                      <a:pt x="57" y="81"/>
                      <a:pt x="57" y="87"/>
                    </a:cubicBezTo>
                    <a:cubicBezTo>
                      <a:pt x="57" y="92"/>
                      <a:pt x="50" y="92"/>
                      <a:pt x="52" y="95"/>
                    </a:cubicBezTo>
                    <a:cubicBezTo>
                      <a:pt x="54" y="97"/>
                      <a:pt x="47" y="99"/>
                      <a:pt x="47" y="96"/>
                    </a:cubicBezTo>
                    <a:cubicBezTo>
                      <a:pt x="47" y="94"/>
                      <a:pt x="43" y="95"/>
                      <a:pt x="37" y="98"/>
                    </a:cubicBezTo>
                    <a:cubicBezTo>
                      <a:pt x="32" y="100"/>
                      <a:pt x="28" y="95"/>
                      <a:pt x="25" y="98"/>
                    </a:cubicBezTo>
                    <a:cubicBezTo>
                      <a:pt x="22" y="101"/>
                      <a:pt x="17" y="107"/>
                      <a:pt x="13" y="108"/>
                    </a:cubicBezTo>
                    <a:cubicBezTo>
                      <a:pt x="9" y="108"/>
                      <a:pt x="11" y="113"/>
                      <a:pt x="13" y="112"/>
                    </a:cubicBezTo>
                    <a:cubicBezTo>
                      <a:pt x="16" y="111"/>
                      <a:pt x="20" y="112"/>
                      <a:pt x="22" y="110"/>
                    </a:cubicBezTo>
                    <a:cubicBezTo>
                      <a:pt x="23" y="108"/>
                      <a:pt x="35" y="105"/>
                      <a:pt x="42" y="105"/>
                    </a:cubicBezTo>
                    <a:cubicBezTo>
                      <a:pt x="49" y="105"/>
                      <a:pt x="45" y="109"/>
                      <a:pt x="45" y="112"/>
                    </a:cubicBezTo>
                    <a:cubicBezTo>
                      <a:pt x="46" y="116"/>
                      <a:pt x="52" y="115"/>
                      <a:pt x="55" y="112"/>
                    </a:cubicBezTo>
                    <a:cubicBezTo>
                      <a:pt x="58" y="108"/>
                      <a:pt x="60" y="109"/>
                      <a:pt x="58" y="106"/>
                    </a:cubicBezTo>
                    <a:cubicBezTo>
                      <a:pt x="55" y="104"/>
                      <a:pt x="58" y="102"/>
                      <a:pt x="60" y="105"/>
                    </a:cubicBezTo>
                    <a:cubicBezTo>
                      <a:pt x="62" y="108"/>
                      <a:pt x="68" y="108"/>
                      <a:pt x="70" y="104"/>
                    </a:cubicBezTo>
                    <a:cubicBezTo>
                      <a:pt x="73" y="101"/>
                      <a:pt x="73" y="105"/>
                      <a:pt x="76" y="105"/>
                    </a:cubicBezTo>
                    <a:cubicBezTo>
                      <a:pt x="79" y="105"/>
                      <a:pt x="81" y="98"/>
                      <a:pt x="81" y="100"/>
                    </a:cubicBezTo>
                    <a:cubicBezTo>
                      <a:pt x="81" y="103"/>
                      <a:pt x="86" y="102"/>
                      <a:pt x="89" y="99"/>
                    </a:cubicBezTo>
                    <a:cubicBezTo>
                      <a:pt x="91" y="96"/>
                      <a:pt x="89" y="90"/>
                      <a:pt x="91" y="88"/>
                    </a:cubicBezTo>
                    <a:cubicBezTo>
                      <a:pt x="93" y="85"/>
                      <a:pt x="94" y="79"/>
                      <a:pt x="93" y="75"/>
                    </a:cubicBezTo>
                    <a:cubicBezTo>
                      <a:pt x="91" y="72"/>
                      <a:pt x="97" y="69"/>
                      <a:pt x="100" y="66"/>
                    </a:cubicBezTo>
                    <a:cubicBezTo>
                      <a:pt x="103" y="64"/>
                      <a:pt x="96" y="49"/>
                      <a:pt x="96" y="45"/>
                    </a:cubicBezTo>
                    <a:cubicBezTo>
                      <a:pt x="96" y="41"/>
                      <a:pt x="88" y="47"/>
                      <a:pt x="86" y="48"/>
                    </a:cubicBezTo>
                    <a:close/>
                    <a:moveTo>
                      <a:pt x="34" y="110"/>
                    </a:moveTo>
                    <a:cubicBezTo>
                      <a:pt x="33" y="112"/>
                      <a:pt x="30" y="111"/>
                      <a:pt x="26" y="112"/>
                    </a:cubicBezTo>
                    <a:cubicBezTo>
                      <a:pt x="22" y="113"/>
                      <a:pt x="22" y="122"/>
                      <a:pt x="25" y="123"/>
                    </a:cubicBezTo>
                    <a:cubicBezTo>
                      <a:pt x="27" y="123"/>
                      <a:pt x="29" y="123"/>
                      <a:pt x="29" y="120"/>
                    </a:cubicBezTo>
                    <a:cubicBezTo>
                      <a:pt x="30" y="118"/>
                      <a:pt x="34" y="117"/>
                      <a:pt x="36" y="118"/>
                    </a:cubicBezTo>
                    <a:cubicBezTo>
                      <a:pt x="39" y="119"/>
                      <a:pt x="42" y="114"/>
                      <a:pt x="42" y="111"/>
                    </a:cubicBezTo>
                    <a:cubicBezTo>
                      <a:pt x="42" y="107"/>
                      <a:pt x="35" y="107"/>
                      <a:pt x="34" y="110"/>
                    </a:cubicBezTo>
                    <a:close/>
                    <a:moveTo>
                      <a:pt x="17" y="119"/>
                    </a:moveTo>
                    <a:cubicBezTo>
                      <a:pt x="17" y="117"/>
                      <a:pt x="12" y="117"/>
                      <a:pt x="12" y="115"/>
                    </a:cubicBezTo>
                    <a:cubicBezTo>
                      <a:pt x="11" y="113"/>
                      <a:pt x="8" y="114"/>
                      <a:pt x="4" y="117"/>
                    </a:cubicBezTo>
                    <a:cubicBezTo>
                      <a:pt x="1" y="119"/>
                      <a:pt x="0" y="120"/>
                      <a:pt x="1" y="122"/>
                    </a:cubicBezTo>
                    <a:cubicBezTo>
                      <a:pt x="2" y="125"/>
                      <a:pt x="5" y="123"/>
                      <a:pt x="6" y="120"/>
                    </a:cubicBezTo>
                    <a:cubicBezTo>
                      <a:pt x="6" y="117"/>
                      <a:pt x="9" y="124"/>
                      <a:pt x="7" y="128"/>
                    </a:cubicBezTo>
                    <a:cubicBezTo>
                      <a:pt x="5" y="132"/>
                      <a:pt x="7" y="138"/>
                      <a:pt x="10" y="138"/>
                    </a:cubicBezTo>
                    <a:cubicBezTo>
                      <a:pt x="12" y="137"/>
                      <a:pt x="15" y="129"/>
                      <a:pt x="19" y="124"/>
                    </a:cubicBezTo>
                    <a:cubicBezTo>
                      <a:pt x="22" y="120"/>
                      <a:pt x="17" y="121"/>
                      <a:pt x="17" y="11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150">
                <a:extLst>
                  <a:ext uri="{FF2B5EF4-FFF2-40B4-BE49-F238E27FC236}">
                    <a16:creationId xmlns:a16="http://schemas.microsoft.com/office/drawing/2014/main" id="{1B049606-2312-44F1-8B6D-E66C144DCFEC}"/>
                  </a:ext>
                </a:extLst>
              </p:cNvPr>
              <p:cNvSpPr>
                <a:spLocks noEditPoints="1"/>
              </p:cNvSpPr>
              <p:nvPr/>
            </p:nvSpPr>
            <p:spPr bwMode="auto">
              <a:xfrm>
                <a:off x="6292385" y="2981876"/>
                <a:ext cx="1112942" cy="770401"/>
              </a:xfrm>
              <a:custGeom>
                <a:avLst/>
                <a:gdLst>
                  <a:gd name="T0" fmla="*/ 459 w 483"/>
                  <a:gd name="T1" fmla="*/ 62 h 334"/>
                  <a:gd name="T2" fmla="*/ 436 w 483"/>
                  <a:gd name="T3" fmla="*/ 45 h 334"/>
                  <a:gd name="T4" fmla="*/ 416 w 483"/>
                  <a:gd name="T5" fmla="*/ 18 h 334"/>
                  <a:gd name="T6" fmla="*/ 388 w 483"/>
                  <a:gd name="T7" fmla="*/ 1 h 334"/>
                  <a:gd name="T8" fmla="*/ 369 w 483"/>
                  <a:gd name="T9" fmla="*/ 15 h 334"/>
                  <a:gd name="T10" fmla="*/ 353 w 483"/>
                  <a:gd name="T11" fmla="*/ 38 h 334"/>
                  <a:gd name="T12" fmla="*/ 329 w 483"/>
                  <a:gd name="T13" fmla="*/ 52 h 334"/>
                  <a:gd name="T14" fmla="*/ 344 w 483"/>
                  <a:gd name="T15" fmla="*/ 62 h 334"/>
                  <a:gd name="T16" fmla="*/ 343 w 483"/>
                  <a:gd name="T17" fmla="*/ 75 h 334"/>
                  <a:gd name="T18" fmla="*/ 301 w 483"/>
                  <a:gd name="T19" fmla="*/ 90 h 334"/>
                  <a:gd name="T20" fmla="*/ 271 w 483"/>
                  <a:gd name="T21" fmla="*/ 116 h 334"/>
                  <a:gd name="T22" fmla="*/ 225 w 483"/>
                  <a:gd name="T23" fmla="*/ 118 h 334"/>
                  <a:gd name="T24" fmla="*/ 172 w 483"/>
                  <a:gd name="T25" fmla="*/ 111 h 334"/>
                  <a:gd name="T26" fmla="*/ 150 w 483"/>
                  <a:gd name="T27" fmla="*/ 89 h 334"/>
                  <a:gd name="T28" fmla="*/ 130 w 483"/>
                  <a:gd name="T29" fmla="*/ 64 h 334"/>
                  <a:gd name="T30" fmla="*/ 109 w 483"/>
                  <a:gd name="T31" fmla="*/ 46 h 334"/>
                  <a:gd name="T32" fmla="*/ 98 w 483"/>
                  <a:gd name="T33" fmla="*/ 54 h 334"/>
                  <a:gd name="T34" fmla="*/ 79 w 483"/>
                  <a:gd name="T35" fmla="*/ 69 h 334"/>
                  <a:gd name="T36" fmla="*/ 63 w 483"/>
                  <a:gd name="T37" fmla="*/ 86 h 334"/>
                  <a:gd name="T38" fmla="*/ 56 w 483"/>
                  <a:gd name="T39" fmla="*/ 107 h 334"/>
                  <a:gd name="T40" fmla="*/ 37 w 483"/>
                  <a:gd name="T41" fmla="*/ 125 h 334"/>
                  <a:gd name="T42" fmla="*/ 14 w 483"/>
                  <a:gd name="T43" fmla="*/ 132 h 334"/>
                  <a:gd name="T44" fmla="*/ 0 w 483"/>
                  <a:gd name="T45" fmla="*/ 143 h 334"/>
                  <a:gd name="T46" fmla="*/ 11 w 483"/>
                  <a:gd name="T47" fmla="*/ 166 h 334"/>
                  <a:gd name="T48" fmla="*/ 28 w 483"/>
                  <a:gd name="T49" fmla="*/ 181 h 334"/>
                  <a:gd name="T50" fmla="*/ 42 w 483"/>
                  <a:gd name="T51" fmla="*/ 176 h 334"/>
                  <a:gd name="T52" fmla="*/ 40 w 483"/>
                  <a:gd name="T53" fmla="*/ 197 h 334"/>
                  <a:gd name="T54" fmla="*/ 40 w 483"/>
                  <a:gd name="T55" fmla="*/ 217 h 334"/>
                  <a:gd name="T56" fmla="*/ 55 w 483"/>
                  <a:gd name="T57" fmla="*/ 229 h 334"/>
                  <a:gd name="T58" fmla="*/ 98 w 483"/>
                  <a:gd name="T59" fmla="*/ 247 h 334"/>
                  <a:gd name="T60" fmla="*/ 116 w 483"/>
                  <a:gd name="T61" fmla="*/ 251 h 334"/>
                  <a:gd name="T62" fmla="*/ 131 w 483"/>
                  <a:gd name="T63" fmla="*/ 248 h 334"/>
                  <a:gd name="T64" fmla="*/ 150 w 483"/>
                  <a:gd name="T65" fmla="*/ 243 h 334"/>
                  <a:gd name="T66" fmla="*/ 173 w 483"/>
                  <a:gd name="T67" fmla="*/ 243 h 334"/>
                  <a:gd name="T68" fmla="*/ 187 w 483"/>
                  <a:gd name="T69" fmla="*/ 251 h 334"/>
                  <a:gd name="T70" fmla="*/ 183 w 483"/>
                  <a:gd name="T71" fmla="*/ 282 h 334"/>
                  <a:gd name="T72" fmla="*/ 195 w 483"/>
                  <a:gd name="T73" fmla="*/ 299 h 334"/>
                  <a:gd name="T74" fmla="*/ 213 w 483"/>
                  <a:gd name="T75" fmla="*/ 307 h 334"/>
                  <a:gd name="T76" fmla="*/ 226 w 483"/>
                  <a:gd name="T77" fmla="*/ 294 h 334"/>
                  <a:gd name="T78" fmla="*/ 251 w 483"/>
                  <a:gd name="T79" fmla="*/ 292 h 334"/>
                  <a:gd name="T80" fmla="*/ 268 w 483"/>
                  <a:gd name="T81" fmla="*/ 303 h 334"/>
                  <a:gd name="T82" fmla="*/ 281 w 483"/>
                  <a:gd name="T83" fmla="*/ 313 h 334"/>
                  <a:gd name="T84" fmla="*/ 318 w 483"/>
                  <a:gd name="T85" fmla="*/ 294 h 334"/>
                  <a:gd name="T86" fmla="*/ 346 w 483"/>
                  <a:gd name="T87" fmla="*/ 279 h 334"/>
                  <a:gd name="T88" fmla="*/ 360 w 483"/>
                  <a:gd name="T89" fmla="*/ 263 h 334"/>
                  <a:gd name="T90" fmla="*/ 373 w 483"/>
                  <a:gd name="T91" fmla="*/ 246 h 334"/>
                  <a:gd name="T92" fmla="*/ 376 w 483"/>
                  <a:gd name="T93" fmla="*/ 230 h 334"/>
                  <a:gd name="T94" fmla="*/ 372 w 483"/>
                  <a:gd name="T95" fmla="*/ 218 h 334"/>
                  <a:gd name="T96" fmla="*/ 370 w 483"/>
                  <a:gd name="T97" fmla="*/ 207 h 334"/>
                  <a:gd name="T98" fmla="*/ 360 w 483"/>
                  <a:gd name="T99" fmla="*/ 180 h 334"/>
                  <a:gd name="T100" fmla="*/ 382 w 483"/>
                  <a:gd name="T101" fmla="*/ 167 h 334"/>
                  <a:gd name="T102" fmla="*/ 354 w 483"/>
                  <a:gd name="T103" fmla="*/ 159 h 334"/>
                  <a:gd name="T104" fmla="*/ 365 w 483"/>
                  <a:gd name="T105" fmla="*/ 137 h 334"/>
                  <a:gd name="T106" fmla="*/ 378 w 483"/>
                  <a:gd name="T107" fmla="*/ 149 h 334"/>
                  <a:gd name="T108" fmla="*/ 414 w 483"/>
                  <a:gd name="T109" fmla="*/ 128 h 334"/>
                  <a:gd name="T110" fmla="*/ 432 w 483"/>
                  <a:gd name="T111" fmla="*/ 120 h 334"/>
                  <a:gd name="T112" fmla="*/ 452 w 483"/>
                  <a:gd name="T113" fmla="*/ 112 h 334"/>
                  <a:gd name="T114" fmla="*/ 454 w 483"/>
                  <a:gd name="T115" fmla="*/ 91 h 334"/>
                  <a:gd name="T116" fmla="*/ 476 w 483"/>
                  <a:gd name="T117" fmla="*/ 76 h 334"/>
                  <a:gd name="T118" fmla="*/ 368 w 483"/>
                  <a:gd name="T119" fmla="*/ 298 h 334"/>
                  <a:gd name="T120" fmla="*/ 271 w 483"/>
                  <a:gd name="T121" fmla="*/ 328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83" h="334">
                    <a:moveTo>
                      <a:pt x="480" y="59"/>
                    </a:moveTo>
                    <a:cubicBezTo>
                      <a:pt x="480" y="55"/>
                      <a:pt x="475" y="56"/>
                      <a:pt x="474" y="58"/>
                    </a:cubicBezTo>
                    <a:cubicBezTo>
                      <a:pt x="472" y="59"/>
                      <a:pt x="467" y="58"/>
                      <a:pt x="466" y="60"/>
                    </a:cubicBezTo>
                    <a:cubicBezTo>
                      <a:pt x="465" y="63"/>
                      <a:pt x="462" y="62"/>
                      <a:pt x="459" y="62"/>
                    </a:cubicBezTo>
                    <a:cubicBezTo>
                      <a:pt x="456" y="63"/>
                      <a:pt x="451" y="61"/>
                      <a:pt x="451" y="59"/>
                    </a:cubicBezTo>
                    <a:cubicBezTo>
                      <a:pt x="451" y="57"/>
                      <a:pt x="449" y="55"/>
                      <a:pt x="449" y="52"/>
                    </a:cubicBezTo>
                    <a:cubicBezTo>
                      <a:pt x="450" y="50"/>
                      <a:pt x="446" y="51"/>
                      <a:pt x="444" y="48"/>
                    </a:cubicBezTo>
                    <a:cubicBezTo>
                      <a:pt x="441" y="46"/>
                      <a:pt x="436" y="44"/>
                      <a:pt x="436" y="45"/>
                    </a:cubicBezTo>
                    <a:cubicBezTo>
                      <a:pt x="435" y="45"/>
                      <a:pt x="432" y="42"/>
                      <a:pt x="428" y="42"/>
                    </a:cubicBezTo>
                    <a:cubicBezTo>
                      <a:pt x="424" y="42"/>
                      <a:pt x="424" y="39"/>
                      <a:pt x="425" y="37"/>
                    </a:cubicBezTo>
                    <a:cubicBezTo>
                      <a:pt x="425" y="36"/>
                      <a:pt x="421" y="31"/>
                      <a:pt x="421" y="28"/>
                    </a:cubicBezTo>
                    <a:cubicBezTo>
                      <a:pt x="420" y="25"/>
                      <a:pt x="417" y="24"/>
                      <a:pt x="416" y="18"/>
                    </a:cubicBezTo>
                    <a:cubicBezTo>
                      <a:pt x="415" y="12"/>
                      <a:pt x="411" y="14"/>
                      <a:pt x="412" y="11"/>
                    </a:cubicBezTo>
                    <a:cubicBezTo>
                      <a:pt x="413" y="8"/>
                      <a:pt x="408" y="7"/>
                      <a:pt x="407" y="5"/>
                    </a:cubicBezTo>
                    <a:cubicBezTo>
                      <a:pt x="406" y="3"/>
                      <a:pt x="401" y="4"/>
                      <a:pt x="397" y="2"/>
                    </a:cubicBezTo>
                    <a:cubicBezTo>
                      <a:pt x="393" y="0"/>
                      <a:pt x="391" y="2"/>
                      <a:pt x="388" y="1"/>
                    </a:cubicBezTo>
                    <a:cubicBezTo>
                      <a:pt x="385" y="0"/>
                      <a:pt x="377" y="2"/>
                      <a:pt x="376" y="2"/>
                    </a:cubicBezTo>
                    <a:cubicBezTo>
                      <a:pt x="375" y="2"/>
                      <a:pt x="369" y="0"/>
                      <a:pt x="366" y="5"/>
                    </a:cubicBezTo>
                    <a:cubicBezTo>
                      <a:pt x="363" y="9"/>
                      <a:pt x="365" y="9"/>
                      <a:pt x="367" y="9"/>
                    </a:cubicBezTo>
                    <a:cubicBezTo>
                      <a:pt x="368" y="9"/>
                      <a:pt x="369" y="13"/>
                      <a:pt x="369" y="15"/>
                    </a:cubicBezTo>
                    <a:cubicBezTo>
                      <a:pt x="369" y="16"/>
                      <a:pt x="367" y="18"/>
                      <a:pt x="365" y="19"/>
                    </a:cubicBezTo>
                    <a:cubicBezTo>
                      <a:pt x="364" y="19"/>
                      <a:pt x="361" y="25"/>
                      <a:pt x="360" y="26"/>
                    </a:cubicBezTo>
                    <a:cubicBezTo>
                      <a:pt x="360" y="28"/>
                      <a:pt x="356" y="33"/>
                      <a:pt x="357" y="35"/>
                    </a:cubicBezTo>
                    <a:cubicBezTo>
                      <a:pt x="357" y="36"/>
                      <a:pt x="355" y="38"/>
                      <a:pt x="353" y="38"/>
                    </a:cubicBezTo>
                    <a:cubicBezTo>
                      <a:pt x="351" y="39"/>
                      <a:pt x="347" y="42"/>
                      <a:pt x="345" y="42"/>
                    </a:cubicBezTo>
                    <a:cubicBezTo>
                      <a:pt x="344" y="43"/>
                      <a:pt x="338" y="42"/>
                      <a:pt x="338" y="40"/>
                    </a:cubicBezTo>
                    <a:cubicBezTo>
                      <a:pt x="337" y="40"/>
                      <a:pt x="337" y="39"/>
                      <a:pt x="336" y="39"/>
                    </a:cubicBezTo>
                    <a:cubicBezTo>
                      <a:pt x="329" y="52"/>
                      <a:pt x="329" y="52"/>
                      <a:pt x="329" y="52"/>
                    </a:cubicBezTo>
                    <a:cubicBezTo>
                      <a:pt x="329" y="56"/>
                      <a:pt x="329" y="56"/>
                      <a:pt x="329" y="56"/>
                    </a:cubicBezTo>
                    <a:cubicBezTo>
                      <a:pt x="329" y="56"/>
                      <a:pt x="325" y="57"/>
                      <a:pt x="328" y="60"/>
                    </a:cubicBezTo>
                    <a:cubicBezTo>
                      <a:pt x="331" y="63"/>
                      <a:pt x="331" y="61"/>
                      <a:pt x="336" y="61"/>
                    </a:cubicBezTo>
                    <a:cubicBezTo>
                      <a:pt x="341" y="61"/>
                      <a:pt x="343" y="64"/>
                      <a:pt x="344" y="62"/>
                    </a:cubicBezTo>
                    <a:cubicBezTo>
                      <a:pt x="345" y="59"/>
                      <a:pt x="349" y="57"/>
                      <a:pt x="352" y="61"/>
                    </a:cubicBezTo>
                    <a:cubicBezTo>
                      <a:pt x="354" y="64"/>
                      <a:pt x="362" y="69"/>
                      <a:pt x="362" y="71"/>
                    </a:cubicBezTo>
                    <a:cubicBezTo>
                      <a:pt x="361" y="74"/>
                      <a:pt x="357" y="74"/>
                      <a:pt x="354" y="73"/>
                    </a:cubicBezTo>
                    <a:cubicBezTo>
                      <a:pt x="351" y="71"/>
                      <a:pt x="346" y="75"/>
                      <a:pt x="343" y="75"/>
                    </a:cubicBezTo>
                    <a:cubicBezTo>
                      <a:pt x="340" y="75"/>
                      <a:pt x="337" y="76"/>
                      <a:pt x="333" y="79"/>
                    </a:cubicBezTo>
                    <a:cubicBezTo>
                      <a:pt x="330" y="82"/>
                      <a:pt x="331" y="85"/>
                      <a:pt x="326" y="85"/>
                    </a:cubicBezTo>
                    <a:cubicBezTo>
                      <a:pt x="322" y="86"/>
                      <a:pt x="319" y="85"/>
                      <a:pt x="314" y="89"/>
                    </a:cubicBezTo>
                    <a:cubicBezTo>
                      <a:pt x="309" y="93"/>
                      <a:pt x="303" y="91"/>
                      <a:pt x="301" y="90"/>
                    </a:cubicBezTo>
                    <a:cubicBezTo>
                      <a:pt x="299" y="89"/>
                      <a:pt x="296" y="89"/>
                      <a:pt x="294" y="92"/>
                    </a:cubicBezTo>
                    <a:cubicBezTo>
                      <a:pt x="292" y="96"/>
                      <a:pt x="296" y="97"/>
                      <a:pt x="296" y="102"/>
                    </a:cubicBezTo>
                    <a:cubicBezTo>
                      <a:pt x="295" y="106"/>
                      <a:pt x="290" y="105"/>
                      <a:pt x="286" y="109"/>
                    </a:cubicBezTo>
                    <a:cubicBezTo>
                      <a:pt x="282" y="114"/>
                      <a:pt x="275" y="116"/>
                      <a:pt x="271" y="116"/>
                    </a:cubicBezTo>
                    <a:cubicBezTo>
                      <a:pt x="268" y="115"/>
                      <a:pt x="260" y="113"/>
                      <a:pt x="253" y="116"/>
                    </a:cubicBezTo>
                    <a:cubicBezTo>
                      <a:pt x="246" y="119"/>
                      <a:pt x="242" y="124"/>
                      <a:pt x="239" y="123"/>
                    </a:cubicBezTo>
                    <a:cubicBezTo>
                      <a:pt x="237" y="123"/>
                      <a:pt x="237" y="120"/>
                      <a:pt x="233" y="120"/>
                    </a:cubicBezTo>
                    <a:cubicBezTo>
                      <a:pt x="229" y="121"/>
                      <a:pt x="227" y="120"/>
                      <a:pt x="225" y="118"/>
                    </a:cubicBezTo>
                    <a:cubicBezTo>
                      <a:pt x="222" y="117"/>
                      <a:pt x="220" y="119"/>
                      <a:pt x="216" y="116"/>
                    </a:cubicBezTo>
                    <a:cubicBezTo>
                      <a:pt x="212" y="113"/>
                      <a:pt x="204" y="113"/>
                      <a:pt x="201" y="113"/>
                    </a:cubicBezTo>
                    <a:cubicBezTo>
                      <a:pt x="198" y="112"/>
                      <a:pt x="186" y="113"/>
                      <a:pt x="182" y="112"/>
                    </a:cubicBezTo>
                    <a:cubicBezTo>
                      <a:pt x="178" y="112"/>
                      <a:pt x="172" y="113"/>
                      <a:pt x="172" y="111"/>
                    </a:cubicBezTo>
                    <a:cubicBezTo>
                      <a:pt x="171" y="109"/>
                      <a:pt x="168" y="108"/>
                      <a:pt x="167" y="103"/>
                    </a:cubicBezTo>
                    <a:cubicBezTo>
                      <a:pt x="166" y="98"/>
                      <a:pt x="164" y="97"/>
                      <a:pt x="161" y="96"/>
                    </a:cubicBezTo>
                    <a:cubicBezTo>
                      <a:pt x="158" y="96"/>
                      <a:pt x="158" y="93"/>
                      <a:pt x="156" y="93"/>
                    </a:cubicBezTo>
                    <a:cubicBezTo>
                      <a:pt x="155" y="93"/>
                      <a:pt x="153" y="89"/>
                      <a:pt x="150" y="89"/>
                    </a:cubicBezTo>
                    <a:cubicBezTo>
                      <a:pt x="146" y="89"/>
                      <a:pt x="133" y="88"/>
                      <a:pt x="132" y="85"/>
                    </a:cubicBezTo>
                    <a:cubicBezTo>
                      <a:pt x="130" y="82"/>
                      <a:pt x="133" y="81"/>
                      <a:pt x="133" y="78"/>
                    </a:cubicBezTo>
                    <a:cubicBezTo>
                      <a:pt x="133" y="75"/>
                      <a:pt x="135" y="71"/>
                      <a:pt x="134" y="70"/>
                    </a:cubicBezTo>
                    <a:cubicBezTo>
                      <a:pt x="132" y="69"/>
                      <a:pt x="130" y="66"/>
                      <a:pt x="130" y="64"/>
                    </a:cubicBezTo>
                    <a:cubicBezTo>
                      <a:pt x="129" y="62"/>
                      <a:pt x="125" y="58"/>
                      <a:pt x="123" y="58"/>
                    </a:cubicBezTo>
                    <a:cubicBezTo>
                      <a:pt x="120" y="58"/>
                      <a:pt x="118" y="56"/>
                      <a:pt x="116" y="54"/>
                    </a:cubicBezTo>
                    <a:cubicBezTo>
                      <a:pt x="113" y="52"/>
                      <a:pt x="111" y="52"/>
                      <a:pt x="110" y="47"/>
                    </a:cubicBezTo>
                    <a:cubicBezTo>
                      <a:pt x="110" y="47"/>
                      <a:pt x="110" y="46"/>
                      <a:pt x="109" y="46"/>
                    </a:cubicBezTo>
                    <a:cubicBezTo>
                      <a:pt x="109" y="46"/>
                      <a:pt x="107" y="45"/>
                      <a:pt x="106" y="45"/>
                    </a:cubicBezTo>
                    <a:cubicBezTo>
                      <a:pt x="106" y="45"/>
                      <a:pt x="105" y="45"/>
                      <a:pt x="104" y="44"/>
                    </a:cubicBezTo>
                    <a:cubicBezTo>
                      <a:pt x="104" y="47"/>
                      <a:pt x="102" y="48"/>
                      <a:pt x="102" y="49"/>
                    </a:cubicBezTo>
                    <a:cubicBezTo>
                      <a:pt x="102" y="51"/>
                      <a:pt x="101" y="54"/>
                      <a:pt x="98" y="54"/>
                    </a:cubicBezTo>
                    <a:cubicBezTo>
                      <a:pt x="95" y="54"/>
                      <a:pt x="93" y="56"/>
                      <a:pt x="93" y="60"/>
                    </a:cubicBezTo>
                    <a:cubicBezTo>
                      <a:pt x="93" y="64"/>
                      <a:pt x="95" y="65"/>
                      <a:pt x="94" y="66"/>
                    </a:cubicBezTo>
                    <a:cubicBezTo>
                      <a:pt x="93" y="68"/>
                      <a:pt x="88" y="70"/>
                      <a:pt x="86" y="69"/>
                    </a:cubicBezTo>
                    <a:cubicBezTo>
                      <a:pt x="85" y="68"/>
                      <a:pt x="82" y="69"/>
                      <a:pt x="79" y="69"/>
                    </a:cubicBezTo>
                    <a:cubicBezTo>
                      <a:pt x="76" y="68"/>
                      <a:pt x="74" y="65"/>
                      <a:pt x="74" y="69"/>
                    </a:cubicBezTo>
                    <a:cubicBezTo>
                      <a:pt x="73" y="72"/>
                      <a:pt x="67" y="83"/>
                      <a:pt x="69" y="84"/>
                    </a:cubicBezTo>
                    <a:cubicBezTo>
                      <a:pt x="70" y="85"/>
                      <a:pt x="71" y="88"/>
                      <a:pt x="69" y="88"/>
                    </a:cubicBezTo>
                    <a:cubicBezTo>
                      <a:pt x="66" y="88"/>
                      <a:pt x="64" y="87"/>
                      <a:pt x="63" y="86"/>
                    </a:cubicBezTo>
                    <a:cubicBezTo>
                      <a:pt x="62" y="85"/>
                      <a:pt x="58" y="88"/>
                      <a:pt x="55" y="88"/>
                    </a:cubicBezTo>
                    <a:cubicBezTo>
                      <a:pt x="54" y="88"/>
                      <a:pt x="49" y="90"/>
                      <a:pt x="51" y="91"/>
                    </a:cubicBezTo>
                    <a:cubicBezTo>
                      <a:pt x="52" y="92"/>
                      <a:pt x="52" y="96"/>
                      <a:pt x="52" y="98"/>
                    </a:cubicBezTo>
                    <a:cubicBezTo>
                      <a:pt x="52" y="100"/>
                      <a:pt x="56" y="105"/>
                      <a:pt x="56" y="107"/>
                    </a:cubicBezTo>
                    <a:cubicBezTo>
                      <a:pt x="55" y="109"/>
                      <a:pt x="51" y="111"/>
                      <a:pt x="51" y="113"/>
                    </a:cubicBezTo>
                    <a:cubicBezTo>
                      <a:pt x="51" y="115"/>
                      <a:pt x="52" y="117"/>
                      <a:pt x="51" y="118"/>
                    </a:cubicBezTo>
                    <a:cubicBezTo>
                      <a:pt x="50" y="118"/>
                      <a:pt x="46" y="120"/>
                      <a:pt x="44" y="121"/>
                    </a:cubicBezTo>
                    <a:cubicBezTo>
                      <a:pt x="42" y="123"/>
                      <a:pt x="39" y="123"/>
                      <a:pt x="37" y="125"/>
                    </a:cubicBezTo>
                    <a:cubicBezTo>
                      <a:pt x="36" y="127"/>
                      <a:pt x="35" y="129"/>
                      <a:pt x="31" y="129"/>
                    </a:cubicBezTo>
                    <a:cubicBezTo>
                      <a:pt x="28" y="128"/>
                      <a:pt x="26" y="128"/>
                      <a:pt x="24" y="131"/>
                    </a:cubicBezTo>
                    <a:cubicBezTo>
                      <a:pt x="21" y="134"/>
                      <a:pt x="21" y="132"/>
                      <a:pt x="19" y="134"/>
                    </a:cubicBezTo>
                    <a:cubicBezTo>
                      <a:pt x="17" y="135"/>
                      <a:pt x="15" y="133"/>
                      <a:pt x="14" y="132"/>
                    </a:cubicBezTo>
                    <a:cubicBezTo>
                      <a:pt x="12" y="132"/>
                      <a:pt x="11" y="134"/>
                      <a:pt x="9" y="134"/>
                    </a:cubicBezTo>
                    <a:cubicBezTo>
                      <a:pt x="8" y="134"/>
                      <a:pt x="6" y="136"/>
                      <a:pt x="5" y="137"/>
                    </a:cubicBezTo>
                    <a:cubicBezTo>
                      <a:pt x="3" y="137"/>
                      <a:pt x="1" y="137"/>
                      <a:pt x="1" y="139"/>
                    </a:cubicBezTo>
                    <a:cubicBezTo>
                      <a:pt x="1" y="140"/>
                      <a:pt x="1" y="142"/>
                      <a:pt x="0" y="143"/>
                    </a:cubicBezTo>
                    <a:cubicBezTo>
                      <a:pt x="0" y="143"/>
                      <a:pt x="0" y="143"/>
                      <a:pt x="0" y="143"/>
                    </a:cubicBezTo>
                    <a:cubicBezTo>
                      <a:pt x="1" y="150"/>
                      <a:pt x="1" y="150"/>
                      <a:pt x="1" y="150"/>
                    </a:cubicBezTo>
                    <a:cubicBezTo>
                      <a:pt x="1" y="150"/>
                      <a:pt x="9" y="152"/>
                      <a:pt x="9" y="155"/>
                    </a:cubicBezTo>
                    <a:cubicBezTo>
                      <a:pt x="9" y="157"/>
                      <a:pt x="11" y="166"/>
                      <a:pt x="11" y="166"/>
                    </a:cubicBezTo>
                    <a:cubicBezTo>
                      <a:pt x="11" y="166"/>
                      <a:pt x="10" y="166"/>
                      <a:pt x="10" y="166"/>
                    </a:cubicBezTo>
                    <a:cubicBezTo>
                      <a:pt x="13" y="168"/>
                      <a:pt x="18" y="171"/>
                      <a:pt x="18" y="172"/>
                    </a:cubicBezTo>
                    <a:cubicBezTo>
                      <a:pt x="18" y="173"/>
                      <a:pt x="18" y="176"/>
                      <a:pt x="22" y="178"/>
                    </a:cubicBezTo>
                    <a:cubicBezTo>
                      <a:pt x="24" y="179"/>
                      <a:pt x="27" y="180"/>
                      <a:pt x="28" y="181"/>
                    </a:cubicBezTo>
                    <a:cubicBezTo>
                      <a:pt x="28" y="181"/>
                      <a:pt x="28" y="180"/>
                      <a:pt x="28" y="180"/>
                    </a:cubicBezTo>
                    <a:cubicBezTo>
                      <a:pt x="32" y="180"/>
                      <a:pt x="32" y="180"/>
                      <a:pt x="32" y="180"/>
                    </a:cubicBezTo>
                    <a:cubicBezTo>
                      <a:pt x="32" y="180"/>
                      <a:pt x="32" y="181"/>
                      <a:pt x="33" y="182"/>
                    </a:cubicBezTo>
                    <a:cubicBezTo>
                      <a:pt x="34" y="179"/>
                      <a:pt x="40" y="176"/>
                      <a:pt x="42" y="176"/>
                    </a:cubicBezTo>
                    <a:cubicBezTo>
                      <a:pt x="45" y="177"/>
                      <a:pt x="52" y="182"/>
                      <a:pt x="52" y="184"/>
                    </a:cubicBezTo>
                    <a:cubicBezTo>
                      <a:pt x="51" y="186"/>
                      <a:pt x="46" y="193"/>
                      <a:pt x="44" y="194"/>
                    </a:cubicBezTo>
                    <a:cubicBezTo>
                      <a:pt x="43" y="194"/>
                      <a:pt x="42" y="194"/>
                      <a:pt x="40" y="194"/>
                    </a:cubicBezTo>
                    <a:cubicBezTo>
                      <a:pt x="40" y="195"/>
                      <a:pt x="40" y="196"/>
                      <a:pt x="40" y="197"/>
                    </a:cubicBezTo>
                    <a:cubicBezTo>
                      <a:pt x="40" y="198"/>
                      <a:pt x="43" y="201"/>
                      <a:pt x="44" y="204"/>
                    </a:cubicBezTo>
                    <a:cubicBezTo>
                      <a:pt x="46" y="207"/>
                      <a:pt x="42" y="209"/>
                      <a:pt x="39" y="207"/>
                    </a:cubicBezTo>
                    <a:cubicBezTo>
                      <a:pt x="37" y="205"/>
                      <a:pt x="36" y="209"/>
                      <a:pt x="38" y="210"/>
                    </a:cubicBezTo>
                    <a:cubicBezTo>
                      <a:pt x="39" y="212"/>
                      <a:pt x="38" y="216"/>
                      <a:pt x="40" y="217"/>
                    </a:cubicBezTo>
                    <a:cubicBezTo>
                      <a:pt x="43" y="217"/>
                      <a:pt x="45" y="221"/>
                      <a:pt x="47" y="221"/>
                    </a:cubicBezTo>
                    <a:cubicBezTo>
                      <a:pt x="50" y="221"/>
                      <a:pt x="52" y="225"/>
                      <a:pt x="52" y="225"/>
                    </a:cubicBezTo>
                    <a:cubicBezTo>
                      <a:pt x="52" y="225"/>
                      <a:pt x="55" y="228"/>
                      <a:pt x="55" y="229"/>
                    </a:cubicBezTo>
                    <a:cubicBezTo>
                      <a:pt x="55" y="229"/>
                      <a:pt x="55" y="229"/>
                      <a:pt x="55" y="229"/>
                    </a:cubicBezTo>
                    <a:cubicBezTo>
                      <a:pt x="58" y="229"/>
                      <a:pt x="60" y="229"/>
                      <a:pt x="60" y="228"/>
                    </a:cubicBezTo>
                    <a:cubicBezTo>
                      <a:pt x="60" y="227"/>
                      <a:pt x="64" y="227"/>
                      <a:pt x="67" y="229"/>
                    </a:cubicBezTo>
                    <a:cubicBezTo>
                      <a:pt x="69" y="232"/>
                      <a:pt x="79" y="238"/>
                      <a:pt x="83" y="241"/>
                    </a:cubicBezTo>
                    <a:cubicBezTo>
                      <a:pt x="87" y="244"/>
                      <a:pt x="95" y="248"/>
                      <a:pt x="98" y="247"/>
                    </a:cubicBezTo>
                    <a:cubicBezTo>
                      <a:pt x="101" y="247"/>
                      <a:pt x="104" y="249"/>
                      <a:pt x="109" y="249"/>
                    </a:cubicBezTo>
                    <a:cubicBezTo>
                      <a:pt x="110" y="249"/>
                      <a:pt x="110" y="249"/>
                      <a:pt x="111" y="249"/>
                    </a:cubicBezTo>
                    <a:cubicBezTo>
                      <a:pt x="111" y="249"/>
                      <a:pt x="113" y="249"/>
                      <a:pt x="113" y="247"/>
                    </a:cubicBezTo>
                    <a:cubicBezTo>
                      <a:pt x="115" y="245"/>
                      <a:pt x="117" y="249"/>
                      <a:pt x="116" y="251"/>
                    </a:cubicBezTo>
                    <a:cubicBezTo>
                      <a:pt x="116" y="253"/>
                      <a:pt x="116" y="254"/>
                      <a:pt x="116" y="255"/>
                    </a:cubicBezTo>
                    <a:cubicBezTo>
                      <a:pt x="117" y="254"/>
                      <a:pt x="118" y="253"/>
                      <a:pt x="118" y="252"/>
                    </a:cubicBezTo>
                    <a:cubicBezTo>
                      <a:pt x="120" y="248"/>
                      <a:pt x="122" y="248"/>
                      <a:pt x="124" y="247"/>
                    </a:cubicBezTo>
                    <a:cubicBezTo>
                      <a:pt x="126" y="245"/>
                      <a:pt x="127" y="246"/>
                      <a:pt x="131" y="248"/>
                    </a:cubicBezTo>
                    <a:cubicBezTo>
                      <a:pt x="134" y="249"/>
                      <a:pt x="135" y="246"/>
                      <a:pt x="140" y="250"/>
                    </a:cubicBezTo>
                    <a:cubicBezTo>
                      <a:pt x="141" y="250"/>
                      <a:pt x="142" y="249"/>
                      <a:pt x="143" y="249"/>
                    </a:cubicBezTo>
                    <a:cubicBezTo>
                      <a:pt x="144" y="249"/>
                      <a:pt x="145" y="247"/>
                      <a:pt x="146" y="246"/>
                    </a:cubicBezTo>
                    <a:cubicBezTo>
                      <a:pt x="148" y="244"/>
                      <a:pt x="148" y="242"/>
                      <a:pt x="150" y="243"/>
                    </a:cubicBezTo>
                    <a:cubicBezTo>
                      <a:pt x="152" y="243"/>
                      <a:pt x="153" y="240"/>
                      <a:pt x="157" y="238"/>
                    </a:cubicBezTo>
                    <a:cubicBezTo>
                      <a:pt x="161" y="236"/>
                      <a:pt x="164" y="239"/>
                      <a:pt x="166" y="238"/>
                    </a:cubicBezTo>
                    <a:cubicBezTo>
                      <a:pt x="168" y="236"/>
                      <a:pt x="170" y="236"/>
                      <a:pt x="170" y="237"/>
                    </a:cubicBezTo>
                    <a:cubicBezTo>
                      <a:pt x="170" y="239"/>
                      <a:pt x="173" y="241"/>
                      <a:pt x="173" y="243"/>
                    </a:cubicBezTo>
                    <a:cubicBezTo>
                      <a:pt x="174" y="244"/>
                      <a:pt x="177" y="245"/>
                      <a:pt x="178" y="245"/>
                    </a:cubicBezTo>
                    <a:cubicBezTo>
                      <a:pt x="179" y="245"/>
                      <a:pt x="179" y="244"/>
                      <a:pt x="179" y="244"/>
                    </a:cubicBezTo>
                    <a:cubicBezTo>
                      <a:pt x="181" y="243"/>
                      <a:pt x="185" y="244"/>
                      <a:pt x="185" y="247"/>
                    </a:cubicBezTo>
                    <a:cubicBezTo>
                      <a:pt x="185" y="249"/>
                      <a:pt x="185" y="251"/>
                      <a:pt x="187" y="251"/>
                    </a:cubicBezTo>
                    <a:cubicBezTo>
                      <a:pt x="188" y="251"/>
                      <a:pt x="190" y="251"/>
                      <a:pt x="190" y="255"/>
                    </a:cubicBezTo>
                    <a:cubicBezTo>
                      <a:pt x="190" y="259"/>
                      <a:pt x="191" y="263"/>
                      <a:pt x="188" y="267"/>
                    </a:cubicBezTo>
                    <a:cubicBezTo>
                      <a:pt x="184" y="270"/>
                      <a:pt x="180" y="276"/>
                      <a:pt x="181" y="278"/>
                    </a:cubicBezTo>
                    <a:cubicBezTo>
                      <a:pt x="182" y="280"/>
                      <a:pt x="180" y="283"/>
                      <a:pt x="183" y="282"/>
                    </a:cubicBezTo>
                    <a:cubicBezTo>
                      <a:pt x="185" y="281"/>
                      <a:pt x="191" y="282"/>
                      <a:pt x="190" y="283"/>
                    </a:cubicBezTo>
                    <a:cubicBezTo>
                      <a:pt x="189" y="285"/>
                      <a:pt x="190" y="290"/>
                      <a:pt x="192" y="290"/>
                    </a:cubicBezTo>
                    <a:cubicBezTo>
                      <a:pt x="195" y="290"/>
                      <a:pt x="196" y="291"/>
                      <a:pt x="195" y="294"/>
                    </a:cubicBezTo>
                    <a:cubicBezTo>
                      <a:pt x="195" y="296"/>
                      <a:pt x="194" y="299"/>
                      <a:pt x="195" y="299"/>
                    </a:cubicBezTo>
                    <a:cubicBezTo>
                      <a:pt x="197" y="299"/>
                      <a:pt x="200" y="299"/>
                      <a:pt x="200" y="301"/>
                    </a:cubicBezTo>
                    <a:cubicBezTo>
                      <a:pt x="200" y="303"/>
                      <a:pt x="201" y="305"/>
                      <a:pt x="205" y="304"/>
                    </a:cubicBezTo>
                    <a:cubicBezTo>
                      <a:pt x="207" y="303"/>
                      <a:pt x="208" y="302"/>
                      <a:pt x="209" y="303"/>
                    </a:cubicBezTo>
                    <a:cubicBezTo>
                      <a:pt x="210" y="303"/>
                      <a:pt x="210" y="306"/>
                      <a:pt x="213" y="307"/>
                    </a:cubicBezTo>
                    <a:cubicBezTo>
                      <a:pt x="215" y="307"/>
                      <a:pt x="214" y="301"/>
                      <a:pt x="213" y="300"/>
                    </a:cubicBezTo>
                    <a:cubicBezTo>
                      <a:pt x="212" y="299"/>
                      <a:pt x="213" y="295"/>
                      <a:pt x="214" y="296"/>
                    </a:cubicBezTo>
                    <a:cubicBezTo>
                      <a:pt x="215" y="297"/>
                      <a:pt x="218" y="296"/>
                      <a:pt x="219" y="294"/>
                    </a:cubicBezTo>
                    <a:cubicBezTo>
                      <a:pt x="221" y="292"/>
                      <a:pt x="224" y="296"/>
                      <a:pt x="226" y="294"/>
                    </a:cubicBezTo>
                    <a:cubicBezTo>
                      <a:pt x="227" y="291"/>
                      <a:pt x="230" y="295"/>
                      <a:pt x="233" y="294"/>
                    </a:cubicBezTo>
                    <a:cubicBezTo>
                      <a:pt x="235" y="292"/>
                      <a:pt x="237" y="295"/>
                      <a:pt x="238" y="293"/>
                    </a:cubicBezTo>
                    <a:cubicBezTo>
                      <a:pt x="239" y="291"/>
                      <a:pt x="243" y="288"/>
                      <a:pt x="244" y="289"/>
                    </a:cubicBezTo>
                    <a:cubicBezTo>
                      <a:pt x="245" y="290"/>
                      <a:pt x="246" y="291"/>
                      <a:pt x="251" y="292"/>
                    </a:cubicBezTo>
                    <a:cubicBezTo>
                      <a:pt x="256" y="293"/>
                      <a:pt x="253" y="295"/>
                      <a:pt x="253" y="297"/>
                    </a:cubicBezTo>
                    <a:cubicBezTo>
                      <a:pt x="253" y="298"/>
                      <a:pt x="259" y="303"/>
                      <a:pt x="261" y="303"/>
                    </a:cubicBezTo>
                    <a:cubicBezTo>
                      <a:pt x="262" y="303"/>
                      <a:pt x="262" y="303"/>
                      <a:pt x="263" y="304"/>
                    </a:cubicBezTo>
                    <a:cubicBezTo>
                      <a:pt x="264" y="303"/>
                      <a:pt x="267" y="305"/>
                      <a:pt x="268" y="303"/>
                    </a:cubicBezTo>
                    <a:cubicBezTo>
                      <a:pt x="268" y="301"/>
                      <a:pt x="271" y="301"/>
                      <a:pt x="272" y="303"/>
                    </a:cubicBezTo>
                    <a:cubicBezTo>
                      <a:pt x="273" y="305"/>
                      <a:pt x="274" y="305"/>
                      <a:pt x="277" y="303"/>
                    </a:cubicBezTo>
                    <a:cubicBezTo>
                      <a:pt x="279" y="301"/>
                      <a:pt x="280" y="305"/>
                      <a:pt x="279" y="306"/>
                    </a:cubicBezTo>
                    <a:cubicBezTo>
                      <a:pt x="277" y="308"/>
                      <a:pt x="278" y="311"/>
                      <a:pt x="281" y="313"/>
                    </a:cubicBezTo>
                    <a:cubicBezTo>
                      <a:pt x="283" y="316"/>
                      <a:pt x="283" y="312"/>
                      <a:pt x="283" y="310"/>
                    </a:cubicBezTo>
                    <a:cubicBezTo>
                      <a:pt x="282" y="308"/>
                      <a:pt x="287" y="306"/>
                      <a:pt x="294" y="303"/>
                    </a:cubicBezTo>
                    <a:cubicBezTo>
                      <a:pt x="302" y="301"/>
                      <a:pt x="310" y="295"/>
                      <a:pt x="310" y="294"/>
                    </a:cubicBezTo>
                    <a:cubicBezTo>
                      <a:pt x="310" y="293"/>
                      <a:pt x="315" y="296"/>
                      <a:pt x="318" y="294"/>
                    </a:cubicBezTo>
                    <a:cubicBezTo>
                      <a:pt x="320" y="292"/>
                      <a:pt x="329" y="292"/>
                      <a:pt x="331" y="292"/>
                    </a:cubicBezTo>
                    <a:cubicBezTo>
                      <a:pt x="334" y="292"/>
                      <a:pt x="334" y="290"/>
                      <a:pt x="336" y="288"/>
                    </a:cubicBezTo>
                    <a:cubicBezTo>
                      <a:pt x="339" y="286"/>
                      <a:pt x="338" y="285"/>
                      <a:pt x="341" y="284"/>
                    </a:cubicBezTo>
                    <a:cubicBezTo>
                      <a:pt x="344" y="283"/>
                      <a:pt x="346" y="281"/>
                      <a:pt x="346" y="279"/>
                    </a:cubicBezTo>
                    <a:cubicBezTo>
                      <a:pt x="346" y="278"/>
                      <a:pt x="351" y="277"/>
                      <a:pt x="351" y="276"/>
                    </a:cubicBezTo>
                    <a:cubicBezTo>
                      <a:pt x="351" y="274"/>
                      <a:pt x="355" y="274"/>
                      <a:pt x="355" y="272"/>
                    </a:cubicBezTo>
                    <a:cubicBezTo>
                      <a:pt x="355" y="270"/>
                      <a:pt x="358" y="270"/>
                      <a:pt x="359" y="269"/>
                    </a:cubicBezTo>
                    <a:cubicBezTo>
                      <a:pt x="360" y="267"/>
                      <a:pt x="358" y="263"/>
                      <a:pt x="360" y="263"/>
                    </a:cubicBezTo>
                    <a:cubicBezTo>
                      <a:pt x="362" y="262"/>
                      <a:pt x="359" y="260"/>
                      <a:pt x="359" y="259"/>
                    </a:cubicBezTo>
                    <a:cubicBezTo>
                      <a:pt x="358" y="258"/>
                      <a:pt x="362" y="257"/>
                      <a:pt x="364" y="256"/>
                    </a:cubicBezTo>
                    <a:cubicBezTo>
                      <a:pt x="366" y="255"/>
                      <a:pt x="368" y="253"/>
                      <a:pt x="368" y="251"/>
                    </a:cubicBezTo>
                    <a:cubicBezTo>
                      <a:pt x="368" y="248"/>
                      <a:pt x="372" y="246"/>
                      <a:pt x="373" y="246"/>
                    </a:cubicBezTo>
                    <a:cubicBezTo>
                      <a:pt x="375" y="245"/>
                      <a:pt x="375" y="242"/>
                      <a:pt x="375" y="239"/>
                    </a:cubicBezTo>
                    <a:cubicBezTo>
                      <a:pt x="374" y="236"/>
                      <a:pt x="378" y="237"/>
                      <a:pt x="376" y="236"/>
                    </a:cubicBezTo>
                    <a:cubicBezTo>
                      <a:pt x="375" y="235"/>
                      <a:pt x="377" y="232"/>
                      <a:pt x="380" y="231"/>
                    </a:cubicBezTo>
                    <a:cubicBezTo>
                      <a:pt x="382" y="230"/>
                      <a:pt x="378" y="229"/>
                      <a:pt x="376" y="230"/>
                    </a:cubicBezTo>
                    <a:cubicBezTo>
                      <a:pt x="375" y="231"/>
                      <a:pt x="373" y="227"/>
                      <a:pt x="372" y="229"/>
                    </a:cubicBezTo>
                    <a:cubicBezTo>
                      <a:pt x="370" y="230"/>
                      <a:pt x="366" y="228"/>
                      <a:pt x="369" y="227"/>
                    </a:cubicBezTo>
                    <a:cubicBezTo>
                      <a:pt x="371" y="226"/>
                      <a:pt x="375" y="223"/>
                      <a:pt x="377" y="223"/>
                    </a:cubicBezTo>
                    <a:cubicBezTo>
                      <a:pt x="379" y="222"/>
                      <a:pt x="375" y="218"/>
                      <a:pt x="372" y="218"/>
                    </a:cubicBezTo>
                    <a:cubicBezTo>
                      <a:pt x="370" y="218"/>
                      <a:pt x="368" y="213"/>
                      <a:pt x="365" y="213"/>
                    </a:cubicBezTo>
                    <a:cubicBezTo>
                      <a:pt x="363" y="213"/>
                      <a:pt x="367" y="211"/>
                      <a:pt x="370" y="213"/>
                    </a:cubicBezTo>
                    <a:cubicBezTo>
                      <a:pt x="372" y="214"/>
                      <a:pt x="376" y="216"/>
                      <a:pt x="377" y="214"/>
                    </a:cubicBezTo>
                    <a:cubicBezTo>
                      <a:pt x="378" y="213"/>
                      <a:pt x="372" y="208"/>
                      <a:pt x="370" y="207"/>
                    </a:cubicBezTo>
                    <a:cubicBezTo>
                      <a:pt x="368" y="205"/>
                      <a:pt x="370" y="203"/>
                      <a:pt x="369" y="202"/>
                    </a:cubicBezTo>
                    <a:cubicBezTo>
                      <a:pt x="367" y="201"/>
                      <a:pt x="364" y="195"/>
                      <a:pt x="363" y="192"/>
                    </a:cubicBezTo>
                    <a:cubicBezTo>
                      <a:pt x="363" y="189"/>
                      <a:pt x="358" y="189"/>
                      <a:pt x="356" y="187"/>
                    </a:cubicBezTo>
                    <a:cubicBezTo>
                      <a:pt x="355" y="185"/>
                      <a:pt x="356" y="181"/>
                      <a:pt x="360" y="180"/>
                    </a:cubicBezTo>
                    <a:cubicBezTo>
                      <a:pt x="364" y="178"/>
                      <a:pt x="362" y="175"/>
                      <a:pt x="364" y="175"/>
                    </a:cubicBezTo>
                    <a:cubicBezTo>
                      <a:pt x="366" y="176"/>
                      <a:pt x="367" y="175"/>
                      <a:pt x="368" y="172"/>
                    </a:cubicBezTo>
                    <a:cubicBezTo>
                      <a:pt x="370" y="170"/>
                      <a:pt x="372" y="171"/>
                      <a:pt x="373" y="170"/>
                    </a:cubicBezTo>
                    <a:cubicBezTo>
                      <a:pt x="375" y="168"/>
                      <a:pt x="380" y="168"/>
                      <a:pt x="382" y="167"/>
                    </a:cubicBezTo>
                    <a:cubicBezTo>
                      <a:pt x="384" y="166"/>
                      <a:pt x="380" y="161"/>
                      <a:pt x="378" y="162"/>
                    </a:cubicBezTo>
                    <a:cubicBezTo>
                      <a:pt x="375" y="163"/>
                      <a:pt x="372" y="162"/>
                      <a:pt x="370" y="159"/>
                    </a:cubicBezTo>
                    <a:cubicBezTo>
                      <a:pt x="368" y="156"/>
                      <a:pt x="363" y="164"/>
                      <a:pt x="359" y="166"/>
                    </a:cubicBezTo>
                    <a:cubicBezTo>
                      <a:pt x="355" y="167"/>
                      <a:pt x="353" y="162"/>
                      <a:pt x="354" y="159"/>
                    </a:cubicBezTo>
                    <a:cubicBezTo>
                      <a:pt x="356" y="156"/>
                      <a:pt x="351" y="156"/>
                      <a:pt x="346" y="156"/>
                    </a:cubicBezTo>
                    <a:cubicBezTo>
                      <a:pt x="341" y="157"/>
                      <a:pt x="343" y="147"/>
                      <a:pt x="346" y="146"/>
                    </a:cubicBezTo>
                    <a:cubicBezTo>
                      <a:pt x="349" y="146"/>
                      <a:pt x="354" y="149"/>
                      <a:pt x="356" y="143"/>
                    </a:cubicBezTo>
                    <a:cubicBezTo>
                      <a:pt x="358" y="138"/>
                      <a:pt x="361" y="142"/>
                      <a:pt x="365" y="137"/>
                    </a:cubicBezTo>
                    <a:cubicBezTo>
                      <a:pt x="370" y="132"/>
                      <a:pt x="375" y="128"/>
                      <a:pt x="379" y="132"/>
                    </a:cubicBezTo>
                    <a:cubicBezTo>
                      <a:pt x="383" y="135"/>
                      <a:pt x="375" y="140"/>
                      <a:pt x="373" y="143"/>
                    </a:cubicBezTo>
                    <a:cubicBezTo>
                      <a:pt x="372" y="145"/>
                      <a:pt x="375" y="146"/>
                      <a:pt x="372" y="149"/>
                    </a:cubicBezTo>
                    <a:cubicBezTo>
                      <a:pt x="370" y="151"/>
                      <a:pt x="373" y="152"/>
                      <a:pt x="378" y="149"/>
                    </a:cubicBezTo>
                    <a:cubicBezTo>
                      <a:pt x="382" y="146"/>
                      <a:pt x="388" y="142"/>
                      <a:pt x="393" y="140"/>
                    </a:cubicBezTo>
                    <a:cubicBezTo>
                      <a:pt x="394" y="140"/>
                      <a:pt x="395" y="140"/>
                      <a:pt x="396" y="140"/>
                    </a:cubicBezTo>
                    <a:cubicBezTo>
                      <a:pt x="397" y="138"/>
                      <a:pt x="398" y="137"/>
                      <a:pt x="399" y="136"/>
                    </a:cubicBezTo>
                    <a:cubicBezTo>
                      <a:pt x="402" y="135"/>
                      <a:pt x="412" y="130"/>
                      <a:pt x="414" y="128"/>
                    </a:cubicBezTo>
                    <a:cubicBezTo>
                      <a:pt x="415" y="126"/>
                      <a:pt x="417" y="122"/>
                      <a:pt x="419" y="122"/>
                    </a:cubicBezTo>
                    <a:cubicBezTo>
                      <a:pt x="421" y="122"/>
                      <a:pt x="421" y="124"/>
                      <a:pt x="424" y="124"/>
                    </a:cubicBezTo>
                    <a:cubicBezTo>
                      <a:pt x="427" y="124"/>
                      <a:pt x="431" y="125"/>
                      <a:pt x="429" y="123"/>
                    </a:cubicBezTo>
                    <a:cubicBezTo>
                      <a:pt x="428" y="120"/>
                      <a:pt x="429" y="120"/>
                      <a:pt x="432" y="120"/>
                    </a:cubicBezTo>
                    <a:cubicBezTo>
                      <a:pt x="436" y="119"/>
                      <a:pt x="436" y="116"/>
                      <a:pt x="438" y="116"/>
                    </a:cubicBezTo>
                    <a:cubicBezTo>
                      <a:pt x="441" y="116"/>
                      <a:pt x="440" y="109"/>
                      <a:pt x="443" y="109"/>
                    </a:cubicBezTo>
                    <a:cubicBezTo>
                      <a:pt x="445" y="109"/>
                      <a:pt x="446" y="113"/>
                      <a:pt x="450" y="112"/>
                    </a:cubicBezTo>
                    <a:cubicBezTo>
                      <a:pt x="450" y="112"/>
                      <a:pt x="451" y="112"/>
                      <a:pt x="452" y="112"/>
                    </a:cubicBezTo>
                    <a:cubicBezTo>
                      <a:pt x="452" y="112"/>
                      <a:pt x="453" y="111"/>
                      <a:pt x="454" y="111"/>
                    </a:cubicBezTo>
                    <a:cubicBezTo>
                      <a:pt x="453" y="107"/>
                      <a:pt x="454" y="105"/>
                      <a:pt x="453" y="103"/>
                    </a:cubicBezTo>
                    <a:cubicBezTo>
                      <a:pt x="452" y="100"/>
                      <a:pt x="453" y="98"/>
                      <a:pt x="453" y="96"/>
                    </a:cubicBezTo>
                    <a:cubicBezTo>
                      <a:pt x="452" y="95"/>
                      <a:pt x="452" y="91"/>
                      <a:pt x="454" y="91"/>
                    </a:cubicBezTo>
                    <a:cubicBezTo>
                      <a:pt x="456" y="91"/>
                      <a:pt x="458" y="86"/>
                      <a:pt x="460" y="88"/>
                    </a:cubicBezTo>
                    <a:cubicBezTo>
                      <a:pt x="463" y="89"/>
                      <a:pt x="468" y="90"/>
                      <a:pt x="468" y="88"/>
                    </a:cubicBezTo>
                    <a:cubicBezTo>
                      <a:pt x="468" y="85"/>
                      <a:pt x="471" y="85"/>
                      <a:pt x="471" y="82"/>
                    </a:cubicBezTo>
                    <a:cubicBezTo>
                      <a:pt x="472" y="80"/>
                      <a:pt x="475" y="79"/>
                      <a:pt x="476" y="76"/>
                    </a:cubicBezTo>
                    <a:cubicBezTo>
                      <a:pt x="477" y="74"/>
                      <a:pt x="478" y="67"/>
                      <a:pt x="480" y="66"/>
                    </a:cubicBezTo>
                    <a:cubicBezTo>
                      <a:pt x="483" y="65"/>
                      <a:pt x="480" y="64"/>
                      <a:pt x="480" y="59"/>
                    </a:cubicBezTo>
                    <a:close/>
                    <a:moveTo>
                      <a:pt x="364" y="284"/>
                    </a:moveTo>
                    <a:cubicBezTo>
                      <a:pt x="361" y="294"/>
                      <a:pt x="367" y="299"/>
                      <a:pt x="368" y="298"/>
                    </a:cubicBezTo>
                    <a:cubicBezTo>
                      <a:pt x="370" y="297"/>
                      <a:pt x="380" y="276"/>
                      <a:pt x="378" y="273"/>
                    </a:cubicBezTo>
                    <a:cubicBezTo>
                      <a:pt x="376" y="270"/>
                      <a:pt x="366" y="275"/>
                      <a:pt x="364" y="284"/>
                    </a:cubicBezTo>
                    <a:close/>
                    <a:moveTo>
                      <a:pt x="279" y="317"/>
                    </a:moveTo>
                    <a:cubicBezTo>
                      <a:pt x="276" y="317"/>
                      <a:pt x="268" y="321"/>
                      <a:pt x="271" y="328"/>
                    </a:cubicBezTo>
                    <a:cubicBezTo>
                      <a:pt x="274" y="334"/>
                      <a:pt x="284" y="330"/>
                      <a:pt x="285" y="327"/>
                    </a:cubicBezTo>
                    <a:cubicBezTo>
                      <a:pt x="285" y="324"/>
                      <a:pt x="289" y="320"/>
                      <a:pt x="289" y="318"/>
                    </a:cubicBezTo>
                    <a:cubicBezTo>
                      <a:pt x="288" y="316"/>
                      <a:pt x="282" y="317"/>
                      <a:pt x="279" y="31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151">
                <a:extLst>
                  <a:ext uri="{FF2B5EF4-FFF2-40B4-BE49-F238E27FC236}">
                    <a16:creationId xmlns:a16="http://schemas.microsoft.com/office/drawing/2014/main" id="{EABF83F1-A835-4E17-837E-E9BE598C81F2}"/>
                  </a:ext>
                </a:extLst>
              </p:cNvPr>
              <p:cNvSpPr>
                <a:spLocks noEditPoints="1"/>
              </p:cNvSpPr>
              <p:nvPr/>
            </p:nvSpPr>
            <p:spPr bwMode="auto">
              <a:xfrm>
                <a:off x="7074079" y="3738475"/>
                <a:ext cx="179426" cy="250945"/>
              </a:xfrm>
              <a:custGeom>
                <a:avLst/>
                <a:gdLst>
                  <a:gd name="T0" fmla="*/ 41 w 78"/>
                  <a:gd name="T1" fmla="*/ 42 h 109"/>
                  <a:gd name="T2" fmla="*/ 51 w 78"/>
                  <a:gd name="T3" fmla="*/ 49 h 109"/>
                  <a:gd name="T4" fmla="*/ 53 w 78"/>
                  <a:gd name="T5" fmla="*/ 56 h 109"/>
                  <a:gd name="T6" fmla="*/ 57 w 78"/>
                  <a:gd name="T7" fmla="*/ 60 h 109"/>
                  <a:gd name="T8" fmla="*/ 61 w 78"/>
                  <a:gd name="T9" fmla="*/ 70 h 109"/>
                  <a:gd name="T10" fmla="*/ 63 w 78"/>
                  <a:gd name="T11" fmla="*/ 68 h 109"/>
                  <a:gd name="T12" fmla="*/ 67 w 78"/>
                  <a:gd name="T13" fmla="*/ 63 h 109"/>
                  <a:gd name="T14" fmla="*/ 65 w 78"/>
                  <a:gd name="T15" fmla="*/ 53 h 109"/>
                  <a:gd name="T16" fmla="*/ 56 w 78"/>
                  <a:gd name="T17" fmla="*/ 47 h 109"/>
                  <a:gd name="T18" fmla="*/ 50 w 78"/>
                  <a:gd name="T19" fmla="*/ 40 h 109"/>
                  <a:gd name="T20" fmla="*/ 39 w 78"/>
                  <a:gd name="T21" fmla="*/ 38 h 109"/>
                  <a:gd name="T22" fmla="*/ 35 w 78"/>
                  <a:gd name="T23" fmla="*/ 30 h 109"/>
                  <a:gd name="T24" fmla="*/ 41 w 78"/>
                  <a:gd name="T25" fmla="*/ 19 h 109"/>
                  <a:gd name="T26" fmla="*/ 40 w 78"/>
                  <a:gd name="T27" fmla="*/ 6 h 109"/>
                  <a:gd name="T28" fmla="*/ 39 w 78"/>
                  <a:gd name="T29" fmla="*/ 3 h 109"/>
                  <a:gd name="T30" fmla="*/ 27 w 78"/>
                  <a:gd name="T31" fmla="*/ 2 h 109"/>
                  <a:gd name="T32" fmla="*/ 25 w 78"/>
                  <a:gd name="T33" fmla="*/ 21 h 109"/>
                  <a:gd name="T34" fmla="*/ 22 w 78"/>
                  <a:gd name="T35" fmla="*/ 20 h 109"/>
                  <a:gd name="T36" fmla="*/ 24 w 78"/>
                  <a:gd name="T37" fmla="*/ 31 h 109"/>
                  <a:gd name="T38" fmla="*/ 26 w 78"/>
                  <a:gd name="T39" fmla="*/ 37 h 109"/>
                  <a:gd name="T40" fmla="*/ 34 w 78"/>
                  <a:gd name="T41" fmla="*/ 40 h 109"/>
                  <a:gd name="T42" fmla="*/ 41 w 78"/>
                  <a:gd name="T43" fmla="*/ 42 h 109"/>
                  <a:gd name="T44" fmla="*/ 26 w 78"/>
                  <a:gd name="T45" fmla="*/ 44 h 109"/>
                  <a:gd name="T46" fmla="*/ 34 w 78"/>
                  <a:gd name="T47" fmla="*/ 53 h 109"/>
                  <a:gd name="T48" fmla="*/ 26 w 78"/>
                  <a:gd name="T49" fmla="*/ 44 h 109"/>
                  <a:gd name="T50" fmla="*/ 39 w 78"/>
                  <a:gd name="T51" fmla="*/ 67 h 109"/>
                  <a:gd name="T52" fmla="*/ 44 w 78"/>
                  <a:gd name="T53" fmla="*/ 65 h 109"/>
                  <a:gd name="T54" fmla="*/ 44 w 78"/>
                  <a:gd name="T55" fmla="*/ 71 h 109"/>
                  <a:gd name="T56" fmla="*/ 46 w 78"/>
                  <a:gd name="T57" fmla="*/ 80 h 109"/>
                  <a:gd name="T58" fmla="*/ 54 w 78"/>
                  <a:gd name="T59" fmla="*/ 67 h 109"/>
                  <a:gd name="T60" fmla="*/ 51 w 78"/>
                  <a:gd name="T61" fmla="*/ 66 h 109"/>
                  <a:gd name="T62" fmla="*/ 39 w 78"/>
                  <a:gd name="T63" fmla="*/ 56 h 109"/>
                  <a:gd name="T64" fmla="*/ 39 w 78"/>
                  <a:gd name="T65" fmla="*/ 67 h 109"/>
                  <a:gd name="T66" fmla="*/ 11 w 78"/>
                  <a:gd name="T67" fmla="*/ 72 h 109"/>
                  <a:gd name="T68" fmla="*/ 1 w 78"/>
                  <a:gd name="T69" fmla="*/ 85 h 109"/>
                  <a:gd name="T70" fmla="*/ 16 w 78"/>
                  <a:gd name="T71" fmla="*/ 72 h 109"/>
                  <a:gd name="T72" fmla="*/ 18 w 78"/>
                  <a:gd name="T73" fmla="*/ 63 h 109"/>
                  <a:gd name="T74" fmla="*/ 11 w 78"/>
                  <a:gd name="T75" fmla="*/ 72 h 109"/>
                  <a:gd name="T76" fmla="*/ 54 w 78"/>
                  <a:gd name="T77" fmla="*/ 77 h 109"/>
                  <a:gd name="T78" fmla="*/ 60 w 78"/>
                  <a:gd name="T79" fmla="*/ 73 h 109"/>
                  <a:gd name="T80" fmla="*/ 54 w 78"/>
                  <a:gd name="T81" fmla="*/ 77 h 109"/>
                  <a:gd name="T82" fmla="*/ 75 w 78"/>
                  <a:gd name="T83" fmla="*/ 95 h 109"/>
                  <a:gd name="T84" fmla="*/ 73 w 78"/>
                  <a:gd name="T85" fmla="*/ 77 h 109"/>
                  <a:gd name="T86" fmla="*/ 68 w 78"/>
                  <a:gd name="T87" fmla="*/ 77 h 109"/>
                  <a:gd name="T88" fmla="*/ 63 w 78"/>
                  <a:gd name="T89" fmla="*/ 81 h 109"/>
                  <a:gd name="T90" fmla="*/ 58 w 78"/>
                  <a:gd name="T91" fmla="*/ 85 h 109"/>
                  <a:gd name="T92" fmla="*/ 51 w 78"/>
                  <a:gd name="T93" fmla="*/ 83 h 109"/>
                  <a:gd name="T94" fmla="*/ 42 w 78"/>
                  <a:gd name="T95" fmla="*/ 88 h 109"/>
                  <a:gd name="T96" fmla="*/ 39 w 78"/>
                  <a:gd name="T97" fmla="*/ 97 h 109"/>
                  <a:gd name="T98" fmla="*/ 46 w 78"/>
                  <a:gd name="T99" fmla="*/ 93 h 109"/>
                  <a:gd name="T100" fmla="*/ 52 w 78"/>
                  <a:gd name="T101" fmla="*/ 91 h 109"/>
                  <a:gd name="T102" fmla="*/ 58 w 78"/>
                  <a:gd name="T103" fmla="*/ 105 h 109"/>
                  <a:gd name="T104" fmla="*/ 67 w 78"/>
                  <a:gd name="T105" fmla="*/ 109 h 109"/>
                  <a:gd name="T106" fmla="*/ 67 w 78"/>
                  <a:gd name="T107" fmla="*/ 99 h 109"/>
                  <a:gd name="T108" fmla="*/ 75 w 78"/>
                  <a:gd name="T109" fmla="*/ 9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8" h="109">
                    <a:moveTo>
                      <a:pt x="41" y="42"/>
                    </a:moveTo>
                    <a:cubicBezTo>
                      <a:pt x="46" y="41"/>
                      <a:pt x="52" y="47"/>
                      <a:pt x="51" y="49"/>
                    </a:cubicBezTo>
                    <a:cubicBezTo>
                      <a:pt x="50" y="51"/>
                      <a:pt x="51" y="58"/>
                      <a:pt x="53" y="56"/>
                    </a:cubicBezTo>
                    <a:cubicBezTo>
                      <a:pt x="56" y="54"/>
                      <a:pt x="59" y="57"/>
                      <a:pt x="57" y="60"/>
                    </a:cubicBezTo>
                    <a:cubicBezTo>
                      <a:pt x="55" y="63"/>
                      <a:pt x="60" y="66"/>
                      <a:pt x="61" y="70"/>
                    </a:cubicBezTo>
                    <a:cubicBezTo>
                      <a:pt x="62" y="74"/>
                      <a:pt x="64" y="71"/>
                      <a:pt x="63" y="68"/>
                    </a:cubicBezTo>
                    <a:cubicBezTo>
                      <a:pt x="63" y="65"/>
                      <a:pt x="64" y="65"/>
                      <a:pt x="67" y="63"/>
                    </a:cubicBezTo>
                    <a:cubicBezTo>
                      <a:pt x="70" y="61"/>
                      <a:pt x="67" y="57"/>
                      <a:pt x="65" y="53"/>
                    </a:cubicBezTo>
                    <a:cubicBezTo>
                      <a:pt x="63" y="49"/>
                      <a:pt x="56" y="51"/>
                      <a:pt x="56" y="47"/>
                    </a:cubicBezTo>
                    <a:cubicBezTo>
                      <a:pt x="56" y="43"/>
                      <a:pt x="51" y="42"/>
                      <a:pt x="50" y="40"/>
                    </a:cubicBezTo>
                    <a:cubicBezTo>
                      <a:pt x="50" y="38"/>
                      <a:pt x="43" y="35"/>
                      <a:pt x="39" y="38"/>
                    </a:cubicBezTo>
                    <a:cubicBezTo>
                      <a:pt x="35" y="40"/>
                      <a:pt x="38" y="34"/>
                      <a:pt x="35" y="30"/>
                    </a:cubicBezTo>
                    <a:cubicBezTo>
                      <a:pt x="32" y="27"/>
                      <a:pt x="37" y="23"/>
                      <a:pt x="41" y="19"/>
                    </a:cubicBezTo>
                    <a:cubicBezTo>
                      <a:pt x="44" y="15"/>
                      <a:pt x="40" y="9"/>
                      <a:pt x="40" y="6"/>
                    </a:cubicBezTo>
                    <a:cubicBezTo>
                      <a:pt x="41" y="3"/>
                      <a:pt x="40" y="2"/>
                      <a:pt x="39" y="3"/>
                    </a:cubicBezTo>
                    <a:cubicBezTo>
                      <a:pt x="37" y="4"/>
                      <a:pt x="30" y="0"/>
                      <a:pt x="27" y="2"/>
                    </a:cubicBezTo>
                    <a:cubicBezTo>
                      <a:pt x="24" y="4"/>
                      <a:pt x="27" y="20"/>
                      <a:pt x="25" y="21"/>
                    </a:cubicBezTo>
                    <a:cubicBezTo>
                      <a:pt x="24" y="22"/>
                      <a:pt x="22" y="18"/>
                      <a:pt x="22" y="20"/>
                    </a:cubicBezTo>
                    <a:cubicBezTo>
                      <a:pt x="21" y="22"/>
                      <a:pt x="22" y="31"/>
                      <a:pt x="24" y="31"/>
                    </a:cubicBezTo>
                    <a:cubicBezTo>
                      <a:pt x="26" y="31"/>
                      <a:pt x="27" y="33"/>
                      <a:pt x="26" y="37"/>
                    </a:cubicBezTo>
                    <a:cubicBezTo>
                      <a:pt x="25" y="41"/>
                      <a:pt x="29" y="41"/>
                      <a:pt x="34" y="40"/>
                    </a:cubicBezTo>
                    <a:cubicBezTo>
                      <a:pt x="39" y="38"/>
                      <a:pt x="37" y="43"/>
                      <a:pt x="41" y="42"/>
                    </a:cubicBezTo>
                    <a:close/>
                    <a:moveTo>
                      <a:pt x="26" y="44"/>
                    </a:moveTo>
                    <a:cubicBezTo>
                      <a:pt x="27" y="48"/>
                      <a:pt x="29" y="54"/>
                      <a:pt x="34" y="53"/>
                    </a:cubicBezTo>
                    <a:cubicBezTo>
                      <a:pt x="39" y="51"/>
                      <a:pt x="26" y="42"/>
                      <a:pt x="26" y="44"/>
                    </a:cubicBezTo>
                    <a:close/>
                    <a:moveTo>
                      <a:pt x="39" y="67"/>
                    </a:moveTo>
                    <a:cubicBezTo>
                      <a:pt x="41" y="67"/>
                      <a:pt x="44" y="67"/>
                      <a:pt x="44" y="65"/>
                    </a:cubicBezTo>
                    <a:cubicBezTo>
                      <a:pt x="44" y="63"/>
                      <a:pt x="47" y="69"/>
                      <a:pt x="44" y="71"/>
                    </a:cubicBezTo>
                    <a:cubicBezTo>
                      <a:pt x="42" y="73"/>
                      <a:pt x="42" y="79"/>
                      <a:pt x="46" y="80"/>
                    </a:cubicBezTo>
                    <a:cubicBezTo>
                      <a:pt x="49" y="81"/>
                      <a:pt x="55" y="69"/>
                      <a:pt x="54" y="67"/>
                    </a:cubicBezTo>
                    <a:cubicBezTo>
                      <a:pt x="53" y="65"/>
                      <a:pt x="50" y="69"/>
                      <a:pt x="51" y="66"/>
                    </a:cubicBezTo>
                    <a:cubicBezTo>
                      <a:pt x="52" y="63"/>
                      <a:pt x="43" y="56"/>
                      <a:pt x="39" y="56"/>
                    </a:cubicBezTo>
                    <a:cubicBezTo>
                      <a:pt x="35" y="57"/>
                      <a:pt x="37" y="68"/>
                      <a:pt x="39" y="67"/>
                    </a:cubicBezTo>
                    <a:close/>
                    <a:moveTo>
                      <a:pt x="11" y="72"/>
                    </a:moveTo>
                    <a:cubicBezTo>
                      <a:pt x="8" y="76"/>
                      <a:pt x="0" y="83"/>
                      <a:pt x="1" y="85"/>
                    </a:cubicBezTo>
                    <a:cubicBezTo>
                      <a:pt x="3" y="88"/>
                      <a:pt x="11" y="75"/>
                      <a:pt x="16" y="72"/>
                    </a:cubicBezTo>
                    <a:cubicBezTo>
                      <a:pt x="20" y="68"/>
                      <a:pt x="19" y="66"/>
                      <a:pt x="18" y="63"/>
                    </a:cubicBezTo>
                    <a:cubicBezTo>
                      <a:pt x="16" y="60"/>
                      <a:pt x="15" y="68"/>
                      <a:pt x="11" y="72"/>
                    </a:cubicBezTo>
                    <a:close/>
                    <a:moveTo>
                      <a:pt x="54" y="77"/>
                    </a:moveTo>
                    <a:cubicBezTo>
                      <a:pt x="55" y="79"/>
                      <a:pt x="62" y="75"/>
                      <a:pt x="60" y="73"/>
                    </a:cubicBezTo>
                    <a:cubicBezTo>
                      <a:pt x="58" y="70"/>
                      <a:pt x="53" y="75"/>
                      <a:pt x="54" y="77"/>
                    </a:cubicBezTo>
                    <a:close/>
                    <a:moveTo>
                      <a:pt x="75" y="95"/>
                    </a:moveTo>
                    <a:cubicBezTo>
                      <a:pt x="78" y="92"/>
                      <a:pt x="73" y="83"/>
                      <a:pt x="73" y="77"/>
                    </a:cubicBezTo>
                    <a:cubicBezTo>
                      <a:pt x="73" y="72"/>
                      <a:pt x="65" y="73"/>
                      <a:pt x="68" y="77"/>
                    </a:cubicBezTo>
                    <a:cubicBezTo>
                      <a:pt x="70" y="80"/>
                      <a:pt x="63" y="78"/>
                      <a:pt x="63" y="81"/>
                    </a:cubicBezTo>
                    <a:cubicBezTo>
                      <a:pt x="63" y="85"/>
                      <a:pt x="58" y="82"/>
                      <a:pt x="58" y="85"/>
                    </a:cubicBezTo>
                    <a:cubicBezTo>
                      <a:pt x="58" y="88"/>
                      <a:pt x="53" y="85"/>
                      <a:pt x="51" y="83"/>
                    </a:cubicBezTo>
                    <a:cubicBezTo>
                      <a:pt x="49" y="81"/>
                      <a:pt x="45" y="88"/>
                      <a:pt x="42" y="88"/>
                    </a:cubicBezTo>
                    <a:cubicBezTo>
                      <a:pt x="38" y="89"/>
                      <a:pt x="36" y="97"/>
                      <a:pt x="39" y="97"/>
                    </a:cubicBezTo>
                    <a:cubicBezTo>
                      <a:pt x="42" y="97"/>
                      <a:pt x="43" y="93"/>
                      <a:pt x="46" y="93"/>
                    </a:cubicBezTo>
                    <a:cubicBezTo>
                      <a:pt x="49" y="93"/>
                      <a:pt x="48" y="90"/>
                      <a:pt x="52" y="91"/>
                    </a:cubicBezTo>
                    <a:cubicBezTo>
                      <a:pt x="56" y="92"/>
                      <a:pt x="53" y="104"/>
                      <a:pt x="58" y="105"/>
                    </a:cubicBezTo>
                    <a:cubicBezTo>
                      <a:pt x="64" y="106"/>
                      <a:pt x="64" y="109"/>
                      <a:pt x="67" y="109"/>
                    </a:cubicBezTo>
                    <a:cubicBezTo>
                      <a:pt x="69" y="109"/>
                      <a:pt x="66" y="101"/>
                      <a:pt x="67" y="99"/>
                    </a:cubicBezTo>
                    <a:cubicBezTo>
                      <a:pt x="67" y="96"/>
                      <a:pt x="72" y="98"/>
                      <a:pt x="75" y="9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152">
                <a:extLst>
                  <a:ext uri="{FF2B5EF4-FFF2-40B4-BE49-F238E27FC236}">
                    <a16:creationId xmlns:a16="http://schemas.microsoft.com/office/drawing/2014/main" id="{7A05884A-2FA8-49F5-A48B-87C5D1875358}"/>
                  </a:ext>
                </a:extLst>
              </p:cNvPr>
              <p:cNvSpPr>
                <a:spLocks noEditPoints="1"/>
              </p:cNvSpPr>
              <p:nvPr/>
            </p:nvSpPr>
            <p:spPr bwMode="auto">
              <a:xfrm>
                <a:off x="7515742" y="4143751"/>
                <a:ext cx="235888" cy="150567"/>
              </a:xfrm>
              <a:custGeom>
                <a:avLst/>
                <a:gdLst>
                  <a:gd name="T0" fmla="*/ 74 w 102"/>
                  <a:gd name="T1" fmla="*/ 59 h 65"/>
                  <a:gd name="T2" fmla="*/ 68 w 102"/>
                  <a:gd name="T3" fmla="*/ 54 h 65"/>
                  <a:gd name="T4" fmla="*/ 60 w 102"/>
                  <a:gd name="T5" fmla="*/ 50 h 65"/>
                  <a:gd name="T6" fmla="*/ 54 w 102"/>
                  <a:gd name="T7" fmla="*/ 39 h 65"/>
                  <a:gd name="T8" fmla="*/ 52 w 102"/>
                  <a:gd name="T9" fmla="*/ 33 h 65"/>
                  <a:gd name="T10" fmla="*/ 54 w 102"/>
                  <a:gd name="T11" fmla="*/ 28 h 65"/>
                  <a:gd name="T12" fmla="*/ 38 w 102"/>
                  <a:gd name="T13" fmla="*/ 19 h 65"/>
                  <a:gd name="T14" fmla="*/ 6 w 102"/>
                  <a:gd name="T15" fmla="*/ 1 h 65"/>
                  <a:gd name="T16" fmla="*/ 0 w 102"/>
                  <a:gd name="T17" fmla="*/ 0 h 65"/>
                  <a:gd name="T18" fmla="*/ 0 w 102"/>
                  <a:gd name="T19" fmla="*/ 50 h 65"/>
                  <a:gd name="T20" fmla="*/ 9 w 102"/>
                  <a:gd name="T21" fmla="*/ 53 h 65"/>
                  <a:gd name="T22" fmla="*/ 19 w 102"/>
                  <a:gd name="T23" fmla="*/ 48 h 65"/>
                  <a:gd name="T24" fmla="*/ 23 w 102"/>
                  <a:gd name="T25" fmla="*/ 42 h 65"/>
                  <a:gd name="T26" fmla="*/ 40 w 102"/>
                  <a:gd name="T27" fmla="*/ 46 h 65"/>
                  <a:gd name="T28" fmla="*/ 58 w 102"/>
                  <a:gd name="T29" fmla="*/ 61 h 65"/>
                  <a:gd name="T30" fmla="*/ 75 w 102"/>
                  <a:gd name="T31" fmla="*/ 64 h 65"/>
                  <a:gd name="T32" fmla="*/ 74 w 102"/>
                  <a:gd name="T33" fmla="*/ 59 h 65"/>
                  <a:gd name="T34" fmla="*/ 87 w 102"/>
                  <a:gd name="T35" fmla="*/ 17 h 65"/>
                  <a:gd name="T36" fmla="*/ 77 w 102"/>
                  <a:gd name="T37" fmla="*/ 23 h 65"/>
                  <a:gd name="T38" fmla="*/ 60 w 102"/>
                  <a:gd name="T39" fmla="*/ 24 h 65"/>
                  <a:gd name="T40" fmla="*/ 73 w 102"/>
                  <a:gd name="T41" fmla="*/ 29 h 65"/>
                  <a:gd name="T42" fmla="*/ 90 w 102"/>
                  <a:gd name="T43" fmla="*/ 21 h 65"/>
                  <a:gd name="T44" fmla="*/ 92 w 102"/>
                  <a:gd name="T45" fmla="*/ 14 h 65"/>
                  <a:gd name="T46" fmla="*/ 87 w 102"/>
                  <a:gd name="T47" fmla="*/ 17 h 65"/>
                  <a:gd name="T48" fmla="*/ 95 w 102"/>
                  <a:gd name="T49" fmla="*/ 8 h 65"/>
                  <a:gd name="T50" fmla="*/ 93 w 102"/>
                  <a:gd name="T51" fmla="*/ 9 h 65"/>
                  <a:gd name="T52" fmla="*/ 98 w 102"/>
                  <a:gd name="T53" fmla="*/ 16 h 65"/>
                  <a:gd name="T54" fmla="*/ 95 w 102"/>
                  <a:gd name="T55" fmla="*/ 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2" h="65">
                    <a:moveTo>
                      <a:pt x="74" y="59"/>
                    </a:moveTo>
                    <a:cubicBezTo>
                      <a:pt x="72" y="59"/>
                      <a:pt x="68" y="56"/>
                      <a:pt x="68" y="54"/>
                    </a:cubicBezTo>
                    <a:cubicBezTo>
                      <a:pt x="68" y="52"/>
                      <a:pt x="63" y="52"/>
                      <a:pt x="60" y="50"/>
                    </a:cubicBezTo>
                    <a:cubicBezTo>
                      <a:pt x="56" y="48"/>
                      <a:pt x="58" y="41"/>
                      <a:pt x="54" y="39"/>
                    </a:cubicBezTo>
                    <a:cubicBezTo>
                      <a:pt x="51" y="38"/>
                      <a:pt x="48" y="33"/>
                      <a:pt x="52" y="33"/>
                    </a:cubicBezTo>
                    <a:cubicBezTo>
                      <a:pt x="56" y="33"/>
                      <a:pt x="57" y="31"/>
                      <a:pt x="54" y="28"/>
                    </a:cubicBezTo>
                    <a:cubicBezTo>
                      <a:pt x="51" y="24"/>
                      <a:pt x="38" y="23"/>
                      <a:pt x="38" y="19"/>
                    </a:cubicBezTo>
                    <a:cubicBezTo>
                      <a:pt x="37" y="14"/>
                      <a:pt x="16" y="4"/>
                      <a:pt x="6" y="1"/>
                    </a:cubicBezTo>
                    <a:cubicBezTo>
                      <a:pt x="5" y="1"/>
                      <a:pt x="3" y="0"/>
                      <a:pt x="0" y="0"/>
                    </a:cubicBezTo>
                    <a:cubicBezTo>
                      <a:pt x="0" y="50"/>
                      <a:pt x="0" y="50"/>
                      <a:pt x="0" y="50"/>
                    </a:cubicBezTo>
                    <a:cubicBezTo>
                      <a:pt x="3" y="52"/>
                      <a:pt x="5" y="53"/>
                      <a:pt x="9" y="53"/>
                    </a:cubicBezTo>
                    <a:cubicBezTo>
                      <a:pt x="19" y="54"/>
                      <a:pt x="17" y="48"/>
                      <a:pt x="19" y="48"/>
                    </a:cubicBezTo>
                    <a:cubicBezTo>
                      <a:pt x="21" y="48"/>
                      <a:pt x="21" y="44"/>
                      <a:pt x="23" y="42"/>
                    </a:cubicBezTo>
                    <a:cubicBezTo>
                      <a:pt x="26" y="39"/>
                      <a:pt x="35" y="41"/>
                      <a:pt x="40" y="46"/>
                    </a:cubicBezTo>
                    <a:cubicBezTo>
                      <a:pt x="46" y="50"/>
                      <a:pt x="52" y="63"/>
                      <a:pt x="58" y="61"/>
                    </a:cubicBezTo>
                    <a:cubicBezTo>
                      <a:pt x="64" y="60"/>
                      <a:pt x="70" y="65"/>
                      <a:pt x="75" y="64"/>
                    </a:cubicBezTo>
                    <a:cubicBezTo>
                      <a:pt x="80" y="64"/>
                      <a:pt x="75" y="60"/>
                      <a:pt x="74" y="59"/>
                    </a:cubicBezTo>
                    <a:close/>
                    <a:moveTo>
                      <a:pt x="87" y="17"/>
                    </a:moveTo>
                    <a:cubicBezTo>
                      <a:pt x="87" y="19"/>
                      <a:pt x="83" y="20"/>
                      <a:pt x="77" y="23"/>
                    </a:cubicBezTo>
                    <a:cubicBezTo>
                      <a:pt x="71" y="25"/>
                      <a:pt x="61" y="20"/>
                      <a:pt x="60" y="24"/>
                    </a:cubicBezTo>
                    <a:cubicBezTo>
                      <a:pt x="60" y="26"/>
                      <a:pt x="67" y="29"/>
                      <a:pt x="73" y="29"/>
                    </a:cubicBezTo>
                    <a:cubicBezTo>
                      <a:pt x="80" y="29"/>
                      <a:pt x="90" y="23"/>
                      <a:pt x="90" y="21"/>
                    </a:cubicBezTo>
                    <a:cubicBezTo>
                      <a:pt x="90" y="19"/>
                      <a:pt x="94" y="16"/>
                      <a:pt x="92" y="14"/>
                    </a:cubicBezTo>
                    <a:cubicBezTo>
                      <a:pt x="91" y="12"/>
                      <a:pt x="87" y="15"/>
                      <a:pt x="87" y="17"/>
                    </a:cubicBezTo>
                    <a:close/>
                    <a:moveTo>
                      <a:pt x="95" y="8"/>
                    </a:moveTo>
                    <a:cubicBezTo>
                      <a:pt x="91" y="6"/>
                      <a:pt x="88" y="4"/>
                      <a:pt x="93" y="9"/>
                    </a:cubicBezTo>
                    <a:cubicBezTo>
                      <a:pt x="98" y="13"/>
                      <a:pt x="95" y="17"/>
                      <a:pt x="98" y="16"/>
                    </a:cubicBezTo>
                    <a:cubicBezTo>
                      <a:pt x="102" y="15"/>
                      <a:pt x="99" y="10"/>
                      <a:pt x="95" y="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153">
                <a:extLst>
                  <a:ext uri="{FF2B5EF4-FFF2-40B4-BE49-F238E27FC236}">
                    <a16:creationId xmlns:a16="http://schemas.microsoft.com/office/drawing/2014/main" id="{F1C7C850-333E-4137-9F52-DF5797ED5B90}"/>
                  </a:ext>
                </a:extLst>
              </p:cNvPr>
              <p:cNvSpPr>
                <a:spLocks/>
              </p:cNvSpPr>
              <p:nvPr/>
            </p:nvSpPr>
            <p:spPr bwMode="auto">
              <a:xfrm>
                <a:off x="6397782" y="3909118"/>
                <a:ext cx="40151" cy="77793"/>
              </a:xfrm>
              <a:custGeom>
                <a:avLst/>
                <a:gdLst>
                  <a:gd name="T0" fmla="*/ 4 w 17"/>
                  <a:gd name="T1" fmla="*/ 0 h 34"/>
                  <a:gd name="T2" fmla="*/ 1 w 17"/>
                  <a:gd name="T3" fmla="*/ 8 h 34"/>
                  <a:gd name="T4" fmla="*/ 0 w 17"/>
                  <a:gd name="T5" fmla="*/ 19 h 34"/>
                  <a:gd name="T6" fmla="*/ 4 w 17"/>
                  <a:gd name="T7" fmla="*/ 31 h 34"/>
                  <a:gd name="T8" fmla="*/ 17 w 17"/>
                  <a:gd name="T9" fmla="*/ 19 h 34"/>
                  <a:gd name="T10" fmla="*/ 4 w 17"/>
                  <a:gd name="T11" fmla="*/ 0 h 34"/>
                </a:gdLst>
                <a:ahLst/>
                <a:cxnLst>
                  <a:cxn ang="0">
                    <a:pos x="T0" y="T1"/>
                  </a:cxn>
                  <a:cxn ang="0">
                    <a:pos x="T2" y="T3"/>
                  </a:cxn>
                  <a:cxn ang="0">
                    <a:pos x="T4" y="T5"/>
                  </a:cxn>
                  <a:cxn ang="0">
                    <a:pos x="T6" y="T7"/>
                  </a:cxn>
                  <a:cxn ang="0">
                    <a:pos x="T8" y="T9"/>
                  </a:cxn>
                  <a:cxn ang="0">
                    <a:pos x="T10" y="T11"/>
                  </a:cxn>
                </a:cxnLst>
                <a:rect l="0" t="0" r="r" b="b"/>
                <a:pathLst>
                  <a:path w="17" h="34">
                    <a:moveTo>
                      <a:pt x="4" y="0"/>
                    </a:moveTo>
                    <a:cubicBezTo>
                      <a:pt x="1" y="1"/>
                      <a:pt x="2" y="5"/>
                      <a:pt x="1" y="8"/>
                    </a:cubicBezTo>
                    <a:cubicBezTo>
                      <a:pt x="0" y="11"/>
                      <a:pt x="0" y="14"/>
                      <a:pt x="0" y="19"/>
                    </a:cubicBezTo>
                    <a:cubicBezTo>
                      <a:pt x="1" y="23"/>
                      <a:pt x="0" y="28"/>
                      <a:pt x="4" y="31"/>
                    </a:cubicBezTo>
                    <a:cubicBezTo>
                      <a:pt x="9" y="34"/>
                      <a:pt x="16" y="26"/>
                      <a:pt x="17" y="19"/>
                    </a:cubicBezTo>
                    <a:cubicBezTo>
                      <a:pt x="17" y="13"/>
                      <a:pt x="5" y="0"/>
                      <a:pt x="4"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154">
                <a:extLst>
                  <a:ext uri="{FF2B5EF4-FFF2-40B4-BE49-F238E27FC236}">
                    <a16:creationId xmlns:a16="http://schemas.microsoft.com/office/drawing/2014/main" id="{04F24D10-53FB-4EB7-B9F4-F4B8D47F7E06}"/>
                  </a:ext>
                </a:extLst>
              </p:cNvPr>
              <p:cNvSpPr>
                <a:spLocks/>
              </p:cNvSpPr>
              <p:nvPr/>
            </p:nvSpPr>
            <p:spPr bwMode="auto">
              <a:xfrm>
                <a:off x="5706428" y="4305611"/>
                <a:ext cx="138020" cy="272275"/>
              </a:xfrm>
              <a:custGeom>
                <a:avLst/>
                <a:gdLst>
                  <a:gd name="T0" fmla="*/ 51 w 60"/>
                  <a:gd name="T1" fmla="*/ 4 h 118"/>
                  <a:gd name="T2" fmla="*/ 48 w 60"/>
                  <a:gd name="T3" fmla="*/ 6 h 118"/>
                  <a:gd name="T4" fmla="*/ 47 w 60"/>
                  <a:gd name="T5" fmla="*/ 12 h 118"/>
                  <a:gd name="T6" fmla="*/ 42 w 60"/>
                  <a:gd name="T7" fmla="*/ 16 h 118"/>
                  <a:gd name="T8" fmla="*/ 38 w 60"/>
                  <a:gd name="T9" fmla="*/ 19 h 118"/>
                  <a:gd name="T10" fmla="*/ 38 w 60"/>
                  <a:gd name="T11" fmla="*/ 23 h 118"/>
                  <a:gd name="T12" fmla="*/ 32 w 60"/>
                  <a:gd name="T13" fmla="*/ 28 h 118"/>
                  <a:gd name="T14" fmla="*/ 21 w 60"/>
                  <a:gd name="T15" fmla="*/ 34 h 118"/>
                  <a:gd name="T16" fmla="*/ 10 w 60"/>
                  <a:gd name="T17" fmla="*/ 36 h 118"/>
                  <a:gd name="T18" fmla="*/ 7 w 60"/>
                  <a:gd name="T19" fmla="*/ 47 h 118"/>
                  <a:gd name="T20" fmla="*/ 8 w 60"/>
                  <a:gd name="T21" fmla="*/ 61 h 118"/>
                  <a:gd name="T22" fmla="*/ 6 w 60"/>
                  <a:gd name="T23" fmla="*/ 78 h 118"/>
                  <a:gd name="T24" fmla="*/ 3 w 60"/>
                  <a:gd name="T25" fmla="*/ 97 h 118"/>
                  <a:gd name="T26" fmla="*/ 8 w 60"/>
                  <a:gd name="T27" fmla="*/ 112 h 118"/>
                  <a:gd name="T28" fmla="*/ 23 w 60"/>
                  <a:gd name="T29" fmla="*/ 116 h 118"/>
                  <a:gd name="T30" fmla="*/ 31 w 60"/>
                  <a:gd name="T31" fmla="*/ 113 h 118"/>
                  <a:gd name="T32" fmla="*/ 42 w 60"/>
                  <a:gd name="T33" fmla="*/ 79 h 118"/>
                  <a:gd name="T34" fmla="*/ 51 w 60"/>
                  <a:gd name="T35" fmla="*/ 47 h 118"/>
                  <a:gd name="T36" fmla="*/ 53 w 60"/>
                  <a:gd name="T37" fmla="*/ 38 h 118"/>
                  <a:gd name="T38" fmla="*/ 55 w 60"/>
                  <a:gd name="T39" fmla="*/ 33 h 118"/>
                  <a:gd name="T40" fmla="*/ 60 w 60"/>
                  <a:gd name="T41" fmla="*/ 32 h 118"/>
                  <a:gd name="T42" fmla="*/ 57 w 60"/>
                  <a:gd name="T43" fmla="*/ 17 h 118"/>
                  <a:gd name="T44" fmla="*/ 51 w 60"/>
                  <a:gd name="T45" fmla="*/ 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0" h="118">
                    <a:moveTo>
                      <a:pt x="51" y="4"/>
                    </a:moveTo>
                    <a:cubicBezTo>
                      <a:pt x="50" y="0"/>
                      <a:pt x="49" y="5"/>
                      <a:pt x="48" y="6"/>
                    </a:cubicBezTo>
                    <a:cubicBezTo>
                      <a:pt x="47" y="7"/>
                      <a:pt x="47" y="10"/>
                      <a:pt x="47" y="12"/>
                    </a:cubicBezTo>
                    <a:cubicBezTo>
                      <a:pt x="47" y="14"/>
                      <a:pt x="44" y="16"/>
                      <a:pt x="42" y="16"/>
                    </a:cubicBezTo>
                    <a:cubicBezTo>
                      <a:pt x="40" y="15"/>
                      <a:pt x="37" y="17"/>
                      <a:pt x="38" y="19"/>
                    </a:cubicBezTo>
                    <a:cubicBezTo>
                      <a:pt x="39" y="22"/>
                      <a:pt x="37" y="21"/>
                      <a:pt x="38" y="23"/>
                    </a:cubicBezTo>
                    <a:cubicBezTo>
                      <a:pt x="39" y="26"/>
                      <a:pt x="35" y="28"/>
                      <a:pt x="32" y="28"/>
                    </a:cubicBezTo>
                    <a:cubicBezTo>
                      <a:pt x="28" y="29"/>
                      <a:pt x="24" y="35"/>
                      <a:pt x="21" y="34"/>
                    </a:cubicBezTo>
                    <a:cubicBezTo>
                      <a:pt x="17" y="34"/>
                      <a:pt x="13" y="36"/>
                      <a:pt x="10" y="36"/>
                    </a:cubicBezTo>
                    <a:cubicBezTo>
                      <a:pt x="7" y="36"/>
                      <a:pt x="9" y="42"/>
                      <a:pt x="7" y="47"/>
                    </a:cubicBezTo>
                    <a:cubicBezTo>
                      <a:pt x="5" y="51"/>
                      <a:pt x="6" y="56"/>
                      <a:pt x="8" y="61"/>
                    </a:cubicBezTo>
                    <a:cubicBezTo>
                      <a:pt x="10" y="66"/>
                      <a:pt x="12" y="71"/>
                      <a:pt x="6" y="78"/>
                    </a:cubicBezTo>
                    <a:cubicBezTo>
                      <a:pt x="0" y="85"/>
                      <a:pt x="1" y="92"/>
                      <a:pt x="3" y="97"/>
                    </a:cubicBezTo>
                    <a:cubicBezTo>
                      <a:pt x="5" y="102"/>
                      <a:pt x="5" y="109"/>
                      <a:pt x="8" y="112"/>
                    </a:cubicBezTo>
                    <a:cubicBezTo>
                      <a:pt x="11" y="115"/>
                      <a:pt x="20" y="118"/>
                      <a:pt x="23" y="116"/>
                    </a:cubicBezTo>
                    <a:cubicBezTo>
                      <a:pt x="25" y="113"/>
                      <a:pt x="28" y="116"/>
                      <a:pt x="31" y="113"/>
                    </a:cubicBezTo>
                    <a:cubicBezTo>
                      <a:pt x="34" y="109"/>
                      <a:pt x="38" y="91"/>
                      <a:pt x="42" y="79"/>
                    </a:cubicBezTo>
                    <a:cubicBezTo>
                      <a:pt x="47" y="67"/>
                      <a:pt x="52" y="51"/>
                      <a:pt x="51" y="47"/>
                    </a:cubicBezTo>
                    <a:cubicBezTo>
                      <a:pt x="51" y="44"/>
                      <a:pt x="54" y="42"/>
                      <a:pt x="53" y="38"/>
                    </a:cubicBezTo>
                    <a:cubicBezTo>
                      <a:pt x="51" y="35"/>
                      <a:pt x="53" y="31"/>
                      <a:pt x="55" y="33"/>
                    </a:cubicBezTo>
                    <a:cubicBezTo>
                      <a:pt x="57" y="36"/>
                      <a:pt x="59" y="36"/>
                      <a:pt x="60" y="32"/>
                    </a:cubicBezTo>
                    <a:cubicBezTo>
                      <a:pt x="60" y="29"/>
                      <a:pt x="57" y="23"/>
                      <a:pt x="57" y="17"/>
                    </a:cubicBezTo>
                    <a:cubicBezTo>
                      <a:pt x="56" y="12"/>
                      <a:pt x="52" y="7"/>
                      <a:pt x="51" y="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155">
                <a:extLst>
                  <a:ext uri="{FF2B5EF4-FFF2-40B4-BE49-F238E27FC236}">
                    <a16:creationId xmlns:a16="http://schemas.microsoft.com/office/drawing/2014/main" id="{E42BE77C-1DDB-4885-9070-908231D6B54A}"/>
                  </a:ext>
                </a:extLst>
              </p:cNvPr>
              <p:cNvSpPr>
                <a:spLocks noEditPoints="1"/>
              </p:cNvSpPr>
              <p:nvPr/>
            </p:nvSpPr>
            <p:spPr bwMode="auto">
              <a:xfrm>
                <a:off x="5701409" y="3729692"/>
                <a:ext cx="222086" cy="133001"/>
              </a:xfrm>
              <a:custGeom>
                <a:avLst/>
                <a:gdLst>
                  <a:gd name="T0" fmla="*/ 68 w 96"/>
                  <a:gd name="T1" fmla="*/ 2 h 58"/>
                  <a:gd name="T2" fmla="*/ 52 w 96"/>
                  <a:gd name="T3" fmla="*/ 3 h 58"/>
                  <a:gd name="T4" fmla="*/ 40 w 96"/>
                  <a:gd name="T5" fmla="*/ 14 h 58"/>
                  <a:gd name="T6" fmla="*/ 34 w 96"/>
                  <a:gd name="T7" fmla="*/ 16 h 58"/>
                  <a:gd name="T8" fmla="*/ 23 w 96"/>
                  <a:gd name="T9" fmla="*/ 14 h 58"/>
                  <a:gd name="T10" fmla="*/ 13 w 96"/>
                  <a:gd name="T11" fmla="*/ 13 h 58"/>
                  <a:gd name="T12" fmla="*/ 7 w 96"/>
                  <a:gd name="T13" fmla="*/ 12 h 58"/>
                  <a:gd name="T14" fmla="*/ 4 w 96"/>
                  <a:gd name="T15" fmla="*/ 15 h 58"/>
                  <a:gd name="T16" fmla="*/ 4 w 96"/>
                  <a:gd name="T17" fmla="*/ 19 h 58"/>
                  <a:gd name="T18" fmla="*/ 0 w 96"/>
                  <a:gd name="T19" fmla="*/ 22 h 58"/>
                  <a:gd name="T20" fmla="*/ 1 w 96"/>
                  <a:gd name="T21" fmla="*/ 26 h 58"/>
                  <a:gd name="T22" fmla="*/ 3 w 96"/>
                  <a:gd name="T23" fmla="*/ 39 h 58"/>
                  <a:gd name="T24" fmla="*/ 6 w 96"/>
                  <a:gd name="T25" fmla="*/ 51 h 58"/>
                  <a:gd name="T26" fmla="*/ 21 w 96"/>
                  <a:gd name="T27" fmla="*/ 49 h 58"/>
                  <a:gd name="T28" fmla="*/ 31 w 96"/>
                  <a:gd name="T29" fmla="*/ 46 h 58"/>
                  <a:gd name="T30" fmla="*/ 40 w 96"/>
                  <a:gd name="T31" fmla="*/ 42 h 58"/>
                  <a:gd name="T32" fmla="*/ 48 w 96"/>
                  <a:gd name="T33" fmla="*/ 41 h 58"/>
                  <a:gd name="T34" fmla="*/ 54 w 96"/>
                  <a:gd name="T35" fmla="*/ 36 h 58"/>
                  <a:gd name="T36" fmla="*/ 71 w 96"/>
                  <a:gd name="T37" fmla="*/ 31 h 58"/>
                  <a:gd name="T38" fmla="*/ 79 w 96"/>
                  <a:gd name="T39" fmla="*/ 23 h 58"/>
                  <a:gd name="T40" fmla="*/ 86 w 96"/>
                  <a:gd name="T41" fmla="*/ 20 h 58"/>
                  <a:gd name="T42" fmla="*/ 76 w 96"/>
                  <a:gd name="T43" fmla="*/ 0 h 58"/>
                  <a:gd name="T44" fmla="*/ 68 w 96"/>
                  <a:gd name="T45" fmla="*/ 2 h 58"/>
                  <a:gd name="T46" fmla="*/ 88 w 96"/>
                  <a:gd name="T47" fmla="*/ 55 h 58"/>
                  <a:gd name="T48" fmla="*/ 96 w 96"/>
                  <a:gd name="T49" fmla="*/ 54 h 58"/>
                  <a:gd name="T50" fmla="*/ 88 w 96"/>
                  <a:gd name="T51" fmla="*/ 5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58">
                    <a:moveTo>
                      <a:pt x="68" y="2"/>
                    </a:moveTo>
                    <a:cubicBezTo>
                      <a:pt x="64" y="3"/>
                      <a:pt x="54" y="2"/>
                      <a:pt x="52" y="3"/>
                    </a:cubicBezTo>
                    <a:cubicBezTo>
                      <a:pt x="51" y="4"/>
                      <a:pt x="41" y="11"/>
                      <a:pt x="40" y="14"/>
                    </a:cubicBezTo>
                    <a:cubicBezTo>
                      <a:pt x="38" y="17"/>
                      <a:pt x="36" y="17"/>
                      <a:pt x="34" y="16"/>
                    </a:cubicBezTo>
                    <a:cubicBezTo>
                      <a:pt x="32" y="14"/>
                      <a:pt x="24" y="15"/>
                      <a:pt x="23" y="14"/>
                    </a:cubicBezTo>
                    <a:cubicBezTo>
                      <a:pt x="22" y="13"/>
                      <a:pt x="16" y="13"/>
                      <a:pt x="13" y="13"/>
                    </a:cubicBezTo>
                    <a:cubicBezTo>
                      <a:pt x="10" y="14"/>
                      <a:pt x="9" y="12"/>
                      <a:pt x="7" y="12"/>
                    </a:cubicBezTo>
                    <a:cubicBezTo>
                      <a:pt x="6" y="13"/>
                      <a:pt x="4" y="14"/>
                      <a:pt x="4" y="15"/>
                    </a:cubicBezTo>
                    <a:cubicBezTo>
                      <a:pt x="3" y="16"/>
                      <a:pt x="4" y="19"/>
                      <a:pt x="4" y="19"/>
                    </a:cubicBezTo>
                    <a:cubicBezTo>
                      <a:pt x="4" y="20"/>
                      <a:pt x="2" y="20"/>
                      <a:pt x="0" y="22"/>
                    </a:cubicBezTo>
                    <a:cubicBezTo>
                      <a:pt x="1" y="23"/>
                      <a:pt x="1" y="25"/>
                      <a:pt x="1" y="26"/>
                    </a:cubicBezTo>
                    <a:cubicBezTo>
                      <a:pt x="0" y="29"/>
                      <a:pt x="1" y="36"/>
                      <a:pt x="3" y="39"/>
                    </a:cubicBezTo>
                    <a:cubicBezTo>
                      <a:pt x="6" y="43"/>
                      <a:pt x="5" y="50"/>
                      <a:pt x="6" y="51"/>
                    </a:cubicBezTo>
                    <a:cubicBezTo>
                      <a:pt x="7" y="52"/>
                      <a:pt x="17" y="52"/>
                      <a:pt x="21" y="49"/>
                    </a:cubicBezTo>
                    <a:cubicBezTo>
                      <a:pt x="25" y="47"/>
                      <a:pt x="28" y="46"/>
                      <a:pt x="31" y="46"/>
                    </a:cubicBezTo>
                    <a:cubicBezTo>
                      <a:pt x="34" y="46"/>
                      <a:pt x="39" y="43"/>
                      <a:pt x="40" y="42"/>
                    </a:cubicBezTo>
                    <a:cubicBezTo>
                      <a:pt x="41" y="40"/>
                      <a:pt x="46" y="40"/>
                      <a:pt x="48" y="41"/>
                    </a:cubicBezTo>
                    <a:cubicBezTo>
                      <a:pt x="50" y="41"/>
                      <a:pt x="52" y="39"/>
                      <a:pt x="54" y="36"/>
                    </a:cubicBezTo>
                    <a:cubicBezTo>
                      <a:pt x="56" y="34"/>
                      <a:pt x="64" y="33"/>
                      <a:pt x="71" y="31"/>
                    </a:cubicBezTo>
                    <a:cubicBezTo>
                      <a:pt x="79" y="28"/>
                      <a:pt x="77" y="25"/>
                      <a:pt x="79" y="23"/>
                    </a:cubicBezTo>
                    <a:cubicBezTo>
                      <a:pt x="80" y="21"/>
                      <a:pt x="82" y="21"/>
                      <a:pt x="86" y="20"/>
                    </a:cubicBezTo>
                    <a:cubicBezTo>
                      <a:pt x="82" y="13"/>
                      <a:pt x="78" y="4"/>
                      <a:pt x="76" y="0"/>
                    </a:cubicBezTo>
                    <a:cubicBezTo>
                      <a:pt x="72" y="1"/>
                      <a:pt x="69" y="2"/>
                      <a:pt x="68" y="2"/>
                    </a:cubicBezTo>
                    <a:close/>
                    <a:moveTo>
                      <a:pt x="88" y="55"/>
                    </a:moveTo>
                    <a:cubicBezTo>
                      <a:pt x="90" y="58"/>
                      <a:pt x="96" y="55"/>
                      <a:pt x="96" y="54"/>
                    </a:cubicBezTo>
                    <a:cubicBezTo>
                      <a:pt x="96" y="53"/>
                      <a:pt x="85" y="52"/>
                      <a:pt x="88" y="5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156">
                <a:extLst>
                  <a:ext uri="{FF2B5EF4-FFF2-40B4-BE49-F238E27FC236}">
                    <a16:creationId xmlns:a16="http://schemas.microsoft.com/office/drawing/2014/main" id="{F2481323-97D8-4411-9DE7-007C29CB22D5}"/>
                  </a:ext>
                </a:extLst>
              </p:cNvPr>
              <p:cNvSpPr>
                <a:spLocks noEditPoints="1"/>
              </p:cNvSpPr>
              <p:nvPr/>
            </p:nvSpPr>
            <p:spPr bwMode="auto">
              <a:xfrm>
                <a:off x="7771707" y="4192686"/>
                <a:ext cx="151822" cy="107906"/>
              </a:xfrm>
              <a:custGeom>
                <a:avLst/>
                <a:gdLst>
                  <a:gd name="T0" fmla="*/ 1 w 66"/>
                  <a:gd name="T1" fmla="*/ 2 h 47"/>
                  <a:gd name="T2" fmla="*/ 11 w 66"/>
                  <a:gd name="T3" fmla="*/ 13 h 47"/>
                  <a:gd name="T4" fmla="*/ 1 w 66"/>
                  <a:gd name="T5" fmla="*/ 2 h 47"/>
                  <a:gd name="T6" fmla="*/ 16 w 66"/>
                  <a:gd name="T7" fmla="*/ 12 h 47"/>
                  <a:gd name="T8" fmla="*/ 23 w 66"/>
                  <a:gd name="T9" fmla="*/ 17 h 47"/>
                  <a:gd name="T10" fmla="*/ 16 w 66"/>
                  <a:gd name="T11" fmla="*/ 12 h 47"/>
                  <a:gd name="T12" fmla="*/ 43 w 66"/>
                  <a:gd name="T13" fmla="*/ 26 h 47"/>
                  <a:gd name="T14" fmla="*/ 32 w 66"/>
                  <a:gd name="T15" fmla="*/ 20 h 47"/>
                  <a:gd name="T16" fmla="*/ 43 w 66"/>
                  <a:gd name="T17" fmla="*/ 26 h 47"/>
                  <a:gd name="T18" fmla="*/ 41 w 66"/>
                  <a:gd name="T19" fmla="*/ 34 h 47"/>
                  <a:gd name="T20" fmla="*/ 50 w 66"/>
                  <a:gd name="T21" fmla="*/ 38 h 47"/>
                  <a:gd name="T22" fmla="*/ 41 w 66"/>
                  <a:gd name="T23" fmla="*/ 34 h 47"/>
                  <a:gd name="T24" fmla="*/ 56 w 66"/>
                  <a:gd name="T25" fmla="*/ 42 h 47"/>
                  <a:gd name="T26" fmla="*/ 63 w 66"/>
                  <a:gd name="T27" fmla="*/ 45 h 47"/>
                  <a:gd name="T28" fmla="*/ 56 w 66"/>
                  <a:gd name="T29" fmla="*/ 42 h 47"/>
                  <a:gd name="T30" fmla="*/ 50 w 66"/>
                  <a:gd name="T31" fmla="*/ 26 h 47"/>
                  <a:gd name="T32" fmla="*/ 56 w 66"/>
                  <a:gd name="T33" fmla="*/ 37 h 47"/>
                  <a:gd name="T34" fmla="*/ 50 w 66"/>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47">
                    <a:moveTo>
                      <a:pt x="1" y="2"/>
                    </a:moveTo>
                    <a:cubicBezTo>
                      <a:pt x="0" y="4"/>
                      <a:pt x="8" y="15"/>
                      <a:pt x="11" y="13"/>
                    </a:cubicBezTo>
                    <a:cubicBezTo>
                      <a:pt x="16" y="10"/>
                      <a:pt x="1" y="0"/>
                      <a:pt x="1" y="2"/>
                    </a:cubicBezTo>
                    <a:close/>
                    <a:moveTo>
                      <a:pt x="16" y="12"/>
                    </a:moveTo>
                    <a:cubicBezTo>
                      <a:pt x="16" y="13"/>
                      <a:pt x="22" y="18"/>
                      <a:pt x="23" y="17"/>
                    </a:cubicBezTo>
                    <a:cubicBezTo>
                      <a:pt x="24" y="16"/>
                      <a:pt x="16" y="10"/>
                      <a:pt x="16" y="12"/>
                    </a:cubicBezTo>
                    <a:close/>
                    <a:moveTo>
                      <a:pt x="43" y="26"/>
                    </a:moveTo>
                    <a:cubicBezTo>
                      <a:pt x="45" y="25"/>
                      <a:pt x="32" y="18"/>
                      <a:pt x="32" y="20"/>
                    </a:cubicBezTo>
                    <a:cubicBezTo>
                      <a:pt x="31" y="22"/>
                      <a:pt x="41" y="27"/>
                      <a:pt x="43" y="26"/>
                    </a:cubicBezTo>
                    <a:close/>
                    <a:moveTo>
                      <a:pt x="41" y="34"/>
                    </a:moveTo>
                    <a:cubicBezTo>
                      <a:pt x="42" y="37"/>
                      <a:pt x="47" y="39"/>
                      <a:pt x="50" y="38"/>
                    </a:cubicBezTo>
                    <a:cubicBezTo>
                      <a:pt x="52" y="37"/>
                      <a:pt x="41" y="30"/>
                      <a:pt x="41" y="34"/>
                    </a:cubicBezTo>
                    <a:close/>
                    <a:moveTo>
                      <a:pt x="56" y="42"/>
                    </a:moveTo>
                    <a:cubicBezTo>
                      <a:pt x="56" y="42"/>
                      <a:pt x="61" y="47"/>
                      <a:pt x="63" y="45"/>
                    </a:cubicBezTo>
                    <a:cubicBezTo>
                      <a:pt x="66" y="44"/>
                      <a:pt x="55" y="40"/>
                      <a:pt x="56" y="42"/>
                    </a:cubicBezTo>
                    <a:close/>
                    <a:moveTo>
                      <a:pt x="50" y="26"/>
                    </a:moveTo>
                    <a:cubicBezTo>
                      <a:pt x="48" y="30"/>
                      <a:pt x="55" y="36"/>
                      <a:pt x="56" y="37"/>
                    </a:cubicBezTo>
                    <a:cubicBezTo>
                      <a:pt x="57" y="37"/>
                      <a:pt x="51" y="23"/>
                      <a:pt x="50"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157">
                <a:extLst>
                  <a:ext uri="{FF2B5EF4-FFF2-40B4-BE49-F238E27FC236}">
                    <a16:creationId xmlns:a16="http://schemas.microsoft.com/office/drawing/2014/main" id="{EDDB3AE5-B541-4FE0-BC29-FB5475E57243}"/>
                  </a:ext>
                </a:extLst>
              </p:cNvPr>
              <p:cNvSpPr>
                <a:spLocks noEditPoints="1"/>
              </p:cNvSpPr>
              <p:nvPr/>
            </p:nvSpPr>
            <p:spPr bwMode="auto">
              <a:xfrm>
                <a:off x="7771707" y="4192686"/>
                <a:ext cx="151822" cy="107906"/>
              </a:xfrm>
              <a:custGeom>
                <a:avLst/>
                <a:gdLst>
                  <a:gd name="T0" fmla="*/ 1 w 66"/>
                  <a:gd name="T1" fmla="*/ 2 h 47"/>
                  <a:gd name="T2" fmla="*/ 11 w 66"/>
                  <a:gd name="T3" fmla="*/ 13 h 47"/>
                  <a:gd name="T4" fmla="*/ 1 w 66"/>
                  <a:gd name="T5" fmla="*/ 2 h 47"/>
                  <a:gd name="T6" fmla="*/ 16 w 66"/>
                  <a:gd name="T7" fmla="*/ 12 h 47"/>
                  <a:gd name="T8" fmla="*/ 23 w 66"/>
                  <a:gd name="T9" fmla="*/ 17 h 47"/>
                  <a:gd name="T10" fmla="*/ 16 w 66"/>
                  <a:gd name="T11" fmla="*/ 12 h 47"/>
                  <a:gd name="T12" fmla="*/ 43 w 66"/>
                  <a:gd name="T13" fmla="*/ 26 h 47"/>
                  <a:gd name="T14" fmla="*/ 32 w 66"/>
                  <a:gd name="T15" fmla="*/ 20 h 47"/>
                  <a:gd name="T16" fmla="*/ 43 w 66"/>
                  <a:gd name="T17" fmla="*/ 26 h 47"/>
                  <a:gd name="T18" fmla="*/ 41 w 66"/>
                  <a:gd name="T19" fmla="*/ 34 h 47"/>
                  <a:gd name="T20" fmla="*/ 50 w 66"/>
                  <a:gd name="T21" fmla="*/ 38 h 47"/>
                  <a:gd name="T22" fmla="*/ 41 w 66"/>
                  <a:gd name="T23" fmla="*/ 34 h 47"/>
                  <a:gd name="T24" fmla="*/ 56 w 66"/>
                  <a:gd name="T25" fmla="*/ 42 h 47"/>
                  <a:gd name="T26" fmla="*/ 63 w 66"/>
                  <a:gd name="T27" fmla="*/ 45 h 47"/>
                  <a:gd name="T28" fmla="*/ 56 w 66"/>
                  <a:gd name="T29" fmla="*/ 42 h 47"/>
                  <a:gd name="T30" fmla="*/ 50 w 66"/>
                  <a:gd name="T31" fmla="*/ 26 h 47"/>
                  <a:gd name="T32" fmla="*/ 56 w 66"/>
                  <a:gd name="T33" fmla="*/ 37 h 47"/>
                  <a:gd name="T34" fmla="*/ 50 w 66"/>
                  <a:gd name="T35"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 h="47">
                    <a:moveTo>
                      <a:pt x="1" y="2"/>
                    </a:moveTo>
                    <a:cubicBezTo>
                      <a:pt x="0" y="4"/>
                      <a:pt x="8" y="15"/>
                      <a:pt x="11" y="13"/>
                    </a:cubicBezTo>
                    <a:cubicBezTo>
                      <a:pt x="16" y="10"/>
                      <a:pt x="1" y="0"/>
                      <a:pt x="1" y="2"/>
                    </a:cubicBezTo>
                    <a:close/>
                    <a:moveTo>
                      <a:pt x="16" y="12"/>
                    </a:moveTo>
                    <a:cubicBezTo>
                      <a:pt x="16" y="13"/>
                      <a:pt x="22" y="18"/>
                      <a:pt x="23" y="17"/>
                    </a:cubicBezTo>
                    <a:cubicBezTo>
                      <a:pt x="24" y="16"/>
                      <a:pt x="16" y="10"/>
                      <a:pt x="16" y="12"/>
                    </a:cubicBezTo>
                    <a:close/>
                    <a:moveTo>
                      <a:pt x="43" y="26"/>
                    </a:moveTo>
                    <a:cubicBezTo>
                      <a:pt x="45" y="25"/>
                      <a:pt x="32" y="18"/>
                      <a:pt x="32" y="20"/>
                    </a:cubicBezTo>
                    <a:cubicBezTo>
                      <a:pt x="31" y="22"/>
                      <a:pt x="41" y="27"/>
                      <a:pt x="43" y="26"/>
                    </a:cubicBezTo>
                    <a:close/>
                    <a:moveTo>
                      <a:pt x="41" y="34"/>
                    </a:moveTo>
                    <a:cubicBezTo>
                      <a:pt x="42" y="37"/>
                      <a:pt x="47" y="39"/>
                      <a:pt x="50" y="38"/>
                    </a:cubicBezTo>
                    <a:cubicBezTo>
                      <a:pt x="52" y="37"/>
                      <a:pt x="41" y="30"/>
                      <a:pt x="41" y="34"/>
                    </a:cubicBezTo>
                    <a:close/>
                    <a:moveTo>
                      <a:pt x="56" y="42"/>
                    </a:moveTo>
                    <a:cubicBezTo>
                      <a:pt x="56" y="42"/>
                      <a:pt x="61" y="47"/>
                      <a:pt x="63" y="45"/>
                    </a:cubicBezTo>
                    <a:cubicBezTo>
                      <a:pt x="66" y="44"/>
                      <a:pt x="55" y="40"/>
                      <a:pt x="56" y="42"/>
                    </a:cubicBezTo>
                    <a:close/>
                    <a:moveTo>
                      <a:pt x="50" y="26"/>
                    </a:moveTo>
                    <a:cubicBezTo>
                      <a:pt x="48" y="30"/>
                      <a:pt x="55" y="36"/>
                      <a:pt x="56" y="37"/>
                    </a:cubicBezTo>
                    <a:cubicBezTo>
                      <a:pt x="57" y="37"/>
                      <a:pt x="51" y="23"/>
                      <a:pt x="50" y="2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159">
                <a:extLst>
                  <a:ext uri="{FF2B5EF4-FFF2-40B4-BE49-F238E27FC236}">
                    <a16:creationId xmlns:a16="http://schemas.microsoft.com/office/drawing/2014/main" id="{5773DC10-43AA-4B18-8A1A-8CCFF8DE3F85}"/>
                  </a:ext>
                </a:extLst>
              </p:cNvPr>
              <p:cNvSpPr>
                <a:spLocks noEditPoints="1"/>
              </p:cNvSpPr>
              <p:nvPr/>
            </p:nvSpPr>
            <p:spPr bwMode="auto">
              <a:xfrm>
                <a:off x="7988774" y="4773623"/>
                <a:ext cx="232124" cy="276040"/>
              </a:xfrm>
              <a:custGeom>
                <a:avLst/>
                <a:gdLst>
                  <a:gd name="T0" fmla="*/ 62 w 101"/>
                  <a:gd name="T1" fmla="*/ 58 h 120"/>
                  <a:gd name="T2" fmla="*/ 56 w 101"/>
                  <a:gd name="T3" fmla="*/ 60 h 120"/>
                  <a:gd name="T4" fmla="*/ 48 w 101"/>
                  <a:gd name="T5" fmla="*/ 56 h 120"/>
                  <a:gd name="T6" fmla="*/ 44 w 101"/>
                  <a:gd name="T7" fmla="*/ 63 h 120"/>
                  <a:gd name="T8" fmla="*/ 37 w 101"/>
                  <a:gd name="T9" fmla="*/ 75 h 120"/>
                  <a:gd name="T10" fmla="*/ 15 w 101"/>
                  <a:gd name="T11" fmla="*/ 89 h 120"/>
                  <a:gd name="T12" fmla="*/ 5 w 101"/>
                  <a:gd name="T13" fmla="*/ 99 h 120"/>
                  <a:gd name="T14" fmla="*/ 3 w 101"/>
                  <a:gd name="T15" fmla="*/ 108 h 120"/>
                  <a:gd name="T16" fmla="*/ 10 w 101"/>
                  <a:gd name="T17" fmla="*/ 111 h 120"/>
                  <a:gd name="T18" fmla="*/ 16 w 101"/>
                  <a:gd name="T19" fmla="*/ 113 h 120"/>
                  <a:gd name="T20" fmla="*/ 31 w 101"/>
                  <a:gd name="T21" fmla="*/ 110 h 120"/>
                  <a:gd name="T22" fmla="*/ 36 w 101"/>
                  <a:gd name="T23" fmla="*/ 100 h 120"/>
                  <a:gd name="T24" fmla="*/ 40 w 101"/>
                  <a:gd name="T25" fmla="*/ 92 h 120"/>
                  <a:gd name="T26" fmla="*/ 49 w 101"/>
                  <a:gd name="T27" fmla="*/ 87 h 120"/>
                  <a:gd name="T28" fmla="*/ 52 w 101"/>
                  <a:gd name="T29" fmla="*/ 82 h 120"/>
                  <a:gd name="T30" fmla="*/ 57 w 101"/>
                  <a:gd name="T31" fmla="*/ 75 h 120"/>
                  <a:gd name="T32" fmla="*/ 64 w 101"/>
                  <a:gd name="T33" fmla="*/ 64 h 120"/>
                  <a:gd name="T34" fmla="*/ 62 w 101"/>
                  <a:gd name="T35" fmla="*/ 58 h 120"/>
                  <a:gd name="T36" fmla="*/ 11 w 101"/>
                  <a:gd name="T37" fmla="*/ 119 h 120"/>
                  <a:gd name="T38" fmla="*/ 14 w 101"/>
                  <a:gd name="T39" fmla="*/ 116 h 120"/>
                  <a:gd name="T40" fmla="*/ 11 w 101"/>
                  <a:gd name="T41" fmla="*/ 119 h 120"/>
                  <a:gd name="T42" fmla="*/ 92 w 101"/>
                  <a:gd name="T43" fmla="*/ 29 h 120"/>
                  <a:gd name="T44" fmla="*/ 84 w 101"/>
                  <a:gd name="T45" fmla="*/ 28 h 120"/>
                  <a:gd name="T46" fmla="*/ 79 w 101"/>
                  <a:gd name="T47" fmla="*/ 23 h 120"/>
                  <a:gd name="T48" fmla="*/ 75 w 101"/>
                  <a:gd name="T49" fmla="*/ 17 h 120"/>
                  <a:gd name="T50" fmla="*/ 75 w 101"/>
                  <a:gd name="T51" fmla="*/ 21 h 120"/>
                  <a:gd name="T52" fmla="*/ 72 w 101"/>
                  <a:gd name="T53" fmla="*/ 20 h 120"/>
                  <a:gd name="T54" fmla="*/ 69 w 101"/>
                  <a:gd name="T55" fmla="*/ 14 h 120"/>
                  <a:gd name="T56" fmla="*/ 66 w 101"/>
                  <a:gd name="T57" fmla="*/ 7 h 120"/>
                  <a:gd name="T58" fmla="*/ 56 w 101"/>
                  <a:gd name="T59" fmla="*/ 0 h 120"/>
                  <a:gd name="T60" fmla="*/ 58 w 101"/>
                  <a:gd name="T61" fmla="*/ 8 h 120"/>
                  <a:gd name="T62" fmla="*/ 64 w 101"/>
                  <a:gd name="T63" fmla="*/ 14 h 120"/>
                  <a:gd name="T64" fmla="*/ 69 w 101"/>
                  <a:gd name="T65" fmla="*/ 20 h 120"/>
                  <a:gd name="T66" fmla="*/ 67 w 101"/>
                  <a:gd name="T67" fmla="*/ 32 h 120"/>
                  <a:gd name="T68" fmla="*/ 61 w 101"/>
                  <a:gd name="T69" fmla="*/ 40 h 120"/>
                  <a:gd name="T70" fmla="*/ 72 w 101"/>
                  <a:gd name="T71" fmla="*/ 49 h 120"/>
                  <a:gd name="T72" fmla="*/ 69 w 101"/>
                  <a:gd name="T73" fmla="*/ 62 h 120"/>
                  <a:gd name="T74" fmla="*/ 77 w 101"/>
                  <a:gd name="T75" fmla="*/ 63 h 120"/>
                  <a:gd name="T76" fmla="*/ 85 w 101"/>
                  <a:gd name="T77" fmla="*/ 51 h 120"/>
                  <a:gd name="T78" fmla="*/ 88 w 101"/>
                  <a:gd name="T79" fmla="*/ 42 h 120"/>
                  <a:gd name="T80" fmla="*/ 93 w 101"/>
                  <a:gd name="T81" fmla="*/ 40 h 120"/>
                  <a:gd name="T82" fmla="*/ 97 w 101"/>
                  <a:gd name="T83" fmla="*/ 36 h 120"/>
                  <a:gd name="T84" fmla="*/ 99 w 101"/>
                  <a:gd name="T85" fmla="*/ 29 h 120"/>
                  <a:gd name="T86" fmla="*/ 92 w 101"/>
                  <a:gd name="T87" fmla="*/ 29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1" h="120">
                    <a:moveTo>
                      <a:pt x="62" y="58"/>
                    </a:moveTo>
                    <a:cubicBezTo>
                      <a:pt x="60" y="56"/>
                      <a:pt x="59" y="58"/>
                      <a:pt x="56" y="60"/>
                    </a:cubicBezTo>
                    <a:cubicBezTo>
                      <a:pt x="53" y="61"/>
                      <a:pt x="52" y="54"/>
                      <a:pt x="48" y="56"/>
                    </a:cubicBezTo>
                    <a:cubicBezTo>
                      <a:pt x="45" y="59"/>
                      <a:pt x="48" y="60"/>
                      <a:pt x="44" y="63"/>
                    </a:cubicBezTo>
                    <a:cubicBezTo>
                      <a:pt x="40" y="67"/>
                      <a:pt x="42" y="68"/>
                      <a:pt x="37" y="75"/>
                    </a:cubicBezTo>
                    <a:cubicBezTo>
                      <a:pt x="33" y="82"/>
                      <a:pt x="18" y="85"/>
                      <a:pt x="15" y="89"/>
                    </a:cubicBezTo>
                    <a:cubicBezTo>
                      <a:pt x="13" y="93"/>
                      <a:pt x="5" y="96"/>
                      <a:pt x="5" y="99"/>
                    </a:cubicBezTo>
                    <a:cubicBezTo>
                      <a:pt x="5" y="102"/>
                      <a:pt x="0" y="104"/>
                      <a:pt x="3" y="108"/>
                    </a:cubicBezTo>
                    <a:cubicBezTo>
                      <a:pt x="5" y="111"/>
                      <a:pt x="8" y="108"/>
                      <a:pt x="10" y="111"/>
                    </a:cubicBezTo>
                    <a:cubicBezTo>
                      <a:pt x="13" y="113"/>
                      <a:pt x="15" y="111"/>
                      <a:pt x="16" y="113"/>
                    </a:cubicBezTo>
                    <a:cubicBezTo>
                      <a:pt x="17" y="115"/>
                      <a:pt x="25" y="115"/>
                      <a:pt x="31" y="110"/>
                    </a:cubicBezTo>
                    <a:cubicBezTo>
                      <a:pt x="37" y="104"/>
                      <a:pt x="34" y="102"/>
                      <a:pt x="36" y="100"/>
                    </a:cubicBezTo>
                    <a:cubicBezTo>
                      <a:pt x="39" y="99"/>
                      <a:pt x="39" y="95"/>
                      <a:pt x="40" y="92"/>
                    </a:cubicBezTo>
                    <a:cubicBezTo>
                      <a:pt x="42" y="89"/>
                      <a:pt x="43" y="87"/>
                      <a:pt x="49" y="87"/>
                    </a:cubicBezTo>
                    <a:cubicBezTo>
                      <a:pt x="56" y="87"/>
                      <a:pt x="52" y="85"/>
                      <a:pt x="52" y="82"/>
                    </a:cubicBezTo>
                    <a:cubicBezTo>
                      <a:pt x="52" y="79"/>
                      <a:pt x="57" y="79"/>
                      <a:pt x="57" y="75"/>
                    </a:cubicBezTo>
                    <a:cubicBezTo>
                      <a:pt x="57" y="71"/>
                      <a:pt x="65" y="67"/>
                      <a:pt x="64" y="64"/>
                    </a:cubicBezTo>
                    <a:cubicBezTo>
                      <a:pt x="62" y="61"/>
                      <a:pt x="65" y="59"/>
                      <a:pt x="62" y="58"/>
                    </a:cubicBezTo>
                    <a:close/>
                    <a:moveTo>
                      <a:pt x="11" y="119"/>
                    </a:moveTo>
                    <a:cubicBezTo>
                      <a:pt x="12" y="120"/>
                      <a:pt x="16" y="118"/>
                      <a:pt x="14" y="116"/>
                    </a:cubicBezTo>
                    <a:cubicBezTo>
                      <a:pt x="12" y="113"/>
                      <a:pt x="8" y="118"/>
                      <a:pt x="11" y="119"/>
                    </a:cubicBezTo>
                    <a:close/>
                    <a:moveTo>
                      <a:pt x="92" y="29"/>
                    </a:moveTo>
                    <a:cubicBezTo>
                      <a:pt x="90" y="32"/>
                      <a:pt x="87" y="28"/>
                      <a:pt x="84" y="28"/>
                    </a:cubicBezTo>
                    <a:cubicBezTo>
                      <a:pt x="81" y="28"/>
                      <a:pt x="79" y="26"/>
                      <a:pt x="79" y="23"/>
                    </a:cubicBezTo>
                    <a:cubicBezTo>
                      <a:pt x="79" y="21"/>
                      <a:pt x="78" y="17"/>
                      <a:pt x="75" y="17"/>
                    </a:cubicBezTo>
                    <a:cubicBezTo>
                      <a:pt x="72" y="17"/>
                      <a:pt x="76" y="20"/>
                      <a:pt x="75" y="21"/>
                    </a:cubicBezTo>
                    <a:cubicBezTo>
                      <a:pt x="74" y="23"/>
                      <a:pt x="73" y="20"/>
                      <a:pt x="72" y="20"/>
                    </a:cubicBezTo>
                    <a:cubicBezTo>
                      <a:pt x="70" y="20"/>
                      <a:pt x="69" y="18"/>
                      <a:pt x="69" y="14"/>
                    </a:cubicBezTo>
                    <a:cubicBezTo>
                      <a:pt x="69" y="11"/>
                      <a:pt x="66" y="11"/>
                      <a:pt x="66" y="7"/>
                    </a:cubicBezTo>
                    <a:cubicBezTo>
                      <a:pt x="66" y="3"/>
                      <a:pt x="59" y="0"/>
                      <a:pt x="56" y="0"/>
                    </a:cubicBezTo>
                    <a:cubicBezTo>
                      <a:pt x="52" y="0"/>
                      <a:pt x="57" y="6"/>
                      <a:pt x="58" y="8"/>
                    </a:cubicBezTo>
                    <a:cubicBezTo>
                      <a:pt x="60" y="10"/>
                      <a:pt x="64" y="12"/>
                      <a:pt x="64" y="14"/>
                    </a:cubicBezTo>
                    <a:cubicBezTo>
                      <a:pt x="64" y="16"/>
                      <a:pt x="67" y="20"/>
                      <a:pt x="69" y="20"/>
                    </a:cubicBezTo>
                    <a:cubicBezTo>
                      <a:pt x="71" y="21"/>
                      <a:pt x="67" y="27"/>
                      <a:pt x="67" y="32"/>
                    </a:cubicBezTo>
                    <a:cubicBezTo>
                      <a:pt x="67" y="37"/>
                      <a:pt x="64" y="36"/>
                      <a:pt x="61" y="40"/>
                    </a:cubicBezTo>
                    <a:cubicBezTo>
                      <a:pt x="58" y="43"/>
                      <a:pt x="68" y="46"/>
                      <a:pt x="72" y="49"/>
                    </a:cubicBezTo>
                    <a:cubicBezTo>
                      <a:pt x="75" y="52"/>
                      <a:pt x="68" y="60"/>
                      <a:pt x="69" y="62"/>
                    </a:cubicBezTo>
                    <a:cubicBezTo>
                      <a:pt x="70" y="63"/>
                      <a:pt x="72" y="64"/>
                      <a:pt x="77" y="63"/>
                    </a:cubicBezTo>
                    <a:cubicBezTo>
                      <a:pt x="81" y="62"/>
                      <a:pt x="83" y="53"/>
                      <a:pt x="85" y="51"/>
                    </a:cubicBezTo>
                    <a:cubicBezTo>
                      <a:pt x="88" y="48"/>
                      <a:pt x="87" y="44"/>
                      <a:pt x="88" y="42"/>
                    </a:cubicBezTo>
                    <a:cubicBezTo>
                      <a:pt x="89" y="40"/>
                      <a:pt x="91" y="40"/>
                      <a:pt x="93" y="40"/>
                    </a:cubicBezTo>
                    <a:cubicBezTo>
                      <a:pt x="95" y="40"/>
                      <a:pt x="94" y="36"/>
                      <a:pt x="97" y="36"/>
                    </a:cubicBezTo>
                    <a:cubicBezTo>
                      <a:pt x="99" y="36"/>
                      <a:pt x="98" y="32"/>
                      <a:pt x="99" y="29"/>
                    </a:cubicBezTo>
                    <a:cubicBezTo>
                      <a:pt x="101" y="25"/>
                      <a:pt x="93" y="26"/>
                      <a:pt x="92" y="29"/>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160">
                <a:extLst>
                  <a:ext uri="{FF2B5EF4-FFF2-40B4-BE49-F238E27FC236}">
                    <a16:creationId xmlns:a16="http://schemas.microsoft.com/office/drawing/2014/main" id="{191D217B-7D0B-4A62-B1E3-A464529EB33F}"/>
                  </a:ext>
                </a:extLst>
              </p:cNvPr>
              <p:cNvSpPr>
                <a:spLocks/>
              </p:cNvSpPr>
              <p:nvPr/>
            </p:nvSpPr>
            <p:spPr bwMode="auto">
              <a:xfrm>
                <a:off x="5890872" y="3237839"/>
                <a:ext cx="264747" cy="168133"/>
              </a:xfrm>
              <a:custGeom>
                <a:avLst/>
                <a:gdLst>
                  <a:gd name="T0" fmla="*/ 115 w 115"/>
                  <a:gd name="T1" fmla="*/ 46 h 73"/>
                  <a:gd name="T2" fmla="*/ 108 w 115"/>
                  <a:gd name="T3" fmla="*/ 43 h 73"/>
                  <a:gd name="T4" fmla="*/ 99 w 115"/>
                  <a:gd name="T5" fmla="*/ 38 h 73"/>
                  <a:gd name="T6" fmla="*/ 90 w 115"/>
                  <a:gd name="T7" fmla="*/ 32 h 73"/>
                  <a:gd name="T8" fmla="*/ 82 w 115"/>
                  <a:gd name="T9" fmla="*/ 27 h 73"/>
                  <a:gd name="T10" fmla="*/ 78 w 115"/>
                  <a:gd name="T11" fmla="*/ 20 h 73"/>
                  <a:gd name="T12" fmla="*/ 75 w 115"/>
                  <a:gd name="T13" fmla="*/ 15 h 73"/>
                  <a:gd name="T14" fmla="*/ 63 w 115"/>
                  <a:gd name="T15" fmla="*/ 13 h 73"/>
                  <a:gd name="T16" fmla="*/ 60 w 115"/>
                  <a:gd name="T17" fmla="*/ 5 h 73"/>
                  <a:gd name="T18" fmla="*/ 54 w 115"/>
                  <a:gd name="T19" fmla="*/ 3 h 73"/>
                  <a:gd name="T20" fmla="*/ 48 w 115"/>
                  <a:gd name="T21" fmla="*/ 1 h 73"/>
                  <a:gd name="T22" fmla="*/ 45 w 115"/>
                  <a:gd name="T23" fmla="*/ 3 h 73"/>
                  <a:gd name="T24" fmla="*/ 42 w 115"/>
                  <a:gd name="T25" fmla="*/ 6 h 73"/>
                  <a:gd name="T26" fmla="*/ 36 w 115"/>
                  <a:gd name="T27" fmla="*/ 10 h 73"/>
                  <a:gd name="T28" fmla="*/ 34 w 115"/>
                  <a:gd name="T29" fmla="*/ 14 h 73"/>
                  <a:gd name="T30" fmla="*/ 28 w 115"/>
                  <a:gd name="T31" fmla="*/ 13 h 73"/>
                  <a:gd name="T32" fmla="*/ 22 w 115"/>
                  <a:gd name="T33" fmla="*/ 11 h 73"/>
                  <a:gd name="T34" fmla="*/ 12 w 115"/>
                  <a:gd name="T35" fmla="*/ 4 h 73"/>
                  <a:gd name="T36" fmla="*/ 4 w 115"/>
                  <a:gd name="T37" fmla="*/ 8 h 73"/>
                  <a:gd name="T38" fmla="*/ 8 w 115"/>
                  <a:gd name="T39" fmla="*/ 7 h 73"/>
                  <a:gd name="T40" fmla="*/ 14 w 115"/>
                  <a:gd name="T41" fmla="*/ 14 h 73"/>
                  <a:gd name="T42" fmla="*/ 18 w 115"/>
                  <a:gd name="T43" fmla="*/ 19 h 73"/>
                  <a:gd name="T44" fmla="*/ 10 w 115"/>
                  <a:gd name="T45" fmla="*/ 20 h 73"/>
                  <a:gd name="T46" fmla="*/ 2 w 115"/>
                  <a:gd name="T47" fmla="*/ 20 h 73"/>
                  <a:gd name="T48" fmla="*/ 4 w 115"/>
                  <a:gd name="T49" fmla="*/ 27 h 73"/>
                  <a:gd name="T50" fmla="*/ 5 w 115"/>
                  <a:gd name="T51" fmla="*/ 32 h 73"/>
                  <a:gd name="T52" fmla="*/ 9 w 115"/>
                  <a:gd name="T53" fmla="*/ 34 h 73"/>
                  <a:gd name="T54" fmla="*/ 11 w 115"/>
                  <a:gd name="T55" fmla="*/ 40 h 73"/>
                  <a:gd name="T56" fmla="*/ 11 w 115"/>
                  <a:gd name="T57" fmla="*/ 51 h 73"/>
                  <a:gd name="T58" fmla="*/ 17 w 115"/>
                  <a:gd name="T59" fmla="*/ 50 h 73"/>
                  <a:gd name="T60" fmla="*/ 25 w 115"/>
                  <a:gd name="T61" fmla="*/ 45 h 73"/>
                  <a:gd name="T62" fmla="*/ 30 w 115"/>
                  <a:gd name="T63" fmla="*/ 44 h 73"/>
                  <a:gd name="T64" fmla="*/ 40 w 115"/>
                  <a:gd name="T65" fmla="*/ 44 h 73"/>
                  <a:gd name="T66" fmla="*/ 45 w 115"/>
                  <a:gd name="T67" fmla="*/ 47 h 73"/>
                  <a:gd name="T68" fmla="*/ 49 w 115"/>
                  <a:gd name="T69" fmla="*/ 49 h 73"/>
                  <a:gd name="T70" fmla="*/ 56 w 115"/>
                  <a:gd name="T71" fmla="*/ 51 h 73"/>
                  <a:gd name="T72" fmla="*/ 60 w 115"/>
                  <a:gd name="T73" fmla="*/ 54 h 73"/>
                  <a:gd name="T74" fmla="*/ 65 w 115"/>
                  <a:gd name="T75" fmla="*/ 58 h 73"/>
                  <a:gd name="T76" fmla="*/ 71 w 115"/>
                  <a:gd name="T77" fmla="*/ 59 h 73"/>
                  <a:gd name="T78" fmla="*/ 72 w 115"/>
                  <a:gd name="T79" fmla="*/ 69 h 73"/>
                  <a:gd name="T80" fmla="*/ 74 w 115"/>
                  <a:gd name="T81" fmla="*/ 69 h 73"/>
                  <a:gd name="T82" fmla="*/ 80 w 115"/>
                  <a:gd name="T83" fmla="*/ 71 h 73"/>
                  <a:gd name="T84" fmla="*/ 87 w 115"/>
                  <a:gd name="T85" fmla="*/ 68 h 73"/>
                  <a:gd name="T86" fmla="*/ 98 w 115"/>
                  <a:gd name="T87" fmla="*/ 61 h 73"/>
                  <a:gd name="T88" fmla="*/ 103 w 115"/>
                  <a:gd name="T89" fmla="*/ 53 h 73"/>
                  <a:gd name="T90" fmla="*/ 109 w 115"/>
                  <a:gd name="T91" fmla="*/ 50 h 73"/>
                  <a:gd name="T92" fmla="*/ 115 w 115"/>
                  <a:gd name="T93" fmla="*/ 51 h 73"/>
                  <a:gd name="T94" fmla="*/ 115 w 115"/>
                  <a:gd name="T95" fmla="*/ 46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5" h="73">
                    <a:moveTo>
                      <a:pt x="115" y="46"/>
                    </a:moveTo>
                    <a:cubicBezTo>
                      <a:pt x="115" y="46"/>
                      <a:pt x="109" y="43"/>
                      <a:pt x="108" y="43"/>
                    </a:cubicBezTo>
                    <a:cubicBezTo>
                      <a:pt x="106" y="44"/>
                      <a:pt x="103" y="39"/>
                      <a:pt x="99" y="38"/>
                    </a:cubicBezTo>
                    <a:cubicBezTo>
                      <a:pt x="96" y="37"/>
                      <a:pt x="91" y="35"/>
                      <a:pt x="90" y="32"/>
                    </a:cubicBezTo>
                    <a:cubicBezTo>
                      <a:pt x="89" y="30"/>
                      <a:pt x="83" y="28"/>
                      <a:pt x="82" y="27"/>
                    </a:cubicBezTo>
                    <a:cubicBezTo>
                      <a:pt x="81" y="25"/>
                      <a:pt x="80" y="22"/>
                      <a:pt x="78" y="20"/>
                    </a:cubicBezTo>
                    <a:cubicBezTo>
                      <a:pt x="77" y="18"/>
                      <a:pt x="77" y="15"/>
                      <a:pt x="75" y="15"/>
                    </a:cubicBezTo>
                    <a:cubicBezTo>
                      <a:pt x="73" y="14"/>
                      <a:pt x="63" y="15"/>
                      <a:pt x="63" y="13"/>
                    </a:cubicBezTo>
                    <a:cubicBezTo>
                      <a:pt x="63" y="12"/>
                      <a:pt x="62" y="5"/>
                      <a:pt x="60" y="5"/>
                    </a:cubicBezTo>
                    <a:cubicBezTo>
                      <a:pt x="58" y="4"/>
                      <a:pt x="55" y="4"/>
                      <a:pt x="54" y="3"/>
                    </a:cubicBezTo>
                    <a:cubicBezTo>
                      <a:pt x="53" y="1"/>
                      <a:pt x="49" y="0"/>
                      <a:pt x="48" y="1"/>
                    </a:cubicBezTo>
                    <a:cubicBezTo>
                      <a:pt x="48" y="2"/>
                      <a:pt x="46" y="3"/>
                      <a:pt x="45" y="3"/>
                    </a:cubicBezTo>
                    <a:cubicBezTo>
                      <a:pt x="44" y="3"/>
                      <a:pt x="45" y="6"/>
                      <a:pt x="42" y="6"/>
                    </a:cubicBezTo>
                    <a:cubicBezTo>
                      <a:pt x="40" y="6"/>
                      <a:pt x="36" y="8"/>
                      <a:pt x="36" y="10"/>
                    </a:cubicBezTo>
                    <a:cubicBezTo>
                      <a:pt x="36" y="12"/>
                      <a:pt x="37" y="14"/>
                      <a:pt x="34" y="14"/>
                    </a:cubicBezTo>
                    <a:cubicBezTo>
                      <a:pt x="32" y="14"/>
                      <a:pt x="30" y="14"/>
                      <a:pt x="28" y="13"/>
                    </a:cubicBezTo>
                    <a:cubicBezTo>
                      <a:pt x="27" y="13"/>
                      <a:pt x="25" y="15"/>
                      <a:pt x="22" y="11"/>
                    </a:cubicBezTo>
                    <a:cubicBezTo>
                      <a:pt x="19" y="7"/>
                      <a:pt x="15" y="4"/>
                      <a:pt x="12" y="4"/>
                    </a:cubicBezTo>
                    <a:cubicBezTo>
                      <a:pt x="10" y="4"/>
                      <a:pt x="2" y="4"/>
                      <a:pt x="4" y="8"/>
                    </a:cubicBezTo>
                    <a:cubicBezTo>
                      <a:pt x="5" y="7"/>
                      <a:pt x="6" y="6"/>
                      <a:pt x="8" y="7"/>
                    </a:cubicBezTo>
                    <a:cubicBezTo>
                      <a:pt x="14" y="7"/>
                      <a:pt x="11" y="14"/>
                      <a:pt x="14" y="14"/>
                    </a:cubicBezTo>
                    <a:cubicBezTo>
                      <a:pt x="17" y="14"/>
                      <a:pt x="21" y="19"/>
                      <a:pt x="18" y="19"/>
                    </a:cubicBezTo>
                    <a:cubicBezTo>
                      <a:pt x="15" y="18"/>
                      <a:pt x="13" y="21"/>
                      <a:pt x="10" y="20"/>
                    </a:cubicBezTo>
                    <a:cubicBezTo>
                      <a:pt x="7" y="19"/>
                      <a:pt x="3" y="17"/>
                      <a:pt x="2" y="20"/>
                    </a:cubicBezTo>
                    <a:cubicBezTo>
                      <a:pt x="1" y="24"/>
                      <a:pt x="0" y="27"/>
                      <a:pt x="4" y="27"/>
                    </a:cubicBezTo>
                    <a:cubicBezTo>
                      <a:pt x="8" y="27"/>
                      <a:pt x="7" y="29"/>
                      <a:pt x="5" y="32"/>
                    </a:cubicBezTo>
                    <a:cubicBezTo>
                      <a:pt x="2" y="35"/>
                      <a:pt x="9" y="32"/>
                      <a:pt x="9" y="34"/>
                    </a:cubicBezTo>
                    <a:cubicBezTo>
                      <a:pt x="10" y="36"/>
                      <a:pt x="12" y="37"/>
                      <a:pt x="11" y="40"/>
                    </a:cubicBezTo>
                    <a:cubicBezTo>
                      <a:pt x="10" y="43"/>
                      <a:pt x="11" y="48"/>
                      <a:pt x="11" y="51"/>
                    </a:cubicBezTo>
                    <a:cubicBezTo>
                      <a:pt x="13" y="51"/>
                      <a:pt x="17" y="51"/>
                      <a:pt x="17" y="50"/>
                    </a:cubicBezTo>
                    <a:cubicBezTo>
                      <a:pt x="19" y="48"/>
                      <a:pt x="22" y="45"/>
                      <a:pt x="25" y="45"/>
                    </a:cubicBezTo>
                    <a:cubicBezTo>
                      <a:pt x="27" y="45"/>
                      <a:pt x="29" y="46"/>
                      <a:pt x="30" y="44"/>
                    </a:cubicBezTo>
                    <a:cubicBezTo>
                      <a:pt x="31" y="42"/>
                      <a:pt x="38" y="43"/>
                      <a:pt x="40" y="44"/>
                    </a:cubicBezTo>
                    <a:cubicBezTo>
                      <a:pt x="41" y="46"/>
                      <a:pt x="45" y="47"/>
                      <a:pt x="45" y="47"/>
                    </a:cubicBezTo>
                    <a:cubicBezTo>
                      <a:pt x="46" y="47"/>
                      <a:pt x="47" y="49"/>
                      <a:pt x="49" y="49"/>
                    </a:cubicBezTo>
                    <a:cubicBezTo>
                      <a:pt x="52" y="49"/>
                      <a:pt x="56" y="50"/>
                      <a:pt x="56" y="51"/>
                    </a:cubicBezTo>
                    <a:cubicBezTo>
                      <a:pt x="56" y="52"/>
                      <a:pt x="58" y="54"/>
                      <a:pt x="60" y="54"/>
                    </a:cubicBezTo>
                    <a:cubicBezTo>
                      <a:pt x="62" y="54"/>
                      <a:pt x="63" y="59"/>
                      <a:pt x="65" y="58"/>
                    </a:cubicBezTo>
                    <a:cubicBezTo>
                      <a:pt x="67" y="58"/>
                      <a:pt x="71" y="58"/>
                      <a:pt x="71" y="59"/>
                    </a:cubicBezTo>
                    <a:cubicBezTo>
                      <a:pt x="71" y="60"/>
                      <a:pt x="71" y="66"/>
                      <a:pt x="72" y="69"/>
                    </a:cubicBezTo>
                    <a:cubicBezTo>
                      <a:pt x="73" y="69"/>
                      <a:pt x="74" y="69"/>
                      <a:pt x="74" y="69"/>
                    </a:cubicBezTo>
                    <a:cubicBezTo>
                      <a:pt x="75" y="70"/>
                      <a:pt x="79" y="68"/>
                      <a:pt x="80" y="71"/>
                    </a:cubicBezTo>
                    <a:cubicBezTo>
                      <a:pt x="80" y="73"/>
                      <a:pt x="87" y="72"/>
                      <a:pt x="87" y="68"/>
                    </a:cubicBezTo>
                    <a:cubicBezTo>
                      <a:pt x="86" y="65"/>
                      <a:pt x="97" y="65"/>
                      <a:pt x="98" y="61"/>
                    </a:cubicBezTo>
                    <a:cubicBezTo>
                      <a:pt x="99" y="58"/>
                      <a:pt x="100" y="53"/>
                      <a:pt x="103" y="53"/>
                    </a:cubicBezTo>
                    <a:cubicBezTo>
                      <a:pt x="106" y="54"/>
                      <a:pt x="107" y="49"/>
                      <a:pt x="109" y="50"/>
                    </a:cubicBezTo>
                    <a:cubicBezTo>
                      <a:pt x="111" y="50"/>
                      <a:pt x="113" y="52"/>
                      <a:pt x="115" y="51"/>
                    </a:cubicBezTo>
                    <a:lnTo>
                      <a:pt x="115" y="46"/>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161">
                <a:extLst>
                  <a:ext uri="{FF2B5EF4-FFF2-40B4-BE49-F238E27FC236}">
                    <a16:creationId xmlns:a16="http://schemas.microsoft.com/office/drawing/2014/main" id="{E2A4B97E-0099-4391-9A1E-8C2744362479}"/>
                  </a:ext>
                </a:extLst>
              </p:cNvPr>
              <p:cNvSpPr>
                <a:spLocks/>
              </p:cNvSpPr>
              <p:nvPr/>
            </p:nvSpPr>
            <p:spPr bwMode="auto">
              <a:xfrm>
                <a:off x="5730267" y="3298066"/>
                <a:ext cx="366380" cy="311172"/>
              </a:xfrm>
              <a:custGeom>
                <a:avLst/>
                <a:gdLst>
                  <a:gd name="T0" fmla="*/ 155 w 159"/>
                  <a:gd name="T1" fmla="*/ 116 h 135"/>
                  <a:gd name="T2" fmla="*/ 151 w 159"/>
                  <a:gd name="T3" fmla="*/ 107 h 135"/>
                  <a:gd name="T4" fmla="*/ 143 w 159"/>
                  <a:gd name="T5" fmla="*/ 101 h 135"/>
                  <a:gd name="T6" fmla="*/ 137 w 159"/>
                  <a:gd name="T7" fmla="*/ 94 h 135"/>
                  <a:gd name="T8" fmla="*/ 146 w 159"/>
                  <a:gd name="T9" fmla="*/ 82 h 135"/>
                  <a:gd name="T10" fmla="*/ 138 w 159"/>
                  <a:gd name="T11" fmla="*/ 78 h 135"/>
                  <a:gd name="T12" fmla="*/ 136 w 159"/>
                  <a:gd name="T13" fmla="*/ 69 h 135"/>
                  <a:gd name="T14" fmla="*/ 136 w 159"/>
                  <a:gd name="T15" fmla="*/ 60 h 135"/>
                  <a:gd name="T16" fmla="*/ 137 w 159"/>
                  <a:gd name="T17" fmla="*/ 53 h 135"/>
                  <a:gd name="T18" fmla="*/ 141 w 159"/>
                  <a:gd name="T19" fmla="*/ 47 h 135"/>
                  <a:gd name="T20" fmla="*/ 142 w 159"/>
                  <a:gd name="T21" fmla="*/ 43 h 135"/>
                  <a:gd name="T22" fmla="*/ 141 w 159"/>
                  <a:gd name="T23" fmla="*/ 33 h 135"/>
                  <a:gd name="T24" fmla="*/ 135 w 159"/>
                  <a:gd name="T25" fmla="*/ 32 h 135"/>
                  <a:gd name="T26" fmla="*/ 130 w 159"/>
                  <a:gd name="T27" fmla="*/ 28 h 135"/>
                  <a:gd name="T28" fmla="*/ 126 w 159"/>
                  <a:gd name="T29" fmla="*/ 25 h 135"/>
                  <a:gd name="T30" fmla="*/ 119 w 159"/>
                  <a:gd name="T31" fmla="*/ 23 h 135"/>
                  <a:gd name="T32" fmla="*/ 115 w 159"/>
                  <a:gd name="T33" fmla="*/ 21 h 135"/>
                  <a:gd name="T34" fmla="*/ 110 w 159"/>
                  <a:gd name="T35" fmla="*/ 18 h 135"/>
                  <a:gd name="T36" fmla="*/ 100 w 159"/>
                  <a:gd name="T37" fmla="*/ 18 h 135"/>
                  <a:gd name="T38" fmla="*/ 95 w 159"/>
                  <a:gd name="T39" fmla="*/ 19 h 135"/>
                  <a:gd name="T40" fmla="*/ 87 w 159"/>
                  <a:gd name="T41" fmla="*/ 24 h 135"/>
                  <a:gd name="T42" fmla="*/ 81 w 159"/>
                  <a:gd name="T43" fmla="*/ 25 h 135"/>
                  <a:gd name="T44" fmla="*/ 81 w 159"/>
                  <a:gd name="T45" fmla="*/ 29 h 135"/>
                  <a:gd name="T46" fmla="*/ 63 w 159"/>
                  <a:gd name="T47" fmla="*/ 33 h 135"/>
                  <a:gd name="T48" fmla="*/ 48 w 159"/>
                  <a:gd name="T49" fmla="*/ 24 h 135"/>
                  <a:gd name="T50" fmla="*/ 39 w 159"/>
                  <a:gd name="T51" fmla="*/ 15 h 135"/>
                  <a:gd name="T52" fmla="*/ 33 w 159"/>
                  <a:gd name="T53" fmla="*/ 11 h 135"/>
                  <a:gd name="T54" fmla="*/ 31 w 159"/>
                  <a:gd name="T55" fmla="*/ 3 h 135"/>
                  <a:gd name="T56" fmla="*/ 15 w 159"/>
                  <a:gd name="T57" fmla="*/ 10 h 135"/>
                  <a:gd name="T58" fmla="*/ 10 w 159"/>
                  <a:gd name="T59" fmla="*/ 7 h 135"/>
                  <a:gd name="T60" fmla="*/ 5 w 159"/>
                  <a:gd name="T61" fmla="*/ 1 h 135"/>
                  <a:gd name="T62" fmla="*/ 2 w 159"/>
                  <a:gd name="T63" fmla="*/ 5 h 135"/>
                  <a:gd name="T64" fmla="*/ 2 w 159"/>
                  <a:gd name="T65" fmla="*/ 12 h 135"/>
                  <a:gd name="T66" fmla="*/ 2 w 159"/>
                  <a:gd name="T67" fmla="*/ 20 h 135"/>
                  <a:gd name="T68" fmla="*/ 6 w 159"/>
                  <a:gd name="T69" fmla="*/ 27 h 135"/>
                  <a:gd name="T70" fmla="*/ 9 w 159"/>
                  <a:gd name="T71" fmla="*/ 33 h 135"/>
                  <a:gd name="T72" fmla="*/ 14 w 159"/>
                  <a:gd name="T73" fmla="*/ 38 h 135"/>
                  <a:gd name="T74" fmla="*/ 17 w 159"/>
                  <a:gd name="T75" fmla="*/ 41 h 135"/>
                  <a:gd name="T76" fmla="*/ 16 w 159"/>
                  <a:gd name="T77" fmla="*/ 46 h 135"/>
                  <a:gd name="T78" fmla="*/ 13 w 159"/>
                  <a:gd name="T79" fmla="*/ 52 h 135"/>
                  <a:gd name="T80" fmla="*/ 14 w 159"/>
                  <a:gd name="T81" fmla="*/ 59 h 135"/>
                  <a:gd name="T82" fmla="*/ 17 w 159"/>
                  <a:gd name="T83" fmla="*/ 64 h 135"/>
                  <a:gd name="T84" fmla="*/ 26 w 159"/>
                  <a:gd name="T85" fmla="*/ 70 h 135"/>
                  <a:gd name="T86" fmla="*/ 30 w 159"/>
                  <a:gd name="T87" fmla="*/ 74 h 135"/>
                  <a:gd name="T88" fmla="*/ 29 w 159"/>
                  <a:gd name="T89" fmla="*/ 80 h 135"/>
                  <a:gd name="T90" fmla="*/ 32 w 159"/>
                  <a:gd name="T91" fmla="*/ 85 h 135"/>
                  <a:gd name="T92" fmla="*/ 37 w 159"/>
                  <a:gd name="T93" fmla="*/ 92 h 135"/>
                  <a:gd name="T94" fmla="*/ 39 w 159"/>
                  <a:gd name="T95" fmla="*/ 91 h 135"/>
                  <a:gd name="T96" fmla="*/ 42 w 159"/>
                  <a:gd name="T97" fmla="*/ 90 h 135"/>
                  <a:gd name="T98" fmla="*/ 48 w 159"/>
                  <a:gd name="T99" fmla="*/ 90 h 135"/>
                  <a:gd name="T100" fmla="*/ 56 w 159"/>
                  <a:gd name="T101" fmla="*/ 103 h 135"/>
                  <a:gd name="T102" fmla="*/ 61 w 159"/>
                  <a:gd name="T103" fmla="*/ 110 h 135"/>
                  <a:gd name="T104" fmla="*/ 71 w 159"/>
                  <a:gd name="T105" fmla="*/ 115 h 135"/>
                  <a:gd name="T106" fmla="*/ 89 w 159"/>
                  <a:gd name="T107" fmla="*/ 122 h 135"/>
                  <a:gd name="T108" fmla="*/ 102 w 159"/>
                  <a:gd name="T109" fmla="*/ 118 h 135"/>
                  <a:gd name="T110" fmla="*/ 108 w 159"/>
                  <a:gd name="T111" fmla="*/ 129 h 135"/>
                  <a:gd name="T112" fmla="*/ 136 w 159"/>
                  <a:gd name="T113" fmla="*/ 134 h 135"/>
                  <a:gd name="T114" fmla="*/ 145 w 159"/>
                  <a:gd name="T115" fmla="*/ 135 h 135"/>
                  <a:gd name="T116" fmla="*/ 144 w 159"/>
                  <a:gd name="T117" fmla="*/ 133 h 135"/>
                  <a:gd name="T118" fmla="*/ 149 w 159"/>
                  <a:gd name="T119" fmla="*/ 125 h 135"/>
                  <a:gd name="T120" fmla="*/ 157 w 159"/>
                  <a:gd name="T121" fmla="*/ 122 h 135"/>
                  <a:gd name="T122" fmla="*/ 155 w 159"/>
                  <a:gd name="T123" fmla="*/ 1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 h="135">
                    <a:moveTo>
                      <a:pt x="155" y="116"/>
                    </a:moveTo>
                    <a:cubicBezTo>
                      <a:pt x="153" y="116"/>
                      <a:pt x="155" y="109"/>
                      <a:pt x="151" y="107"/>
                    </a:cubicBezTo>
                    <a:cubicBezTo>
                      <a:pt x="147" y="106"/>
                      <a:pt x="144" y="103"/>
                      <a:pt x="143" y="101"/>
                    </a:cubicBezTo>
                    <a:cubicBezTo>
                      <a:pt x="142" y="98"/>
                      <a:pt x="137" y="95"/>
                      <a:pt x="137" y="94"/>
                    </a:cubicBezTo>
                    <a:cubicBezTo>
                      <a:pt x="138" y="92"/>
                      <a:pt x="147" y="86"/>
                      <a:pt x="146" y="82"/>
                    </a:cubicBezTo>
                    <a:cubicBezTo>
                      <a:pt x="144" y="79"/>
                      <a:pt x="138" y="79"/>
                      <a:pt x="138" y="78"/>
                    </a:cubicBezTo>
                    <a:cubicBezTo>
                      <a:pt x="137" y="77"/>
                      <a:pt x="138" y="72"/>
                      <a:pt x="136" y="69"/>
                    </a:cubicBezTo>
                    <a:cubicBezTo>
                      <a:pt x="135" y="65"/>
                      <a:pt x="138" y="62"/>
                      <a:pt x="136" y="60"/>
                    </a:cubicBezTo>
                    <a:cubicBezTo>
                      <a:pt x="135" y="58"/>
                      <a:pt x="137" y="54"/>
                      <a:pt x="137" y="53"/>
                    </a:cubicBezTo>
                    <a:cubicBezTo>
                      <a:pt x="138" y="52"/>
                      <a:pt x="141" y="50"/>
                      <a:pt x="141" y="47"/>
                    </a:cubicBezTo>
                    <a:cubicBezTo>
                      <a:pt x="140" y="45"/>
                      <a:pt x="141" y="44"/>
                      <a:pt x="142" y="43"/>
                    </a:cubicBezTo>
                    <a:cubicBezTo>
                      <a:pt x="141" y="40"/>
                      <a:pt x="141" y="34"/>
                      <a:pt x="141" y="33"/>
                    </a:cubicBezTo>
                    <a:cubicBezTo>
                      <a:pt x="141" y="32"/>
                      <a:pt x="137" y="32"/>
                      <a:pt x="135" y="32"/>
                    </a:cubicBezTo>
                    <a:cubicBezTo>
                      <a:pt x="133" y="33"/>
                      <a:pt x="132" y="28"/>
                      <a:pt x="130" y="28"/>
                    </a:cubicBezTo>
                    <a:cubicBezTo>
                      <a:pt x="128" y="28"/>
                      <a:pt x="126" y="26"/>
                      <a:pt x="126" y="25"/>
                    </a:cubicBezTo>
                    <a:cubicBezTo>
                      <a:pt x="126" y="24"/>
                      <a:pt x="122" y="23"/>
                      <a:pt x="119" y="23"/>
                    </a:cubicBezTo>
                    <a:cubicBezTo>
                      <a:pt x="117" y="23"/>
                      <a:pt x="116" y="21"/>
                      <a:pt x="115" y="21"/>
                    </a:cubicBezTo>
                    <a:cubicBezTo>
                      <a:pt x="115" y="21"/>
                      <a:pt x="111" y="20"/>
                      <a:pt x="110" y="18"/>
                    </a:cubicBezTo>
                    <a:cubicBezTo>
                      <a:pt x="108" y="17"/>
                      <a:pt x="101" y="16"/>
                      <a:pt x="100" y="18"/>
                    </a:cubicBezTo>
                    <a:cubicBezTo>
                      <a:pt x="99" y="20"/>
                      <a:pt x="97" y="19"/>
                      <a:pt x="95" y="19"/>
                    </a:cubicBezTo>
                    <a:cubicBezTo>
                      <a:pt x="92" y="19"/>
                      <a:pt x="89" y="22"/>
                      <a:pt x="87" y="24"/>
                    </a:cubicBezTo>
                    <a:cubicBezTo>
                      <a:pt x="87" y="25"/>
                      <a:pt x="83" y="25"/>
                      <a:pt x="81" y="25"/>
                    </a:cubicBezTo>
                    <a:cubicBezTo>
                      <a:pt x="81" y="27"/>
                      <a:pt x="81" y="29"/>
                      <a:pt x="81" y="29"/>
                    </a:cubicBezTo>
                    <a:cubicBezTo>
                      <a:pt x="79" y="31"/>
                      <a:pt x="70" y="33"/>
                      <a:pt x="63" y="33"/>
                    </a:cubicBezTo>
                    <a:cubicBezTo>
                      <a:pt x="56" y="33"/>
                      <a:pt x="56" y="24"/>
                      <a:pt x="48" y="24"/>
                    </a:cubicBezTo>
                    <a:cubicBezTo>
                      <a:pt x="43" y="24"/>
                      <a:pt x="39" y="19"/>
                      <a:pt x="39" y="15"/>
                    </a:cubicBezTo>
                    <a:cubicBezTo>
                      <a:pt x="36" y="14"/>
                      <a:pt x="32" y="12"/>
                      <a:pt x="33" y="11"/>
                    </a:cubicBezTo>
                    <a:cubicBezTo>
                      <a:pt x="34" y="9"/>
                      <a:pt x="35" y="1"/>
                      <a:pt x="31" y="3"/>
                    </a:cubicBezTo>
                    <a:cubicBezTo>
                      <a:pt x="28" y="5"/>
                      <a:pt x="22" y="11"/>
                      <a:pt x="15" y="10"/>
                    </a:cubicBezTo>
                    <a:cubicBezTo>
                      <a:pt x="8" y="9"/>
                      <a:pt x="13" y="9"/>
                      <a:pt x="10" y="7"/>
                    </a:cubicBezTo>
                    <a:cubicBezTo>
                      <a:pt x="6" y="6"/>
                      <a:pt x="8" y="2"/>
                      <a:pt x="5" y="1"/>
                    </a:cubicBezTo>
                    <a:cubicBezTo>
                      <a:pt x="2" y="0"/>
                      <a:pt x="4" y="5"/>
                      <a:pt x="2" y="5"/>
                    </a:cubicBezTo>
                    <a:cubicBezTo>
                      <a:pt x="0" y="5"/>
                      <a:pt x="2" y="11"/>
                      <a:pt x="2" y="12"/>
                    </a:cubicBezTo>
                    <a:cubicBezTo>
                      <a:pt x="3" y="13"/>
                      <a:pt x="1" y="20"/>
                      <a:pt x="2" y="20"/>
                    </a:cubicBezTo>
                    <a:cubicBezTo>
                      <a:pt x="4" y="21"/>
                      <a:pt x="7" y="26"/>
                      <a:pt x="6" y="27"/>
                    </a:cubicBezTo>
                    <a:cubicBezTo>
                      <a:pt x="6" y="28"/>
                      <a:pt x="9" y="31"/>
                      <a:pt x="9" y="33"/>
                    </a:cubicBezTo>
                    <a:cubicBezTo>
                      <a:pt x="9" y="35"/>
                      <a:pt x="12" y="38"/>
                      <a:pt x="14" y="38"/>
                    </a:cubicBezTo>
                    <a:cubicBezTo>
                      <a:pt x="15" y="38"/>
                      <a:pt x="17" y="39"/>
                      <a:pt x="17" y="41"/>
                    </a:cubicBezTo>
                    <a:cubicBezTo>
                      <a:pt x="16" y="43"/>
                      <a:pt x="18" y="46"/>
                      <a:pt x="16" y="46"/>
                    </a:cubicBezTo>
                    <a:cubicBezTo>
                      <a:pt x="14" y="46"/>
                      <a:pt x="14" y="51"/>
                      <a:pt x="13" y="52"/>
                    </a:cubicBezTo>
                    <a:cubicBezTo>
                      <a:pt x="11" y="53"/>
                      <a:pt x="12" y="59"/>
                      <a:pt x="14" y="59"/>
                    </a:cubicBezTo>
                    <a:cubicBezTo>
                      <a:pt x="15" y="60"/>
                      <a:pt x="18" y="61"/>
                      <a:pt x="17" y="64"/>
                    </a:cubicBezTo>
                    <a:cubicBezTo>
                      <a:pt x="17" y="66"/>
                      <a:pt x="24" y="69"/>
                      <a:pt x="26" y="70"/>
                    </a:cubicBezTo>
                    <a:cubicBezTo>
                      <a:pt x="28" y="70"/>
                      <a:pt x="29" y="73"/>
                      <a:pt x="30" y="74"/>
                    </a:cubicBezTo>
                    <a:cubicBezTo>
                      <a:pt x="31" y="76"/>
                      <a:pt x="29" y="78"/>
                      <a:pt x="29" y="80"/>
                    </a:cubicBezTo>
                    <a:cubicBezTo>
                      <a:pt x="30" y="81"/>
                      <a:pt x="33" y="83"/>
                      <a:pt x="32" y="85"/>
                    </a:cubicBezTo>
                    <a:cubicBezTo>
                      <a:pt x="32" y="87"/>
                      <a:pt x="35" y="89"/>
                      <a:pt x="37" y="92"/>
                    </a:cubicBezTo>
                    <a:cubicBezTo>
                      <a:pt x="38" y="91"/>
                      <a:pt x="38" y="91"/>
                      <a:pt x="39" y="91"/>
                    </a:cubicBezTo>
                    <a:cubicBezTo>
                      <a:pt x="41" y="91"/>
                      <a:pt x="41" y="89"/>
                      <a:pt x="42" y="90"/>
                    </a:cubicBezTo>
                    <a:cubicBezTo>
                      <a:pt x="44" y="92"/>
                      <a:pt x="46" y="90"/>
                      <a:pt x="48" y="90"/>
                    </a:cubicBezTo>
                    <a:cubicBezTo>
                      <a:pt x="50" y="90"/>
                      <a:pt x="54" y="98"/>
                      <a:pt x="56" y="103"/>
                    </a:cubicBezTo>
                    <a:cubicBezTo>
                      <a:pt x="58" y="107"/>
                      <a:pt x="58" y="108"/>
                      <a:pt x="61" y="110"/>
                    </a:cubicBezTo>
                    <a:cubicBezTo>
                      <a:pt x="64" y="112"/>
                      <a:pt x="67" y="111"/>
                      <a:pt x="71" y="115"/>
                    </a:cubicBezTo>
                    <a:cubicBezTo>
                      <a:pt x="75" y="119"/>
                      <a:pt x="85" y="122"/>
                      <a:pt x="89" y="122"/>
                    </a:cubicBezTo>
                    <a:cubicBezTo>
                      <a:pt x="93" y="122"/>
                      <a:pt x="96" y="117"/>
                      <a:pt x="102" y="118"/>
                    </a:cubicBezTo>
                    <a:cubicBezTo>
                      <a:pt x="107" y="119"/>
                      <a:pt x="106" y="126"/>
                      <a:pt x="108" y="129"/>
                    </a:cubicBezTo>
                    <a:cubicBezTo>
                      <a:pt x="110" y="131"/>
                      <a:pt x="132" y="133"/>
                      <a:pt x="136" y="134"/>
                    </a:cubicBezTo>
                    <a:cubicBezTo>
                      <a:pt x="138" y="135"/>
                      <a:pt x="141" y="135"/>
                      <a:pt x="145" y="135"/>
                    </a:cubicBezTo>
                    <a:cubicBezTo>
                      <a:pt x="145" y="134"/>
                      <a:pt x="144" y="133"/>
                      <a:pt x="144" y="133"/>
                    </a:cubicBezTo>
                    <a:cubicBezTo>
                      <a:pt x="144" y="129"/>
                      <a:pt x="147" y="126"/>
                      <a:pt x="149" y="125"/>
                    </a:cubicBezTo>
                    <a:cubicBezTo>
                      <a:pt x="152" y="123"/>
                      <a:pt x="154" y="123"/>
                      <a:pt x="157" y="122"/>
                    </a:cubicBezTo>
                    <a:cubicBezTo>
                      <a:pt x="159" y="122"/>
                      <a:pt x="157" y="117"/>
                      <a:pt x="155" y="11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162">
                <a:extLst>
                  <a:ext uri="{FF2B5EF4-FFF2-40B4-BE49-F238E27FC236}">
                    <a16:creationId xmlns:a16="http://schemas.microsoft.com/office/drawing/2014/main" id="{A90A4A1E-F9AF-4608-B446-955B088CBDB2}"/>
                  </a:ext>
                </a:extLst>
              </p:cNvPr>
              <p:cNvSpPr>
                <a:spLocks noEditPoints="1"/>
              </p:cNvSpPr>
              <p:nvPr/>
            </p:nvSpPr>
            <p:spPr bwMode="auto">
              <a:xfrm>
                <a:off x="5777947" y="2931686"/>
                <a:ext cx="754090" cy="355087"/>
              </a:xfrm>
              <a:custGeom>
                <a:avLst/>
                <a:gdLst>
                  <a:gd name="T0" fmla="*/ 316 w 327"/>
                  <a:gd name="T1" fmla="*/ 64 h 154"/>
                  <a:gd name="T2" fmla="*/ 306 w 327"/>
                  <a:gd name="T3" fmla="*/ 54 h 154"/>
                  <a:gd name="T4" fmla="*/ 285 w 327"/>
                  <a:gd name="T5" fmla="*/ 50 h 154"/>
                  <a:gd name="T6" fmla="*/ 265 w 327"/>
                  <a:gd name="T7" fmla="*/ 37 h 154"/>
                  <a:gd name="T8" fmla="*/ 243 w 327"/>
                  <a:gd name="T9" fmla="*/ 13 h 154"/>
                  <a:gd name="T10" fmla="*/ 221 w 327"/>
                  <a:gd name="T11" fmla="*/ 22 h 154"/>
                  <a:gd name="T12" fmla="*/ 216 w 327"/>
                  <a:gd name="T13" fmla="*/ 16 h 154"/>
                  <a:gd name="T14" fmla="*/ 203 w 327"/>
                  <a:gd name="T15" fmla="*/ 14 h 154"/>
                  <a:gd name="T16" fmla="*/ 197 w 327"/>
                  <a:gd name="T17" fmla="*/ 2 h 154"/>
                  <a:gd name="T18" fmla="*/ 169 w 327"/>
                  <a:gd name="T19" fmla="*/ 7 h 154"/>
                  <a:gd name="T20" fmla="*/ 137 w 327"/>
                  <a:gd name="T21" fmla="*/ 14 h 154"/>
                  <a:gd name="T22" fmla="*/ 121 w 327"/>
                  <a:gd name="T23" fmla="*/ 23 h 154"/>
                  <a:gd name="T24" fmla="*/ 118 w 327"/>
                  <a:gd name="T25" fmla="*/ 33 h 154"/>
                  <a:gd name="T26" fmla="*/ 121 w 327"/>
                  <a:gd name="T27" fmla="*/ 44 h 154"/>
                  <a:gd name="T28" fmla="*/ 112 w 327"/>
                  <a:gd name="T29" fmla="*/ 50 h 154"/>
                  <a:gd name="T30" fmla="*/ 100 w 327"/>
                  <a:gd name="T31" fmla="*/ 49 h 154"/>
                  <a:gd name="T32" fmla="*/ 80 w 327"/>
                  <a:gd name="T33" fmla="*/ 50 h 154"/>
                  <a:gd name="T34" fmla="*/ 66 w 327"/>
                  <a:gd name="T35" fmla="*/ 50 h 154"/>
                  <a:gd name="T36" fmla="*/ 44 w 327"/>
                  <a:gd name="T37" fmla="*/ 42 h 154"/>
                  <a:gd name="T38" fmla="*/ 25 w 327"/>
                  <a:gd name="T39" fmla="*/ 47 h 154"/>
                  <a:gd name="T40" fmla="*/ 18 w 327"/>
                  <a:gd name="T41" fmla="*/ 60 h 154"/>
                  <a:gd name="T42" fmla="*/ 3 w 327"/>
                  <a:gd name="T43" fmla="*/ 63 h 154"/>
                  <a:gd name="T44" fmla="*/ 0 w 327"/>
                  <a:gd name="T45" fmla="*/ 74 h 154"/>
                  <a:gd name="T46" fmla="*/ 12 w 327"/>
                  <a:gd name="T47" fmla="*/ 82 h 154"/>
                  <a:gd name="T48" fmla="*/ 20 w 327"/>
                  <a:gd name="T49" fmla="*/ 96 h 154"/>
                  <a:gd name="T50" fmla="*/ 41 w 327"/>
                  <a:gd name="T51" fmla="*/ 91 h 154"/>
                  <a:gd name="T52" fmla="*/ 46 w 327"/>
                  <a:gd name="T53" fmla="*/ 107 h 154"/>
                  <a:gd name="T54" fmla="*/ 31 w 327"/>
                  <a:gd name="T55" fmla="*/ 118 h 154"/>
                  <a:gd name="T56" fmla="*/ 46 w 327"/>
                  <a:gd name="T57" fmla="*/ 133 h 154"/>
                  <a:gd name="T58" fmla="*/ 53 w 327"/>
                  <a:gd name="T59" fmla="*/ 141 h 154"/>
                  <a:gd name="T60" fmla="*/ 77 w 327"/>
                  <a:gd name="T61" fmla="*/ 146 h 154"/>
                  <a:gd name="T62" fmla="*/ 99 w 327"/>
                  <a:gd name="T63" fmla="*/ 103 h 154"/>
                  <a:gd name="T64" fmla="*/ 112 w 327"/>
                  <a:gd name="T65" fmla="*/ 104 h 154"/>
                  <a:gd name="T66" fmla="*/ 136 w 327"/>
                  <a:gd name="T67" fmla="*/ 125 h 154"/>
                  <a:gd name="T68" fmla="*/ 160 w 327"/>
                  <a:gd name="T69" fmla="*/ 138 h 154"/>
                  <a:gd name="T70" fmla="*/ 178 w 327"/>
                  <a:gd name="T71" fmla="*/ 152 h 154"/>
                  <a:gd name="T72" fmla="*/ 195 w 327"/>
                  <a:gd name="T73" fmla="*/ 144 h 154"/>
                  <a:gd name="T74" fmla="*/ 213 w 327"/>
                  <a:gd name="T75" fmla="*/ 134 h 154"/>
                  <a:gd name="T76" fmla="*/ 240 w 327"/>
                  <a:gd name="T77" fmla="*/ 132 h 154"/>
                  <a:gd name="T78" fmla="*/ 275 w 327"/>
                  <a:gd name="T79" fmla="*/ 138 h 154"/>
                  <a:gd name="T80" fmla="*/ 275 w 327"/>
                  <a:gd name="T81" fmla="*/ 120 h 154"/>
                  <a:gd name="T82" fmla="*/ 286 w 327"/>
                  <a:gd name="T83" fmla="*/ 108 h 154"/>
                  <a:gd name="T84" fmla="*/ 297 w 327"/>
                  <a:gd name="T85" fmla="*/ 91 h 154"/>
                  <a:gd name="T86" fmla="*/ 317 w 327"/>
                  <a:gd name="T87" fmla="*/ 88 h 154"/>
                  <a:gd name="T88" fmla="*/ 325 w 327"/>
                  <a:gd name="T89" fmla="*/ 71 h 154"/>
                  <a:gd name="T90" fmla="*/ 122 w 327"/>
                  <a:gd name="T91" fmla="*/ 98 h 154"/>
                  <a:gd name="T92" fmla="*/ 257 w 327"/>
                  <a:gd name="T93" fmla="*/ 97 h 154"/>
                  <a:gd name="T94" fmla="*/ 225 w 327"/>
                  <a:gd name="T95" fmla="*/ 97 h 154"/>
                  <a:gd name="T96" fmla="*/ 257 w 327"/>
                  <a:gd name="T97" fmla="*/ 97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7" h="154">
                    <a:moveTo>
                      <a:pt x="326" y="63"/>
                    </a:moveTo>
                    <a:cubicBezTo>
                      <a:pt x="325" y="62"/>
                      <a:pt x="324" y="62"/>
                      <a:pt x="323" y="63"/>
                    </a:cubicBezTo>
                    <a:cubicBezTo>
                      <a:pt x="322" y="64"/>
                      <a:pt x="318" y="64"/>
                      <a:pt x="316" y="64"/>
                    </a:cubicBezTo>
                    <a:cubicBezTo>
                      <a:pt x="315" y="64"/>
                      <a:pt x="312" y="62"/>
                      <a:pt x="312" y="61"/>
                    </a:cubicBezTo>
                    <a:cubicBezTo>
                      <a:pt x="312" y="59"/>
                      <a:pt x="312" y="58"/>
                      <a:pt x="311" y="58"/>
                    </a:cubicBezTo>
                    <a:cubicBezTo>
                      <a:pt x="309" y="58"/>
                      <a:pt x="307" y="57"/>
                      <a:pt x="306" y="54"/>
                    </a:cubicBezTo>
                    <a:cubicBezTo>
                      <a:pt x="304" y="50"/>
                      <a:pt x="302" y="50"/>
                      <a:pt x="300" y="49"/>
                    </a:cubicBezTo>
                    <a:cubicBezTo>
                      <a:pt x="299" y="49"/>
                      <a:pt x="294" y="51"/>
                      <a:pt x="292" y="52"/>
                    </a:cubicBezTo>
                    <a:cubicBezTo>
                      <a:pt x="290" y="52"/>
                      <a:pt x="287" y="51"/>
                      <a:pt x="285" y="50"/>
                    </a:cubicBezTo>
                    <a:cubicBezTo>
                      <a:pt x="282" y="50"/>
                      <a:pt x="281" y="46"/>
                      <a:pt x="278" y="46"/>
                    </a:cubicBezTo>
                    <a:cubicBezTo>
                      <a:pt x="276" y="47"/>
                      <a:pt x="275" y="51"/>
                      <a:pt x="274" y="51"/>
                    </a:cubicBezTo>
                    <a:cubicBezTo>
                      <a:pt x="272" y="51"/>
                      <a:pt x="269" y="42"/>
                      <a:pt x="265" y="37"/>
                    </a:cubicBezTo>
                    <a:cubicBezTo>
                      <a:pt x="262" y="32"/>
                      <a:pt x="256" y="21"/>
                      <a:pt x="250" y="19"/>
                    </a:cubicBezTo>
                    <a:cubicBezTo>
                      <a:pt x="245" y="17"/>
                      <a:pt x="247" y="15"/>
                      <a:pt x="248" y="13"/>
                    </a:cubicBezTo>
                    <a:cubicBezTo>
                      <a:pt x="250" y="12"/>
                      <a:pt x="245" y="11"/>
                      <a:pt x="243" y="13"/>
                    </a:cubicBezTo>
                    <a:cubicBezTo>
                      <a:pt x="241" y="14"/>
                      <a:pt x="238" y="16"/>
                      <a:pt x="235" y="17"/>
                    </a:cubicBezTo>
                    <a:cubicBezTo>
                      <a:pt x="233" y="17"/>
                      <a:pt x="229" y="21"/>
                      <a:pt x="227" y="20"/>
                    </a:cubicBezTo>
                    <a:cubicBezTo>
                      <a:pt x="224" y="19"/>
                      <a:pt x="223" y="24"/>
                      <a:pt x="221" y="22"/>
                    </a:cubicBezTo>
                    <a:cubicBezTo>
                      <a:pt x="219" y="20"/>
                      <a:pt x="224" y="18"/>
                      <a:pt x="224" y="17"/>
                    </a:cubicBezTo>
                    <a:cubicBezTo>
                      <a:pt x="224" y="15"/>
                      <a:pt x="220" y="17"/>
                      <a:pt x="219" y="16"/>
                    </a:cubicBezTo>
                    <a:cubicBezTo>
                      <a:pt x="218" y="15"/>
                      <a:pt x="216" y="14"/>
                      <a:pt x="216" y="16"/>
                    </a:cubicBezTo>
                    <a:cubicBezTo>
                      <a:pt x="216" y="17"/>
                      <a:pt x="213" y="16"/>
                      <a:pt x="213" y="15"/>
                    </a:cubicBezTo>
                    <a:cubicBezTo>
                      <a:pt x="213" y="14"/>
                      <a:pt x="212" y="11"/>
                      <a:pt x="210" y="13"/>
                    </a:cubicBezTo>
                    <a:cubicBezTo>
                      <a:pt x="209" y="15"/>
                      <a:pt x="204" y="16"/>
                      <a:pt x="203" y="14"/>
                    </a:cubicBezTo>
                    <a:cubicBezTo>
                      <a:pt x="202" y="13"/>
                      <a:pt x="204" y="13"/>
                      <a:pt x="204" y="11"/>
                    </a:cubicBezTo>
                    <a:cubicBezTo>
                      <a:pt x="204" y="9"/>
                      <a:pt x="202" y="7"/>
                      <a:pt x="202" y="5"/>
                    </a:cubicBezTo>
                    <a:cubicBezTo>
                      <a:pt x="203" y="3"/>
                      <a:pt x="199" y="1"/>
                      <a:pt x="197" y="2"/>
                    </a:cubicBezTo>
                    <a:cubicBezTo>
                      <a:pt x="195" y="3"/>
                      <a:pt x="193" y="2"/>
                      <a:pt x="191" y="1"/>
                    </a:cubicBezTo>
                    <a:cubicBezTo>
                      <a:pt x="189" y="0"/>
                      <a:pt x="181" y="2"/>
                      <a:pt x="181" y="3"/>
                    </a:cubicBezTo>
                    <a:cubicBezTo>
                      <a:pt x="181" y="5"/>
                      <a:pt x="171" y="7"/>
                      <a:pt x="169" y="7"/>
                    </a:cubicBezTo>
                    <a:cubicBezTo>
                      <a:pt x="167" y="8"/>
                      <a:pt x="160" y="9"/>
                      <a:pt x="158" y="9"/>
                    </a:cubicBezTo>
                    <a:cubicBezTo>
                      <a:pt x="155" y="10"/>
                      <a:pt x="153" y="12"/>
                      <a:pt x="150" y="12"/>
                    </a:cubicBezTo>
                    <a:cubicBezTo>
                      <a:pt x="146" y="12"/>
                      <a:pt x="140" y="12"/>
                      <a:pt x="137" y="14"/>
                    </a:cubicBezTo>
                    <a:cubicBezTo>
                      <a:pt x="135" y="17"/>
                      <a:pt x="130" y="15"/>
                      <a:pt x="128" y="16"/>
                    </a:cubicBezTo>
                    <a:cubicBezTo>
                      <a:pt x="126" y="16"/>
                      <a:pt x="122" y="15"/>
                      <a:pt x="121" y="16"/>
                    </a:cubicBezTo>
                    <a:cubicBezTo>
                      <a:pt x="120" y="17"/>
                      <a:pt x="120" y="21"/>
                      <a:pt x="121" y="23"/>
                    </a:cubicBezTo>
                    <a:cubicBezTo>
                      <a:pt x="122" y="24"/>
                      <a:pt x="128" y="25"/>
                      <a:pt x="128" y="26"/>
                    </a:cubicBezTo>
                    <a:cubicBezTo>
                      <a:pt x="129" y="27"/>
                      <a:pt x="123" y="27"/>
                      <a:pt x="120" y="28"/>
                    </a:cubicBezTo>
                    <a:cubicBezTo>
                      <a:pt x="117" y="28"/>
                      <a:pt x="118" y="32"/>
                      <a:pt x="118" y="33"/>
                    </a:cubicBezTo>
                    <a:cubicBezTo>
                      <a:pt x="119" y="35"/>
                      <a:pt x="116" y="37"/>
                      <a:pt x="114" y="38"/>
                    </a:cubicBezTo>
                    <a:cubicBezTo>
                      <a:pt x="111" y="38"/>
                      <a:pt x="114" y="42"/>
                      <a:pt x="116" y="42"/>
                    </a:cubicBezTo>
                    <a:cubicBezTo>
                      <a:pt x="118" y="42"/>
                      <a:pt x="120" y="44"/>
                      <a:pt x="121" y="44"/>
                    </a:cubicBezTo>
                    <a:cubicBezTo>
                      <a:pt x="123" y="44"/>
                      <a:pt x="123" y="47"/>
                      <a:pt x="123" y="49"/>
                    </a:cubicBezTo>
                    <a:cubicBezTo>
                      <a:pt x="123" y="52"/>
                      <a:pt x="121" y="52"/>
                      <a:pt x="118" y="52"/>
                    </a:cubicBezTo>
                    <a:cubicBezTo>
                      <a:pt x="116" y="52"/>
                      <a:pt x="114" y="50"/>
                      <a:pt x="112" y="50"/>
                    </a:cubicBezTo>
                    <a:cubicBezTo>
                      <a:pt x="111" y="49"/>
                      <a:pt x="111" y="53"/>
                      <a:pt x="110" y="54"/>
                    </a:cubicBezTo>
                    <a:cubicBezTo>
                      <a:pt x="108" y="54"/>
                      <a:pt x="108" y="51"/>
                      <a:pt x="106" y="51"/>
                    </a:cubicBezTo>
                    <a:cubicBezTo>
                      <a:pt x="104" y="51"/>
                      <a:pt x="101" y="51"/>
                      <a:pt x="100" y="49"/>
                    </a:cubicBezTo>
                    <a:cubicBezTo>
                      <a:pt x="100" y="47"/>
                      <a:pt x="95" y="46"/>
                      <a:pt x="92" y="48"/>
                    </a:cubicBezTo>
                    <a:cubicBezTo>
                      <a:pt x="90" y="50"/>
                      <a:pt x="90" y="49"/>
                      <a:pt x="88" y="48"/>
                    </a:cubicBezTo>
                    <a:cubicBezTo>
                      <a:pt x="86" y="47"/>
                      <a:pt x="81" y="49"/>
                      <a:pt x="80" y="50"/>
                    </a:cubicBezTo>
                    <a:cubicBezTo>
                      <a:pt x="79" y="52"/>
                      <a:pt x="75" y="53"/>
                      <a:pt x="72" y="51"/>
                    </a:cubicBezTo>
                    <a:cubicBezTo>
                      <a:pt x="70" y="49"/>
                      <a:pt x="68" y="49"/>
                      <a:pt x="68" y="51"/>
                    </a:cubicBezTo>
                    <a:cubicBezTo>
                      <a:pt x="68" y="54"/>
                      <a:pt x="66" y="52"/>
                      <a:pt x="66" y="50"/>
                    </a:cubicBezTo>
                    <a:cubicBezTo>
                      <a:pt x="66" y="49"/>
                      <a:pt x="61" y="46"/>
                      <a:pt x="59" y="44"/>
                    </a:cubicBezTo>
                    <a:cubicBezTo>
                      <a:pt x="57" y="43"/>
                      <a:pt x="50" y="43"/>
                      <a:pt x="50" y="42"/>
                    </a:cubicBezTo>
                    <a:cubicBezTo>
                      <a:pt x="49" y="40"/>
                      <a:pt x="45" y="39"/>
                      <a:pt x="44" y="42"/>
                    </a:cubicBezTo>
                    <a:cubicBezTo>
                      <a:pt x="43" y="44"/>
                      <a:pt x="41" y="42"/>
                      <a:pt x="40" y="42"/>
                    </a:cubicBezTo>
                    <a:cubicBezTo>
                      <a:pt x="38" y="41"/>
                      <a:pt x="35" y="43"/>
                      <a:pt x="34" y="43"/>
                    </a:cubicBezTo>
                    <a:cubicBezTo>
                      <a:pt x="32" y="44"/>
                      <a:pt x="28" y="47"/>
                      <a:pt x="25" y="47"/>
                    </a:cubicBezTo>
                    <a:cubicBezTo>
                      <a:pt x="23" y="47"/>
                      <a:pt x="24" y="50"/>
                      <a:pt x="21" y="51"/>
                    </a:cubicBezTo>
                    <a:cubicBezTo>
                      <a:pt x="18" y="52"/>
                      <a:pt x="18" y="54"/>
                      <a:pt x="19" y="55"/>
                    </a:cubicBezTo>
                    <a:cubicBezTo>
                      <a:pt x="19" y="57"/>
                      <a:pt x="21" y="59"/>
                      <a:pt x="18" y="60"/>
                    </a:cubicBezTo>
                    <a:cubicBezTo>
                      <a:pt x="15" y="62"/>
                      <a:pt x="14" y="57"/>
                      <a:pt x="11" y="55"/>
                    </a:cubicBezTo>
                    <a:cubicBezTo>
                      <a:pt x="9" y="53"/>
                      <a:pt x="7" y="55"/>
                      <a:pt x="7" y="58"/>
                    </a:cubicBezTo>
                    <a:cubicBezTo>
                      <a:pt x="7" y="60"/>
                      <a:pt x="4" y="60"/>
                      <a:pt x="3" y="63"/>
                    </a:cubicBezTo>
                    <a:cubicBezTo>
                      <a:pt x="1" y="65"/>
                      <a:pt x="5" y="66"/>
                      <a:pt x="5" y="67"/>
                    </a:cubicBezTo>
                    <a:cubicBezTo>
                      <a:pt x="5" y="68"/>
                      <a:pt x="3" y="69"/>
                      <a:pt x="2" y="69"/>
                    </a:cubicBezTo>
                    <a:cubicBezTo>
                      <a:pt x="2" y="70"/>
                      <a:pt x="0" y="73"/>
                      <a:pt x="0" y="74"/>
                    </a:cubicBezTo>
                    <a:cubicBezTo>
                      <a:pt x="1" y="75"/>
                      <a:pt x="5" y="75"/>
                      <a:pt x="5" y="78"/>
                    </a:cubicBezTo>
                    <a:cubicBezTo>
                      <a:pt x="5" y="80"/>
                      <a:pt x="4" y="83"/>
                      <a:pt x="6" y="82"/>
                    </a:cubicBezTo>
                    <a:cubicBezTo>
                      <a:pt x="9" y="81"/>
                      <a:pt x="11" y="82"/>
                      <a:pt x="12" y="82"/>
                    </a:cubicBezTo>
                    <a:cubicBezTo>
                      <a:pt x="14" y="82"/>
                      <a:pt x="15" y="84"/>
                      <a:pt x="17" y="87"/>
                    </a:cubicBezTo>
                    <a:cubicBezTo>
                      <a:pt x="20" y="90"/>
                      <a:pt x="21" y="92"/>
                      <a:pt x="18" y="92"/>
                    </a:cubicBezTo>
                    <a:cubicBezTo>
                      <a:pt x="16" y="93"/>
                      <a:pt x="17" y="94"/>
                      <a:pt x="20" y="96"/>
                    </a:cubicBezTo>
                    <a:cubicBezTo>
                      <a:pt x="21" y="96"/>
                      <a:pt x="22" y="97"/>
                      <a:pt x="23" y="97"/>
                    </a:cubicBezTo>
                    <a:cubicBezTo>
                      <a:pt x="23" y="97"/>
                      <a:pt x="24" y="97"/>
                      <a:pt x="24" y="96"/>
                    </a:cubicBezTo>
                    <a:cubicBezTo>
                      <a:pt x="28" y="93"/>
                      <a:pt x="36" y="89"/>
                      <a:pt x="41" y="91"/>
                    </a:cubicBezTo>
                    <a:cubicBezTo>
                      <a:pt x="46" y="92"/>
                      <a:pt x="51" y="90"/>
                      <a:pt x="53" y="93"/>
                    </a:cubicBezTo>
                    <a:cubicBezTo>
                      <a:pt x="56" y="97"/>
                      <a:pt x="53" y="103"/>
                      <a:pt x="54" y="105"/>
                    </a:cubicBezTo>
                    <a:cubicBezTo>
                      <a:pt x="55" y="107"/>
                      <a:pt x="50" y="108"/>
                      <a:pt x="46" y="107"/>
                    </a:cubicBezTo>
                    <a:cubicBezTo>
                      <a:pt x="43" y="107"/>
                      <a:pt x="36" y="109"/>
                      <a:pt x="36" y="111"/>
                    </a:cubicBezTo>
                    <a:cubicBezTo>
                      <a:pt x="37" y="113"/>
                      <a:pt x="40" y="118"/>
                      <a:pt x="35" y="115"/>
                    </a:cubicBezTo>
                    <a:cubicBezTo>
                      <a:pt x="31" y="113"/>
                      <a:pt x="29" y="118"/>
                      <a:pt x="31" y="118"/>
                    </a:cubicBezTo>
                    <a:cubicBezTo>
                      <a:pt x="34" y="118"/>
                      <a:pt x="37" y="121"/>
                      <a:pt x="37" y="123"/>
                    </a:cubicBezTo>
                    <a:cubicBezTo>
                      <a:pt x="37" y="125"/>
                      <a:pt x="38" y="130"/>
                      <a:pt x="40" y="129"/>
                    </a:cubicBezTo>
                    <a:cubicBezTo>
                      <a:pt x="42" y="129"/>
                      <a:pt x="42" y="133"/>
                      <a:pt x="46" y="133"/>
                    </a:cubicBezTo>
                    <a:cubicBezTo>
                      <a:pt x="49" y="132"/>
                      <a:pt x="52" y="134"/>
                      <a:pt x="50" y="137"/>
                    </a:cubicBezTo>
                    <a:cubicBezTo>
                      <a:pt x="47" y="140"/>
                      <a:pt x="51" y="148"/>
                      <a:pt x="52" y="146"/>
                    </a:cubicBezTo>
                    <a:cubicBezTo>
                      <a:pt x="53" y="145"/>
                      <a:pt x="52" y="143"/>
                      <a:pt x="53" y="141"/>
                    </a:cubicBezTo>
                    <a:cubicBezTo>
                      <a:pt x="51" y="137"/>
                      <a:pt x="59" y="137"/>
                      <a:pt x="61" y="137"/>
                    </a:cubicBezTo>
                    <a:cubicBezTo>
                      <a:pt x="64" y="137"/>
                      <a:pt x="68" y="140"/>
                      <a:pt x="71" y="144"/>
                    </a:cubicBezTo>
                    <a:cubicBezTo>
                      <a:pt x="74" y="148"/>
                      <a:pt x="77" y="146"/>
                      <a:pt x="77" y="146"/>
                    </a:cubicBezTo>
                    <a:cubicBezTo>
                      <a:pt x="78" y="110"/>
                      <a:pt x="78" y="110"/>
                      <a:pt x="78" y="110"/>
                    </a:cubicBezTo>
                    <a:cubicBezTo>
                      <a:pt x="98" y="105"/>
                      <a:pt x="98" y="105"/>
                      <a:pt x="98" y="105"/>
                    </a:cubicBezTo>
                    <a:cubicBezTo>
                      <a:pt x="99" y="104"/>
                      <a:pt x="99" y="104"/>
                      <a:pt x="99" y="103"/>
                    </a:cubicBezTo>
                    <a:cubicBezTo>
                      <a:pt x="102" y="99"/>
                      <a:pt x="105" y="103"/>
                      <a:pt x="106" y="103"/>
                    </a:cubicBezTo>
                    <a:cubicBezTo>
                      <a:pt x="107" y="104"/>
                      <a:pt x="107" y="99"/>
                      <a:pt x="110" y="100"/>
                    </a:cubicBezTo>
                    <a:cubicBezTo>
                      <a:pt x="113" y="100"/>
                      <a:pt x="109" y="104"/>
                      <a:pt x="112" y="104"/>
                    </a:cubicBezTo>
                    <a:cubicBezTo>
                      <a:pt x="113" y="104"/>
                      <a:pt x="117" y="110"/>
                      <a:pt x="116" y="115"/>
                    </a:cubicBezTo>
                    <a:cubicBezTo>
                      <a:pt x="119" y="118"/>
                      <a:pt x="125" y="124"/>
                      <a:pt x="125" y="125"/>
                    </a:cubicBezTo>
                    <a:cubicBezTo>
                      <a:pt x="126" y="127"/>
                      <a:pt x="134" y="124"/>
                      <a:pt x="136" y="125"/>
                    </a:cubicBezTo>
                    <a:cubicBezTo>
                      <a:pt x="137" y="125"/>
                      <a:pt x="150" y="125"/>
                      <a:pt x="152" y="125"/>
                    </a:cubicBezTo>
                    <a:cubicBezTo>
                      <a:pt x="154" y="125"/>
                      <a:pt x="156" y="129"/>
                      <a:pt x="158" y="130"/>
                    </a:cubicBezTo>
                    <a:cubicBezTo>
                      <a:pt x="161" y="131"/>
                      <a:pt x="160" y="135"/>
                      <a:pt x="160" y="138"/>
                    </a:cubicBezTo>
                    <a:cubicBezTo>
                      <a:pt x="161" y="140"/>
                      <a:pt x="164" y="143"/>
                      <a:pt x="165" y="146"/>
                    </a:cubicBezTo>
                    <a:cubicBezTo>
                      <a:pt x="165" y="148"/>
                      <a:pt x="169" y="147"/>
                      <a:pt x="172" y="148"/>
                    </a:cubicBezTo>
                    <a:cubicBezTo>
                      <a:pt x="174" y="148"/>
                      <a:pt x="178" y="149"/>
                      <a:pt x="178" y="152"/>
                    </a:cubicBezTo>
                    <a:cubicBezTo>
                      <a:pt x="179" y="154"/>
                      <a:pt x="182" y="152"/>
                      <a:pt x="182" y="151"/>
                    </a:cubicBezTo>
                    <a:cubicBezTo>
                      <a:pt x="182" y="149"/>
                      <a:pt x="186" y="146"/>
                      <a:pt x="190" y="144"/>
                    </a:cubicBezTo>
                    <a:cubicBezTo>
                      <a:pt x="193" y="143"/>
                      <a:pt x="194" y="143"/>
                      <a:pt x="195" y="144"/>
                    </a:cubicBezTo>
                    <a:cubicBezTo>
                      <a:pt x="196" y="142"/>
                      <a:pt x="197" y="140"/>
                      <a:pt x="197" y="139"/>
                    </a:cubicBezTo>
                    <a:cubicBezTo>
                      <a:pt x="199" y="139"/>
                      <a:pt x="202" y="136"/>
                      <a:pt x="202" y="134"/>
                    </a:cubicBezTo>
                    <a:cubicBezTo>
                      <a:pt x="203" y="131"/>
                      <a:pt x="209" y="131"/>
                      <a:pt x="213" y="134"/>
                    </a:cubicBezTo>
                    <a:cubicBezTo>
                      <a:pt x="218" y="136"/>
                      <a:pt x="220" y="136"/>
                      <a:pt x="221" y="132"/>
                    </a:cubicBezTo>
                    <a:cubicBezTo>
                      <a:pt x="221" y="129"/>
                      <a:pt x="227" y="128"/>
                      <a:pt x="229" y="129"/>
                    </a:cubicBezTo>
                    <a:cubicBezTo>
                      <a:pt x="231" y="130"/>
                      <a:pt x="237" y="133"/>
                      <a:pt x="240" y="132"/>
                    </a:cubicBezTo>
                    <a:cubicBezTo>
                      <a:pt x="242" y="131"/>
                      <a:pt x="257" y="132"/>
                      <a:pt x="260" y="133"/>
                    </a:cubicBezTo>
                    <a:cubicBezTo>
                      <a:pt x="264" y="134"/>
                      <a:pt x="265" y="132"/>
                      <a:pt x="268" y="136"/>
                    </a:cubicBezTo>
                    <a:cubicBezTo>
                      <a:pt x="270" y="139"/>
                      <a:pt x="272" y="136"/>
                      <a:pt x="275" y="138"/>
                    </a:cubicBezTo>
                    <a:cubicBezTo>
                      <a:pt x="275" y="137"/>
                      <a:pt x="274" y="136"/>
                      <a:pt x="274" y="135"/>
                    </a:cubicBezTo>
                    <a:cubicBezTo>
                      <a:pt x="274" y="133"/>
                      <a:pt x="278" y="131"/>
                      <a:pt x="279" y="129"/>
                    </a:cubicBezTo>
                    <a:cubicBezTo>
                      <a:pt x="279" y="127"/>
                      <a:pt x="275" y="122"/>
                      <a:pt x="275" y="120"/>
                    </a:cubicBezTo>
                    <a:cubicBezTo>
                      <a:pt x="275" y="118"/>
                      <a:pt x="275" y="114"/>
                      <a:pt x="274" y="113"/>
                    </a:cubicBezTo>
                    <a:cubicBezTo>
                      <a:pt x="272" y="112"/>
                      <a:pt x="277" y="110"/>
                      <a:pt x="278" y="110"/>
                    </a:cubicBezTo>
                    <a:cubicBezTo>
                      <a:pt x="281" y="110"/>
                      <a:pt x="285" y="107"/>
                      <a:pt x="286" y="108"/>
                    </a:cubicBezTo>
                    <a:cubicBezTo>
                      <a:pt x="287" y="109"/>
                      <a:pt x="289" y="110"/>
                      <a:pt x="292" y="110"/>
                    </a:cubicBezTo>
                    <a:cubicBezTo>
                      <a:pt x="294" y="110"/>
                      <a:pt x="293" y="107"/>
                      <a:pt x="292" y="106"/>
                    </a:cubicBezTo>
                    <a:cubicBezTo>
                      <a:pt x="290" y="105"/>
                      <a:pt x="296" y="94"/>
                      <a:pt x="297" y="91"/>
                    </a:cubicBezTo>
                    <a:cubicBezTo>
                      <a:pt x="297" y="87"/>
                      <a:pt x="299" y="90"/>
                      <a:pt x="302" y="91"/>
                    </a:cubicBezTo>
                    <a:cubicBezTo>
                      <a:pt x="305" y="91"/>
                      <a:pt x="308" y="90"/>
                      <a:pt x="309" y="91"/>
                    </a:cubicBezTo>
                    <a:cubicBezTo>
                      <a:pt x="311" y="92"/>
                      <a:pt x="316" y="90"/>
                      <a:pt x="317" y="88"/>
                    </a:cubicBezTo>
                    <a:cubicBezTo>
                      <a:pt x="318" y="87"/>
                      <a:pt x="316" y="86"/>
                      <a:pt x="316" y="82"/>
                    </a:cubicBezTo>
                    <a:cubicBezTo>
                      <a:pt x="316" y="78"/>
                      <a:pt x="318" y="76"/>
                      <a:pt x="321" y="76"/>
                    </a:cubicBezTo>
                    <a:cubicBezTo>
                      <a:pt x="324" y="76"/>
                      <a:pt x="325" y="73"/>
                      <a:pt x="325" y="71"/>
                    </a:cubicBezTo>
                    <a:cubicBezTo>
                      <a:pt x="325" y="70"/>
                      <a:pt x="327" y="69"/>
                      <a:pt x="327" y="66"/>
                    </a:cubicBezTo>
                    <a:cubicBezTo>
                      <a:pt x="326" y="65"/>
                      <a:pt x="326" y="64"/>
                      <a:pt x="326" y="63"/>
                    </a:cubicBezTo>
                    <a:close/>
                    <a:moveTo>
                      <a:pt x="122" y="98"/>
                    </a:moveTo>
                    <a:cubicBezTo>
                      <a:pt x="121" y="99"/>
                      <a:pt x="112" y="97"/>
                      <a:pt x="111" y="95"/>
                    </a:cubicBezTo>
                    <a:cubicBezTo>
                      <a:pt x="110" y="93"/>
                      <a:pt x="124" y="95"/>
                      <a:pt x="122" y="98"/>
                    </a:cubicBezTo>
                    <a:close/>
                    <a:moveTo>
                      <a:pt x="257" y="97"/>
                    </a:moveTo>
                    <a:cubicBezTo>
                      <a:pt x="250" y="97"/>
                      <a:pt x="236" y="94"/>
                      <a:pt x="230" y="100"/>
                    </a:cubicBezTo>
                    <a:cubicBezTo>
                      <a:pt x="224" y="107"/>
                      <a:pt x="228" y="110"/>
                      <a:pt x="226" y="111"/>
                    </a:cubicBezTo>
                    <a:cubicBezTo>
                      <a:pt x="223" y="111"/>
                      <a:pt x="221" y="101"/>
                      <a:pt x="225" y="97"/>
                    </a:cubicBezTo>
                    <a:cubicBezTo>
                      <a:pt x="228" y="94"/>
                      <a:pt x="239" y="93"/>
                      <a:pt x="245" y="94"/>
                    </a:cubicBezTo>
                    <a:cubicBezTo>
                      <a:pt x="252" y="96"/>
                      <a:pt x="264" y="93"/>
                      <a:pt x="265" y="93"/>
                    </a:cubicBezTo>
                    <a:cubicBezTo>
                      <a:pt x="267" y="94"/>
                      <a:pt x="264" y="97"/>
                      <a:pt x="257" y="9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165">
                <a:extLst>
                  <a:ext uri="{FF2B5EF4-FFF2-40B4-BE49-F238E27FC236}">
                    <a16:creationId xmlns:a16="http://schemas.microsoft.com/office/drawing/2014/main" id="{2BB45075-6164-4468-BB37-83B8EC1CA3BA}"/>
                  </a:ext>
                </a:extLst>
              </p:cNvPr>
              <p:cNvSpPr>
                <a:spLocks/>
              </p:cNvSpPr>
              <p:nvPr/>
            </p:nvSpPr>
            <p:spPr bwMode="auto">
              <a:xfrm>
                <a:off x="5146820" y="3983146"/>
                <a:ext cx="341285" cy="356342"/>
              </a:xfrm>
              <a:custGeom>
                <a:avLst/>
                <a:gdLst>
                  <a:gd name="T0" fmla="*/ 132 w 148"/>
                  <a:gd name="T1" fmla="*/ 72 h 155"/>
                  <a:gd name="T2" fmla="*/ 132 w 148"/>
                  <a:gd name="T3" fmla="*/ 67 h 155"/>
                  <a:gd name="T4" fmla="*/ 130 w 148"/>
                  <a:gd name="T5" fmla="*/ 65 h 155"/>
                  <a:gd name="T6" fmla="*/ 133 w 148"/>
                  <a:gd name="T7" fmla="*/ 57 h 155"/>
                  <a:gd name="T8" fmla="*/ 136 w 148"/>
                  <a:gd name="T9" fmla="*/ 51 h 155"/>
                  <a:gd name="T10" fmla="*/ 139 w 148"/>
                  <a:gd name="T11" fmla="*/ 38 h 155"/>
                  <a:gd name="T12" fmla="*/ 145 w 148"/>
                  <a:gd name="T13" fmla="*/ 31 h 155"/>
                  <a:gd name="T14" fmla="*/ 145 w 148"/>
                  <a:gd name="T15" fmla="*/ 23 h 155"/>
                  <a:gd name="T16" fmla="*/ 146 w 148"/>
                  <a:gd name="T17" fmla="*/ 16 h 155"/>
                  <a:gd name="T18" fmla="*/ 133 w 148"/>
                  <a:gd name="T19" fmla="*/ 9 h 155"/>
                  <a:gd name="T20" fmla="*/ 123 w 148"/>
                  <a:gd name="T21" fmla="*/ 9 h 155"/>
                  <a:gd name="T22" fmla="*/ 118 w 148"/>
                  <a:gd name="T23" fmla="*/ 3 h 155"/>
                  <a:gd name="T24" fmla="*/ 112 w 148"/>
                  <a:gd name="T25" fmla="*/ 4 h 155"/>
                  <a:gd name="T26" fmla="*/ 96 w 148"/>
                  <a:gd name="T27" fmla="*/ 4 h 155"/>
                  <a:gd name="T28" fmla="*/ 82 w 148"/>
                  <a:gd name="T29" fmla="*/ 6 h 155"/>
                  <a:gd name="T30" fmla="*/ 64 w 148"/>
                  <a:gd name="T31" fmla="*/ 9 h 155"/>
                  <a:gd name="T32" fmla="*/ 49 w 148"/>
                  <a:gd name="T33" fmla="*/ 11 h 155"/>
                  <a:gd name="T34" fmla="*/ 48 w 148"/>
                  <a:gd name="T35" fmla="*/ 25 h 155"/>
                  <a:gd name="T36" fmla="*/ 39 w 148"/>
                  <a:gd name="T37" fmla="*/ 50 h 155"/>
                  <a:gd name="T38" fmla="*/ 31 w 148"/>
                  <a:gd name="T39" fmla="*/ 72 h 155"/>
                  <a:gd name="T40" fmla="*/ 23 w 148"/>
                  <a:gd name="T41" fmla="*/ 83 h 155"/>
                  <a:gd name="T42" fmla="*/ 13 w 148"/>
                  <a:gd name="T43" fmla="*/ 83 h 155"/>
                  <a:gd name="T44" fmla="*/ 0 w 148"/>
                  <a:gd name="T45" fmla="*/ 86 h 155"/>
                  <a:gd name="T46" fmla="*/ 3 w 148"/>
                  <a:gd name="T47" fmla="*/ 96 h 155"/>
                  <a:gd name="T48" fmla="*/ 34 w 148"/>
                  <a:gd name="T49" fmla="*/ 94 h 155"/>
                  <a:gd name="T50" fmla="*/ 39 w 148"/>
                  <a:gd name="T51" fmla="*/ 106 h 155"/>
                  <a:gd name="T52" fmla="*/ 55 w 148"/>
                  <a:gd name="T53" fmla="*/ 110 h 155"/>
                  <a:gd name="T54" fmla="*/ 64 w 148"/>
                  <a:gd name="T55" fmla="*/ 103 h 155"/>
                  <a:gd name="T56" fmla="*/ 74 w 148"/>
                  <a:gd name="T57" fmla="*/ 106 h 155"/>
                  <a:gd name="T58" fmla="*/ 74 w 148"/>
                  <a:gd name="T59" fmla="*/ 123 h 155"/>
                  <a:gd name="T60" fmla="*/ 78 w 148"/>
                  <a:gd name="T61" fmla="*/ 136 h 155"/>
                  <a:gd name="T62" fmla="*/ 89 w 148"/>
                  <a:gd name="T63" fmla="*/ 133 h 155"/>
                  <a:gd name="T64" fmla="*/ 94 w 148"/>
                  <a:gd name="T65" fmla="*/ 136 h 155"/>
                  <a:gd name="T66" fmla="*/ 101 w 148"/>
                  <a:gd name="T67" fmla="*/ 137 h 155"/>
                  <a:gd name="T68" fmla="*/ 110 w 148"/>
                  <a:gd name="T69" fmla="*/ 143 h 155"/>
                  <a:gd name="T70" fmla="*/ 116 w 148"/>
                  <a:gd name="T71" fmla="*/ 141 h 155"/>
                  <a:gd name="T72" fmla="*/ 127 w 148"/>
                  <a:gd name="T73" fmla="*/ 147 h 155"/>
                  <a:gd name="T74" fmla="*/ 136 w 148"/>
                  <a:gd name="T75" fmla="*/ 153 h 155"/>
                  <a:gd name="T76" fmla="*/ 136 w 148"/>
                  <a:gd name="T77" fmla="*/ 144 h 155"/>
                  <a:gd name="T78" fmla="*/ 125 w 148"/>
                  <a:gd name="T79" fmla="*/ 140 h 155"/>
                  <a:gd name="T80" fmla="*/ 127 w 148"/>
                  <a:gd name="T81" fmla="*/ 123 h 155"/>
                  <a:gd name="T82" fmla="*/ 131 w 148"/>
                  <a:gd name="T83" fmla="*/ 113 h 155"/>
                  <a:gd name="T84" fmla="*/ 141 w 148"/>
                  <a:gd name="T85" fmla="*/ 112 h 155"/>
                  <a:gd name="T86" fmla="*/ 135 w 148"/>
                  <a:gd name="T87" fmla="*/ 10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8" h="155">
                    <a:moveTo>
                      <a:pt x="135" y="102"/>
                    </a:moveTo>
                    <a:cubicBezTo>
                      <a:pt x="131" y="100"/>
                      <a:pt x="130" y="73"/>
                      <a:pt x="132" y="72"/>
                    </a:cubicBezTo>
                    <a:cubicBezTo>
                      <a:pt x="132" y="72"/>
                      <a:pt x="132" y="73"/>
                      <a:pt x="133" y="73"/>
                    </a:cubicBezTo>
                    <a:cubicBezTo>
                      <a:pt x="132" y="67"/>
                      <a:pt x="132" y="67"/>
                      <a:pt x="132" y="67"/>
                    </a:cubicBezTo>
                    <a:cubicBezTo>
                      <a:pt x="132" y="67"/>
                      <a:pt x="132" y="67"/>
                      <a:pt x="132" y="67"/>
                    </a:cubicBezTo>
                    <a:cubicBezTo>
                      <a:pt x="131" y="67"/>
                      <a:pt x="130" y="66"/>
                      <a:pt x="130" y="65"/>
                    </a:cubicBezTo>
                    <a:cubicBezTo>
                      <a:pt x="130" y="62"/>
                      <a:pt x="132" y="62"/>
                      <a:pt x="132" y="62"/>
                    </a:cubicBezTo>
                    <a:cubicBezTo>
                      <a:pt x="132" y="62"/>
                      <a:pt x="131" y="58"/>
                      <a:pt x="133" y="57"/>
                    </a:cubicBezTo>
                    <a:cubicBezTo>
                      <a:pt x="134" y="57"/>
                      <a:pt x="134" y="57"/>
                      <a:pt x="134" y="56"/>
                    </a:cubicBezTo>
                    <a:cubicBezTo>
                      <a:pt x="135" y="55"/>
                      <a:pt x="136" y="52"/>
                      <a:pt x="136" y="51"/>
                    </a:cubicBezTo>
                    <a:cubicBezTo>
                      <a:pt x="136" y="48"/>
                      <a:pt x="136" y="46"/>
                      <a:pt x="137" y="44"/>
                    </a:cubicBezTo>
                    <a:cubicBezTo>
                      <a:pt x="138" y="42"/>
                      <a:pt x="138" y="39"/>
                      <a:pt x="139" y="38"/>
                    </a:cubicBezTo>
                    <a:cubicBezTo>
                      <a:pt x="140" y="37"/>
                      <a:pt x="140" y="34"/>
                      <a:pt x="142" y="33"/>
                    </a:cubicBezTo>
                    <a:cubicBezTo>
                      <a:pt x="144" y="33"/>
                      <a:pt x="145" y="32"/>
                      <a:pt x="145" y="31"/>
                    </a:cubicBezTo>
                    <a:cubicBezTo>
                      <a:pt x="146" y="30"/>
                      <a:pt x="148" y="29"/>
                      <a:pt x="148" y="27"/>
                    </a:cubicBezTo>
                    <a:cubicBezTo>
                      <a:pt x="148" y="25"/>
                      <a:pt x="145" y="25"/>
                      <a:pt x="145" y="23"/>
                    </a:cubicBezTo>
                    <a:cubicBezTo>
                      <a:pt x="145" y="21"/>
                      <a:pt x="146" y="16"/>
                      <a:pt x="146" y="16"/>
                    </a:cubicBezTo>
                    <a:cubicBezTo>
                      <a:pt x="146" y="16"/>
                      <a:pt x="146" y="16"/>
                      <a:pt x="146" y="16"/>
                    </a:cubicBezTo>
                    <a:cubicBezTo>
                      <a:pt x="142" y="13"/>
                      <a:pt x="138" y="9"/>
                      <a:pt x="137" y="8"/>
                    </a:cubicBezTo>
                    <a:cubicBezTo>
                      <a:pt x="135" y="7"/>
                      <a:pt x="133" y="9"/>
                      <a:pt x="133" y="9"/>
                    </a:cubicBezTo>
                    <a:cubicBezTo>
                      <a:pt x="133" y="9"/>
                      <a:pt x="130" y="7"/>
                      <a:pt x="128" y="9"/>
                    </a:cubicBezTo>
                    <a:cubicBezTo>
                      <a:pt x="126" y="11"/>
                      <a:pt x="123" y="9"/>
                      <a:pt x="123" y="9"/>
                    </a:cubicBezTo>
                    <a:cubicBezTo>
                      <a:pt x="123" y="9"/>
                      <a:pt x="121" y="7"/>
                      <a:pt x="120" y="5"/>
                    </a:cubicBezTo>
                    <a:cubicBezTo>
                      <a:pt x="119" y="4"/>
                      <a:pt x="119" y="3"/>
                      <a:pt x="118" y="3"/>
                    </a:cubicBezTo>
                    <a:cubicBezTo>
                      <a:pt x="118" y="3"/>
                      <a:pt x="118" y="3"/>
                      <a:pt x="118" y="3"/>
                    </a:cubicBezTo>
                    <a:cubicBezTo>
                      <a:pt x="112" y="4"/>
                      <a:pt x="112" y="4"/>
                      <a:pt x="112" y="4"/>
                    </a:cubicBezTo>
                    <a:cubicBezTo>
                      <a:pt x="112" y="4"/>
                      <a:pt x="104" y="0"/>
                      <a:pt x="103" y="3"/>
                    </a:cubicBezTo>
                    <a:cubicBezTo>
                      <a:pt x="101" y="6"/>
                      <a:pt x="100" y="4"/>
                      <a:pt x="96" y="4"/>
                    </a:cubicBezTo>
                    <a:cubicBezTo>
                      <a:pt x="93" y="4"/>
                      <a:pt x="90" y="5"/>
                      <a:pt x="88" y="6"/>
                    </a:cubicBezTo>
                    <a:cubicBezTo>
                      <a:pt x="86" y="7"/>
                      <a:pt x="83" y="5"/>
                      <a:pt x="82" y="6"/>
                    </a:cubicBezTo>
                    <a:cubicBezTo>
                      <a:pt x="80" y="7"/>
                      <a:pt x="79" y="12"/>
                      <a:pt x="79" y="12"/>
                    </a:cubicBezTo>
                    <a:cubicBezTo>
                      <a:pt x="64" y="9"/>
                      <a:pt x="64" y="9"/>
                      <a:pt x="64" y="9"/>
                    </a:cubicBezTo>
                    <a:cubicBezTo>
                      <a:pt x="64" y="9"/>
                      <a:pt x="61" y="4"/>
                      <a:pt x="57" y="4"/>
                    </a:cubicBezTo>
                    <a:cubicBezTo>
                      <a:pt x="54" y="4"/>
                      <a:pt x="49" y="11"/>
                      <a:pt x="49" y="11"/>
                    </a:cubicBezTo>
                    <a:cubicBezTo>
                      <a:pt x="49" y="16"/>
                      <a:pt x="49" y="16"/>
                      <a:pt x="49" y="16"/>
                    </a:cubicBezTo>
                    <a:cubicBezTo>
                      <a:pt x="49" y="20"/>
                      <a:pt x="49" y="23"/>
                      <a:pt x="48" y="25"/>
                    </a:cubicBezTo>
                    <a:cubicBezTo>
                      <a:pt x="46" y="27"/>
                      <a:pt x="45" y="28"/>
                      <a:pt x="45" y="33"/>
                    </a:cubicBezTo>
                    <a:cubicBezTo>
                      <a:pt x="45" y="38"/>
                      <a:pt x="39" y="46"/>
                      <a:pt x="39" y="50"/>
                    </a:cubicBezTo>
                    <a:cubicBezTo>
                      <a:pt x="39" y="54"/>
                      <a:pt x="32" y="56"/>
                      <a:pt x="32" y="59"/>
                    </a:cubicBezTo>
                    <a:cubicBezTo>
                      <a:pt x="32" y="61"/>
                      <a:pt x="31" y="67"/>
                      <a:pt x="31" y="72"/>
                    </a:cubicBezTo>
                    <a:cubicBezTo>
                      <a:pt x="31" y="78"/>
                      <a:pt x="28" y="73"/>
                      <a:pt x="28" y="78"/>
                    </a:cubicBezTo>
                    <a:cubicBezTo>
                      <a:pt x="28" y="83"/>
                      <a:pt x="26" y="80"/>
                      <a:pt x="23" y="83"/>
                    </a:cubicBezTo>
                    <a:cubicBezTo>
                      <a:pt x="21" y="85"/>
                      <a:pt x="20" y="86"/>
                      <a:pt x="20" y="83"/>
                    </a:cubicBezTo>
                    <a:cubicBezTo>
                      <a:pt x="20" y="81"/>
                      <a:pt x="16" y="80"/>
                      <a:pt x="13" y="83"/>
                    </a:cubicBezTo>
                    <a:cubicBezTo>
                      <a:pt x="10" y="85"/>
                      <a:pt x="9" y="83"/>
                      <a:pt x="8" y="82"/>
                    </a:cubicBezTo>
                    <a:cubicBezTo>
                      <a:pt x="7" y="82"/>
                      <a:pt x="4" y="84"/>
                      <a:pt x="0" y="86"/>
                    </a:cubicBezTo>
                    <a:cubicBezTo>
                      <a:pt x="2" y="89"/>
                      <a:pt x="3" y="92"/>
                      <a:pt x="3" y="95"/>
                    </a:cubicBezTo>
                    <a:cubicBezTo>
                      <a:pt x="3" y="95"/>
                      <a:pt x="3" y="96"/>
                      <a:pt x="3" y="96"/>
                    </a:cubicBezTo>
                    <a:cubicBezTo>
                      <a:pt x="5" y="95"/>
                      <a:pt x="7" y="94"/>
                      <a:pt x="8" y="94"/>
                    </a:cubicBezTo>
                    <a:cubicBezTo>
                      <a:pt x="10" y="93"/>
                      <a:pt x="34" y="94"/>
                      <a:pt x="34" y="94"/>
                    </a:cubicBezTo>
                    <a:cubicBezTo>
                      <a:pt x="34" y="94"/>
                      <a:pt x="36" y="97"/>
                      <a:pt x="35" y="100"/>
                    </a:cubicBezTo>
                    <a:cubicBezTo>
                      <a:pt x="35" y="103"/>
                      <a:pt x="37" y="102"/>
                      <a:pt x="39" y="106"/>
                    </a:cubicBezTo>
                    <a:cubicBezTo>
                      <a:pt x="40" y="111"/>
                      <a:pt x="42" y="112"/>
                      <a:pt x="45" y="111"/>
                    </a:cubicBezTo>
                    <a:cubicBezTo>
                      <a:pt x="49" y="110"/>
                      <a:pt x="53" y="110"/>
                      <a:pt x="55" y="110"/>
                    </a:cubicBezTo>
                    <a:cubicBezTo>
                      <a:pt x="56" y="110"/>
                      <a:pt x="56" y="104"/>
                      <a:pt x="58" y="103"/>
                    </a:cubicBezTo>
                    <a:cubicBezTo>
                      <a:pt x="60" y="102"/>
                      <a:pt x="64" y="103"/>
                      <a:pt x="64" y="103"/>
                    </a:cubicBezTo>
                    <a:cubicBezTo>
                      <a:pt x="64" y="103"/>
                      <a:pt x="65" y="105"/>
                      <a:pt x="68" y="105"/>
                    </a:cubicBezTo>
                    <a:cubicBezTo>
                      <a:pt x="72" y="105"/>
                      <a:pt x="74" y="103"/>
                      <a:pt x="74" y="106"/>
                    </a:cubicBezTo>
                    <a:cubicBezTo>
                      <a:pt x="74" y="108"/>
                      <a:pt x="74" y="111"/>
                      <a:pt x="75" y="112"/>
                    </a:cubicBezTo>
                    <a:cubicBezTo>
                      <a:pt x="76" y="113"/>
                      <a:pt x="72" y="122"/>
                      <a:pt x="74" y="123"/>
                    </a:cubicBezTo>
                    <a:cubicBezTo>
                      <a:pt x="76" y="125"/>
                      <a:pt x="78" y="128"/>
                      <a:pt x="78" y="130"/>
                    </a:cubicBezTo>
                    <a:cubicBezTo>
                      <a:pt x="78" y="132"/>
                      <a:pt x="76" y="136"/>
                      <a:pt x="78" y="136"/>
                    </a:cubicBezTo>
                    <a:cubicBezTo>
                      <a:pt x="79" y="137"/>
                      <a:pt x="80" y="134"/>
                      <a:pt x="82" y="134"/>
                    </a:cubicBezTo>
                    <a:cubicBezTo>
                      <a:pt x="85" y="134"/>
                      <a:pt x="87" y="135"/>
                      <a:pt x="89" y="133"/>
                    </a:cubicBezTo>
                    <a:cubicBezTo>
                      <a:pt x="90" y="133"/>
                      <a:pt x="91" y="133"/>
                      <a:pt x="91" y="134"/>
                    </a:cubicBezTo>
                    <a:cubicBezTo>
                      <a:pt x="93" y="134"/>
                      <a:pt x="94" y="136"/>
                      <a:pt x="94" y="136"/>
                    </a:cubicBezTo>
                    <a:cubicBezTo>
                      <a:pt x="94" y="136"/>
                      <a:pt x="94" y="138"/>
                      <a:pt x="96" y="137"/>
                    </a:cubicBezTo>
                    <a:cubicBezTo>
                      <a:pt x="97" y="137"/>
                      <a:pt x="101" y="136"/>
                      <a:pt x="101" y="137"/>
                    </a:cubicBezTo>
                    <a:cubicBezTo>
                      <a:pt x="100" y="138"/>
                      <a:pt x="102" y="142"/>
                      <a:pt x="103" y="141"/>
                    </a:cubicBezTo>
                    <a:cubicBezTo>
                      <a:pt x="105" y="140"/>
                      <a:pt x="108" y="143"/>
                      <a:pt x="110" y="143"/>
                    </a:cubicBezTo>
                    <a:cubicBezTo>
                      <a:pt x="112" y="143"/>
                      <a:pt x="114" y="143"/>
                      <a:pt x="114" y="142"/>
                    </a:cubicBezTo>
                    <a:cubicBezTo>
                      <a:pt x="114" y="141"/>
                      <a:pt x="116" y="139"/>
                      <a:pt x="116" y="141"/>
                    </a:cubicBezTo>
                    <a:cubicBezTo>
                      <a:pt x="117" y="142"/>
                      <a:pt x="119" y="145"/>
                      <a:pt x="121" y="145"/>
                    </a:cubicBezTo>
                    <a:cubicBezTo>
                      <a:pt x="122" y="145"/>
                      <a:pt x="127" y="145"/>
                      <a:pt x="127" y="147"/>
                    </a:cubicBezTo>
                    <a:cubicBezTo>
                      <a:pt x="127" y="148"/>
                      <a:pt x="128" y="152"/>
                      <a:pt x="130" y="153"/>
                    </a:cubicBezTo>
                    <a:cubicBezTo>
                      <a:pt x="132" y="155"/>
                      <a:pt x="136" y="153"/>
                      <a:pt x="136" y="153"/>
                    </a:cubicBezTo>
                    <a:cubicBezTo>
                      <a:pt x="136" y="153"/>
                      <a:pt x="137" y="152"/>
                      <a:pt x="137" y="150"/>
                    </a:cubicBezTo>
                    <a:cubicBezTo>
                      <a:pt x="137" y="147"/>
                      <a:pt x="137" y="144"/>
                      <a:pt x="136" y="144"/>
                    </a:cubicBezTo>
                    <a:cubicBezTo>
                      <a:pt x="135" y="144"/>
                      <a:pt x="133" y="147"/>
                      <a:pt x="131" y="146"/>
                    </a:cubicBezTo>
                    <a:cubicBezTo>
                      <a:pt x="128" y="145"/>
                      <a:pt x="126" y="140"/>
                      <a:pt x="125" y="140"/>
                    </a:cubicBezTo>
                    <a:cubicBezTo>
                      <a:pt x="124" y="139"/>
                      <a:pt x="127" y="134"/>
                      <a:pt x="127" y="132"/>
                    </a:cubicBezTo>
                    <a:cubicBezTo>
                      <a:pt x="127" y="130"/>
                      <a:pt x="129" y="124"/>
                      <a:pt x="127" y="123"/>
                    </a:cubicBezTo>
                    <a:cubicBezTo>
                      <a:pt x="126" y="122"/>
                      <a:pt x="127" y="120"/>
                      <a:pt x="129" y="119"/>
                    </a:cubicBezTo>
                    <a:cubicBezTo>
                      <a:pt x="130" y="117"/>
                      <a:pt x="128" y="113"/>
                      <a:pt x="131" y="113"/>
                    </a:cubicBezTo>
                    <a:cubicBezTo>
                      <a:pt x="133" y="113"/>
                      <a:pt x="139" y="114"/>
                      <a:pt x="140" y="112"/>
                    </a:cubicBezTo>
                    <a:cubicBezTo>
                      <a:pt x="140" y="112"/>
                      <a:pt x="141" y="112"/>
                      <a:pt x="141" y="112"/>
                    </a:cubicBezTo>
                    <a:cubicBezTo>
                      <a:pt x="141" y="111"/>
                      <a:pt x="141" y="111"/>
                      <a:pt x="141" y="110"/>
                    </a:cubicBezTo>
                    <a:cubicBezTo>
                      <a:pt x="139" y="107"/>
                      <a:pt x="138" y="103"/>
                      <a:pt x="135" y="10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166">
                <a:extLst>
                  <a:ext uri="{FF2B5EF4-FFF2-40B4-BE49-F238E27FC236}">
                    <a16:creationId xmlns:a16="http://schemas.microsoft.com/office/drawing/2014/main" id="{919D173C-7F86-45C2-AB0F-C6F6311809ED}"/>
                  </a:ext>
                </a:extLst>
              </p:cNvPr>
              <p:cNvSpPr>
                <a:spLocks/>
              </p:cNvSpPr>
              <p:nvPr/>
            </p:nvSpPr>
            <p:spPr bwMode="auto">
              <a:xfrm>
                <a:off x="5450464" y="4132459"/>
                <a:ext cx="30113" cy="38896"/>
              </a:xfrm>
              <a:custGeom>
                <a:avLst/>
                <a:gdLst>
                  <a:gd name="T0" fmla="*/ 1 w 13"/>
                  <a:gd name="T1" fmla="*/ 8 h 17"/>
                  <a:gd name="T2" fmla="*/ 3 w 13"/>
                  <a:gd name="T3" fmla="*/ 17 h 17"/>
                  <a:gd name="T4" fmla="*/ 6 w 13"/>
                  <a:gd name="T5" fmla="*/ 15 h 17"/>
                  <a:gd name="T6" fmla="*/ 13 w 13"/>
                  <a:gd name="T7" fmla="*/ 5 h 17"/>
                  <a:gd name="T8" fmla="*/ 10 w 13"/>
                  <a:gd name="T9" fmla="*/ 4 h 17"/>
                  <a:gd name="T10" fmla="*/ 10 w 13"/>
                  <a:gd name="T11" fmla="*/ 0 h 17"/>
                  <a:gd name="T12" fmla="*/ 6 w 13"/>
                  <a:gd name="T13" fmla="*/ 0 h 17"/>
                  <a:gd name="T14" fmla="*/ 2 w 13"/>
                  <a:gd name="T15" fmla="*/ 2 h 17"/>
                  <a:gd name="T16" fmla="*/ 0 w 13"/>
                  <a:gd name="T17" fmla="*/ 2 h 17"/>
                  <a:gd name="T18" fmla="*/ 0 w 13"/>
                  <a:gd name="T19" fmla="*/ 2 h 17"/>
                  <a:gd name="T20" fmla="*/ 1 w 13"/>
                  <a:gd name="T21" fmla="*/ 8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7">
                    <a:moveTo>
                      <a:pt x="1" y="8"/>
                    </a:moveTo>
                    <a:cubicBezTo>
                      <a:pt x="1" y="10"/>
                      <a:pt x="2" y="13"/>
                      <a:pt x="3" y="17"/>
                    </a:cubicBezTo>
                    <a:cubicBezTo>
                      <a:pt x="4" y="16"/>
                      <a:pt x="5" y="15"/>
                      <a:pt x="6" y="15"/>
                    </a:cubicBezTo>
                    <a:cubicBezTo>
                      <a:pt x="8" y="14"/>
                      <a:pt x="13" y="5"/>
                      <a:pt x="13" y="5"/>
                    </a:cubicBezTo>
                    <a:cubicBezTo>
                      <a:pt x="10" y="4"/>
                      <a:pt x="10" y="4"/>
                      <a:pt x="10" y="4"/>
                    </a:cubicBezTo>
                    <a:cubicBezTo>
                      <a:pt x="10" y="4"/>
                      <a:pt x="11" y="2"/>
                      <a:pt x="10" y="0"/>
                    </a:cubicBezTo>
                    <a:cubicBezTo>
                      <a:pt x="8" y="0"/>
                      <a:pt x="6" y="0"/>
                      <a:pt x="6" y="0"/>
                    </a:cubicBezTo>
                    <a:cubicBezTo>
                      <a:pt x="6" y="0"/>
                      <a:pt x="7" y="3"/>
                      <a:pt x="2" y="2"/>
                    </a:cubicBezTo>
                    <a:cubicBezTo>
                      <a:pt x="2" y="2"/>
                      <a:pt x="1" y="2"/>
                      <a:pt x="0" y="2"/>
                    </a:cubicBezTo>
                    <a:cubicBezTo>
                      <a:pt x="0" y="2"/>
                      <a:pt x="0" y="2"/>
                      <a:pt x="0" y="2"/>
                    </a:cubicBezTo>
                    <a:lnTo>
                      <a:pt x="1" y="8"/>
                    </a:ln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167">
                <a:extLst>
                  <a:ext uri="{FF2B5EF4-FFF2-40B4-BE49-F238E27FC236}">
                    <a16:creationId xmlns:a16="http://schemas.microsoft.com/office/drawing/2014/main" id="{2E2141BC-6271-4181-8663-5D32A4C986CC}"/>
                  </a:ext>
                </a:extLst>
              </p:cNvPr>
              <p:cNvSpPr>
                <a:spLocks/>
              </p:cNvSpPr>
              <p:nvPr/>
            </p:nvSpPr>
            <p:spPr bwMode="auto">
              <a:xfrm>
                <a:off x="5469284" y="4284281"/>
                <a:ext cx="198247" cy="318700"/>
              </a:xfrm>
              <a:custGeom>
                <a:avLst/>
                <a:gdLst>
                  <a:gd name="T0" fmla="*/ 85 w 86"/>
                  <a:gd name="T1" fmla="*/ 35 h 138"/>
                  <a:gd name="T2" fmla="*/ 83 w 86"/>
                  <a:gd name="T3" fmla="*/ 20 h 138"/>
                  <a:gd name="T4" fmla="*/ 82 w 86"/>
                  <a:gd name="T5" fmla="*/ 0 h 138"/>
                  <a:gd name="T6" fmla="*/ 82 w 86"/>
                  <a:gd name="T7" fmla="*/ 0 h 138"/>
                  <a:gd name="T8" fmla="*/ 73 w 86"/>
                  <a:gd name="T9" fmla="*/ 5 h 138"/>
                  <a:gd name="T10" fmla="*/ 68 w 86"/>
                  <a:gd name="T11" fmla="*/ 6 h 138"/>
                  <a:gd name="T12" fmla="*/ 63 w 86"/>
                  <a:gd name="T13" fmla="*/ 6 h 138"/>
                  <a:gd name="T14" fmla="*/ 60 w 86"/>
                  <a:gd name="T15" fmla="*/ 9 h 138"/>
                  <a:gd name="T16" fmla="*/ 56 w 86"/>
                  <a:gd name="T17" fmla="*/ 9 h 138"/>
                  <a:gd name="T18" fmla="*/ 49 w 86"/>
                  <a:gd name="T19" fmla="*/ 10 h 138"/>
                  <a:gd name="T20" fmla="*/ 46 w 86"/>
                  <a:gd name="T21" fmla="*/ 8 h 138"/>
                  <a:gd name="T22" fmla="*/ 41 w 86"/>
                  <a:gd name="T23" fmla="*/ 9 h 138"/>
                  <a:gd name="T24" fmla="*/ 37 w 86"/>
                  <a:gd name="T25" fmla="*/ 8 h 138"/>
                  <a:gd name="T26" fmla="*/ 36 w 86"/>
                  <a:gd name="T27" fmla="*/ 11 h 138"/>
                  <a:gd name="T28" fmla="*/ 40 w 86"/>
                  <a:gd name="T29" fmla="*/ 28 h 138"/>
                  <a:gd name="T30" fmla="*/ 45 w 86"/>
                  <a:gd name="T31" fmla="*/ 33 h 138"/>
                  <a:gd name="T32" fmla="*/ 45 w 86"/>
                  <a:gd name="T33" fmla="*/ 41 h 138"/>
                  <a:gd name="T34" fmla="*/ 40 w 86"/>
                  <a:gd name="T35" fmla="*/ 46 h 138"/>
                  <a:gd name="T36" fmla="*/ 40 w 86"/>
                  <a:gd name="T37" fmla="*/ 54 h 138"/>
                  <a:gd name="T38" fmla="*/ 32 w 86"/>
                  <a:gd name="T39" fmla="*/ 44 h 138"/>
                  <a:gd name="T40" fmla="*/ 34 w 86"/>
                  <a:gd name="T41" fmla="*/ 33 h 138"/>
                  <a:gd name="T42" fmla="*/ 28 w 86"/>
                  <a:gd name="T43" fmla="*/ 32 h 138"/>
                  <a:gd name="T44" fmla="*/ 22 w 86"/>
                  <a:gd name="T45" fmla="*/ 29 h 138"/>
                  <a:gd name="T46" fmla="*/ 0 w 86"/>
                  <a:gd name="T47" fmla="*/ 37 h 138"/>
                  <a:gd name="T48" fmla="*/ 1 w 86"/>
                  <a:gd name="T49" fmla="*/ 43 h 138"/>
                  <a:gd name="T50" fmla="*/ 1 w 86"/>
                  <a:gd name="T51" fmla="*/ 43 h 138"/>
                  <a:gd name="T52" fmla="*/ 2 w 86"/>
                  <a:gd name="T53" fmla="*/ 45 h 138"/>
                  <a:gd name="T54" fmla="*/ 12 w 86"/>
                  <a:gd name="T55" fmla="*/ 48 h 138"/>
                  <a:gd name="T56" fmla="*/ 22 w 86"/>
                  <a:gd name="T57" fmla="*/ 51 h 138"/>
                  <a:gd name="T58" fmla="*/ 22 w 86"/>
                  <a:gd name="T59" fmla="*/ 63 h 138"/>
                  <a:gd name="T60" fmla="*/ 20 w 86"/>
                  <a:gd name="T61" fmla="*/ 71 h 138"/>
                  <a:gd name="T62" fmla="*/ 22 w 86"/>
                  <a:gd name="T63" fmla="*/ 77 h 138"/>
                  <a:gd name="T64" fmla="*/ 18 w 86"/>
                  <a:gd name="T65" fmla="*/ 83 h 138"/>
                  <a:gd name="T66" fmla="*/ 16 w 86"/>
                  <a:gd name="T67" fmla="*/ 91 h 138"/>
                  <a:gd name="T68" fmla="*/ 8 w 86"/>
                  <a:gd name="T69" fmla="*/ 99 h 138"/>
                  <a:gd name="T70" fmla="*/ 8 w 86"/>
                  <a:gd name="T71" fmla="*/ 99 h 138"/>
                  <a:gd name="T72" fmla="*/ 13 w 86"/>
                  <a:gd name="T73" fmla="*/ 114 h 138"/>
                  <a:gd name="T74" fmla="*/ 14 w 86"/>
                  <a:gd name="T75" fmla="*/ 129 h 138"/>
                  <a:gd name="T76" fmla="*/ 15 w 86"/>
                  <a:gd name="T77" fmla="*/ 138 h 138"/>
                  <a:gd name="T78" fmla="*/ 21 w 86"/>
                  <a:gd name="T79" fmla="*/ 137 h 138"/>
                  <a:gd name="T80" fmla="*/ 21 w 86"/>
                  <a:gd name="T81" fmla="*/ 133 h 138"/>
                  <a:gd name="T82" fmla="*/ 18 w 86"/>
                  <a:gd name="T83" fmla="*/ 130 h 138"/>
                  <a:gd name="T84" fmla="*/ 31 w 86"/>
                  <a:gd name="T85" fmla="*/ 121 h 138"/>
                  <a:gd name="T86" fmla="*/ 41 w 86"/>
                  <a:gd name="T87" fmla="*/ 115 h 138"/>
                  <a:gd name="T88" fmla="*/ 41 w 86"/>
                  <a:gd name="T89" fmla="*/ 103 h 138"/>
                  <a:gd name="T90" fmla="*/ 40 w 86"/>
                  <a:gd name="T91" fmla="*/ 93 h 138"/>
                  <a:gd name="T92" fmla="*/ 36 w 86"/>
                  <a:gd name="T93" fmla="*/ 83 h 138"/>
                  <a:gd name="T94" fmla="*/ 37 w 86"/>
                  <a:gd name="T95" fmla="*/ 77 h 138"/>
                  <a:gd name="T96" fmla="*/ 41 w 86"/>
                  <a:gd name="T97" fmla="*/ 72 h 138"/>
                  <a:gd name="T98" fmla="*/ 48 w 86"/>
                  <a:gd name="T99" fmla="*/ 68 h 138"/>
                  <a:gd name="T100" fmla="*/ 56 w 86"/>
                  <a:gd name="T101" fmla="*/ 59 h 138"/>
                  <a:gd name="T102" fmla="*/ 72 w 86"/>
                  <a:gd name="T103" fmla="*/ 52 h 138"/>
                  <a:gd name="T104" fmla="*/ 85 w 86"/>
                  <a:gd name="T105" fmla="*/ 35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6" h="138">
                    <a:moveTo>
                      <a:pt x="85" y="35"/>
                    </a:moveTo>
                    <a:cubicBezTo>
                      <a:pt x="84" y="33"/>
                      <a:pt x="82" y="23"/>
                      <a:pt x="83" y="20"/>
                    </a:cubicBezTo>
                    <a:cubicBezTo>
                      <a:pt x="83" y="16"/>
                      <a:pt x="82" y="5"/>
                      <a:pt x="82" y="0"/>
                    </a:cubicBezTo>
                    <a:cubicBezTo>
                      <a:pt x="82" y="0"/>
                      <a:pt x="82" y="0"/>
                      <a:pt x="82" y="0"/>
                    </a:cubicBezTo>
                    <a:cubicBezTo>
                      <a:pt x="78" y="2"/>
                      <a:pt x="74" y="4"/>
                      <a:pt x="73" y="5"/>
                    </a:cubicBezTo>
                    <a:cubicBezTo>
                      <a:pt x="73" y="6"/>
                      <a:pt x="70" y="4"/>
                      <a:pt x="68" y="6"/>
                    </a:cubicBezTo>
                    <a:cubicBezTo>
                      <a:pt x="66" y="8"/>
                      <a:pt x="65" y="6"/>
                      <a:pt x="63" y="6"/>
                    </a:cubicBezTo>
                    <a:cubicBezTo>
                      <a:pt x="61" y="5"/>
                      <a:pt x="61" y="7"/>
                      <a:pt x="60" y="9"/>
                    </a:cubicBezTo>
                    <a:cubicBezTo>
                      <a:pt x="60" y="10"/>
                      <a:pt x="57" y="10"/>
                      <a:pt x="56" y="9"/>
                    </a:cubicBezTo>
                    <a:cubicBezTo>
                      <a:pt x="54" y="9"/>
                      <a:pt x="51" y="10"/>
                      <a:pt x="49" y="10"/>
                    </a:cubicBezTo>
                    <a:cubicBezTo>
                      <a:pt x="47" y="10"/>
                      <a:pt x="48" y="9"/>
                      <a:pt x="46" y="8"/>
                    </a:cubicBezTo>
                    <a:cubicBezTo>
                      <a:pt x="44" y="7"/>
                      <a:pt x="43" y="9"/>
                      <a:pt x="41" y="9"/>
                    </a:cubicBezTo>
                    <a:cubicBezTo>
                      <a:pt x="41" y="9"/>
                      <a:pt x="38" y="9"/>
                      <a:pt x="37" y="8"/>
                    </a:cubicBezTo>
                    <a:cubicBezTo>
                      <a:pt x="37" y="10"/>
                      <a:pt x="37" y="10"/>
                      <a:pt x="36" y="11"/>
                    </a:cubicBezTo>
                    <a:cubicBezTo>
                      <a:pt x="35" y="15"/>
                      <a:pt x="40" y="24"/>
                      <a:pt x="40" y="28"/>
                    </a:cubicBezTo>
                    <a:cubicBezTo>
                      <a:pt x="42" y="30"/>
                      <a:pt x="44" y="32"/>
                      <a:pt x="45" y="33"/>
                    </a:cubicBezTo>
                    <a:cubicBezTo>
                      <a:pt x="47" y="36"/>
                      <a:pt x="45" y="35"/>
                      <a:pt x="45" y="41"/>
                    </a:cubicBezTo>
                    <a:cubicBezTo>
                      <a:pt x="45" y="47"/>
                      <a:pt x="43" y="44"/>
                      <a:pt x="40" y="46"/>
                    </a:cubicBezTo>
                    <a:cubicBezTo>
                      <a:pt x="38" y="48"/>
                      <a:pt x="40" y="52"/>
                      <a:pt x="40" y="54"/>
                    </a:cubicBezTo>
                    <a:cubicBezTo>
                      <a:pt x="39" y="55"/>
                      <a:pt x="33" y="45"/>
                      <a:pt x="32" y="44"/>
                    </a:cubicBezTo>
                    <a:cubicBezTo>
                      <a:pt x="32" y="42"/>
                      <a:pt x="35" y="37"/>
                      <a:pt x="34" y="33"/>
                    </a:cubicBezTo>
                    <a:cubicBezTo>
                      <a:pt x="33" y="30"/>
                      <a:pt x="29" y="32"/>
                      <a:pt x="28" y="32"/>
                    </a:cubicBezTo>
                    <a:cubicBezTo>
                      <a:pt x="26" y="33"/>
                      <a:pt x="23" y="29"/>
                      <a:pt x="22" y="29"/>
                    </a:cubicBezTo>
                    <a:cubicBezTo>
                      <a:pt x="21" y="29"/>
                      <a:pt x="0" y="37"/>
                      <a:pt x="0" y="37"/>
                    </a:cubicBezTo>
                    <a:cubicBezTo>
                      <a:pt x="1" y="43"/>
                      <a:pt x="1" y="43"/>
                      <a:pt x="1" y="43"/>
                    </a:cubicBezTo>
                    <a:cubicBezTo>
                      <a:pt x="1" y="43"/>
                      <a:pt x="1" y="43"/>
                      <a:pt x="1" y="43"/>
                    </a:cubicBezTo>
                    <a:cubicBezTo>
                      <a:pt x="2" y="45"/>
                      <a:pt x="2" y="45"/>
                      <a:pt x="2" y="45"/>
                    </a:cubicBezTo>
                    <a:cubicBezTo>
                      <a:pt x="2" y="45"/>
                      <a:pt x="9" y="46"/>
                      <a:pt x="12" y="48"/>
                    </a:cubicBezTo>
                    <a:cubicBezTo>
                      <a:pt x="16" y="50"/>
                      <a:pt x="21" y="50"/>
                      <a:pt x="22" y="51"/>
                    </a:cubicBezTo>
                    <a:cubicBezTo>
                      <a:pt x="23" y="52"/>
                      <a:pt x="22" y="60"/>
                      <a:pt x="22" y="63"/>
                    </a:cubicBezTo>
                    <a:cubicBezTo>
                      <a:pt x="22" y="67"/>
                      <a:pt x="18" y="68"/>
                      <a:pt x="20" y="71"/>
                    </a:cubicBezTo>
                    <a:cubicBezTo>
                      <a:pt x="22" y="73"/>
                      <a:pt x="21" y="76"/>
                      <a:pt x="22" y="77"/>
                    </a:cubicBezTo>
                    <a:cubicBezTo>
                      <a:pt x="24" y="77"/>
                      <a:pt x="20" y="82"/>
                      <a:pt x="18" y="83"/>
                    </a:cubicBezTo>
                    <a:cubicBezTo>
                      <a:pt x="16" y="84"/>
                      <a:pt x="18" y="88"/>
                      <a:pt x="16" y="91"/>
                    </a:cubicBezTo>
                    <a:cubicBezTo>
                      <a:pt x="15" y="92"/>
                      <a:pt x="11" y="96"/>
                      <a:pt x="8" y="99"/>
                    </a:cubicBezTo>
                    <a:cubicBezTo>
                      <a:pt x="8" y="99"/>
                      <a:pt x="8" y="99"/>
                      <a:pt x="8" y="99"/>
                    </a:cubicBezTo>
                    <a:cubicBezTo>
                      <a:pt x="9" y="100"/>
                      <a:pt x="11" y="113"/>
                      <a:pt x="13" y="114"/>
                    </a:cubicBezTo>
                    <a:cubicBezTo>
                      <a:pt x="15" y="115"/>
                      <a:pt x="14" y="127"/>
                      <a:pt x="14" y="129"/>
                    </a:cubicBezTo>
                    <a:cubicBezTo>
                      <a:pt x="14" y="130"/>
                      <a:pt x="15" y="138"/>
                      <a:pt x="15" y="138"/>
                    </a:cubicBezTo>
                    <a:cubicBezTo>
                      <a:pt x="15" y="138"/>
                      <a:pt x="18" y="137"/>
                      <a:pt x="21" y="137"/>
                    </a:cubicBezTo>
                    <a:cubicBezTo>
                      <a:pt x="21" y="136"/>
                      <a:pt x="21" y="134"/>
                      <a:pt x="21" y="133"/>
                    </a:cubicBezTo>
                    <a:cubicBezTo>
                      <a:pt x="21" y="130"/>
                      <a:pt x="19" y="133"/>
                      <a:pt x="18" y="130"/>
                    </a:cubicBezTo>
                    <a:cubicBezTo>
                      <a:pt x="17" y="128"/>
                      <a:pt x="24" y="123"/>
                      <a:pt x="31" y="121"/>
                    </a:cubicBezTo>
                    <a:cubicBezTo>
                      <a:pt x="37" y="119"/>
                      <a:pt x="40" y="117"/>
                      <a:pt x="41" y="115"/>
                    </a:cubicBezTo>
                    <a:cubicBezTo>
                      <a:pt x="41" y="112"/>
                      <a:pt x="41" y="106"/>
                      <a:pt x="41" y="103"/>
                    </a:cubicBezTo>
                    <a:cubicBezTo>
                      <a:pt x="42" y="100"/>
                      <a:pt x="41" y="99"/>
                      <a:pt x="40" y="93"/>
                    </a:cubicBezTo>
                    <a:cubicBezTo>
                      <a:pt x="39" y="87"/>
                      <a:pt x="37" y="86"/>
                      <a:pt x="36" y="83"/>
                    </a:cubicBezTo>
                    <a:cubicBezTo>
                      <a:pt x="35" y="79"/>
                      <a:pt x="35" y="77"/>
                      <a:pt x="37" y="77"/>
                    </a:cubicBezTo>
                    <a:cubicBezTo>
                      <a:pt x="39" y="77"/>
                      <a:pt x="39" y="76"/>
                      <a:pt x="41" y="72"/>
                    </a:cubicBezTo>
                    <a:cubicBezTo>
                      <a:pt x="43" y="69"/>
                      <a:pt x="45" y="70"/>
                      <a:pt x="48" y="68"/>
                    </a:cubicBezTo>
                    <a:cubicBezTo>
                      <a:pt x="51" y="66"/>
                      <a:pt x="51" y="63"/>
                      <a:pt x="56" y="59"/>
                    </a:cubicBezTo>
                    <a:cubicBezTo>
                      <a:pt x="61" y="55"/>
                      <a:pt x="67" y="55"/>
                      <a:pt x="72" y="52"/>
                    </a:cubicBezTo>
                    <a:cubicBezTo>
                      <a:pt x="77" y="49"/>
                      <a:pt x="86" y="37"/>
                      <a:pt x="85" y="3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168">
                <a:extLst>
                  <a:ext uri="{FF2B5EF4-FFF2-40B4-BE49-F238E27FC236}">
                    <a16:creationId xmlns:a16="http://schemas.microsoft.com/office/drawing/2014/main" id="{9E9FC834-BA4D-40C7-BCA1-9A8D3C45F8C6}"/>
                  </a:ext>
                </a:extLst>
              </p:cNvPr>
              <p:cNvSpPr>
                <a:spLocks/>
              </p:cNvSpPr>
              <p:nvPr/>
            </p:nvSpPr>
            <p:spPr bwMode="auto">
              <a:xfrm>
                <a:off x="5457992" y="4104855"/>
                <a:ext cx="200756" cy="203266"/>
              </a:xfrm>
              <a:custGeom>
                <a:avLst/>
                <a:gdLst>
                  <a:gd name="T0" fmla="*/ 81 w 87"/>
                  <a:gd name="T1" fmla="*/ 71 h 88"/>
                  <a:gd name="T2" fmla="*/ 78 w 87"/>
                  <a:gd name="T3" fmla="*/ 63 h 88"/>
                  <a:gd name="T4" fmla="*/ 77 w 87"/>
                  <a:gd name="T5" fmla="*/ 56 h 88"/>
                  <a:gd name="T6" fmla="*/ 79 w 87"/>
                  <a:gd name="T7" fmla="*/ 50 h 88"/>
                  <a:gd name="T8" fmla="*/ 75 w 87"/>
                  <a:gd name="T9" fmla="*/ 43 h 88"/>
                  <a:gd name="T10" fmla="*/ 78 w 87"/>
                  <a:gd name="T11" fmla="*/ 31 h 88"/>
                  <a:gd name="T12" fmla="*/ 65 w 87"/>
                  <a:gd name="T13" fmla="*/ 21 h 88"/>
                  <a:gd name="T14" fmla="*/ 65 w 87"/>
                  <a:gd name="T15" fmla="*/ 16 h 88"/>
                  <a:gd name="T16" fmla="*/ 35 w 87"/>
                  <a:gd name="T17" fmla="*/ 0 h 88"/>
                  <a:gd name="T18" fmla="*/ 31 w 87"/>
                  <a:gd name="T19" fmla="*/ 8 h 88"/>
                  <a:gd name="T20" fmla="*/ 31 w 87"/>
                  <a:gd name="T21" fmla="*/ 13 h 88"/>
                  <a:gd name="T22" fmla="*/ 18 w 87"/>
                  <a:gd name="T23" fmla="*/ 12 h 88"/>
                  <a:gd name="T24" fmla="*/ 18 w 87"/>
                  <a:gd name="T25" fmla="*/ 0 h 88"/>
                  <a:gd name="T26" fmla="*/ 12 w 87"/>
                  <a:gd name="T27" fmla="*/ 0 h 88"/>
                  <a:gd name="T28" fmla="*/ 8 w 87"/>
                  <a:gd name="T29" fmla="*/ 1 h 88"/>
                  <a:gd name="T30" fmla="*/ 9 w 87"/>
                  <a:gd name="T31" fmla="*/ 5 h 88"/>
                  <a:gd name="T32" fmla="*/ 10 w 87"/>
                  <a:gd name="T33" fmla="*/ 10 h 88"/>
                  <a:gd name="T34" fmla="*/ 7 w 87"/>
                  <a:gd name="T35" fmla="*/ 12 h 88"/>
                  <a:gd name="T36" fmla="*/ 7 w 87"/>
                  <a:gd name="T37" fmla="*/ 16 h 88"/>
                  <a:gd name="T38" fmla="*/ 10 w 87"/>
                  <a:gd name="T39" fmla="*/ 17 h 88"/>
                  <a:gd name="T40" fmla="*/ 3 w 87"/>
                  <a:gd name="T41" fmla="*/ 27 h 88"/>
                  <a:gd name="T42" fmla="*/ 0 w 87"/>
                  <a:gd name="T43" fmla="*/ 29 h 88"/>
                  <a:gd name="T44" fmla="*/ 4 w 87"/>
                  <a:gd name="T45" fmla="*/ 44 h 88"/>
                  <a:gd name="T46" fmla="*/ 9 w 87"/>
                  <a:gd name="T47" fmla="*/ 54 h 88"/>
                  <a:gd name="T48" fmla="*/ 11 w 87"/>
                  <a:gd name="T49" fmla="*/ 61 h 88"/>
                  <a:gd name="T50" fmla="*/ 6 w 87"/>
                  <a:gd name="T51" fmla="*/ 57 h 88"/>
                  <a:gd name="T52" fmla="*/ 6 w 87"/>
                  <a:gd name="T53" fmla="*/ 59 h 88"/>
                  <a:gd name="T54" fmla="*/ 5 w 87"/>
                  <a:gd name="T55" fmla="*/ 59 h 88"/>
                  <a:gd name="T56" fmla="*/ 11 w 87"/>
                  <a:gd name="T57" fmla="*/ 62 h 88"/>
                  <a:gd name="T58" fmla="*/ 19 w 87"/>
                  <a:gd name="T59" fmla="*/ 65 h 88"/>
                  <a:gd name="T60" fmla="*/ 29 w 87"/>
                  <a:gd name="T61" fmla="*/ 70 h 88"/>
                  <a:gd name="T62" fmla="*/ 29 w 87"/>
                  <a:gd name="T63" fmla="*/ 71 h 88"/>
                  <a:gd name="T64" fmla="*/ 35 w 87"/>
                  <a:gd name="T65" fmla="*/ 71 h 88"/>
                  <a:gd name="T66" fmla="*/ 36 w 87"/>
                  <a:gd name="T67" fmla="*/ 70 h 88"/>
                  <a:gd name="T68" fmla="*/ 42 w 87"/>
                  <a:gd name="T69" fmla="*/ 86 h 88"/>
                  <a:gd name="T70" fmla="*/ 46 w 87"/>
                  <a:gd name="T71" fmla="*/ 87 h 88"/>
                  <a:gd name="T72" fmla="*/ 51 w 87"/>
                  <a:gd name="T73" fmla="*/ 86 h 88"/>
                  <a:gd name="T74" fmla="*/ 54 w 87"/>
                  <a:gd name="T75" fmla="*/ 88 h 88"/>
                  <a:gd name="T76" fmla="*/ 61 w 87"/>
                  <a:gd name="T77" fmla="*/ 87 h 88"/>
                  <a:gd name="T78" fmla="*/ 65 w 87"/>
                  <a:gd name="T79" fmla="*/ 87 h 88"/>
                  <a:gd name="T80" fmla="*/ 68 w 87"/>
                  <a:gd name="T81" fmla="*/ 84 h 88"/>
                  <a:gd name="T82" fmla="*/ 73 w 87"/>
                  <a:gd name="T83" fmla="*/ 84 h 88"/>
                  <a:gd name="T84" fmla="*/ 78 w 87"/>
                  <a:gd name="T85" fmla="*/ 83 h 88"/>
                  <a:gd name="T86" fmla="*/ 87 w 87"/>
                  <a:gd name="T87" fmla="*/ 78 h 88"/>
                  <a:gd name="T88" fmla="*/ 81 w 87"/>
                  <a:gd name="T89" fmla="*/ 7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 h="88">
                    <a:moveTo>
                      <a:pt x="81" y="71"/>
                    </a:moveTo>
                    <a:cubicBezTo>
                      <a:pt x="81" y="66"/>
                      <a:pt x="78" y="66"/>
                      <a:pt x="78" y="63"/>
                    </a:cubicBezTo>
                    <a:cubicBezTo>
                      <a:pt x="78" y="59"/>
                      <a:pt x="79" y="56"/>
                      <a:pt x="77" y="56"/>
                    </a:cubicBezTo>
                    <a:cubicBezTo>
                      <a:pt x="76" y="55"/>
                      <a:pt x="77" y="53"/>
                      <a:pt x="79" y="50"/>
                    </a:cubicBezTo>
                    <a:cubicBezTo>
                      <a:pt x="81" y="47"/>
                      <a:pt x="75" y="47"/>
                      <a:pt x="75" y="43"/>
                    </a:cubicBezTo>
                    <a:cubicBezTo>
                      <a:pt x="74" y="41"/>
                      <a:pt x="76" y="36"/>
                      <a:pt x="78" y="31"/>
                    </a:cubicBezTo>
                    <a:cubicBezTo>
                      <a:pt x="72" y="26"/>
                      <a:pt x="65" y="21"/>
                      <a:pt x="65" y="21"/>
                    </a:cubicBezTo>
                    <a:cubicBezTo>
                      <a:pt x="65" y="16"/>
                      <a:pt x="65" y="16"/>
                      <a:pt x="65" y="16"/>
                    </a:cubicBezTo>
                    <a:cubicBezTo>
                      <a:pt x="35" y="0"/>
                      <a:pt x="35" y="0"/>
                      <a:pt x="35" y="0"/>
                    </a:cubicBezTo>
                    <a:cubicBezTo>
                      <a:pt x="35" y="4"/>
                      <a:pt x="33" y="7"/>
                      <a:pt x="31" y="8"/>
                    </a:cubicBezTo>
                    <a:cubicBezTo>
                      <a:pt x="29" y="9"/>
                      <a:pt x="34" y="12"/>
                      <a:pt x="31" y="13"/>
                    </a:cubicBezTo>
                    <a:cubicBezTo>
                      <a:pt x="29" y="13"/>
                      <a:pt x="23" y="10"/>
                      <a:pt x="18" y="12"/>
                    </a:cubicBezTo>
                    <a:cubicBezTo>
                      <a:pt x="15" y="13"/>
                      <a:pt x="16" y="6"/>
                      <a:pt x="18" y="0"/>
                    </a:cubicBezTo>
                    <a:cubicBezTo>
                      <a:pt x="12" y="0"/>
                      <a:pt x="12" y="0"/>
                      <a:pt x="12" y="0"/>
                    </a:cubicBezTo>
                    <a:cubicBezTo>
                      <a:pt x="12" y="0"/>
                      <a:pt x="10" y="1"/>
                      <a:pt x="8" y="1"/>
                    </a:cubicBezTo>
                    <a:cubicBezTo>
                      <a:pt x="9" y="5"/>
                      <a:pt x="9" y="5"/>
                      <a:pt x="9" y="5"/>
                    </a:cubicBezTo>
                    <a:cubicBezTo>
                      <a:pt x="9" y="5"/>
                      <a:pt x="11" y="8"/>
                      <a:pt x="10" y="10"/>
                    </a:cubicBezTo>
                    <a:cubicBezTo>
                      <a:pt x="10" y="11"/>
                      <a:pt x="9" y="11"/>
                      <a:pt x="7" y="12"/>
                    </a:cubicBezTo>
                    <a:cubicBezTo>
                      <a:pt x="8" y="14"/>
                      <a:pt x="7" y="16"/>
                      <a:pt x="7" y="16"/>
                    </a:cubicBezTo>
                    <a:cubicBezTo>
                      <a:pt x="10" y="17"/>
                      <a:pt x="10" y="17"/>
                      <a:pt x="10" y="17"/>
                    </a:cubicBezTo>
                    <a:cubicBezTo>
                      <a:pt x="10" y="17"/>
                      <a:pt x="5" y="26"/>
                      <a:pt x="3" y="27"/>
                    </a:cubicBezTo>
                    <a:cubicBezTo>
                      <a:pt x="2" y="27"/>
                      <a:pt x="1" y="28"/>
                      <a:pt x="0" y="29"/>
                    </a:cubicBezTo>
                    <a:cubicBezTo>
                      <a:pt x="1" y="35"/>
                      <a:pt x="2" y="42"/>
                      <a:pt x="4" y="44"/>
                    </a:cubicBezTo>
                    <a:cubicBezTo>
                      <a:pt x="9" y="48"/>
                      <a:pt x="8" y="52"/>
                      <a:pt x="9" y="54"/>
                    </a:cubicBezTo>
                    <a:cubicBezTo>
                      <a:pt x="10" y="57"/>
                      <a:pt x="13" y="60"/>
                      <a:pt x="11" y="61"/>
                    </a:cubicBezTo>
                    <a:cubicBezTo>
                      <a:pt x="9" y="62"/>
                      <a:pt x="8" y="60"/>
                      <a:pt x="6" y="57"/>
                    </a:cubicBezTo>
                    <a:cubicBezTo>
                      <a:pt x="6" y="58"/>
                      <a:pt x="6" y="58"/>
                      <a:pt x="6" y="59"/>
                    </a:cubicBezTo>
                    <a:cubicBezTo>
                      <a:pt x="6" y="59"/>
                      <a:pt x="5" y="59"/>
                      <a:pt x="5" y="59"/>
                    </a:cubicBezTo>
                    <a:cubicBezTo>
                      <a:pt x="8" y="61"/>
                      <a:pt x="10" y="62"/>
                      <a:pt x="11" y="62"/>
                    </a:cubicBezTo>
                    <a:cubicBezTo>
                      <a:pt x="13" y="62"/>
                      <a:pt x="17" y="65"/>
                      <a:pt x="19" y="65"/>
                    </a:cubicBezTo>
                    <a:cubicBezTo>
                      <a:pt x="21" y="66"/>
                      <a:pt x="28" y="69"/>
                      <a:pt x="29" y="70"/>
                    </a:cubicBezTo>
                    <a:cubicBezTo>
                      <a:pt x="29" y="70"/>
                      <a:pt x="29" y="70"/>
                      <a:pt x="29" y="71"/>
                    </a:cubicBezTo>
                    <a:cubicBezTo>
                      <a:pt x="31" y="70"/>
                      <a:pt x="33" y="70"/>
                      <a:pt x="35" y="71"/>
                    </a:cubicBezTo>
                    <a:cubicBezTo>
                      <a:pt x="35" y="70"/>
                      <a:pt x="35" y="70"/>
                      <a:pt x="36" y="70"/>
                    </a:cubicBezTo>
                    <a:cubicBezTo>
                      <a:pt x="39" y="70"/>
                      <a:pt x="42" y="80"/>
                      <a:pt x="42" y="86"/>
                    </a:cubicBezTo>
                    <a:cubicBezTo>
                      <a:pt x="43" y="87"/>
                      <a:pt x="46" y="87"/>
                      <a:pt x="46" y="87"/>
                    </a:cubicBezTo>
                    <a:cubicBezTo>
                      <a:pt x="48" y="87"/>
                      <a:pt x="49" y="85"/>
                      <a:pt x="51" y="86"/>
                    </a:cubicBezTo>
                    <a:cubicBezTo>
                      <a:pt x="53" y="87"/>
                      <a:pt x="52" y="88"/>
                      <a:pt x="54" y="88"/>
                    </a:cubicBezTo>
                    <a:cubicBezTo>
                      <a:pt x="56" y="88"/>
                      <a:pt x="59" y="87"/>
                      <a:pt x="61" y="87"/>
                    </a:cubicBezTo>
                    <a:cubicBezTo>
                      <a:pt x="62" y="88"/>
                      <a:pt x="65" y="88"/>
                      <a:pt x="65" y="87"/>
                    </a:cubicBezTo>
                    <a:cubicBezTo>
                      <a:pt x="66" y="85"/>
                      <a:pt x="66" y="83"/>
                      <a:pt x="68" y="84"/>
                    </a:cubicBezTo>
                    <a:cubicBezTo>
                      <a:pt x="70" y="84"/>
                      <a:pt x="71" y="86"/>
                      <a:pt x="73" y="84"/>
                    </a:cubicBezTo>
                    <a:cubicBezTo>
                      <a:pt x="75" y="82"/>
                      <a:pt x="78" y="84"/>
                      <a:pt x="78" y="83"/>
                    </a:cubicBezTo>
                    <a:cubicBezTo>
                      <a:pt x="79" y="82"/>
                      <a:pt x="83" y="80"/>
                      <a:pt x="87" y="78"/>
                    </a:cubicBezTo>
                    <a:cubicBezTo>
                      <a:pt x="87" y="73"/>
                      <a:pt x="82" y="75"/>
                      <a:pt x="81" y="7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169">
                <a:extLst>
                  <a:ext uri="{FF2B5EF4-FFF2-40B4-BE49-F238E27FC236}">
                    <a16:creationId xmlns:a16="http://schemas.microsoft.com/office/drawing/2014/main" id="{F72D6D50-6040-4419-B895-D2118825D5F5}"/>
                  </a:ext>
                </a:extLst>
              </p:cNvPr>
              <p:cNvSpPr>
                <a:spLocks/>
              </p:cNvSpPr>
              <p:nvPr/>
            </p:nvSpPr>
            <p:spPr bwMode="auto">
              <a:xfrm>
                <a:off x="5515709" y="4266714"/>
                <a:ext cx="61482" cy="144293"/>
              </a:xfrm>
              <a:custGeom>
                <a:avLst/>
                <a:gdLst>
                  <a:gd name="T0" fmla="*/ 25 w 27"/>
                  <a:gd name="T1" fmla="*/ 41 h 63"/>
                  <a:gd name="T2" fmla="*/ 20 w 27"/>
                  <a:gd name="T3" fmla="*/ 36 h 63"/>
                  <a:gd name="T4" fmla="*/ 20 w 27"/>
                  <a:gd name="T5" fmla="*/ 38 h 63"/>
                  <a:gd name="T6" fmla="*/ 11 w 27"/>
                  <a:gd name="T7" fmla="*/ 25 h 63"/>
                  <a:gd name="T8" fmla="*/ 12 w 27"/>
                  <a:gd name="T9" fmla="*/ 11 h 63"/>
                  <a:gd name="T10" fmla="*/ 10 w 27"/>
                  <a:gd name="T11" fmla="*/ 1 h 63"/>
                  <a:gd name="T12" fmla="*/ 4 w 27"/>
                  <a:gd name="T13" fmla="*/ 1 h 63"/>
                  <a:gd name="T14" fmla="*/ 8 w 27"/>
                  <a:gd name="T15" fmla="*/ 8 h 63"/>
                  <a:gd name="T16" fmla="*/ 5 w 27"/>
                  <a:gd name="T17" fmla="*/ 10 h 63"/>
                  <a:gd name="T18" fmla="*/ 5 w 27"/>
                  <a:gd name="T19" fmla="*/ 23 h 63"/>
                  <a:gd name="T20" fmla="*/ 2 w 27"/>
                  <a:gd name="T21" fmla="*/ 25 h 63"/>
                  <a:gd name="T22" fmla="*/ 1 w 27"/>
                  <a:gd name="T23" fmla="*/ 33 h 63"/>
                  <a:gd name="T24" fmla="*/ 2 w 27"/>
                  <a:gd name="T25" fmla="*/ 37 h 63"/>
                  <a:gd name="T26" fmla="*/ 2 w 27"/>
                  <a:gd name="T27" fmla="*/ 37 h 63"/>
                  <a:gd name="T28" fmla="*/ 8 w 27"/>
                  <a:gd name="T29" fmla="*/ 40 h 63"/>
                  <a:gd name="T30" fmla="*/ 14 w 27"/>
                  <a:gd name="T31" fmla="*/ 41 h 63"/>
                  <a:gd name="T32" fmla="*/ 12 w 27"/>
                  <a:gd name="T33" fmla="*/ 52 h 63"/>
                  <a:gd name="T34" fmla="*/ 20 w 27"/>
                  <a:gd name="T35" fmla="*/ 62 h 63"/>
                  <a:gd name="T36" fmla="*/ 20 w 27"/>
                  <a:gd name="T37" fmla="*/ 54 h 63"/>
                  <a:gd name="T38" fmla="*/ 25 w 27"/>
                  <a:gd name="T39" fmla="*/ 49 h 63"/>
                  <a:gd name="T40" fmla="*/ 25 w 27"/>
                  <a:gd name="T41" fmla="*/ 4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 h="63">
                    <a:moveTo>
                      <a:pt x="25" y="41"/>
                    </a:moveTo>
                    <a:cubicBezTo>
                      <a:pt x="24" y="40"/>
                      <a:pt x="22" y="38"/>
                      <a:pt x="20" y="36"/>
                    </a:cubicBezTo>
                    <a:cubicBezTo>
                      <a:pt x="20" y="37"/>
                      <a:pt x="20" y="37"/>
                      <a:pt x="20" y="38"/>
                    </a:cubicBezTo>
                    <a:cubicBezTo>
                      <a:pt x="17" y="41"/>
                      <a:pt x="12" y="31"/>
                      <a:pt x="11" y="25"/>
                    </a:cubicBezTo>
                    <a:cubicBezTo>
                      <a:pt x="10" y="19"/>
                      <a:pt x="14" y="17"/>
                      <a:pt x="12" y="11"/>
                    </a:cubicBezTo>
                    <a:cubicBezTo>
                      <a:pt x="10" y="6"/>
                      <a:pt x="8" y="2"/>
                      <a:pt x="10" y="1"/>
                    </a:cubicBezTo>
                    <a:cubicBezTo>
                      <a:pt x="8" y="0"/>
                      <a:pt x="6" y="0"/>
                      <a:pt x="4" y="1"/>
                    </a:cubicBezTo>
                    <a:cubicBezTo>
                      <a:pt x="6" y="3"/>
                      <a:pt x="8" y="7"/>
                      <a:pt x="8" y="8"/>
                    </a:cubicBezTo>
                    <a:cubicBezTo>
                      <a:pt x="8" y="10"/>
                      <a:pt x="6" y="8"/>
                      <a:pt x="5" y="10"/>
                    </a:cubicBezTo>
                    <a:cubicBezTo>
                      <a:pt x="4" y="12"/>
                      <a:pt x="3" y="22"/>
                      <a:pt x="5" y="23"/>
                    </a:cubicBezTo>
                    <a:cubicBezTo>
                      <a:pt x="7" y="25"/>
                      <a:pt x="2" y="24"/>
                      <a:pt x="2" y="25"/>
                    </a:cubicBezTo>
                    <a:cubicBezTo>
                      <a:pt x="2" y="27"/>
                      <a:pt x="1" y="33"/>
                      <a:pt x="1" y="33"/>
                    </a:cubicBezTo>
                    <a:cubicBezTo>
                      <a:pt x="0" y="33"/>
                      <a:pt x="1" y="35"/>
                      <a:pt x="2" y="37"/>
                    </a:cubicBezTo>
                    <a:cubicBezTo>
                      <a:pt x="2" y="37"/>
                      <a:pt x="2" y="37"/>
                      <a:pt x="2" y="37"/>
                    </a:cubicBezTo>
                    <a:cubicBezTo>
                      <a:pt x="3" y="37"/>
                      <a:pt x="6" y="41"/>
                      <a:pt x="8" y="40"/>
                    </a:cubicBezTo>
                    <a:cubicBezTo>
                      <a:pt x="9" y="40"/>
                      <a:pt x="13" y="38"/>
                      <a:pt x="14" y="41"/>
                    </a:cubicBezTo>
                    <a:cubicBezTo>
                      <a:pt x="15" y="45"/>
                      <a:pt x="12" y="50"/>
                      <a:pt x="12" y="52"/>
                    </a:cubicBezTo>
                    <a:cubicBezTo>
                      <a:pt x="13" y="53"/>
                      <a:pt x="19" y="63"/>
                      <a:pt x="20" y="62"/>
                    </a:cubicBezTo>
                    <a:cubicBezTo>
                      <a:pt x="20" y="60"/>
                      <a:pt x="18" y="56"/>
                      <a:pt x="20" y="54"/>
                    </a:cubicBezTo>
                    <a:cubicBezTo>
                      <a:pt x="23" y="52"/>
                      <a:pt x="25" y="55"/>
                      <a:pt x="25" y="49"/>
                    </a:cubicBezTo>
                    <a:cubicBezTo>
                      <a:pt x="25" y="43"/>
                      <a:pt x="27" y="44"/>
                      <a:pt x="25" y="4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170">
                <a:extLst>
                  <a:ext uri="{FF2B5EF4-FFF2-40B4-BE49-F238E27FC236}">
                    <a16:creationId xmlns:a16="http://schemas.microsoft.com/office/drawing/2014/main" id="{B66750E4-EDC1-40DF-9A9D-1FC19EA15778}"/>
                  </a:ext>
                </a:extLst>
              </p:cNvPr>
              <p:cNvSpPr>
                <a:spLocks/>
              </p:cNvSpPr>
              <p:nvPr/>
            </p:nvSpPr>
            <p:spPr bwMode="auto">
              <a:xfrm>
                <a:off x="6174440" y="3276736"/>
                <a:ext cx="143039" cy="97869"/>
              </a:xfrm>
              <a:custGeom>
                <a:avLst/>
                <a:gdLst>
                  <a:gd name="T0" fmla="*/ 50 w 62"/>
                  <a:gd name="T1" fmla="*/ 34 h 42"/>
                  <a:gd name="T2" fmla="*/ 53 w 62"/>
                  <a:gd name="T3" fmla="*/ 36 h 42"/>
                  <a:gd name="T4" fmla="*/ 59 w 62"/>
                  <a:gd name="T5" fmla="*/ 38 h 42"/>
                  <a:gd name="T6" fmla="*/ 62 w 62"/>
                  <a:gd name="T7" fmla="*/ 38 h 42"/>
                  <a:gd name="T8" fmla="*/ 60 w 62"/>
                  <a:gd name="T9" fmla="*/ 27 h 42"/>
                  <a:gd name="T10" fmla="*/ 52 w 62"/>
                  <a:gd name="T11" fmla="*/ 22 h 42"/>
                  <a:gd name="T12" fmla="*/ 51 w 62"/>
                  <a:gd name="T13" fmla="*/ 15 h 42"/>
                  <a:gd name="T14" fmla="*/ 40 w 62"/>
                  <a:gd name="T15" fmla="*/ 16 h 42"/>
                  <a:gd name="T16" fmla="*/ 34 w 62"/>
                  <a:gd name="T17" fmla="*/ 14 h 42"/>
                  <a:gd name="T18" fmla="*/ 26 w 62"/>
                  <a:gd name="T19" fmla="*/ 14 h 42"/>
                  <a:gd name="T20" fmla="*/ 15 w 62"/>
                  <a:gd name="T21" fmla="*/ 13 h 42"/>
                  <a:gd name="T22" fmla="*/ 21 w 62"/>
                  <a:gd name="T23" fmla="*/ 8 h 42"/>
                  <a:gd name="T24" fmla="*/ 23 w 62"/>
                  <a:gd name="T25" fmla="*/ 8 h 42"/>
                  <a:gd name="T26" fmla="*/ 26 w 62"/>
                  <a:gd name="T27" fmla="*/ 2 h 42"/>
                  <a:gd name="T28" fmla="*/ 20 w 62"/>
                  <a:gd name="T29" fmla="*/ 3 h 42"/>
                  <a:gd name="T30" fmla="*/ 14 w 62"/>
                  <a:gd name="T31" fmla="*/ 4 h 42"/>
                  <a:gd name="T32" fmla="*/ 10 w 62"/>
                  <a:gd name="T33" fmla="*/ 9 h 42"/>
                  <a:gd name="T34" fmla="*/ 8 w 62"/>
                  <a:gd name="T35" fmla="*/ 13 h 42"/>
                  <a:gd name="T36" fmla="*/ 0 w 62"/>
                  <a:gd name="T37" fmla="*/ 16 h 42"/>
                  <a:gd name="T38" fmla="*/ 5 w 62"/>
                  <a:gd name="T39" fmla="*/ 22 h 42"/>
                  <a:gd name="T40" fmla="*/ 6 w 62"/>
                  <a:gd name="T41" fmla="*/ 29 h 42"/>
                  <a:gd name="T42" fmla="*/ 3 w 62"/>
                  <a:gd name="T43" fmla="*/ 38 h 42"/>
                  <a:gd name="T44" fmla="*/ 7 w 62"/>
                  <a:gd name="T45" fmla="*/ 38 h 42"/>
                  <a:gd name="T46" fmla="*/ 15 w 62"/>
                  <a:gd name="T47" fmla="*/ 36 h 42"/>
                  <a:gd name="T48" fmla="*/ 23 w 62"/>
                  <a:gd name="T49" fmla="*/ 32 h 42"/>
                  <a:gd name="T50" fmla="*/ 30 w 62"/>
                  <a:gd name="T51" fmla="*/ 25 h 42"/>
                  <a:gd name="T52" fmla="*/ 33 w 62"/>
                  <a:gd name="T53" fmla="*/ 32 h 42"/>
                  <a:gd name="T54" fmla="*/ 33 w 62"/>
                  <a:gd name="T55" fmla="*/ 41 h 42"/>
                  <a:gd name="T56" fmla="*/ 37 w 62"/>
                  <a:gd name="T57" fmla="*/ 41 h 42"/>
                  <a:gd name="T58" fmla="*/ 41 w 62"/>
                  <a:gd name="T59" fmla="*/ 40 h 42"/>
                  <a:gd name="T60" fmla="*/ 50 w 62"/>
                  <a:gd name="T61" fmla="*/ 3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2" h="42">
                    <a:moveTo>
                      <a:pt x="50" y="34"/>
                    </a:moveTo>
                    <a:cubicBezTo>
                      <a:pt x="52" y="35"/>
                      <a:pt x="52" y="37"/>
                      <a:pt x="53" y="36"/>
                    </a:cubicBezTo>
                    <a:cubicBezTo>
                      <a:pt x="55" y="36"/>
                      <a:pt x="58" y="37"/>
                      <a:pt x="59" y="38"/>
                    </a:cubicBezTo>
                    <a:cubicBezTo>
                      <a:pt x="60" y="38"/>
                      <a:pt x="62" y="38"/>
                      <a:pt x="62" y="38"/>
                    </a:cubicBezTo>
                    <a:cubicBezTo>
                      <a:pt x="62" y="38"/>
                      <a:pt x="60" y="29"/>
                      <a:pt x="60" y="27"/>
                    </a:cubicBezTo>
                    <a:cubicBezTo>
                      <a:pt x="60" y="24"/>
                      <a:pt x="52" y="22"/>
                      <a:pt x="52" y="22"/>
                    </a:cubicBezTo>
                    <a:cubicBezTo>
                      <a:pt x="51" y="15"/>
                      <a:pt x="51" y="15"/>
                      <a:pt x="51" y="15"/>
                    </a:cubicBezTo>
                    <a:cubicBezTo>
                      <a:pt x="51" y="15"/>
                      <a:pt x="42" y="16"/>
                      <a:pt x="40" y="16"/>
                    </a:cubicBezTo>
                    <a:cubicBezTo>
                      <a:pt x="39" y="15"/>
                      <a:pt x="35" y="16"/>
                      <a:pt x="34" y="14"/>
                    </a:cubicBezTo>
                    <a:cubicBezTo>
                      <a:pt x="32" y="12"/>
                      <a:pt x="29" y="16"/>
                      <a:pt x="26" y="14"/>
                    </a:cubicBezTo>
                    <a:cubicBezTo>
                      <a:pt x="23" y="12"/>
                      <a:pt x="15" y="15"/>
                      <a:pt x="15" y="13"/>
                    </a:cubicBezTo>
                    <a:cubicBezTo>
                      <a:pt x="15" y="11"/>
                      <a:pt x="18" y="8"/>
                      <a:pt x="21" y="8"/>
                    </a:cubicBezTo>
                    <a:cubicBezTo>
                      <a:pt x="21" y="8"/>
                      <a:pt x="22" y="8"/>
                      <a:pt x="23" y="8"/>
                    </a:cubicBezTo>
                    <a:cubicBezTo>
                      <a:pt x="24" y="7"/>
                      <a:pt x="26" y="3"/>
                      <a:pt x="26" y="2"/>
                    </a:cubicBezTo>
                    <a:cubicBezTo>
                      <a:pt x="25" y="0"/>
                      <a:pt x="22" y="1"/>
                      <a:pt x="20" y="3"/>
                    </a:cubicBezTo>
                    <a:cubicBezTo>
                      <a:pt x="19" y="4"/>
                      <a:pt x="15" y="2"/>
                      <a:pt x="14" y="4"/>
                    </a:cubicBezTo>
                    <a:cubicBezTo>
                      <a:pt x="14" y="6"/>
                      <a:pt x="13" y="9"/>
                      <a:pt x="10" y="9"/>
                    </a:cubicBezTo>
                    <a:cubicBezTo>
                      <a:pt x="8" y="9"/>
                      <a:pt x="10" y="12"/>
                      <a:pt x="8" y="13"/>
                    </a:cubicBezTo>
                    <a:cubicBezTo>
                      <a:pt x="6" y="14"/>
                      <a:pt x="1" y="14"/>
                      <a:pt x="0" y="16"/>
                    </a:cubicBezTo>
                    <a:cubicBezTo>
                      <a:pt x="0" y="18"/>
                      <a:pt x="6" y="20"/>
                      <a:pt x="5" y="22"/>
                    </a:cubicBezTo>
                    <a:cubicBezTo>
                      <a:pt x="5" y="25"/>
                      <a:pt x="8" y="28"/>
                      <a:pt x="6" y="29"/>
                    </a:cubicBezTo>
                    <a:cubicBezTo>
                      <a:pt x="4" y="31"/>
                      <a:pt x="3" y="33"/>
                      <a:pt x="3" y="38"/>
                    </a:cubicBezTo>
                    <a:cubicBezTo>
                      <a:pt x="4" y="39"/>
                      <a:pt x="6" y="40"/>
                      <a:pt x="7" y="38"/>
                    </a:cubicBezTo>
                    <a:cubicBezTo>
                      <a:pt x="8" y="36"/>
                      <a:pt x="15" y="38"/>
                      <a:pt x="15" y="36"/>
                    </a:cubicBezTo>
                    <a:cubicBezTo>
                      <a:pt x="15" y="34"/>
                      <a:pt x="23" y="34"/>
                      <a:pt x="23" y="32"/>
                    </a:cubicBezTo>
                    <a:cubicBezTo>
                      <a:pt x="23" y="30"/>
                      <a:pt x="27" y="25"/>
                      <a:pt x="30" y="25"/>
                    </a:cubicBezTo>
                    <a:cubicBezTo>
                      <a:pt x="33" y="25"/>
                      <a:pt x="30" y="30"/>
                      <a:pt x="33" y="32"/>
                    </a:cubicBezTo>
                    <a:cubicBezTo>
                      <a:pt x="36" y="33"/>
                      <a:pt x="31" y="39"/>
                      <a:pt x="33" y="41"/>
                    </a:cubicBezTo>
                    <a:cubicBezTo>
                      <a:pt x="34" y="42"/>
                      <a:pt x="35" y="42"/>
                      <a:pt x="37" y="41"/>
                    </a:cubicBezTo>
                    <a:cubicBezTo>
                      <a:pt x="38" y="41"/>
                      <a:pt x="40" y="40"/>
                      <a:pt x="41" y="40"/>
                    </a:cubicBezTo>
                    <a:cubicBezTo>
                      <a:pt x="45" y="37"/>
                      <a:pt x="49" y="33"/>
                      <a:pt x="50" y="3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171">
                <a:extLst>
                  <a:ext uri="{FF2B5EF4-FFF2-40B4-BE49-F238E27FC236}">
                    <a16:creationId xmlns:a16="http://schemas.microsoft.com/office/drawing/2014/main" id="{0164B8D6-87C3-4035-A187-B339C5CB0281}"/>
                  </a:ext>
                </a:extLst>
              </p:cNvPr>
              <p:cNvSpPr>
                <a:spLocks/>
              </p:cNvSpPr>
              <p:nvPr/>
            </p:nvSpPr>
            <p:spPr bwMode="auto">
              <a:xfrm>
                <a:off x="3456704" y="3601710"/>
                <a:ext cx="16311" cy="35132"/>
              </a:xfrm>
              <a:custGeom>
                <a:avLst/>
                <a:gdLst>
                  <a:gd name="T0" fmla="*/ 6 w 7"/>
                  <a:gd name="T1" fmla="*/ 14 h 15"/>
                  <a:gd name="T2" fmla="*/ 3 w 7"/>
                  <a:gd name="T3" fmla="*/ 11 h 15"/>
                  <a:gd name="T4" fmla="*/ 0 w 7"/>
                  <a:gd name="T5" fmla="*/ 6 h 15"/>
                  <a:gd name="T6" fmla="*/ 3 w 7"/>
                  <a:gd name="T7" fmla="*/ 3 h 15"/>
                  <a:gd name="T8" fmla="*/ 4 w 7"/>
                  <a:gd name="T9" fmla="*/ 9 h 15"/>
                  <a:gd name="T10" fmla="*/ 6 w 7"/>
                  <a:gd name="T11" fmla="*/ 14 h 15"/>
                </a:gdLst>
                <a:ahLst/>
                <a:cxnLst>
                  <a:cxn ang="0">
                    <a:pos x="T0" y="T1"/>
                  </a:cxn>
                  <a:cxn ang="0">
                    <a:pos x="T2" y="T3"/>
                  </a:cxn>
                  <a:cxn ang="0">
                    <a:pos x="T4" y="T5"/>
                  </a:cxn>
                  <a:cxn ang="0">
                    <a:pos x="T6" y="T7"/>
                  </a:cxn>
                  <a:cxn ang="0">
                    <a:pos x="T8" y="T9"/>
                  </a:cxn>
                  <a:cxn ang="0">
                    <a:pos x="T10" y="T11"/>
                  </a:cxn>
                </a:cxnLst>
                <a:rect l="0" t="0" r="r" b="b"/>
                <a:pathLst>
                  <a:path w="7" h="15">
                    <a:moveTo>
                      <a:pt x="6" y="14"/>
                    </a:moveTo>
                    <a:cubicBezTo>
                      <a:pt x="6" y="15"/>
                      <a:pt x="3" y="13"/>
                      <a:pt x="3" y="11"/>
                    </a:cubicBezTo>
                    <a:cubicBezTo>
                      <a:pt x="3" y="9"/>
                      <a:pt x="0" y="9"/>
                      <a:pt x="0" y="6"/>
                    </a:cubicBezTo>
                    <a:cubicBezTo>
                      <a:pt x="0" y="2"/>
                      <a:pt x="2" y="0"/>
                      <a:pt x="3" y="3"/>
                    </a:cubicBezTo>
                    <a:cubicBezTo>
                      <a:pt x="5" y="6"/>
                      <a:pt x="4" y="8"/>
                      <a:pt x="4" y="9"/>
                    </a:cubicBezTo>
                    <a:cubicBezTo>
                      <a:pt x="4" y="11"/>
                      <a:pt x="7" y="12"/>
                      <a:pt x="6" y="14"/>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172">
                <a:extLst>
                  <a:ext uri="{FF2B5EF4-FFF2-40B4-BE49-F238E27FC236}">
                    <a16:creationId xmlns:a16="http://schemas.microsoft.com/office/drawing/2014/main" id="{6B4015FF-BF2A-4F46-AB18-CAD2C2835941}"/>
                  </a:ext>
                </a:extLst>
              </p:cNvPr>
              <p:cNvSpPr>
                <a:spLocks/>
              </p:cNvSpPr>
              <p:nvPr/>
            </p:nvSpPr>
            <p:spPr bwMode="auto">
              <a:xfrm>
                <a:off x="3762857" y="3884023"/>
                <a:ext cx="23840" cy="17566"/>
              </a:xfrm>
              <a:custGeom>
                <a:avLst/>
                <a:gdLst>
                  <a:gd name="T0" fmla="*/ 2 w 10"/>
                  <a:gd name="T1" fmla="*/ 7 h 8"/>
                  <a:gd name="T2" fmla="*/ 2 w 10"/>
                  <a:gd name="T3" fmla="*/ 4 h 8"/>
                  <a:gd name="T4" fmla="*/ 7 w 10"/>
                  <a:gd name="T5" fmla="*/ 2 h 8"/>
                  <a:gd name="T6" fmla="*/ 8 w 10"/>
                  <a:gd name="T7" fmla="*/ 7 h 8"/>
                  <a:gd name="T8" fmla="*/ 2 w 10"/>
                  <a:gd name="T9" fmla="*/ 7 h 8"/>
                </a:gdLst>
                <a:ahLst/>
                <a:cxnLst>
                  <a:cxn ang="0">
                    <a:pos x="T0" y="T1"/>
                  </a:cxn>
                  <a:cxn ang="0">
                    <a:pos x="T2" y="T3"/>
                  </a:cxn>
                  <a:cxn ang="0">
                    <a:pos x="T4" y="T5"/>
                  </a:cxn>
                  <a:cxn ang="0">
                    <a:pos x="T6" y="T7"/>
                  </a:cxn>
                  <a:cxn ang="0">
                    <a:pos x="T8" y="T9"/>
                  </a:cxn>
                </a:cxnLst>
                <a:rect l="0" t="0" r="r" b="b"/>
                <a:pathLst>
                  <a:path w="10" h="8">
                    <a:moveTo>
                      <a:pt x="2" y="7"/>
                    </a:moveTo>
                    <a:cubicBezTo>
                      <a:pt x="1" y="6"/>
                      <a:pt x="3" y="4"/>
                      <a:pt x="2" y="4"/>
                    </a:cubicBezTo>
                    <a:cubicBezTo>
                      <a:pt x="0" y="3"/>
                      <a:pt x="6" y="0"/>
                      <a:pt x="7" y="2"/>
                    </a:cubicBezTo>
                    <a:cubicBezTo>
                      <a:pt x="9" y="4"/>
                      <a:pt x="10" y="6"/>
                      <a:pt x="8" y="7"/>
                    </a:cubicBezTo>
                    <a:cubicBezTo>
                      <a:pt x="6" y="7"/>
                      <a:pt x="3" y="8"/>
                      <a:pt x="2" y="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2" name="Freeform 173">
                <a:extLst>
                  <a:ext uri="{FF2B5EF4-FFF2-40B4-BE49-F238E27FC236}">
                    <a16:creationId xmlns:a16="http://schemas.microsoft.com/office/drawing/2014/main" id="{8365C8BD-71AA-4763-8DA0-E3ECD91AF532}"/>
                  </a:ext>
                </a:extLst>
              </p:cNvPr>
              <p:cNvSpPr>
                <a:spLocks/>
              </p:cNvSpPr>
              <p:nvPr/>
            </p:nvSpPr>
            <p:spPr bwMode="auto">
              <a:xfrm>
                <a:off x="5717720" y="3267953"/>
                <a:ext cx="62736" cy="52698"/>
              </a:xfrm>
              <a:custGeom>
                <a:avLst/>
                <a:gdLst>
                  <a:gd name="T0" fmla="*/ 25 w 27"/>
                  <a:gd name="T1" fmla="*/ 18 h 23"/>
                  <a:gd name="T2" fmla="*/ 20 w 27"/>
                  <a:gd name="T3" fmla="*/ 12 h 23"/>
                  <a:gd name="T4" fmla="*/ 17 w 27"/>
                  <a:gd name="T5" fmla="*/ 6 h 23"/>
                  <a:gd name="T6" fmla="*/ 15 w 27"/>
                  <a:gd name="T7" fmla="*/ 1 h 23"/>
                  <a:gd name="T8" fmla="*/ 8 w 27"/>
                  <a:gd name="T9" fmla="*/ 1 h 23"/>
                  <a:gd name="T10" fmla="*/ 0 w 27"/>
                  <a:gd name="T11" fmla="*/ 2 h 23"/>
                  <a:gd name="T12" fmla="*/ 2 w 27"/>
                  <a:gd name="T13" fmla="*/ 9 h 23"/>
                  <a:gd name="T14" fmla="*/ 8 w 27"/>
                  <a:gd name="T15" fmla="*/ 11 h 23"/>
                  <a:gd name="T16" fmla="*/ 9 w 27"/>
                  <a:gd name="T17" fmla="*/ 14 h 23"/>
                  <a:gd name="T18" fmla="*/ 10 w 27"/>
                  <a:gd name="T19" fmla="*/ 14 h 23"/>
                  <a:gd name="T20" fmla="*/ 12 w 27"/>
                  <a:gd name="T21" fmla="*/ 16 h 23"/>
                  <a:gd name="T22" fmla="*/ 16 w 27"/>
                  <a:gd name="T23" fmla="*/ 18 h 23"/>
                  <a:gd name="T24" fmla="*/ 20 w 27"/>
                  <a:gd name="T25" fmla="*/ 19 h 23"/>
                  <a:gd name="T26" fmla="*/ 22 w 27"/>
                  <a:gd name="T27" fmla="*/ 23 h 23"/>
                  <a:gd name="T28" fmla="*/ 27 w 27"/>
                  <a:gd name="T29" fmla="*/ 22 h 23"/>
                  <a:gd name="T30" fmla="*/ 25 w 27"/>
                  <a:gd name="T31" fmla="*/ 1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23">
                    <a:moveTo>
                      <a:pt x="25" y="18"/>
                    </a:moveTo>
                    <a:cubicBezTo>
                      <a:pt x="25" y="16"/>
                      <a:pt x="20" y="15"/>
                      <a:pt x="20" y="12"/>
                    </a:cubicBezTo>
                    <a:cubicBezTo>
                      <a:pt x="20" y="10"/>
                      <a:pt x="17" y="8"/>
                      <a:pt x="17" y="6"/>
                    </a:cubicBezTo>
                    <a:cubicBezTo>
                      <a:pt x="18" y="5"/>
                      <a:pt x="16" y="3"/>
                      <a:pt x="15" y="1"/>
                    </a:cubicBezTo>
                    <a:cubicBezTo>
                      <a:pt x="13" y="1"/>
                      <a:pt x="10" y="0"/>
                      <a:pt x="8" y="1"/>
                    </a:cubicBezTo>
                    <a:cubicBezTo>
                      <a:pt x="5" y="1"/>
                      <a:pt x="3" y="2"/>
                      <a:pt x="0" y="2"/>
                    </a:cubicBezTo>
                    <a:cubicBezTo>
                      <a:pt x="1" y="5"/>
                      <a:pt x="0" y="5"/>
                      <a:pt x="2" y="9"/>
                    </a:cubicBezTo>
                    <a:cubicBezTo>
                      <a:pt x="3" y="12"/>
                      <a:pt x="7" y="10"/>
                      <a:pt x="8" y="11"/>
                    </a:cubicBezTo>
                    <a:cubicBezTo>
                      <a:pt x="8" y="12"/>
                      <a:pt x="9" y="13"/>
                      <a:pt x="9" y="14"/>
                    </a:cubicBezTo>
                    <a:cubicBezTo>
                      <a:pt x="9" y="14"/>
                      <a:pt x="10" y="14"/>
                      <a:pt x="10" y="14"/>
                    </a:cubicBezTo>
                    <a:cubicBezTo>
                      <a:pt x="11" y="14"/>
                      <a:pt x="12" y="15"/>
                      <a:pt x="12" y="16"/>
                    </a:cubicBezTo>
                    <a:cubicBezTo>
                      <a:pt x="14" y="16"/>
                      <a:pt x="15" y="17"/>
                      <a:pt x="16" y="18"/>
                    </a:cubicBezTo>
                    <a:cubicBezTo>
                      <a:pt x="17" y="18"/>
                      <a:pt x="18" y="17"/>
                      <a:pt x="20" y="19"/>
                    </a:cubicBezTo>
                    <a:cubicBezTo>
                      <a:pt x="22" y="21"/>
                      <a:pt x="22" y="22"/>
                      <a:pt x="22" y="23"/>
                    </a:cubicBezTo>
                    <a:cubicBezTo>
                      <a:pt x="23" y="23"/>
                      <a:pt x="25" y="23"/>
                      <a:pt x="27" y="22"/>
                    </a:cubicBezTo>
                    <a:cubicBezTo>
                      <a:pt x="26" y="21"/>
                      <a:pt x="25" y="19"/>
                      <a:pt x="25" y="18"/>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3" name="Freeform 174">
                <a:extLst>
                  <a:ext uri="{FF2B5EF4-FFF2-40B4-BE49-F238E27FC236}">
                    <a16:creationId xmlns:a16="http://schemas.microsoft.com/office/drawing/2014/main" id="{19CBFC91-307F-4A75-AF4D-954E5F06675E}"/>
                  </a:ext>
                </a:extLst>
              </p:cNvPr>
              <p:cNvSpPr>
                <a:spLocks noEditPoints="1"/>
              </p:cNvSpPr>
              <p:nvPr/>
            </p:nvSpPr>
            <p:spPr bwMode="auto">
              <a:xfrm>
                <a:off x="5745324" y="3256660"/>
                <a:ext cx="92850" cy="75284"/>
              </a:xfrm>
              <a:custGeom>
                <a:avLst/>
                <a:gdLst>
                  <a:gd name="T0" fmla="*/ 38 w 40"/>
                  <a:gd name="T1" fmla="*/ 11 h 33"/>
                  <a:gd name="T2" fmla="*/ 31 w 40"/>
                  <a:gd name="T3" fmla="*/ 2 h 33"/>
                  <a:gd name="T4" fmla="*/ 25 w 40"/>
                  <a:gd name="T5" fmla="*/ 5 h 33"/>
                  <a:gd name="T6" fmla="*/ 22 w 40"/>
                  <a:gd name="T7" fmla="*/ 5 h 33"/>
                  <a:gd name="T8" fmla="*/ 16 w 40"/>
                  <a:gd name="T9" fmla="*/ 1 h 33"/>
                  <a:gd name="T10" fmla="*/ 13 w 40"/>
                  <a:gd name="T11" fmla="*/ 0 h 33"/>
                  <a:gd name="T12" fmla="*/ 12 w 40"/>
                  <a:gd name="T13" fmla="*/ 3 h 33"/>
                  <a:gd name="T14" fmla="*/ 14 w 40"/>
                  <a:gd name="T15" fmla="*/ 7 h 33"/>
                  <a:gd name="T16" fmla="*/ 8 w 40"/>
                  <a:gd name="T17" fmla="*/ 6 h 33"/>
                  <a:gd name="T18" fmla="*/ 3 w 40"/>
                  <a:gd name="T19" fmla="*/ 4 h 33"/>
                  <a:gd name="T20" fmla="*/ 5 w 40"/>
                  <a:gd name="T21" fmla="*/ 11 h 33"/>
                  <a:gd name="T22" fmla="*/ 8 w 40"/>
                  <a:gd name="T23" fmla="*/ 17 h 33"/>
                  <a:gd name="T24" fmla="*/ 13 w 40"/>
                  <a:gd name="T25" fmla="*/ 23 h 33"/>
                  <a:gd name="T26" fmla="*/ 15 w 40"/>
                  <a:gd name="T27" fmla="*/ 27 h 33"/>
                  <a:gd name="T28" fmla="*/ 24 w 40"/>
                  <a:gd name="T29" fmla="*/ 21 h 33"/>
                  <a:gd name="T30" fmla="*/ 26 w 40"/>
                  <a:gd name="T31" fmla="*/ 29 h 33"/>
                  <a:gd name="T32" fmla="*/ 32 w 40"/>
                  <a:gd name="T33" fmla="*/ 33 h 33"/>
                  <a:gd name="T34" fmla="*/ 33 w 40"/>
                  <a:gd name="T35" fmla="*/ 28 h 33"/>
                  <a:gd name="T36" fmla="*/ 38 w 40"/>
                  <a:gd name="T37" fmla="*/ 11 h 33"/>
                  <a:gd name="T38" fmla="*/ 4 w 40"/>
                  <a:gd name="T39" fmla="*/ 23 h 33"/>
                  <a:gd name="T40" fmla="*/ 0 w 40"/>
                  <a:gd name="T41" fmla="*/ 21 h 33"/>
                  <a:gd name="T42" fmla="*/ 3 w 40"/>
                  <a:gd name="T43" fmla="*/ 25 h 33"/>
                  <a:gd name="T44" fmla="*/ 8 w 40"/>
                  <a:gd name="T45" fmla="*/ 28 h 33"/>
                  <a:gd name="T46" fmla="*/ 10 w 40"/>
                  <a:gd name="T47" fmla="*/ 28 h 33"/>
                  <a:gd name="T48" fmla="*/ 8 w 40"/>
                  <a:gd name="T49" fmla="*/ 24 h 33"/>
                  <a:gd name="T50" fmla="*/ 4 w 40"/>
                  <a:gd name="T51"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 h="33">
                    <a:moveTo>
                      <a:pt x="38" y="11"/>
                    </a:moveTo>
                    <a:cubicBezTo>
                      <a:pt x="37" y="9"/>
                      <a:pt x="34" y="6"/>
                      <a:pt x="31" y="2"/>
                    </a:cubicBezTo>
                    <a:cubicBezTo>
                      <a:pt x="30" y="5"/>
                      <a:pt x="26" y="4"/>
                      <a:pt x="25" y="5"/>
                    </a:cubicBezTo>
                    <a:cubicBezTo>
                      <a:pt x="25" y="7"/>
                      <a:pt x="23" y="5"/>
                      <a:pt x="22" y="5"/>
                    </a:cubicBezTo>
                    <a:cubicBezTo>
                      <a:pt x="21" y="6"/>
                      <a:pt x="18" y="2"/>
                      <a:pt x="16" y="1"/>
                    </a:cubicBezTo>
                    <a:cubicBezTo>
                      <a:pt x="15" y="1"/>
                      <a:pt x="14" y="1"/>
                      <a:pt x="13" y="0"/>
                    </a:cubicBezTo>
                    <a:cubicBezTo>
                      <a:pt x="12" y="1"/>
                      <a:pt x="11" y="2"/>
                      <a:pt x="12" y="3"/>
                    </a:cubicBezTo>
                    <a:cubicBezTo>
                      <a:pt x="12" y="4"/>
                      <a:pt x="16" y="5"/>
                      <a:pt x="14" y="7"/>
                    </a:cubicBezTo>
                    <a:cubicBezTo>
                      <a:pt x="13" y="8"/>
                      <a:pt x="9" y="7"/>
                      <a:pt x="8" y="6"/>
                    </a:cubicBezTo>
                    <a:cubicBezTo>
                      <a:pt x="7" y="5"/>
                      <a:pt x="3" y="3"/>
                      <a:pt x="3" y="4"/>
                    </a:cubicBezTo>
                    <a:cubicBezTo>
                      <a:pt x="2" y="6"/>
                      <a:pt x="6" y="9"/>
                      <a:pt x="5" y="11"/>
                    </a:cubicBezTo>
                    <a:cubicBezTo>
                      <a:pt x="5" y="13"/>
                      <a:pt x="8" y="15"/>
                      <a:pt x="8" y="17"/>
                    </a:cubicBezTo>
                    <a:cubicBezTo>
                      <a:pt x="8" y="20"/>
                      <a:pt x="13" y="21"/>
                      <a:pt x="13" y="23"/>
                    </a:cubicBezTo>
                    <a:cubicBezTo>
                      <a:pt x="13" y="24"/>
                      <a:pt x="14" y="26"/>
                      <a:pt x="15" y="27"/>
                    </a:cubicBezTo>
                    <a:cubicBezTo>
                      <a:pt x="19" y="26"/>
                      <a:pt x="22" y="23"/>
                      <a:pt x="24" y="21"/>
                    </a:cubicBezTo>
                    <a:cubicBezTo>
                      <a:pt x="28" y="19"/>
                      <a:pt x="27" y="27"/>
                      <a:pt x="26" y="29"/>
                    </a:cubicBezTo>
                    <a:cubicBezTo>
                      <a:pt x="25" y="30"/>
                      <a:pt x="29" y="32"/>
                      <a:pt x="32" y="33"/>
                    </a:cubicBezTo>
                    <a:cubicBezTo>
                      <a:pt x="32" y="31"/>
                      <a:pt x="32" y="29"/>
                      <a:pt x="33" y="28"/>
                    </a:cubicBezTo>
                    <a:cubicBezTo>
                      <a:pt x="37" y="23"/>
                      <a:pt x="40" y="15"/>
                      <a:pt x="38" y="11"/>
                    </a:cubicBezTo>
                    <a:close/>
                    <a:moveTo>
                      <a:pt x="4" y="23"/>
                    </a:moveTo>
                    <a:cubicBezTo>
                      <a:pt x="3" y="22"/>
                      <a:pt x="2" y="21"/>
                      <a:pt x="0" y="21"/>
                    </a:cubicBezTo>
                    <a:cubicBezTo>
                      <a:pt x="1" y="22"/>
                      <a:pt x="1" y="24"/>
                      <a:pt x="3" y="25"/>
                    </a:cubicBezTo>
                    <a:cubicBezTo>
                      <a:pt x="6" y="27"/>
                      <a:pt x="1" y="27"/>
                      <a:pt x="8" y="28"/>
                    </a:cubicBezTo>
                    <a:cubicBezTo>
                      <a:pt x="9" y="28"/>
                      <a:pt x="9" y="28"/>
                      <a:pt x="10" y="28"/>
                    </a:cubicBezTo>
                    <a:cubicBezTo>
                      <a:pt x="10" y="27"/>
                      <a:pt x="10" y="26"/>
                      <a:pt x="8" y="24"/>
                    </a:cubicBezTo>
                    <a:cubicBezTo>
                      <a:pt x="6" y="22"/>
                      <a:pt x="5" y="23"/>
                      <a:pt x="4" y="2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4" name="Freeform 175">
                <a:extLst>
                  <a:ext uri="{FF2B5EF4-FFF2-40B4-BE49-F238E27FC236}">
                    <a16:creationId xmlns:a16="http://schemas.microsoft.com/office/drawing/2014/main" id="{7DB09ADC-EE60-4BFA-8965-A13CE0877C94}"/>
                  </a:ext>
                </a:extLst>
              </p:cNvPr>
              <p:cNvSpPr>
                <a:spLocks/>
              </p:cNvSpPr>
              <p:nvPr/>
            </p:nvSpPr>
            <p:spPr bwMode="auto">
              <a:xfrm>
                <a:off x="6041439" y="3334453"/>
                <a:ext cx="264747" cy="189464"/>
              </a:xfrm>
              <a:custGeom>
                <a:avLst/>
                <a:gdLst>
                  <a:gd name="T0" fmla="*/ 111 w 115"/>
                  <a:gd name="T1" fmla="*/ 11 h 82"/>
                  <a:gd name="T2" fmla="*/ 108 w 115"/>
                  <a:gd name="T3" fmla="*/ 9 h 82"/>
                  <a:gd name="T4" fmla="*/ 99 w 115"/>
                  <a:gd name="T5" fmla="*/ 15 h 82"/>
                  <a:gd name="T6" fmla="*/ 95 w 115"/>
                  <a:gd name="T7" fmla="*/ 16 h 82"/>
                  <a:gd name="T8" fmla="*/ 91 w 115"/>
                  <a:gd name="T9" fmla="*/ 16 h 82"/>
                  <a:gd name="T10" fmla="*/ 91 w 115"/>
                  <a:gd name="T11" fmla="*/ 7 h 82"/>
                  <a:gd name="T12" fmla="*/ 88 w 115"/>
                  <a:gd name="T13" fmla="*/ 0 h 82"/>
                  <a:gd name="T14" fmla="*/ 81 w 115"/>
                  <a:gd name="T15" fmla="*/ 7 h 82"/>
                  <a:gd name="T16" fmla="*/ 73 w 115"/>
                  <a:gd name="T17" fmla="*/ 11 h 82"/>
                  <a:gd name="T18" fmla="*/ 65 w 115"/>
                  <a:gd name="T19" fmla="*/ 13 h 82"/>
                  <a:gd name="T20" fmla="*/ 58 w 115"/>
                  <a:gd name="T21" fmla="*/ 11 h 82"/>
                  <a:gd name="T22" fmla="*/ 51 w 115"/>
                  <a:gd name="T23" fmla="*/ 9 h 82"/>
                  <a:gd name="T24" fmla="*/ 44 w 115"/>
                  <a:gd name="T25" fmla="*/ 8 h 82"/>
                  <a:gd name="T26" fmla="*/ 38 w 115"/>
                  <a:gd name="T27" fmla="*/ 11 h 82"/>
                  <a:gd name="T28" fmla="*/ 33 w 115"/>
                  <a:gd name="T29" fmla="*/ 19 h 82"/>
                  <a:gd name="T30" fmla="*/ 22 w 115"/>
                  <a:gd name="T31" fmla="*/ 26 h 82"/>
                  <a:gd name="T32" fmla="*/ 15 w 115"/>
                  <a:gd name="T33" fmla="*/ 29 h 82"/>
                  <a:gd name="T34" fmla="*/ 9 w 115"/>
                  <a:gd name="T35" fmla="*/ 27 h 82"/>
                  <a:gd name="T36" fmla="*/ 6 w 115"/>
                  <a:gd name="T37" fmla="*/ 31 h 82"/>
                  <a:gd name="T38" fmla="*/ 2 w 115"/>
                  <a:gd name="T39" fmla="*/ 37 h 82"/>
                  <a:gd name="T40" fmla="*/ 1 w 115"/>
                  <a:gd name="T41" fmla="*/ 44 h 82"/>
                  <a:gd name="T42" fmla="*/ 1 w 115"/>
                  <a:gd name="T43" fmla="*/ 53 h 82"/>
                  <a:gd name="T44" fmla="*/ 3 w 115"/>
                  <a:gd name="T45" fmla="*/ 62 h 82"/>
                  <a:gd name="T46" fmla="*/ 11 w 115"/>
                  <a:gd name="T47" fmla="*/ 66 h 82"/>
                  <a:gd name="T48" fmla="*/ 2 w 115"/>
                  <a:gd name="T49" fmla="*/ 78 h 82"/>
                  <a:gd name="T50" fmla="*/ 4 w 115"/>
                  <a:gd name="T51" fmla="*/ 80 h 82"/>
                  <a:gd name="T52" fmla="*/ 16 w 115"/>
                  <a:gd name="T53" fmla="*/ 82 h 82"/>
                  <a:gd name="T54" fmla="*/ 49 w 115"/>
                  <a:gd name="T55" fmla="*/ 78 h 82"/>
                  <a:gd name="T56" fmla="*/ 48 w 115"/>
                  <a:gd name="T57" fmla="*/ 69 h 82"/>
                  <a:gd name="T58" fmla="*/ 54 w 115"/>
                  <a:gd name="T59" fmla="*/ 66 h 82"/>
                  <a:gd name="T60" fmla="*/ 60 w 115"/>
                  <a:gd name="T61" fmla="*/ 64 h 82"/>
                  <a:gd name="T62" fmla="*/ 68 w 115"/>
                  <a:gd name="T63" fmla="*/ 61 h 82"/>
                  <a:gd name="T64" fmla="*/ 72 w 115"/>
                  <a:gd name="T65" fmla="*/ 58 h 82"/>
                  <a:gd name="T66" fmla="*/ 75 w 115"/>
                  <a:gd name="T67" fmla="*/ 49 h 82"/>
                  <a:gd name="T68" fmla="*/ 80 w 115"/>
                  <a:gd name="T69" fmla="*/ 46 h 82"/>
                  <a:gd name="T70" fmla="*/ 78 w 115"/>
                  <a:gd name="T71" fmla="*/ 41 h 82"/>
                  <a:gd name="T72" fmla="*/ 87 w 115"/>
                  <a:gd name="T73" fmla="*/ 41 h 82"/>
                  <a:gd name="T74" fmla="*/ 87 w 115"/>
                  <a:gd name="T75" fmla="*/ 34 h 82"/>
                  <a:gd name="T76" fmla="*/ 91 w 115"/>
                  <a:gd name="T77" fmla="*/ 29 h 82"/>
                  <a:gd name="T78" fmla="*/ 90 w 115"/>
                  <a:gd name="T79" fmla="*/ 24 h 82"/>
                  <a:gd name="T80" fmla="*/ 91 w 115"/>
                  <a:gd name="T81" fmla="*/ 20 h 82"/>
                  <a:gd name="T82" fmla="*/ 92 w 115"/>
                  <a:gd name="T83" fmla="*/ 19 h 82"/>
                  <a:gd name="T84" fmla="*/ 96 w 115"/>
                  <a:gd name="T85" fmla="*/ 18 h 82"/>
                  <a:gd name="T86" fmla="*/ 107 w 115"/>
                  <a:gd name="T87" fmla="*/ 15 h 82"/>
                  <a:gd name="T88" fmla="*/ 115 w 115"/>
                  <a:gd name="T89" fmla="*/ 12 h 82"/>
                  <a:gd name="T90" fmla="*/ 111 w 115"/>
                  <a:gd name="T91" fmla="*/ 1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15" h="82">
                    <a:moveTo>
                      <a:pt x="111" y="11"/>
                    </a:moveTo>
                    <a:cubicBezTo>
                      <a:pt x="110" y="12"/>
                      <a:pt x="110" y="10"/>
                      <a:pt x="108" y="9"/>
                    </a:cubicBezTo>
                    <a:cubicBezTo>
                      <a:pt x="107" y="8"/>
                      <a:pt x="103" y="12"/>
                      <a:pt x="99" y="15"/>
                    </a:cubicBezTo>
                    <a:cubicBezTo>
                      <a:pt x="98" y="15"/>
                      <a:pt x="96" y="16"/>
                      <a:pt x="95" y="16"/>
                    </a:cubicBezTo>
                    <a:cubicBezTo>
                      <a:pt x="93" y="17"/>
                      <a:pt x="92" y="17"/>
                      <a:pt x="91" y="16"/>
                    </a:cubicBezTo>
                    <a:cubicBezTo>
                      <a:pt x="89" y="14"/>
                      <a:pt x="94" y="8"/>
                      <a:pt x="91" y="7"/>
                    </a:cubicBezTo>
                    <a:cubicBezTo>
                      <a:pt x="88" y="5"/>
                      <a:pt x="91" y="0"/>
                      <a:pt x="88" y="0"/>
                    </a:cubicBezTo>
                    <a:cubicBezTo>
                      <a:pt x="85" y="0"/>
                      <a:pt x="81" y="5"/>
                      <a:pt x="81" y="7"/>
                    </a:cubicBezTo>
                    <a:cubicBezTo>
                      <a:pt x="81" y="9"/>
                      <a:pt x="73" y="9"/>
                      <a:pt x="73" y="11"/>
                    </a:cubicBezTo>
                    <a:cubicBezTo>
                      <a:pt x="73" y="13"/>
                      <a:pt x="66" y="11"/>
                      <a:pt x="65" y="13"/>
                    </a:cubicBezTo>
                    <a:cubicBezTo>
                      <a:pt x="63" y="16"/>
                      <a:pt x="60" y="11"/>
                      <a:pt x="58" y="11"/>
                    </a:cubicBezTo>
                    <a:cubicBezTo>
                      <a:pt x="55" y="11"/>
                      <a:pt x="54" y="8"/>
                      <a:pt x="51" y="9"/>
                    </a:cubicBezTo>
                    <a:cubicBezTo>
                      <a:pt x="48" y="10"/>
                      <a:pt x="47" y="8"/>
                      <a:pt x="44" y="8"/>
                    </a:cubicBezTo>
                    <a:cubicBezTo>
                      <a:pt x="42" y="7"/>
                      <a:pt x="41" y="12"/>
                      <a:pt x="38" y="11"/>
                    </a:cubicBezTo>
                    <a:cubicBezTo>
                      <a:pt x="35" y="11"/>
                      <a:pt x="34" y="16"/>
                      <a:pt x="33" y="19"/>
                    </a:cubicBezTo>
                    <a:cubicBezTo>
                      <a:pt x="32" y="23"/>
                      <a:pt x="21" y="23"/>
                      <a:pt x="22" y="26"/>
                    </a:cubicBezTo>
                    <a:cubicBezTo>
                      <a:pt x="22" y="30"/>
                      <a:pt x="15" y="31"/>
                      <a:pt x="15" y="29"/>
                    </a:cubicBezTo>
                    <a:cubicBezTo>
                      <a:pt x="14" y="26"/>
                      <a:pt x="10" y="28"/>
                      <a:pt x="9" y="27"/>
                    </a:cubicBezTo>
                    <a:cubicBezTo>
                      <a:pt x="8" y="26"/>
                      <a:pt x="5" y="28"/>
                      <a:pt x="6" y="31"/>
                    </a:cubicBezTo>
                    <a:cubicBezTo>
                      <a:pt x="6" y="34"/>
                      <a:pt x="3" y="36"/>
                      <a:pt x="2" y="37"/>
                    </a:cubicBezTo>
                    <a:cubicBezTo>
                      <a:pt x="2" y="38"/>
                      <a:pt x="0" y="42"/>
                      <a:pt x="1" y="44"/>
                    </a:cubicBezTo>
                    <a:cubicBezTo>
                      <a:pt x="3" y="46"/>
                      <a:pt x="0" y="49"/>
                      <a:pt x="1" y="53"/>
                    </a:cubicBezTo>
                    <a:cubicBezTo>
                      <a:pt x="3" y="56"/>
                      <a:pt x="2" y="61"/>
                      <a:pt x="3" y="62"/>
                    </a:cubicBezTo>
                    <a:cubicBezTo>
                      <a:pt x="3" y="63"/>
                      <a:pt x="9" y="63"/>
                      <a:pt x="11" y="66"/>
                    </a:cubicBezTo>
                    <a:cubicBezTo>
                      <a:pt x="12" y="70"/>
                      <a:pt x="3" y="76"/>
                      <a:pt x="2" y="78"/>
                    </a:cubicBezTo>
                    <a:cubicBezTo>
                      <a:pt x="2" y="78"/>
                      <a:pt x="3" y="79"/>
                      <a:pt x="4" y="80"/>
                    </a:cubicBezTo>
                    <a:cubicBezTo>
                      <a:pt x="8" y="80"/>
                      <a:pt x="12" y="81"/>
                      <a:pt x="16" y="82"/>
                    </a:cubicBezTo>
                    <a:cubicBezTo>
                      <a:pt x="22" y="82"/>
                      <a:pt x="48" y="78"/>
                      <a:pt x="49" y="78"/>
                    </a:cubicBezTo>
                    <a:cubicBezTo>
                      <a:pt x="49" y="77"/>
                      <a:pt x="48" y="71"/>
                      <a:pt x="48" y="69"/>
                    </a:cubicBezTo>
                    <a:cubicBezTo>
                      <a:pt x="48" y="68"/>
                      <a:pt x="52" y="65"/>
                      <a:pt x="54" y="66"/>
                    </a:cubicBezTo>
                    <a:cubicBezTo>
                      <a:pt x="57" y="66"/>
                      <a:pt x="60" y="66"/>
                      <a:pt x="60" y="64"/>
                    </a:cubicBezTo>
                    <a:cubicBezTo>
                      <a:pt x="60" y="62"/>
                      <a:pt x="68" y="59"/>
                      <a:pt x="68" y="61"/>
                    </a:cubicBezTo>
                    <a:cubicBezTo>
                      <a:pt x="69" y="63"/>
                      <a:pt x="72" y="63"/>
                      <a:pt x="72" y="58"/>
                    </a:cubicBezTo>
                    <a:cubicBezTo>
                      <a:pt x="73" y="53"/>
                      <a:pt x="72" y="49"/>
                      <a:pt x="75" y="49"/>
                    </a:cubicBezTo>
                    <a:cubicBezTo>
                      <a:pt x="78" y="49"/>
                      <a:pt x="81" y="47"/>
                      <a:pt x="80" y="46"/>
                    </a:cubicBezTo>
                    <a:cubicBezTo>
                      <a:pt x="80" y="44"/>
                      <a:pt x="77" y="42"/>
                      <a:pt x="78" y="41"/>
                    </a:cubicBezTo>
                    <a:cubicBezTo>
                      <a:pt x="79" y="40"/>
                      <a:pt x="86" y="43"/>
                      <a:pt x="87" y="41"/>
                    </a:cubicBezTo>
                    <a:cubicBezTo>
                      <a:pt x="88" y="39"/>
                      <a:pt x="86" y="36"/>
                      <a:pt x="87" y="34"/>
                    </a:cubicBezTo>
                    <a:cubicBezTo>
                      <a:pt x="89" y="33"/>
                      <a:pt x="92" y="31"/>
                      <a:pt x="91" y="29"/>
                    </a:cubicBezTo>
                    <a:cubicBezTo>
                      <a:pt x="91" y="27"/>
                      <a:pt x="92" y="26"/>
                      <a:pt x="90" y="24"/>
                    </a:cubicBezTo>
                    <a:cubicBezTo>
                      <a:pt x="88" y="22"/>
                      <a:pt x="89" y="20"/>
                      <a:pt x="91" y="20"/>
                    </a:cubicBezTo>
                    <a:cubicBezTo>
                      <a:pt x="91" y="20"/>
                      <a:pt x="92" y="20"/>
                      <a:pt x="92" y="19"/>
                    </a:cubicBezTo>
                    <a:cubicBezTo>
                      <a:pt x="94" y="19"/>
                      <a:pt x="95" y="19"/>
                      <a:pt x="96" y="18"/>
                    </a:cubicBezTo>
                    <a:cubicBezTo>
                      <a:pt x="99" y="16"/>
                      <a:pt x="105" y="14"/>
                      <a:pt x="107" y="15"/>
                    </a:cubicBezTo>
                    <a:cubicBezTo>
                      <a:pt x="109" y="15"/>
                      <a:pt x="113" y="15"/>
                      <a:pt x="115" y="12"/>
                    </a:cubicBezTo>
                    <a:cubicBezTo>
                      <a:pt x="114" y="12"/>
                      <a:pt x="112" y="11"/>
                      <a:pt x="111" y="11"/>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5" name="Freeform 176">
                <a:extLst>
                  <a:ext uri="{FF2B5EF4-FFF2-40B4-BE49-F238E27FC236}">
                    <a16:creationId xmlns:a16="http://schemas.microsoft.com/office/drawing/2014/main" id="{5F612F07-26EA-45FC-A6A9-CACAD599B163}"/>
                  </a:ext>
                </a:extLst>
              </p:cNvPr>
              <p:cNvSpPr>
                <a:spLocks/>
              </p:cNvSpPr>
              <p:nvPr/>
            </p:nvSpPr>
            <p:spPr bwMode="auto">
              <a:xfrm>
                <a:off x="6050223" y="3362057"/>
                <a:ext cx="306153" cy="277294"/>
              </a:xfrm>
              <a:custGeom>
                <a:avLst/>
                <a:gdLst>
                  <a:gd name="T0" fmla="*/ 123 w 133"/>
                  <a:gd name="T1" fmla="*/ 7 h 120"/>
                  <a:gd name="T2" fmla="*/ 113 w 133"/>
                  <a:gd name="T3" fmla="*/ 1 h 120"/>
                  <a:gd name="T4" fmla="*/ 103 w 133"/>
                  <a:gd name="T5" fmla="*/ 3 h 120"/>
                  <a:gd name="T6" fmla="*/ 88 w 133"/>
                  <a:gd name="T7" fmla="*/ 7 h 120"/>
                  <a:gd name="T8" fmla="*/ 86 w 133"/>
                  <a:gd name="T9" fmla="*/ 12 h 120"/>
                  <a:gd name="T10" fmla="*/ 83 w 133"/>
                  <a:gd name="T11" fmla="*/ 22 h 120"/>
                  <a:gd name="T12" fmla="*/ 74 w 133"/>
                  <a:gd name="T13" fmla="*/ 29 h 120"/>
                  <a:gd name="T14" fmla="*/ 71 w 133"/>
                  <a:gd name="T15" fmla="*/ 37 h 120"/>
                  <a:gd name="T16" fmla="*/ 64 w 133"/>
                  <a:gd name="T17" fmla="*/ 49 h 120"/>
                  <a:gd name="T18" fmla="*/ 50 w 133"/>
                  <a:gd name="T19" fmla="*/ 54 h 120"/>
                  <a:gd name="T20" fmla="*/ 45 w 133"/>
                  <a:gd name="T21" fmla="*/ 66 h 120"/>
                  <a:gd name="T22" fmla="*/ 0 w 133"/>
                  <a:gd name="T23" fmla="*/ 68 h 120"/>
                  <a:gd name="T24" fmla="*/ 12 w 133"/>
                  <a:gd name="T25" fmla="*/ 79 h 120"/>
                  <a:gd name="T26" fmla="*/ 18 w 133"/>
                  <a:gd name="T27" fmla="*/ 94 h 120"/>
                  <a:gd name="T28" fmla="*/ 5 w 133"/>
                  <a:gd name="T29" fmla="*/ 105 h 120"/>
                  <a:gd name="T30" fmla="*/ 21 w 133"/>
                  <a:gd name="T31" fmla="*/ 106 h 120"/>
                  <a:gd name="T32" fmla="*/ 40 w 133"/>
                  <a:gd name="T33" fmla="*/ 105 h 120"/>
                  <a:gd name="T34" fmla="*/ 50 w 133"/>
                  <a:gd name="T35" fmla="*/ 111 h 120"/>
                  <a:gd name="T36" fmla="*/ 59 w 133"/>
                  <a:gd name="T37" fmla="*/ 120 h 120"/>
                  <a:gd name="T38" fmla="*/ 60 w 133"/>
                  <a:gd name="T39" fmla="*/ 120 h 120"/>
                  <a:gd name="T40" fmla="*/ 75 w 133"/>
                  <a:gd name="T41" fmla="*/ 114 h 120"/>
                  <a:gd name="T42" fmla="*/ 78 w 133"/>
                  <a:gd name="T43" fmla="*/ 106 h 120"/>
                  <a:gd name="T44" fmla="*/ 70 w 133"/>
                  <a:gd name="T45" fmla="*/ 92 h 120"/>
                  <a:gd name="T46" fmla="*/ 82 w 133"/>
                  <a:gd name="T47" fmla="*/ 85 h 120"/>
                  <a:gd name="T48" fmla="*/ 92 w 133"/>
                  <a:gd name="T49" fmla="*/ 78 h 120"/>
                  <a:gd name="T50" fmla="*/ 102 w 133"/>
                  <a:gd name="T51" fmla="*/ 66 h 120"/>
                  <a:gd name="T52" fmla="*/ 110 w 133"/>
                  <a:gd name="T53" fmla="*/ 57 h 120"/>
                  <a:gd name="T54" fmla="*/ 116 w 133"/>
                  <a:gd name="T55" fmla="*/ 45 h 120"/>
                  <a:gd name="T56" fmla="*/ 107 w 133"/>
                  <a:gd name="T57" fmla="*/ 34 h 120"/>
                  <a:gd name="T58" fmla="*/ 110 w 133"/>
                  <a:gd name="T59" fmla="*/ 22 h 120"/>
                  <a:gd name="T60" fmla="*/ 130 w 133"/>
                  <a:gd name="T61" fmla="*/ 21 h 120"/>
                  <a:gd name="T62" fmla="*/ 127 w 133"/>
                  <a:gd name="T63" fmla="*/ 1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3" h="120">
                    <a:moveTo>
                      <a:pt x="127" y="13"/>
                    </a:moveTo>
                    <a:cubicBezTo>
                      <a:pt x="123" y="11"/>
                      <a:pt x="123" y="8"/>
                      <a:pt x="123" y="7"/>
                    </a:cubicBezTo>
                    <a:cubicBezTo>
                      <a:pt x="123" y="6"/>
                      <a:pt x="118" y="3"/>
                      <a:pt x="115" y="1"/>
                    </a:cubicBezTo>
                    <a:cubicBezTo>
                      <a:pt x="115" y="1"/>
                      <a:pt x="114" y="1"/>
                      <a:pt x="113" y="1"/>
                    </a:cubicBezTo>
                    <a:cubicBezTo>
                      <a:pt x="113" y="1"/>
                      <a:pt x="112" y="1"/>
                      <a:pt x="111" y="0"/>
                    </a:cubicBezTo>
                    <a:cubicBezTo>
                      <a:pt x="109" y="3"/>
                      <a:pt x="105" y="3"/>
                      <a:pt x="103" y="3"/>
                    </a:cubicBezTo>
                    <a:cubicBezTo>
                      <a:pt x="101" y="2"/>
                      <a:pt x="95" y="4"/>
                      <a:pt x="92" y="6"/>
                    </a:cubicBezTo>
                    <a:cubicBezTo>
                      <a:pt x="91" y="7"/>
                      <a:pt x="90" y="7"/>
                      <a:pt x="88" y="7"/>
                    </a:cubicBezTo>
                    <a:cubicBezTo>
                      <a:pt x="88" y="8"/>
                      <a:pt x="87" y="8"/>
                      <a:pt x="87" y="8"/>
                    </a:cubicBezTo>
                    <a:cubicBezTo>
                      <a:pt x="85" y="8"/>
                      <a:pt x="84" y="10"/>
                      <a:pt x="86" y="12"/>
                    </a:cubicBezTo>
                    <a:cubicBezTo>
                      <a:pt x="88" y="14"/>
                      <a:pt x="87" y="15"/>
                      <a:pt x="87" y="17"/>
                    </a:cubicBezTo>
                    <a:cubicBezTo>
                      <a:pt x="88" y="19"/>
                      <a:pt x="85" y="21"/>
                      <a:pt x="83" y="22"/>
                    </a:cubicBezTo>
                    <a:cubicBezTo>
                      <a:pt x="82" y="24"/>
                      <a:pt x="84" y="27"/>
                      <a:pt x="83" y="29"/>
                    </a:cubicBezTo>
                    <a:cubicBezTo>
                      <a:pt x="82" y="31"/>
                      <a:pt x="75" y="28"/>
                      <a:pt x="74" y="29"/>
                    </a:cubicBezTo>
                    <a:cubicBezTo>
                      <a:pt x="73" y="30"/>
                      <a:pt x="76" y="32"/>
                      <a:pt x="76" y="34"/>
                    </a:cubicBezTo>
                    <a:cubicBezTo>
                      <a:pt x="77" y="35"/>
                      <a:pt x="74" y="37"/>
                      <a:pt x="71" y="37"/>
                    </a:cubicBezTo>
                    <a:cubicBezTo>
                      <a:pt x="68" y="37"/>
                      <a:pt x="69" y="41"/>
                      <a:pt x="68" y="46"/>
                    </a:cubicBezTo>
                    <a:cubicBezTo>
                      <a:pt x="68" y="51"/>
                      <a:pt x="65" y="51"/>
                      <a:pt x="64" y="49"/>
                    </a:cubicBezTo>
                    <a:cubicBezTo>
                      <a:pt x="64" y="47"/>
                      <a:pt x="56" y="50"/>
                      <a:pt x="56" y="52"/>
                    </a:cubicBezTo>
                    <a:cubicBezTo>
                      <a:pt x="56" y="54"/>
                      <a:pt x="53" y="54"/>
                      <a:pt x="50" y="54"/>
                    </a:cubicBezTo>
                    <a:cubicBezTo>
                      <a:pt x="48" y="53"/>
                      <a:pt x="44" y="56"/>
                      <a:pt x="44" y="57"/>
                    </a:cubicBezTo>
                    <a:cubicBezTo>
                      <a:pt x="44" y="59"/>
                      <a:pt x="45" y="65"/>
                      <a:pt x="45" y="66"/>
                    </a:cubicBezTo>
                    <a:cubicBezTo>
                      <a:pt x="44" y="66"/>
                      <a:pt x="18" y="70"/>
                      <a:pt x="12" y="70"/>
                    </a:cubicBezTo>
                    <a:cubicBezTo>
                      <a:pt x="8" y="69"/>
                      <a:pt x="4" y="68"/>
                      <a:pt x="0" y="68"/>
                    </a:cubicBezTo>
                    <a:cubicBezTo>
                      <a:pt x="1" y="70"/>
                      <a:pt x="3" y="71"/>
                      <a:pt x="4" y="73"/>
                    </a:cubicBezTo>
                    <a:cubicBezTo>
                      <a:pt x="5" y="75"/>
                      <a:pt x="8" y="78"/>
                      <a:pt x="12" y="79"/>
                    </a:cubicBezTo>
                    <a:cubicBezTo>
                      <a:pt x="16" y="81"/>
                      <a:pt x="14" y="88"/>
                      <a:pt x="16" y="88"/>
                    </a:cubicBezTo>
                    <a:cubicBezTo>
                      <a:pt x="18" y="89"/>
                      <a:pt x="20" y="94"/>
                      <a:pt x="18" y="94"/>
                    </a:cubicBezTo>
                    <a:cubicBezTo>
                      <a:pt x="15" y="95"/>
                      <a:pt x="13" y="95"/>
                      <a:pt x="10" y="97"/>
                    </a:cubicBezTo>
                    <a:cubicBezTo>
                      <a:pt x="8" y="98"/>
                      <a:pt x="5" y="101"/>
                      <a:pt x="5" y="105"/>
                    </a:cubicBezTo>
                    <a:cubicBezTo>
                      <a:pt x="5" y="105"/>
                      <a:pt x="6" y="106"/>
                      <a:pt x="6" y="107"/>
                    </a:cubicBezTo>
                    <a:cubicBezTo>
                      <a:pt x="12" y="107"/>
                      <a:pt x="20" y="107"/>
                      <a:pt x="21" y="106"/>
                    </a:cubicBezTo>
                    <a:cubicBezTo>
                      <a:pt x="22" y="104"/>
                      <a:pt x="25" y="104"/>
                      <a:pt x="27" y="105"/>
                    </a:cubicBezTo>
                    <a:cubicBezTo>
                      <a:pt x="29" y="106"/>
                      <a:pt x="37" y="107"/>
                      <a:pt x="40" y="105"/>
                    </a:cubicBezTo>
                    <a:cubicBezTo>
                      <a:pt x="44" y="103"/>
                      <a:pt x="46" y="105"/>
                      <a:pt x="46" y="107"/>
                    </a:cubicBezTo>
                    <a:cubicBezTo>
                      <a:pt x="46" y="109"/>
                      <a:pt x="48" y="109"/>
                      <a:pt x="50" y="111"/>
                    </a:cubicBezTo>
                    <a:cubicBezTo>
                      <a:pt x="52" y="113"/>
                      <a:pt x="50" y="115"/>
                      <a:pt x="52" y="117"/>
                    </a:cubicBezTo>
                    <a:cubicBezTo>
                      <a:pt x="53" y="118"/>
                      <a:pt x="55" y="118"/>
                      <a:pt x="59" y="120"/>
                    </a:cubicBezTo>
                    <a:cubicBezTo>
                      <a:pt x="59" y="120"/>
                      <a:pt x="59" y="120"/>
                      <a:pt x="60" y="120"/>
                    </a:cubicBezTo>
                    <a:cubicBezTo>
                      <a:pt x="60" y="120"/>
                      <a:pt x="60" y="120"/>
                      <a:pt x="60" y="120"/>
                    </a:cubicBezTo>
                    <a:cubicBezTo>
                      <a:pt x="62" y="118"/>
                      <a:pt x="63" y="114"/>
                      <a:pt x="68" y="115"/>
                    </a:cubicBezTo>
                    <a:cubicBezTo>
                      <a:pt x="73" y="116"/>
                      <a:pt x="72" y="114"/>
                      <a:pt x="75" y="114"/>
                    </a:cubicBezTo>
                    <a:cubicBezTo>
                      <a:pt x="78" y="115"/>
                      <a:pt x="80" y="115"/>
                      <a:pt x="81" y="113"/>
                    </a:cubicBezTo>
                    <a:cubicBezTo>
                      <a:pt x="83" y="111"/>
                      <a:pt x="80" y="107"/>
                      <a:pt x="78" y="106"/>
                    </a:cubicBezTo>
                    <a:cubicBezTo>
                      <a:pt x="77" y="104"/>
                      <a:pt x="75" y="100"/>
                      <a:pt x="75" y="97"/>
                    </a:cubicBezTo>
                    <a:cubicBezTo>
                      <a:pt x="75" y="94"/>
                      <a:pt x="70" y="94"/>
                      <a:pt x="70" y="92"/>
                    </a:cubicBezTo>
                    <a:cubicBezTo>
                      <a:pt x="70" y="89"/>
                      <a:pt x="75" y="85"/>
                      <a:pt x="76" y="84"/>
                    </a:cubicBezTo>
                    <a:cubicBezTo>
                      <a:pt x="77" y="83"/>
                      <a:pt x="81" y="86"/>
                      <a:pt x="82" y="85"/>
                    </a:cubicBezTo>
                    <a:cubicBezTo>
                      <a:pt x="83" y="83"/>
                      <a:pt x="86" y="84"/>
                      <a:pt x="87" y="84"/>
                    </a:cubicBezTo>
                    <a:cubicBezTo>
                      <a:pt x="89" y="85"/>
                      <a:pt x="91" y="81"/>
                      <a:pt x="92" y="78"/>
                    </a:cubicBezTo>
                    <a:cubicBezTo>
                      <a:pt x="92" y="75"/>
                      <a:pt x="97" y="75"/>
                      <a:pt x="98" y="74"/>
                    </a:cubicBezTo>
                    <a:cubicBezTo>
                      <a:pt x="99" y="73"/>
                      <a:pt x="101" y="67"/>
                      <a:pt x="102" y="66"/>
                    </a:cubicBezTo>
                    <a:cubicBezTo>
                      <a:pt x="102" y="64"/>
                      <a:pt x="106" y="65"/>
                      <a:pt x="106" y="62"/>
                    </a:cubicBezTo>
                    <a:cubicBezTo>
                      <a:pt x="106" y="58"/>
                      <a:pt x="108" y="58"/>
                      <a:pt x="110" y="57"/>
                    </a:cubicBezTo>
                    <a:cubicBezTo>
                      <a:pt x="112" y="57"/>
                      <a:pt x="111" y="54"/>
                      <a:pt x="112" y="51"/>
                    </a:cubicBezTo>
                    <a:cubicBezTo>
                      <a:pt x="112" y="49"/>
                      <a:pt x="113" y="46"/>
                      <a:pt x="116" y="45"/>
                    </a:cubicBezTo>
                    <a:cubicBezTo>
                      <a:pt x="118" y="45"/>
                      <a:pt x="115" y="41"/>
                      <a:pt x="112" y="42"/>
                    </a:cubicBezTo>
                    <a:cubicBezTo>
                      <a:pt x="109" y="42"/>
                      <a:pt x="107" y="34"/>
                      <a:pt x="107" y="34"/>
                    </a:cubicBezTo>
                    <a:cubicBezTo>
                      <a:pt x="107" y="34"/>
                      <a:pt x="108" y="27"/>
                      <a:pt x="106" y="26"/>
                    </a:cubicBezTo>
                    <a:cubicBezTo>
                      <a:pt x="104" y="26"/>
                      <a:pt x="107" y="22"/>
                      <a:pt x="110" y="22"/>
                    </a:cubicBezTo>
                    <a:cubicBezTo>
                      <a:pt x="114" y="22"/>
                      <a:pt x="120" y="26"/>
                      <a:pt x="122" y="24"/>
                    </a:cubicBezTo>
                    <a:cubicBezTo>
                      <a:pt x="124" y="23"/>
                      <a:pt x="129" y="22"/>
                      <a:pt x="130" y="21"/>
                    </a:cubicBezTo>
                    <a:cubicBezTo>
                      <a:pt x="131" y="21"/>
                      <a:pt x="132" y="18"/>
                      <a:pt x="133" y="16"/>
                    </a:cubicBezTo>
                    <a:cubicBezTo>
                      <a:pt x="132" y="15"/>
                      <a:pt x="129" y="14"/>
                      <a:pt x="127" y="13"/>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5" name="Freeform 177">
                <a:extLst>
                  <a:ext uri="{FF2B5EF4-FFF2-40B4-BE49-F238E27FC236}">
                    <a16:creationId xmlns:a16="http://schemas.microsoft.com/office/drawing/2014/main" id="{B37C169E-05F7-4F09-BB91-FDF1FA4AB816}"/>
                  </a:ext>
                </a:extLst>
              </p:cNvPr>
              <p:cNvSpPr>
                <a:spLocks noEditPoints="1"/>
              </p:cNvSpPr>
              <p:nvPr/>
            </p:nvSpPr>
            <p:spPr bwMode="auto">
              <a:xfrm>
                <a:off x="6663784" y="3980637"/>
                <a:ext cx="851959" cy="311172"/>
              </a:xfrm>
              <a:custGeom>
                <a:avLst/>
                <a:gdLst>
                  <a:gd name="T0" fmla="*/ 27 w 370"/>
                  <a:gd name="T1" fmla="*/ 57 h 135"/>
                  <a:gd name="T2" fmla="*/ 105 w 370"/>
                  <a:gd name="T3" fmla="*/ 72 h 135"/>
                  <a:gd name="T4" fmla="*/ 16 w 370"/>
                  <a:gd name="T5" fmla="*/ 37 h 135"/>
                  <a:gd name="T6" fmla="*/ 199 w 370"/>
                  <a:gd name="T7" fmla="*/ 95 h 135"/>
                  <a:gd name="T8" fmla="*/ 207 w 370"/>
                  <a:gd name="T9" fmla="*/ 76 h 135"/>
                  <a:gd name="T10" fmla="*/ 219 w 370"/>
                  <a:gd name="T11" fmla="*/ 79 h 135"/>
                  <a:gd name="T12" fmla="*/ 227 w 370"/>
                  <a:gd name="T13" fmla="*/ 54 h 135"/>
                  <a:gd name="T14" fmla="*/ 227 w 370"/>
                  <a:gd name="T15" fmla="*/ 45 h 135"/>
                  <a:gd name="T16" fmla="*/ 212 w 370"/>
                  <a:gd name="T17" fmla="*/ 38 h 135"/>
                  <a:gd name="T18" fmla="*/ 190 w 370"/>
                  <a:gd name="T19" fmla="*/ 69 h 135"/>
                  <a:gd name="T20" fmla="*/ 88 w 370"/>
                  <a:gd name="T21" fmla="*/ 75 h 135"/>
                  <a:gd name="T22" fmla="*/ 85 w 370"/>
                  <a:gd name="T23" fmla="*/ 62 h 135"/>
                  <a:gd name="T24" fmla="*/ 82 w 370"/>
                  <a:gd name="T25" fmla="*/ 68 h 135"/>
                  <a:gd name="T26" fmla="*/ 68 w 370"/>
                  <a:gd name="T27" fmla="*/ 51 h 135"/>
                  <a:gd name="T28" fmla="*/ 56 w 370"/>
                  <a:gd name="T29" fmla="*/ 36 h 135"/>
                  <a:gd name="T30" fmla="*/ 38 w 370"/>
                  <a:gd name="T31" fmla="*/ 24 h 135"/>
                  <a:gd name="T32" fmla="*/ 2 w 370"/>
                  <a:gd name="T33" fmla="*/ 3 h 135"/>
                  <a:gd name="T34" fmla="*/ 33 w 370"/>
                  <a:gd name="T35" fmla="*/ 46 h 135"/>
                  <a:gd name="T36" fmla="*/ 71 w 370"/>
                  <a:gd name="T37" fmla="*/ 91 h 135"/>
                  <a:gd name="T38" fmla="*/ 87 w 370"/>
                  <a:gd name="T39" fmla="*/ 84 h 135"/>
                  <a:gd name="T40" fmla="*/ 266 w 370"/>
                  <a:gd name="T41" fmla="*/ 37 h 135"/>
                  <a:gd name="T42" fmla="*/ 268 w 370"/>
                  <a:gd name="T43" fmla="*/ 46 h 135"/>
                  <a:gd name="T44" fmla="*/ 249 w 370"/>
                  <a:gd name="T45" fmla="*/ 75 h 135"/>
                  <a:gd name="T46" fmla="*/ 198 w 370"/>
                  <a:gd name="T47" fmla="*/ 119 h 135"/>
                  <a:gd name="T48" fmla="*/ 230 w 370"/>
                  <a:gd name="T49" fmla="*/ 115 h 135"/>
                  <a:gd name="T50" fmla="*/ 276 w 370"/>
                  <a:gd name="T51" fmla="*/ 76 h 135"/>
                  <a:gd name="T52" fmla="*/ 156 w 370"/>
                  <a:gd name="T53" fmla="*/ 113 h 135"/>
                  <a:gd name="T54" fmla="*/ 140 w 370"/>
                  <a:gd name="T55" fmla="*/ 105 h 135"/>
                  <a:gd name="T56" fmla="*/ 88 w 370"/>
                  <a:gd name="T57" fmla="*/ 98 h 135"/>
                  <a:gd name="T58" fmla="*/ 94 w 370"/>
                  <a:gd name="T59" fmla="*/ 109 h 135"/>
                  <a:gd name="T60" fmla="*/ 144 w 370"/>
                  <a:gd name="T61" fmla="*/ 117 h 135"/>
                  <a:gd name="T62" fmla="*/ 156 w 370"/>
                  <a:gd name="T63" fmla="*/ 113 h 135"/>
                  <a:gd name="T64" fmla="*/ 323 w 370"/>
                  <a:gd name="T65" fmla="*/ 76 h 135"/>
                  <a:gd name="T66" fmla="*/ 289 w 370"/>
                  <a:gd name="T67" fmla="*/ 59 h 135"/>
                  <a:gd name="T68" fmla="*/ 310 w 370"/>
                  <a:gd name="T69" fmla="*/ 67 h 135"/>
                  <a:gd name="T70" fmla="*/ 298 w 370"/>
                  <a:gd name="T71" fmla="*/ 72 h 135"/>
                  <a:gd name="T72" fmla="*/ 317 w 370"/>
                  <a:gd name="T73" fmla="*/ 81 h 135"/>
                  <a:gd name="T74" fmla="*/ 351 w 370"/>
                  <a:gd name="T75" fmla="*/ 102 h 135"/>
                  <a:gd name="T76" fmla="*/ 362 w 370"/>
                  <a:gd name="T77" fmla="*/ 115 h 135"/>
                  <a:gd name="T78" fmla="*/ 343 w 370"/>
                  <a:gd name="T79" fmla="*/ 61 h 135"/>
                  <a:gd name="T80" fmla="*/ 236 w 370"/>
                  <a:gd name="T81" fmla="*/ 125 h 135"/>
                  <a:gd name="T82" fmla="*/ 240 w 370"/>
                  <a:gd name="T83" fmla="*/ 127 h 135"/>
                  <a:gd name="T84" fmla="*/ 242 w 370"/>
                  <a:gd name="T85" fmla="*/ 124 h 135"/>
                  <a:gd name="T86" fmla="*/ 178 w 370"/>
                  <a:gd name="T87" fmla="*/ 48 h 135"/>
                  <a:gd name="T88" fmla="*/ 183 w 370"/>
                  <a:gd name="T89" fmla="*/ 28 h 135"/>
                  <a:gd name="T90" fmla="*/ 182 w 370"/>
                  <a:gd name="T91" fmla="*/ 14 h 135"/>
                  <a:gd name="T92" fmla="*/ 161 w 370"/>
                  <a:gd name="T93" fmla="*/ 25 h 135"/>
                  <a:gd name="T94" fmla="*/ 144 w 370"/>
                  <a:gd name="T95" fmla="*/ 36 h 135"/>
                  <a:gd name="T96" fmla="*/ 118 w 370"/>
                  <a:gd name="T97" fmla="*/ 37 h 135"/>
                  <a:gd name="T98" fmla="*/ 110 w 370"/>
                  <a:gd name="T99" fmla="*/ 43 h 135"/>
                  <a:gd name="T100" fmla="*/ 129 w 370"/>
                  <a:gd name="T101" fmla="*/ 73 h 135"/>
                  <a:gd name="T102" fmla="*/ 156 w 370"/>
                  <a:gd name="T103" fmla="*/ 80 h 135"/>
                  <a:gd name="T104" fmla="*/ 192 w 370"/>
                  <a:gd name="T105" fmla="*/ 127 h 135"/>
                  <a:gd name="T106" fmla="*/ 192 w 370"/>
                  <a:gd name="T107" fmla="*/ 127 h 135"/>
                  <a:gd name="T108" fmla="*/ 168 w 370"/>
                  <a:gd name="T109" fmla="*/ 120 h 135"/>
                  <a:gd name="T110" fmla="*/ 180 w 370"/>
                  <a:gd name="T111" fmla="*/ 11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0" h="135">
                    <a:moveTo>
                      <a:pt x="27" y="57"/>
                    </a:moveTo>
                    <a:cubicBezTo>
                      <a:pt x="27" y="58"/>
                      <a:pt x="30" y="63"/>
                      <a:pt x="31" y="62"/>
                    </a:cubicBezTo>
                    <a:cubicBezTo>
                      <a:pt x="33" y="60"/>
                      <a:pt x="29" y="53"/>
                      <a:pt x="27" y="57"/>
                    </a:cubicBezTo>
                    <a:close/>
                    <a:moveTo>
                      <a:pt x="105" y="72"/>
                    </a:moveTo>
                    <a:cubicBezTo>
                      <a:pt x="105" y="70"/>
                      <a:pt x="99" y="71"/>
                      <a:pt x="101" y="74"/>
                    </a:cubicBezTo>
                    <a:cubicBezTo>
                      <a:pt x="103" y="77"/>
                      <a:pt x="105" y="74"/>
                      <a:pt x="105" y="72"/>
                    </a:cubicBezTo>
                    <a:close/>
                    <a:moveTo>
                      <a:pt x="16" y="37"/>
                    </a:moveTo>
                    <a:cubicBezTo>
                      <a:pt x="15" y="39"/>
                      <a:pt x="18" y="46"/>
                      <a:pt x="21" y="43"/>
                    </a:cubicBezTo>
                    <a:cubicBezTo>
                      <a:pt x="24" y="40"/>
                      <a:pt x="16" y="34"/>
                      <a:pt x="16" y="37"/>
                    </a:cubicBezTo>
                    <a:close/>
                    <a:moveTo>
                      <a:pt x="195" y="77"/>
                    </a:moveTo>
                    <a:cubicBezTo>
                      <a:pt x="199" y="78"/>
                      <a:pt x="198" y="83"/>
                      <a:pt x="198" y="86"/>
                    </a:cubicBezTo>
                    <a:cubicBezTo>
                      <a:pt x="197" y="89"/>
                      <a:pt x="196" y="96"/>
                      <a:pt x="199" y="95"/>
                    </a:cubicBezTo>
                    <a:cubicBezTo>
                      <a:pt x="202" y="94"/>
                      <a:pt x="205" y="89"/>
                      <a:pt x="203" y="87"/>
                    </a:cubicBezTo>
                    <a:cubicBezTo>
                      <a:pt x="201" y="86"/>
                      <a:pt x="201" y="75"/>
                      <a:pt x="202" y="73"/>
                    </a:cubicBezTo>
                    <a:cubicBezTo>
                      <a:pt x="203" y="70"/>
                      <a:pt x="209" y="72"/>
                      <a:pt x="207" y="76"/>
                    </a:cubicBezTo>
                    <a:cubicBezTo>
                      <a:pt x="205" y="80"/>
                      <a:pt x="211" y="80"/>
                      <a:pt x="211" y="84"/>
                    </a:cubicBezTo>
                    <a:cubicBezTo>
                      <a:pt x="211" y="89"/>
                      <a:pt x="215" y="86"/>
                      <a:pt x="218" y="85"/>
                    </a:cubicBezTo>
                    <a:cubicBezTo>
                      <a:pt x="222" y="84"/>
                      <a:pt x="222" y="82"/>
                      <a:pt x="219" y="79"/>
                    </a:cubicBezTo>
                    <a:cubicBezTo>
                      <a:pt x="216" y="76"/>
                      <a:pt x="221" y="72"/>
                      <a:pt x="217" y="70"/>
                    </a:cubicBezTo>
                    <a:cubicBezTo>
                      <a:pt x="214" y="67"/>
                      <a:pt x="211" y="64"/>
                      <a:pt x="215" y="63"/>
                    </a:cubicBezTo>
                    <a:cubicBezTo>
                      <a:pt x="218" y="62"/>
                      <a:pt x="228" y="56"/>
                      <a:pt x="227" y="54"/>
                    </a:cubicBezTo>
                    <a:cubicBezTo>
                      <a:pt x="226" y="52"/>
                      <a:pt x="212" y="55"/>
                      <a:pt x="210" y="59"/>
                    </a:cubicBezTo>
                    <a:cubicBezTo>
                      <a:pt x="209" y="63"/>
                      <a:pt x="199" y="58"/>
                      <a:pt x="200" y="51"/>
                    </a:cubicBezTo>
                    <a:cubicBezTo>
                      <a:pt x="202" y="44"/>
                      <a:pt x="221" y="42"/>
                      <a:pt x="227" y="45"/>
                    </a:cubicBezTo>
                    <a:cubicBezTo>
                      <a:pt x="233" y="48"/>
                      <a:pt x="239" y="41"/>
                      <a:pt x="241" y="37"/>
                    </a:cubicBezTo>
                    <a:cubicBezTo>
                      <a:pt x="243" y="33"/>
                      <a:pt x="236" y="37"/>
                      <a:pt x="232" y="40"/>
                    </a:cubicBezTo>
                    <a:cubicBezTo>
                      <a:pt x="228" y="43"/>
                      <a:pt x="218" y="40"/>
                      <a:pt x="212" y="38"/>
                    </a:cubicBezTo>
                    <a:cubicBezTo>
                      <a:pt x="207" y="36"/>
                      <a:pt x="207" y="41"/>
                      <a:pt x="202" y="42"/>
                    </a:cubicBezTo>
                    <a:cubicBezTo>
                      <a:pt x="198" y="43"/>
                      <a:pt x="199" y="53"/>
                      <a:pt x="197" y="54"/>
                    </a:cubicBezTo>
                    <a:cubicBezTo>
                      <a:pt x="195" y="55"/>
                      <a:pt x="195" y="62"/>
                      <a:pt x="190" y="69"/>
                    </a:cubicBezTo>
                    <a:cubicBezTo>
                      <a:pt x="186" y="76"/>
                      <a:pt x="192" y="77"/>
                      <a:pt x="195" y="77"/>
                    </a:cubicBezTo>
                    <a:close/>
                    <a:moveTo>
                      <a:pt x="87" y="84"/>
                    </a:moveTo>
                    <a:cubicBezTo>
                      <a:pt x="86" y="80"/>
                      <a:pt x="88" y="77"/>
                      <a:pt x="88" y="75"/>
                    </a:cubicBezTo>
                    <a:cubicBezTo>
                      <a:pt x="88" y="74"/>
                      <a:pt x="89" y="73"/>
                      <a:pt x="91" y="73"/>
                    </a:cubicBezTo>
                    <a:cubicBezTo>
                      <a:pt x="93" y="74"/>
                      <a:pt x="93" y="69"/>
                      <a:pt x="91" y="68"/>
                    </a:cubicBezTo>
                    <a:cubicBezTo>
                      <a:pt x="90" y="68"/>
                      <a:pt x="89" y="62"/>
                      <a:pt x="85" y="62"/>
                    </a:cubicBezTo>
                    <a:cubicBezTo>
                      <a:pt x="81" y="62"/>
                      <a:pt x="81" y="65"/>
                      <a:pt x="84" y="65"/>
                    </a:cubicBezTo>
                    <a:cubicBezTo>
                      <a:pt x="86" y="66"/>
                      <a:pt x="88" y="68"/>
                      <a:pt x="87" y="69"/>
                    </a:cubicBezTo>
                    <a:cubicBezTo>
                      <a:pt x="86" y="71"/>
                      <a:pt x="85" y="68"/>
                      <a:pt x="82" y="68"/>
                    </a:cubicBezTo>
                    <a:cubicBezTo>
                      <a:pt x="79" y="68"/>
                      <a:pt x="81" y="64"/>
                      <a:pt x="77" y="64"/>
                    </a:cubicBezTo>
                    <a:cubicBezTo>
                      <a:pt x="73" y="63"/>
                      <a:pt x="74" y="56"/>
                      <a:pt x="70" y="56"/>
                    </a:cubicBezTo>
                    <a:cubicBezTo>
                      <a:pt x="66" y="56"/>
                      <a:pt x="66" y="53"/>
                      <a:pt x="68" y="51"/>
                    </a:cubicBezTo>
                    <a:cubicBezTo>
                      <a:pt x="71" y="48"/>
                      <a:pt x="64" y="46"/>
                      <a:pt x="64" y="43"/>
                    </a:cubicBezTo>
                    <a:cubicBezTo>
                      <a:pt x="64" y="41"/>
                      <a:pt x="60" y="42"/>
                      <a:pt x="60" y="40"/>
                    </a:cubicBezTo>
                    <a:cubicBezTo>
                      <a:pt x="60" y="37"/>
                      <a:pt x="58" y="39"/>
                      <a:pt x="56" y="36"/>
                    </a:cubicBezTo>
                    <a:cubicBezTo>
                      <a:pt x="54" y="33"/>
                      <a:pt x="53" y="36"/>
                      <a:pt x="51" y="33"/>
                    </a:cubicBezTo>
                    <a:cubicBezTo>
                      <a:pt x="49" y="31"/>
                      <a:pt x="46" y="30"/>
                      <a:pt x="45" y="31"/>
                    </a:cubicBezTo>
                    <a:cubicBezTo>
                      <a:pt x="43" y="31"/>
                      <a:pt x="39" y="28"/>
                      <a:pt x="38" y="24"/>
                    </a:cubicBezTo>
                    <a:cubicBezTo>
                      <a:pt x="37" y="21"/>
                      <a:pt x="26" y="16"/>
                      <a:pt x="24" y="12"/>
                    </a:cubicBezTo>
                    <a:cubicBezTo>
                      <a:pt x="23" y="8"/>
                      <a:pt x="19" y="6"/>
                      <a:pt x="12" y="6"/>
                    </a:cubicBezTo>
                    <a:cubicBezTo>
                      <a:pt x="6" y="7"/>
                      <a:pt x="4" y="0"/>
                      <a:pt x="2" y="3"/>
                    </a:cubicBezTo>
                    <a:cubicBezTo>
                      <a:pt x="0" y="7"/>
                      <a:pt x="9" y="16"/>
                      <a:pt x="13" y="19"/>
                    </a:cubicBezTo>
                    <a:cubicBezTo>
                      <a:pt x="17" y="21"/>
                      <a:pt x="19" y="30"/>
                      <a:pt x="24" y="30"/>
                    </a:cubicBezTo>
                    <a:cubicBezTo>
                      <a:pt x="29" y="31"/>
                      <a:pt x="29" y="46"/>
                      <a:pt x="33" y="46"/>
                    </a:cubicBezTo>
                    <a:cubicBezTo>
                      <a:pt x="36" y="47"/>
                      <a:pt x="44" y="59"/>
                      <a:pt x="45" y="65"/>
                    </a:cubicBezTo>
                    <a:cubicBezTo>
                      <a:pt x="46" y="71"/>
                      <a:pt x="54" y="74"/>
                      <a:pt x="57" y="79"/>
                    </a:cubicBezTo>
                    <a:cubicBezTo>
                      <a:pt x="59" y="83"/>
                      <a:pt x="70" y="89"/>
                      <a:pt x="71" y="91"/>
                    </a:cubicBezTo>
                    <a:cubicBezTo>
                      <a:pt x="73" y="93"/>
                      <a:pt x="74" y="97"/>
                      <a:pt x="75" y="95"/>
                    </a:cubicBezTo>
                    <a:cubicBezTo>
                      <a:pt x="76" y="93"/>
                      <a:pt x="81" y="95"/>
                      <a:pt x="84" y="95"/>
                    </a:cubicBezTo>
                    <a:cubicBezTo>
                      <a:pt x="86" y="96"/>
                      <a:pt x="87" y="87"/>
                      <a:pt x="87" y="84"/>
                    </a:cubicBezTo>
                    <a:close/>
                    <a:moveTo>
                      <a:pt x="268" y="46"/>
                    </a:moveTo>
                    <a:cubicBezTo>
                      <a:pt x="274" y="46"/>
                      <a:pt x="271" y="43"/>
                      <a:pt x="271" y="40"/>
                    </a:cubicBezTo>
                    <a:cubicBezTo>
                      <a:pt x="271" y="36"/>
                      <a:pt x="266" y="39"/>
                      <a:pt x="266" y="37"/>
                    </a:cubicBezTo>
                    <a:cubicBezTo>
                      <a:pt x="266" y="36"/>
                      <a:pt x="265" y="29"/>
                      <a:pt x="261" y="34"/>
                    </a:cubicBezTo>
                    <a:cubicBezTo>
                      <a:pt x="257" y="40"/>
                      <a:pt x="262" y="53"/>
                      <a:pt x="265" y="52"/>
                    </a:cubicBezTo>
                    <a:cubicBezTo>
                      <a:pt x="268" y="51"/>
                      <a:pt x="263" y="45"/>
                      <a:pt x="268" y="46"/>
                    </a:cubicBezTo>
                    <a:close/>
                    <a:moveTo>
                      <a:pt x="249" y="75"/>
                    </a:moveTo>
                    <a:cubicBezTo>
                      <a:pt x="250" y="79"/>
                      <a:pt x="257" y="81"/>
                      <a:pt x="259" y="78"/>
                    </a:cubicBezTo>
                    <a:cubicBezTo>
                      <a:pt x="261" y="75"/>
                      <a:pt x="248" y="71"/>
                      <a:pt x="249" y="75"/>
                    </a:cubicBezTo>
                    <a:close/>
                    <a:moveTo>
                      <a:pt x="230" y="115"/>
                    </a:moveTo>
                    <a:cubicBezTo>
                      <a:pt x="224" y="114"/>
                      <a:pt x="219" y="119"/>
                      <a:pt x="213" y="117"/>
                    </a:cubicBezTo>
                    <a:cubicBezTo>
                      <a:pt x="207" y="114"/>
                      <a:pt x="197" y="117"/>
                      <a:pt x="198" y="119"/>
                    </a:cubicBezTo>
                    <a:cubicBezTo>
                      <a:pt x="199" y="121"/>
                      <a:pt x="205" y="121"/>
                      <a:pt x="211" y="121"/>
                    </a:cubicBezTo>
                    <a:cubicBezTo>
                      <a:pt x="217" y="122"/>
                      <a:pt x="223" y="118"/>
                      <a:pt x="227" y="118"/>
                    </a:cubicBezTo>
                    <a:cubicBezTo>
                      <a:pt x="232" y="118"/>
                      <a:pt x="236" y="116"/>
                      <a:pt x="230" y="115"/>
                    </a:cubicBezTo>
                    <a:close/>
                    <a:moveTo>
                      <a:pt x="281" y="72"/>
                    </a:moveTo>
                    <a:cubicBezTo>
                      <a:pt x="275" y="70"/>
                      <a:pt x="264" y="72"/>
                      <a:pt x="265" y="75"/>
                    </a:cubicBezTo>
                    <a:cubicBezTo>
                      <a:pt x="266" y="78"/>
                      <a:pt x="271" y="76"/>
                      <a:pt x="276" y="76"/>
                    </a:cubicBezTo>
                    <a:cubicBezTo>
                      <a:pt x="281" y="76"/>
                      <a:pt x="284" y="80"/>
                      <a:pt x="286" y="80"/>
                    </a:cubicBezTo>
                    <a:cubicBezTo>
                      <a:pt x="289" y="80"/>
                      <a:pt x="287" y="74"/>
                      <a:pt x="281" y="72"/>
                    </a:cubicBezTo>
                    <a:close/>
                    <a:moveTo>
                      <a:pt x="156" y="113"/>
                    </a:moveTo>
                    <a:cubicBezTo>
                      <a:pt x="155" y="110"/>
                      <a:pt x="146" y="113"/>
                      <a:pt x="142" y="111"/>
                    </a:cubicBezTo>
                    <a:cubicBezTo>
                      <a:pt x="137" y="109"/>
                      <a:pt x="147" y="107"/>
                      <a:pt x="150" y="105"/>
                    </a:cubicBezTo>
                    <a:cubicBezTo>
                      <a:pt x="153" y="103"/>
                      <a:pt x="148" y="103"/>
                      <a:pt x="140" y="105"/>
                    </a:cubicBezTo>
                    <a:cubicBezTo>
                      <a:pt x="133" y="107"/>
                      <a:pt x="124" y="100"/>
                      <a:pt x="124" y="103"/>
                    </a:cubicBezTo>
                    <a:cubicBezTo>
                      <a:pt x="123" y="106"/>
                      <a:pt x="110" y="102"/>
                      <a:pt x="106" y="99"/>
                    </a:cubicBezTo>
                    <a:cubicBezTo>
                      <a:pt x="103" y="97"/>
                      <a:pt x="90" y="94"/>
                      <a:pt x="88" y="98"/>
                    </a:cubicBezTo>
                    <a:cubicBezTo>
                      <a:pt x="85" y="103"/>
                      <a:pt x="83" y="99"/>
                      <a:pt x="84" y="103"/>
                    </a:cubicBezTo>
                    <a:cubicBezTo>
                      <a:pt x="85" y="106"/>
                      <a:pt x="88" y="104"/>
                      <a:pt x="90" y="104"/>
                    </a:cubicBezTo>
                    <a:cubicBezTo>
                      <a:pt x="92" y="104"/>
                      <a:pt x="91" y="108"/>
                      <a:pt x="94" y="109"/>
                    </a:cubicBezTo>
                    <a:cubicBezTo>
                      <a:pt x="97" y="109"/>
                      <a:pt x="107" y="112"/>
                      <a:pt x="108" y="110"/>
                    </a:cubicBezTo>
                    <a:cubicBezTo>
                      <a:pt x="109" y="108"/>
                      <a:pt x="119" y="110"/>
                      <a:pt x="124" y="114"/>
                    </a:cubicBezTo>
                    <a:cubicBezTo>
                      <a:pt x="128" y="118"/>
                      <a:pt x="139" y="118"/>
                      <a:pt x="144" y="117"/>
                    </a:cubicBezTo>
                    <a:cubicBezTo>
                      <a:pt x="148" y="116"/>
                      <a:pt x="153" y="120"/>
                      <a:pt x="154" y="118"/>
                    </a:cubicBezTo>
                    <a:cubicBezTo>
                      <a:pt x="156" y="115"/>
                      <a:pt x="159" y="121"/>
                      <a:pt x="164" y="118"/>
                    </a:cubicBezTo>
                    <a:cubicBezTo>
                      <a:pt x="168" y="114"/>
                      <a:pt x="156" y="116"/>
                      <a:pt x="156" y="113"/>
                    </a:cubicBezTo>
                    <a:close/>
                    <a:moveTo>
                      <a:pt x="343" y="61"/>
                    </a:moveTo>
                    <a:cubicBezTo>
                      <a:pt x="339" y="61"/>
                      <a:pt x="339" y="67"/>
                      <a:pt x="336" y="67"/>
                    </a:cubicBezTo>
                    <a:cubicBezTo>
                      <a:pt x="333" y="67"/>
                      <a:pt x="328" y="74"/>
                      <a:pt x="323" y="76"/>
                    </a:cubicBezTo>
                    <a:cubicBezTo>
                      <a:pt x="317" y="78"/>
                      <a:pt x="317" y="59"/>
                      <a:pt x="314" y="56"/>
                    </a:cubicBezTo>
                    <a:cubicBezTo>
                      <a:pt x="311" y="52"/>
                      <a:pt x="297" y="49"/>
                      <a:pt x="296" y="53"/>
                    </a:cubicBezTo>
                    <a:cubicBezTo>
                      <a:pt x="294" y="57"/>
                      <a:pt x="289" y="55"/>
                      <a:pt x="289" y="59"/>
                    </a:cubicBezTo>
                    <a:cubicBezTo>
                      <a:pt x="288" y="62"/>
                      <a:pt x="290" y="61"/>
                      <a:pt x="293" y="61"/>
                    </a:cubicBezTo>
                    <a:cubicBezTo>
                      <a:pt x="296" y="61"/>
                      <a:pt x="296" y="63"/>
                      <a:pt x="298" y="66"/>
                    </a:cubicBezTo>
                    <a:cubicBezTo>
                      <a:pt x="299" y="69"/>
                      <a:pt x="308" y="67"/>
                      <a:pt x="310" y="67"/>
                    </a:cubicBezTo>
                    <a:cubicBezTo>
                      <a:pt x="313" y="67"/>
                      <a:pt x="314" y="71"/>
                      <a:pt x="310" y="69"/>
                    </a:cubicBezTo>
                    <a:cubicBezTo>
                      <a:pt x="306" y="68"/>
                      <a:pt x="306" y="71"/>
                      <a:pt x="303" y="70"/>
                    </a:cubicBezTo>
                    <a:cubicBezTo>
                      <a:pt x="300" y="70"/>
                      <a:pt x="296" y="70"/>
                      <a:pt x="298" y="72"/>
                    </a:cubicBezTo>
                    <a:cubicBezTo>
                      <a:pt x="300" y="73"/>
                      <a:pt x="303" y="75"/>
                      <a:pt x="303" y="79"/>
                    </a:cubicBezTo>
                    <a:cubicBezTo>
                      <a:pt x="303" y="83"/>
                      <a:pt x="309" y="82"/>
                      <a:pt x="309" y="79"/>
                    </a:cubicBezTo>
                    <a:cubicBezTo>
                      <a:pt x="309" y="76"/>
                      <a:pt x="311" y="80"/>
                      <a:pt x="317" y="81"/>
                    </a:cubicBezTo>
                    <a:cubicBezTo>
                      <a:pt x="322" y="83"/>
                      <a:pt x="319" y="85"/>
                      <a:pt x="324" y="85"/>
                    </a:cubicBezTo>
                    <a:cubicBezTo>
                      <a:pt x="329" y="85"/>
                      <a:pt x="342" y="89"/>
                      <a:pt x="347" y="93"/>
                    </a:cubicBezTo>
                    <a:cubicBezTo>
                      <a:pt x="351" y="96"/>
                      <a:pt x="348" y="99"/>
                      <a:pt x="351" y="102"/>
                    </a:cubicBezTo>
                    <a:cubicBezTo>
                      <a:pt x="354" y="105"/>
                      <a:pt x="355" y="109"/>
                      <a:pt x="351" y="109"/>
                    </a:cubicBezTo>
                    <a:cubicBezTo>
                      <a:pt x="347" y="109"/>
                      <a:pt x="342" y="114"/>
                      <a:pt x="343" y="116"/>
                    </a:cubicBezTo>
                    <a:cubicBezTo>
                      <a:pt x="344" y="118"/>
                      <a:pt x="358" y="115"/>
                      <a:pt x="362" y="115"/>
                    </a:cubicBezTo>
                    <a:cubicBezTo>
                      <a:pt x="364" y="115"/>
                      <a:pt x="366" y="119"/>
                      <a:pt x="370" y="121"/>
                    </a:cubicBezTo>
                    <a:cubicBezTo>
                      <a:pt x="370" y="71"/>
                      <a:pt x="370" y="71"/>
                      <a:pt x="370" y="71"/>
                    </a:cubicBezTo>
                    <a:cubicBezTo>
                      <a:pt x="360" y="67"/>
                      <a:pt x="346" y="61"/>
                      <a:pt x="343" y="61"/>
                    </a:cubicBezTo>
                    <a:close/>
                    <a:moveTo>
                      <a:pt x="240" y="121"/>
                    </a:moveTo>
                    <a:cubicBezTo>
                      <a:pt x="239" y="122"/>
                      <a:pt x="238" y="122"/>
                      <a:pt x="237" y="122"/>
                    </a:cubicBezTo>
                    <a:cubicBezTo>
                      <a:pt x="237" y="123"/>
                      <a:pt x="237" y="124"/>
                      <a:pt x="236" y="125"/>
                    </a:cubicBezTo>
                    <a:cubicBezTo>
                      <a:pt x="235" y="125"/>
                      <a:pt x="234" y="124"/>
                      <a:pt x="233" y="123"/>
                    </a:cubicBezTo>
                    <a:cubicBezTo>
                      <a:pt x="229" y="125"/>
                      <a:pt x="226" y="131"/>
                      <a:pt x="230" y="132"/>
                    </a:cubicBezTo>
                    <a:cubicBezTo>
                      <a:pt x="233" y="134"/>
                      <a:pt x="237" y="130"/>
                      <a:pt x="240" y="127"/>
                    </a:cubicBezTo>
                    <a:cubicBezTo>
                      <a:pt x="240" y="126"/>
                      <a:pt x="240" y="126"/>
                      <a:pt x="241" y="125"/>
                    </a:cubicBezTo>
                    <a:cubicBezTo>
                      <a:pt x="241" y="125"/>
                      <a:pt x="241" y="125"/>
                      <a:pt x="242" y="124"/>
                    </a:cubicBezTo>
                    <a:cubicBezTo>
                      <a:pt x="242" y="124"/>
                      <a:pt x="242" y="124"/>
                      <a:pt x="242" y="124"/>
                    </a:cubicBezTo>
                    <a:cubicBezTo>
                      <a:pt x="242" y="123"/>
                      <a:pt x="241" y="122"/>
                      <a:pt x="240" y="121"/>
                    </a:cubicBezTo>
                    <a:close/>
                    <a:moveTo>
                      <a:pt x="174" y="60"/>
                    </a:moveTo>
                    <a:cubicBezTo>
                      <a:pt x="178" y="57"/>
                      <a:pt x="179" y="52"/>
                      <a:pt x="178" y="48"/>
                    </a:cubicBezTo>
                    <a:cubicBezTo>
                      <a:pt x="178" y="43"/>
                      <a:pt x="189" y="43"/>
                      <a:pt x="191" y="41"/>
                    </a:cubicBezTo>
                    <a:cubicBezTo>
                      <a:pt x="192" y="39"/>
                      <a:pt x="188" y="36"/>
                      <a:pt x="185" y="34"/>
                    </a:cubicBezTo>
                    <a:cubicBezTo>
                      <a:pt x="182" y="33"/>
                      <a:pt x="185" y="30"/>
                      <a:pt x="183" y="28"/>
                    </a:cubicBezTo>
                    <a:cubicBezTo>
                      <a:pt x="180" y="26"/>
                      <a:pt x="177" y="21"/>
                      <a:pt x="180" y="21"/>
                    </a:cubicBezTo>
                    <a:cubicBezTo>
                      <a:pt x="183" y="21"/>
                      <a:pt x="178" y="16"/>
                      <a:pt x="180" y="15"/>
                    </a:cubicBezTo>
                    <a:cubicBezTo>
                      <a:pt x="181" y="15"/>
                      <a:pt x="181" y="14"/>
                      <a:pt x="182" y="14"/>
                    </a:cubicBezTo>
                    <a:cubicBezTo>
                      <a:pt x="180" y="13"/>
                      <a:pt x="179" y="13"/>
                      <a:pt x="178" y="13"/>
                    </a:cubicBezTo>
                    <a:cubicBezTo>
                      <a:pt x="174" y="13"/>
                      <a:pt x="165" y="12"/>
                      <a:pt x="165" y="18"/>
                    </a:cubicBezTo>
                    <a:cubicBezTo>
                      <a:pt x="166" y="24"/>
                      <a:pt x="160" y="22"/>
                      <a:pt x="161" y="25"/>
                    </a:cubicBezTo>
                    <a:cubicBezTo>
                      <a:pt x="161" y="29"/>
                      <a:pt x="158" y="29"/>
                      <a:pt x="158" y="33"/>
                    </a:cubicBezTo>
                    <a:cubicBezTo>
                      <a:pt x="159" y="37"/>
                      <a:pt x="156" y="35"/>
                      <a:pt x="151" y="38"/>
                    </a:cubicBezTo>
                    <a:cubicBezTo>
                      <a:pt x="146" y="40"/>
                      <a:pt x="148" y="36"/>
                      <a:pt x="144" y="36"/>
                    </a:cubicBezTo>
                    <a:cubicBezTo>
                      <a:pt x="139" y="36"/>
                      <a:pt x="138" y="39"/>
                      <a:pt x="135" y="40"/>
                    </a:cubicBezTo>
                    <a:cubicBezTo>
                      <a:pt x="133" y="41"/>
                      <a:pt x="127" y="39"/>
                      <a:pt x="125" y="41"/>
                    </a:cubicBezTo>
                    <a:cubicBezTo>
                      <a:pt x="123" y="42"/>
                      <a:pt x="120" y="37"/>
                      <a:pt x="118" y="37"/>
                    </a:cubicBezTo>
                    <a:cubicBezTo>
                      <a:pt x="117" y="37"/>
                      <a:pt x="116" y="35"/>
                      <a:pt x="116" y="32"/>
                    </a:cubicBezTo>
                    <a:cubicBezTo>
                      <a:pt x="116" y="32"/>
                      <a:pt x="115" y="32"/>
                      <a:pt x="115" y="32"/>
                    </a:cubicBezTo>
                    <a:cubicBezTo>
                      <a:pt x="112" y="32"/>
                      <a:pt x="107" y="40"/>
                      <a:pt x="110" y="43"/>
                    </a:cubicBezTo>
                    <a:cubicBezTo>
                      <a:pt x="113" y="46"/>
                      <a:pt x="112" y="52"/>
                      <a:pt x="114" y="54"/>
                    </a:cubicBezTo>
                    <a:cubicBezTo>
                      <a:pt x="116" y="57"/>
                      <a:pt x="121" y="57"/>
                      <a:pt x="121" y="62"/>
                    </a:cubicBezTo>
                    <a:cubicBezTo>
                      <a:pt x="121" y="67"/>
                      <a:pt x="125" y="75"/>
                      <a:pt x="129" y="73"/>
                    </a:cubicBezTo>
                    <a:cubicBezTo>
                      <a:pt x="132" y="71"/>
                      <a:pt x="134" y="74"/>
                      <a:pt x="135" y="76"/>
                    </a:cubicBezTo>
                    <a:cubicBezTo>
                      <a:pt x="136" y="78"/>
                      <a:pt x="143" y="75"/>
                      <a:pt x="146" y="75"/>
                    </a:cubicBezTo>
                    <a:cubicBezTo>
                      <a:pt x="148" y="75"/>
                      <a:pt x="155" y="77"/>
                      <a:pt x="156" y="80"/>
                    </a:cubicBezTo>
                    <a:cubicBezTo>
                      <a:pt x="156" y="83"/>
                      <a:pt x="163" y="80"/>
                      <a:pt x="168" y="78"/>
                    </a:cubicBezTo>
                    <a:cubicBezTo>
                      <a:pt x="172" y="76"/>
                      <a:pt x="169" y="63"/>
                      <a:pt x="174" y="60"/>
                    </a:cubicBezTo>
                    <a:close/>
                    <a:moveTo>
                      <a:pt x="192" y="127"/>
                    </a:moveTo>
                    <a:cubicBezTo>
                      <a:pt x="193" y="129"/>
                      <a:pt x="197" y="129"/>
                      <a:pt x="199" y="130"/>
                    </a:cubicBezTo>
                    <a:cubicBezTo>
                      <a:pt x="200" y="132"/>
                      <a:pt x="206" y="135"/>
                      <a:pt x="206" y="131"/>
                    </a:cubicBezTo>
                    <a:cubicBezTo>
                      <a:pt x="206" y="127"/>
                      <a:pt x="190" y="124"/>
                      <a:pt x="192" y="127"/>
                    </a:cubicBezTo>
                    <a:close/>
                    <a:moveTo>
                      <a:pt x="180" y="115"/>
                    </a:moveTo>
                    <a:cubicBezTo>
                      <a:pt x="179" y="117"/>
                      <a:pt x="175" y="118"/>
                      <a:pt x="172" y="116"/>
                    </a:cubicBezTo>
                    <a:cubicBezTo>
                      <a:pt x="170" y="114"/>
                      <a:pt x="167" y="118"/>
                      <a:pt x="168" y="120"/>
                    </a:cubicBezTo>
                    <a:cubicBezTo>
                      <a:pt x="169" y="121"/>
                      <a:pt x="174" y="125"/>
                      <a:pt x="180" y="122"/>
                    </a:cubicBezTo>
                    <a:cubicBezTo>
                      <a:pt x="186" y="119"/>
                      <a:pt x="190" y="122"/>
                      <a:pt x="192" y="119"/>
                    </a:cubicBezTo>
                    <a:cubicBezTo>
                      <a:pt x="193" y="116"/>
                      <a:pt x="181" y="113"/>
                      <a:pt x="180" y="115"/>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6" name="Freeform 178">
                <a:extLst>
                  <a:ext uri="{FF2B5EF4-FFF2-40B4-BE49-F238E27FC236}">
                    <a16:creationId xmlns:a16="http://schemas.microsoft.com/office/drawing/2014/main" id="{DB1CCE59-D01C-4498-8428-6F422AC2365D}"/>
                  </a:ext>
                </a:extLst>
              </p:cNvPr>
              <p:cNvSpPr>
                <a:spLocks noEditPoints="1"/>
              </p:cNvSpPr>
              <p:nvPr/>
            </p:nvSpPr>
            <p:spPr bwMode="auto">
              <a:xfrm>
                <a:off x="7200806" y="4242875"/>
                <a:ext cx="61482" cy="26349"/>
              </a:xfrm>
              <a:custGeom>
                <a:avLst/>
                <a:gdLst>
                  <a:gd name="T0" fmla="*/ 3 w 27"/>
                  <a:gd name="T1" fmla="*/ 9 h 11"/>
                  <a:gd name="T2" fmla="*/ 0 w 27"/>
                  <a:gd name="T3" fmla="*/ 9 h 11"/>
                  <a:gd name="T4" fmla="*/ 3 w 27"/>
                  <a:gd name="T5" fmla="*/ 11 h 11"/>
                  <a:gd name="T6" fmla="*/ 4 w 27"/>
                  <a:gd name="T7" fmla="*/ 8 h 11"/>
                  <a:gd name="T8" fmla="*/ 3 w 27"/>
                  <a:gd name="T9" fmla="*/ 9 h 11"/>
                  <a:gd name="T10" fmla="*/ 3 w 27"/>
                  <a:gd name="T11" fmla="*/ 9 h 11"/>
                  <a:gd name="T12" fmla="*/ 14 w 27"/>
                  <a:gd name="T13" fmla="*/ 2 h 11"/>
                  <a:gd name="T14" fmla="*/ 8 w 27"/>
                  <a:gd name="T15" fmla="*/ 7 h 11"/>
                  <a:gd name="T16" fmla="*/ 7 w 27"/>
                  <a:gd name="T17" fmla="*/ 7 h 11"/>
                  <a:gd name="T18" fmla="*/ 9 w 27"/>
                  <a:gd name="T19" fmla="*/ 10 h 11"/>
                  <a:gd name="T20" fmla="*/ 26 w 27"/>
                  <a:gd name="T21" fmla="*/ 2 h 11"/>
                  <a:gd name="T22" fmla="*/ 14 w 27"/>
                  <a:gd name="T23" fmla="*/ 2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 h="11">
                    <a:moveTo>
                      <a:pt x="3" y="9"/>
                    </a:moveTo>
                    <a:cubicBezTo>
                      <a:pt x="2" y="9"/>
                      <a:pt x="1" y="9"/>
                      <a:pt x="0" y="9"/>
                    </a:cubicBezTo>
                    <a:cubicBezTo>
                      <a:pt x="1" y="10"/>
                      <a:pt x="2" y="11"/>
                      <a:pt x="3" y="11"/>
                    </a:cubicBezTo>
                    <a:cubicBezTo>
                      <a:pt x="4" y="10"/>
                      <a:pt x="4" y="9"/>
                      <a:pt x="4" y="8"/>
                    </a:cubicBezTo>
                    <a:cubicBezTo>
                      <a:pt x="4" y="8"/>
                      <a:pt x="4" y="9"/>
                      <a:pt x="3" y="9"/>
                    </a:cubicBezTo>
                    <a:cubicBezTo>
                      <a:pt x="3" y="9"/>
                      <a:pt x="3" y="9"/>
                      <a:pt x="3" y="9"/>
                    </a:cubicBezTo>
                    <a:close/>
                    <a:moveTo>
                      <a:pt x="14" y="2"/>
                    </a:moveTo>
                    <a:cubicBezTo>
                      <a:pt x="11" y="2"/>
                      <a:pt x="10" y="5"/>
                      <a:pt x="8" y="7"/>
                    </a:cubicBezTo>
                    <a:cubicBezTo>
                      <a:pt x="7" y="7"/>
                      <a:pt x="7" y="7"/>
                      <a:pt x="7" y="7"/>
                    </a:cubicBezTo>
                    <a:cubicBezTo>
                      <a:pt x="8" y="8"/>
                      <a:pt x="9" y="9"/>
                      <a:pt x="9" y="10"/>
                    </a:cubicBezTo>
                    <a:cubicBezTo>
                      <a:pt x="14" y="7"/>
                      <a:pt x="26" y="4"/>
                      <a:pt x="26" y="2"/>
                    </a:cubicBezTo>
                    <a:cubicBezTo>
                      <a:pt x="27" y="0"/>
                      <a:pt x="19" y="3"/>
                      <a:pt x="14" y="2"/>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7" name="Freeform 179">
                <a:extLst>
                  <a:ext uri="{FF2B5EF4-FFF2-40B4-BE49-F238E27FC236}">
                    <a16:creationId xmlns:a16="http://schemas.microsoft.com/office/drawing/2014/main" id="{F7988573-2527-4619-9B40-44B145BE3674}"/>
                  </a:ext>
                </a:extLst>
              </p:cNvPr>
              <p:cNvSpPr>
                <a:spLocks noEditPoints="1"/>
              </p:cNvSpPr>
              <p:nvPr/>
            </p:nvSpPr>
            <p:spPr bwMode="auto">
              <a:xfrm>
                <a:off x="5045187" y="3136207"/>
                <a:ext cx="214558" cy="233379"/>
              </a:xfrm>
              <a:custGeom>
                <a:avLst/>
                <a:gdLst>
                  <a:gd name="T0" fmla="*/ 65 w 93"/>
                  <a:gd name="T1" fmla="*/ 87 h 101"/>
                  <a:gd name="T2" fmla="*/ 55 w 93"/>
                  <a:gd name="T3" fmla="*/ 87 h 101"/>
                  <a:gd name="T4" fmla="*/ 48 w 93"/>
                  <a:gd name="T5" fmla="*/ 90 h 101"/>
                  <a:gd name="T6" fmla="*/ 57 w 93"/>
                  <a:gd name="T7" fmla="*/ 95 h 101"/>
                  <a:gd name="T8" fmla="*/ 66 w 93"/>
                  <a:gd name="T9" fmla="*/ 101 h 101"/>
                  <a:gd name="T10" fmla="*/ 68 w 93"/>
                  <a:gd name="T11" fmla="*/ 95 h 101"/>
                  <a:gd name="T12" fmla="*/ 71 w 93"/>
                  <a:gd name="T13" fmla="*/ 88 h 101"/>
                  <a:gd name="T14" fmla="*/ 65 w 93"/>
                  <a:gd name="T15" fmla="*/ 87 h 101"/>
                  <a:gd name="T16" fmla="*/ 19 w 93"/>
                  <a:gd name="T17" fmla="*/ 60 h 101"/>
                  <a:gd name="T18" fmla="*/ 13 w 93"/>
                  <a:gd name="T19" fmla="*/ 62 h 101"/>
                  <a:gd name="T20" fmla="*/ 16 w 93"/>
                  <a:gd name="T21" fmla="*/ 72 h 101"/>
                  <a:gd name="T22" fmla="*/ 19 w 93"/>
                  <a:gd name="T23" fmla="*/ 80 h 101"/>
                  <a:gd name="T24" fmla="*/ 25 w 93"/>
                  <a:gd name="T25" fmla="*/ 76 h 101"/>
                  <a:gd name="T26" fmla="*/ 26 w 93"/>
                  <a:gd name="T27" fmla="*/ 63 h 101"/>
                  <a:gd name="T28" fmla="*/ 19 w 93"/>
                  <a:gd name="T29" fmla="*/ 60 h 101"/>
                  <a:gd name="T30" fmla="*/ 77 w 93"/>
                  <a:gd name="T31" fmla="*/ 56 h 101"/>
                  <a:gd name="T32" fmla="*/ 71 w 93"/>
                  <a:gd name="T33" fmla="*/ 52 h 101"/>
                  <a:gd name="T34" fmla="*/ 59 w 93"/>
                  <a:gd name="T35" fmla="*/ 39 h 101"/>
                  <a:gd name="T36" fmla="*/ 47 w 93"/>
                  <a:gd name="T37" fmla="*/ 27 h 101"/>
                  <a:gd name="T38" fmla="*/ 47 w 93"/>
                  <a:gd name="T39" fmla="*/ 19 h 101"/>
                  <a:gd name="T40" fmla="*/ 51 w 93"/>
                  <a:gd name="T41" fmla="*/ 15 h 101"/>
                  <a:gd name="T42" fmla="*/ 51 w 93"/>
                  <a:gd name="T43" fmla="*/ 4 h 101"/>
                  <a:gd name="T44" fmla="*/ 47 w 93"/>
                  <a:gd name="T45" fmla="*/ 3 h 101"/>
                  <a:gd name="T46" fmla="*/ 46 w 93"/>
                  <a:gd name="T47" fmla="*/ 0 h 101"/>
                  <a:gd name="T48" fmla="*/ 39 w 93"/>
                  <a:gd name="T49" fmla="*/ 1 h 101"/>
                  <a:gd name="T50" fmla="*/ 34 w 93"/>
                  <a:gd name="T51" fmla="*/ 2 h 101"/>
                  <a:gd name="T52" fmla="*/ 33 w 93"/>
                  <a:gd name="T53" fmla="*/ 2 h 101"/>
                  <a:gd name="T54" fmla="*/ 32 w 93"/>
                  <a:gd name="T55" fmla="*/ 3 h 101"/>
                  <a:gd name="T56" fmla="*/ 31 w 93"/>
                  <a:gd name="T57" fmla="*/ 5 h 101"/>
                  <a:gd name="T58" fmla="*/ 28 w 93"/>
                  <a:gd name="T59" fmla="*/ 6 h 101"/>
                  <a:gd name="T60" fmla="*/ 24 w 93"/>
                  <a:gd name="T61" fmla="*/ 7 h 101"/>
                  <a:gd name="T62" fmla="*/ 22 w 93"/>
                  <a:gd name="T63" fmla="*/ 9 h 101"/>
                  <a:gd name="T64" fmla="*/ 19 w 93"/>
                  <a:gd name="T65" fmla="*/ 12 h 101"/>
                  <a:gd name="T66" fmla="*/ 15 w 93"/>
                  <a:gd name="T67" fmla="*/ 6 h 101"/>
                  <a:gd name="T68" fmla="*/ 11 w 93"/>
                  <a:gd name="T69" fmla="*/ 12 h 101"/>
                  <a:gd name="T70" fmla="*/ 4 w 93"/>
                  <a:gd name="T71" fmla="*/ 12 h 101"/>
                  <a:gd name="T72" fmla="*/ 5 w 93"/>
                  <a:gd name="T73" fmla="*/ 16 h 101"/>
                  <a:gd name="T74" fmla="*/ 3 w 93"/>
                  <a:gd name="T75" fmla="*/ 19 h 101"/>
                  <a:gd name="T76" fmla="*/ 2 w 93"/>
                  <a:gd name="T77" fmla="*/ 21 h 101"/>
                  <a:gd name="T78" fmla="*/ 4 w 93"/>
                  <a:gd name="T79" fmla="*/ 25 h 101"/>
                  <a:gd name="T80" fmla="*/ 6 w 93"/>
                  <a:gd name="T81" fmla="*/ 29 h 101"/>
                  <a:gd name="T82" fmla="*/ 10 w 93"/>
                  <a:gd name="T83" fmla="*/ 31 h 101"/>
                  <a:gd name="T84" fmla="*/ 9 w 93"/>
                  <a:gd name="T85" fmla="*/ 33 h 101"/>
                  <a:gd name="T86" fmla="*/ 13 w 93"/>
                  <a:gd name="T87" fmla="*/ 32 h 101"/>
                  <a:gd name="T88" fmla="*/ 18 w 93"/>
                  <a:gd name="T89" fmla="*/ 27 h 101"/>
                  <a:gd name="T90" fmla="*/ 29 w 93"/>
                  <a:gd name="T91" fmla="*/ 32 h 101"/>
                  <a:gd name="T92" fmla="*/ 32 w 93"/>
                  <a:gd name="T93" fmla="*/ 37 h 101"/>
                  <a:gd name="T94" fmla="*/ 40 w 93"/>
                  <a:gd name="T95" fmla="*/ 47 h 101"/>
                  <a:gd name="T96" fmla="*/ 50 w 93"/>
                  <a:gd name="T97" fmla="*/ 56 h 101"/>
                  <a:gd name="T98" fmla="*/ 58 w 93"/>
                  <a:gd name="T99" fmla="*/ 59 h 101"/>
                  <a:gd name="T100" fmla="*/ 65 w 93"/>
                  <a:gd name="T101" fmla="*/ 64 h 101"/>
                  <a:gd name="T102" fmla="*/ 71 w 93"/>
                  <a:gd name="T103" fmla="*/ 69 h 101"/>
                  <a:gd name="T104" fmla="*/ 74 w 93"/>
                  <a:gd name="T105" fmla="*/ 73 h 101"/>
                  <a:gd name="T106" fmla="*/ 74 w 93"/>
                  <a:gd name="T107" fmla="*/ 82 h 101"/>
                  <a:gd name="T108" fmla="*/ 74 w 93"/>
                  <a:gd name="T109" fmla="*/ 89 h 101"/>
                  <a:gd name="T110" fmla="*/ 78 w 93"/>
                  <a:gd name="T111" fmla="*/ 82 h 101"/>
                  <a:gd name="T112" fmla="*/ 83 w 93"/>
                  <a:gd name="T113" fmla="*/ 77 h 101"/>
                  <a:gd name="T114" fmla="*/ 79 w 93"/>
                  <a:gd name="T115" fmla="*/ 71 h 101"/>
                  <a:gd name="T116" fmla="*/ 87 w 93"/>
                  <a:gd name="T117" fmla="*/ 67 h 101"/>
                  <a:gd name="T118" fmla="*/ 93 w 93"/>
                  <a:gd name="T119" fmla="*/ 68 h 101"/>
                  <a:gd name="T120" fmla="*/ 77 w 93"/>
                  <a:gd name="T121" fmla="*/ 5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3" h="101">
                    <a:moveTo>
                      <a:pt x="65" y="87"/>
                    </a:moveTo>
                    <a:cubicBezTo>
                      <a:pt x="60" y="88"/>
                      <a:pt x="58" y="89"/>
                      <a:pt x="55" y="87"/>
                    </a:cubicBezTo>
                    <a:cubicBezTo>
                      <a:pt x="52" y="86"/>
                      <a:pt x="48" y="89"/>
                      <a:pt x="48" y="90"/>
                    </a:cubicBezTo>
                    <a:cubicBezTo>
                      <a:pt x="49" y="92"/>
                      <a:pt x="51" y="93"/>
                      <a:pt x="57" y="95"/>
                    </a:cubicBezTo>
                    <a:cubicBezTo>
                      <a:pt x="63" y="97"/>
                      <a:pt x="63" y="101"/>
                      <a:pt x="66" y="101"/>
                    </a:cubicBezTo>
                    <a:cubicBezTo>
                      <a:pt x="68" y="101"/>
                      <a:pt x="69" y="98"/>
                      <a:pt x="68" y="95"/>
                    </a:cubicBezTo>
                    <a:cubicBezTo>
                      <a:pt x="67" y="92"/>
                      <a:pt x="71" y="88"/>
                      <a:pt x="71" y="88"/>
                    </a:cubicBezTo>
                    <a:cubicBezTo>
                      <a:pt x="72" y="87"/>
                      <a:pt x="70" y="86"/>
                      <a:pt x="65" y="87"/>
                    </a:cubicBezTo>
                    <a:close/>
                    <a:moveTo>
                      <a:pt x="19" y="60"/>
                    </a:moveTo>
                    <a:cubicBezTo>
                      <a:pt x="16" y="63"/>
                      <a:pt x="14" y="60"/>
                      <a:pt x="13" y="62"/>
                    </a:cubicBezTo>
                    <a:cubicBezTo>
                      <a:pt x="12" y="64"/>
                      <a:pt x="17" y="67"/>
                      <a:pt x="16" y="72"/>
                    </a:cubicBezTo>
                    <a:cubicBezTo>
                      <a:pt x="15" y="77"/>
                      <a:pt x="17" y="83"/>
                      <a:pt x="19" y="80"/>
                    </a:cubicBezTo>
                    <a:cubicBezTo>
                      <a:pt x="22" y="77"/>
                      <a:pt x="23" y="78"/>
                      <a:pt x="25" y="76"/>
                    </a:cubicBezTo>
                    <a:cubicBezTo>
                      <a:pt x="26" y="74"/>
                      <a:pt x="25" y="67"/>
                      <a:pt x="26" y="63"/>
                    </a:cubicBezTo>
                    <a:cubicBezTo>
                      <a:pt x="27" y="60"/>
                      <a:pt x="21" y="58"/>
                      <a:pt x="19" y="60"/>
                    </a:cubicBezTo>
                    <a:close/>
                    <a:moveTo>
                      <a:pt x="77" y="56"/>
                    </a:moveTo>
                    <a:cubicBezTo>
                      <a:pt x="74" y="55"/>
                      <a:pt x="76" y="52"/>
                      <a:pt x="71" y="52"/>
                    </a:cubicBezTo>
                    <a:cubicBezTo>
                      <a:pt x="66" y="52"/>
                      <a:pt x="60" y="46"/>
                      <a:pt x="59" y="39"/>
                    </a:cubicBezTo>
                    <a:cubicBezTo>
                      <a:pt x="57" y="32"/>
                      <a:pt x="49" y="32"/>
                      <a:pt x="47" y="27"/>
                    </a:cubicBezTo>
                    <a:cubicBezTo>
                      <a:pt x="45" y="23"/>
                      <a:pt x="49" y="23"/>
                      <a:pt x="47" y="19"/>
                    </a:cubicBezTo>
                    <a:cubicBezTo>
                      <a:pt x="47" y="17"/>
                      <a:pt x="49" y="16"/>
                      <a:pt x="51" y="15"/>
                    </a:cubicBezTo>
                    <a:cubicBezTo>
                      <a:pt x="51" y="11"/>
                      <a:pt x="51" y="7"/>
                      <a:pt x="51" y="4"/>
                    </a:cubicBezTo>
                    <a:cubicBezTo>
                      <a:pt x="50" y="4"/>
                      <a:pt x="48" y="4"/>
                      <a:pt x="47" y="3"/>
                    </a:cubicBezTo>
                    <a:cubicBezTo>
                      <a:pt x="46" y="3"/>
                      <a:pt x="46" y="0"/>
                      <a:pt x="46" y="0"/>
                    </a:cubicBezTo>
                    <a:cubicBezTo>
                      <a:pt x="45" y="0"/>
                      <a:pt x="40" y="0"/>
                      <a:pt x="39" y="1"/>
                    </a:cubicBezTo>
                    <a:cubicBezTo>
                      <a:pt x="38" y="2"/>
                      <a:pt x="36" y="3"/>
                      <a:pt x="34" y="2"/>
                    </a:cubicBezTo>
                    <a:cubicBezTo>
                      <a:pt x="34" y="2"/>
                      <a:pt x="34" y="2"/>
                      <a:pt x="33" y="2"/>
                    </a:cubicBezTo>
                    <a:cubicBezTo>
                      <a:pt x="32" y="3"/>
                      <a:pt x="32" y="3"/>
                      <a:pt x="32" y="3"/>
                    </a:cubicBezTo>
                    <a:cubicBezTo>
                      <a:pt x="32" y="3"/>
                      <a:pt x="32" y="5"/>
                      <a:pt x="31" y="5"/>
                    </a:cubicBezTo>
                    <a:cubicBezTo>
                      <a:pt x="30" y="5"/>
                      <a:pt x="28" y="4"/>
                      <a:pt x="28" y="6"/>
                    </a:cubicBezTo>
                    <a:cubicBezTo>
                      <a:pt x="28" y="8"/>
                      <a:pt x="26" y="7"/>
                      <a:pt x="24" y="7"/>
                    </a:cubicBezTo>
                    <a:cubicBezTo>
                      <a:pt x="23" y="7"/>
                      <a:pt x="22" y="7"/>
                      <a:pt x="22" y="9"/>
                    </a:cubicBezTo>
                    <a:cubicBezTo>
                      <a:pt x="22" y="10"/>
                      <a:pt x="21" y="13"/>
                      <a:pt x="19" y="12"/>
                    </a:cubicBezTo>
                    <a:cubicBezTo>
                      <a:pt x="18" y="10"/>
                      <a:pt x="16" y="6"/>
                      <a:pt x="15" y="6"/>
                    </a:cubicBezTo>
                    <a:cubicBezTo>
                      <a:pt x="14" y="7"/>
                      <a:pt x="13" y="12"/>
                      <a:pt x="11" y="12"/>
                    </a:cubicBezTo>
                    <a:cubicBezTo>
                      <a:pt x="10" y="12"/>
                      <a:pt x="6" y="12"/>
                      <a:pt x="4" y="12"/>
                    </a:cubicBezTo>
                    <a:cubicBezTo>
                      <a:pt x="3" y="14"/>
                      <a:pt x="4" y="16"/>
                      <a:pt x="5" y="16"/>
                    </a:cubicBezTo>
                    <a:cubicBezTo>
                      <a:pt x="6" y="17"/>
                      <a:pt x="4" y="19"/>
                      <a:pt x="3" y="19"/>
                    </a:cubicBezTo>
                    <a:cubicBezTo>
                      <a:pt x="2" y="20"/>
                      <a:pt x="0" y="19"/>
                      <a:pt x="2" y="21"/>
                    </a:cubicBezTo>
                    <a:cubicBezTo>
                      <a:pt x="3" y="23"/>
                      <a:pt x="5" y="23"/>
                      <a:pt x="4" y="25"/>
                    </a:cubicBezTo>
                    <a:cubicBezTo>
                      <a:pt x="3" y="27"/>
                      <a:pt x="4" y="29"/>
                      <a:pt x="6" y="29"/>
                    </a:cubicBezTo>
                    <a:cubicBezTo>
                      <a:pt x="8" y="29"/>
                      <a:pt x="10" y="29"/>
                      <a:pt x="10" y="31"/>
                    </a:cubicBezTo>
                    <a:cubicBezTo>
                      <a:pt x="9" y="31"/>
                      <a:pt x="9" y="32"/>
                      <a:pt x="9" y="33"/>
                    </a:cubicBezTo>
                    <a:cubicBezTo>
                      <a:pt x="10" y="33"/>
                      <a:pt x="11" y="33"/>
                      <a:pt x="13" y="32"/>
                    </a:cubicBezTo>
                    <a:cubicBezTo>
                      <a:pt x="15" y="31"/>
                      <a:pt x="14" y="29"/>
                      <a:pt x="18" y="27"/>
                    </a:cubicBezTo>
                    <a:cubicBezTo>
                      <a:pt x="22" y="26"/>
                      <a:pt x="28" y="30"/>
                      <a:pt x="29" y="32"/>
                    </a:cubicBezTo>
                    <a:cubicBezTo>
                      <a:pt x="31" y="35"/>
                      <a:pt x="32" y="35"/>
                      <a:pt x="32" y="37"/>
                    </a:cubicBezTo>
                    <a:cubicBezTo>
                      <a:pt x="32" y="39"/>
                      <a:pt x="34" y="43"/>
                      <a:pt x="40" y="47"/>
                    </a:cubicBezTo>
                    <a:cubicBezTo>
                      <a:pt x="45" y="50"/>
                      <a:pt x="47" y="54"/>
                      <a:pt x="50" y="56"/>
                    </a:cubicBezTo>
                    <a:cubicBezTo>
                      <a:pt x="53" y="58"/>
                      <a:pt x="56" y="57"/>
                      <a:pt x="58" y="59"/>
                    </a:cubicBezTo>
                    <a:cubicBezTo>
                      <a:pt x="60" y="61"/>
                      <a:pt x="62" y="63"/>
                      <a:pt x="65" y="64"/>
                    </a:cubicBezTo>
                    <a:cubicBezTo>
                      <a:pt x="68" y="65"/>
                      <a:pt x="68" y="68"/>
                      <a:pt x="71" y="69"/>
                    </a:cubicBezTo>
                    <a:cubicBezTo>
                      <a:pt x="74" y="69"/>
                      <a:pt x="72" y="71"/>
                      <a:pt x="74" y="73"/>
                    </a:cubicBezTo>
                    <a:cubicBezTo>
                      <a:pt x="75" y="76"/>
                      <a:pt x="76" y="80"/>
                      <a:pt x="74" y="82"/>
                    </a:cubicBezTo>
                    <a:cubicBezTo>
                      <a:pt x="72" y="85"/>
                      <a:pt x="73" y="89"/>
                      <a:pt x="74" y="89"/>
                    </a:cubicBezTo>
                    <a:cubicBezTo>
                      <a:pt x="75" y="89"/>
                      <a:pt x="78" y="84"/>
                      <a:pt x="78" y="82"/>
                    </a:cubicBezTo>
                    <a:cubicBezTo>
                      <a:pt x="79" y="80"/>
                      <a:pt x="81" y="80"/>
                      <a:pt x="83" y="77"/>
                    </a:cubicBezTo>
                    <a:cubicBezTo>
                      <a:pt x="85" y="75"/>
                      <a:pt x="80" y="74"/>
                      <a:pt x="79" y="71"/>
                    </a:cubicBezTo>
                    <a:cubicBezTo>
                      <a:pt x="78" y="68"/>
                      <a:pt x="83" y="65"/>
                      <a:pt x="87" y="67"/>
                    </a:cubicBezTo>
                    <a:cubicBezTo>
                      <a:pt x="91" y="70"/>
                      <a:pt x="93" y="72"/>
                      <a:pt x="93" y="68"/>
                    </a:cubicBezTo>
                    <a:cubicBezTo>
                      <a:pt x="93" y="64"/>
                      <a:pt x="80" y="58"/>
                      <a:pt x="77" y="56"/>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8" name="Freeform 180">
                <a:extLst>
                  <a:ext uri="{FF2B5EF4-FFF2-40B4-BE49-F238E27FC236}">
                    <a16:creationId xmlns:a16="http://schemas.microsoft.com/office/drawing/2014/main" id="{37D15F75-35B9-44BC-AE67-6BF589890F89}"/>
                  </a:ext>
                </a:extLst>
              </p:cNvPr>
              <p:cNvSpPr>
                <a:spLocks/>
              </p:cNvSpPr>
              <p:nvPr/>
            </p:nvSpPr>
            <p:spPr bwMode="auto">
              <a:xfrm>
                <a:off x="5259745" y="3221528"/>
                <a:ext cx="22585" cy="30113"/>
              </a:xfrm>
              <a:custGeom>
                <a:avLst/>
                <a:gdLst>
                  <a:gd name="T0" fmla="*/ 4 w 10"/>
                  <a:gd name="T1" fmla="*/ 0 h 13"/>
                  <a:gd name="T2" fmla="*/ 0 w 10"/>
                  <a:gd name="T3" fmla="*/ 6 h 13"/>
                  <a:gd name="T4" fmla="*/ 0 w 10"/>
                  <a:gd name="T5" fmla="*/ 8 h 13"/>
                  <a:gd name="T6" fmla="*/ 6 w 10"/>
                  <a:gd name="T7" fmla="*/ 13 h 13"/>
                  <a:gd name="T8" fmla="*/ 6 w 10"/>
                  <a:gd name="T9" fmla="*/ 13 h 13"/>
                  <a:gd name="T10" fmla="*/ 10 w 10"/>
                  <a:gd name="T11" fmla="*/ 7 h 13"/>
                  <a:gd name="T12" fmla="*/ 4 w 1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0" h="13">
                    <a:moveTo>
                      <a:pt x="4" y="0"/>
                    </a:moveTo>
                    <a:cubicBezTo>
                      <a:pt x="2" y="2"/>
                      <a:pt x="0" y="5"/>
                      <a:pt x="0" y="6"/>
                    </a:cubicBezTo>
                    <a:cubicBezTo>
                      <a:pt x="1" y="6"/>
                      <a:pt x="0" y="7"/>
                      <a:pt x="0" y="8"/>
                    </a:cubicBezTo>
                    <a:cubicBezTo>
                      <a:pt x="2" y="10"/>
                      <a:pt x="4" y="12"/>
                      <a:pt x="6" y="13"/>
                    </a:cubicBezTo>
                    <a:cubicBezTo>
                      <a:pt x="6" y="13"/>
                      <a:pt x="6" y="13"/>
                      <a:pt x="6" y="13"/>
                    </a:cubicBezTo>
                    <a:cubicBezTo>
                      <a:pt x="7" y="10"/>
                      <a:pt x="9" y="7"/>
                      <a:pt x="10" y="7"/>
                    </a:cubicBezTo>
                    <a:cubicBezTo>
                      <a:pt x="8" y="5"/>
                      <a:pt x="5" y="2"/>
                      <a:pt x="4" y="0"/>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559" name="Freeform 181">
                <a:extLst>
                  <a:ext uri="{FF2B5EF4-FFF2-40B4-BE49-F238E27FC236}">
                    <a16:creationId xmlns:a16="http://schemas.microsoft.com/office/drawing/2014/main" id="{56893D7D-6A56-4356-8DBF-8B596646383B}"/>
                  </a:ext>
                </a:extLst>
              </p:cNvPr>
              <p:cNvSpPr>
                <a:spLocks/>
              </p:cNvSpPr>
              <p:nvPr/>
            </p:nvSpPr>
            <p:spPr bwMode="auto">
              <a:xfrm>
                <a:off x="5266019" y="3155028"/>
                <a:ext cx="76538" cy="92850"/>
              </a:xfrm>
              <a:custGeom>
                <a:avLst/>
                <a:gdLst>
                  <a:gd name="T0" fmla="*/ 29 w 33"/>
                  <a:gd name="T1" fmla="*/ 27 h 40"/>
                  <a:gd name="T2" fmla="*/ 29 w 33"/>
                  <a:gd name="T3" fmla="*/ 21 h 40"/>
                  <a:gd name="T4" fmla="*/ 29 w 33"/>
                  <a:gd name="T5" fmla="*/ 17 h 40"/>
                  <a:gd name="T6" fmla="*/ 20 w 33"/>
                  <a:gd name="T7" fmla="*/ 14 h 40"/>
                  <a:gd name="T8" fmla="*/ 19 w 33"/>
                  <a:gd name="T9" fmla="*/ 9 h 40"/>
                  <a:gd name="T10" fmla="*/ 16 w 33"/>
                  <a:gd name="T11" fmla="*/ 7 h 40"/>
                  <a:gd name="T12" fmla="*/ 13 w 33"/>
                  <a:gd name="T13" fmla="*/ 2 h 40"/>
                  <a:gd name="T14" fmla="*/ 14 w 33"/>
                  <a:gd name="T15" fmla="*/ 2 h 40"/>
                  <a:gd name="T16" fmla="*/ 11 w 33"/>
                  <a:gd name="T17" fmla="*/ 1 h 40"/>
                  <a:gd name="T18" fmla="*/ 8 w 33"/>
                  <a:gd name="T19" fmla="*/ 0 h 40"/>
                  <a:gd name="T20" fmla="*/ 0 w 33"/>
                  <a:gd name="T21" fmla="*/ 3 h 40"/>
                  <a:gd name="T22" fmla="*/ 2 w 33"/>
                  <a:gd name="T23" fmla="*/ 8 h 40"/>
                  <a:gd name="T24" fmla="*/ 4 w 33"/>
                  <a:gd name="T25" fmla="*/ 13 h 40"/>
                  <a:gd name="T26" fmla="*/ 4 w 33"/>
                  <a:gd name="T27" fmla="*/ 26 h 40"/>
                  <a:gd name="T28" fmla="*/ 1 w 33"/>
                  <a:gd name="T29" fmla="*/ 29 h 40"/>
                  <a:gd name="T30" fmla="*/ 7 w 33"/>
                  <a:gd name="T31" fmla="*/ 36 h 40"/>
                  <a:gd name="T32" fmla="*/ 7 w 33"/>
                  <a:gd name="T33" fmla="*/ 36 h 40"/>
                  <a:gd name="T34" fmla="*/ 15 w 33"/>
                  <a:gd name="T35" fmla="*/ 40 h 40"/>
                  <a:gd name="T36" fmla="*/ 28 w 33"/>
                  <a:gd name="T37" fmla="*/ 38 h 40"/>
                  <a:gd name="T38" fmla="*/ 29 w 33"/>
                  <a:gd name="T39" fmla="*/ 35 h 40"/>
                  <a:gd name="T40" fmla="*/ 31 w 33"/>
                  <a:gd name="T41" fmla="*/ 32 h 40"/>
                  <a:gd name="T42" fmla="*/ 29 w 33"/>
                  <a:gd name="T43"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 h="40">
                    <a:moveTo>
                      <a:pt x="29" y="27"/>
                    </a:moveTo>
                    <a:cubicBezTo>
                      <a:pt x="27" y="25"/>
                      <a:pt x="27" y="23"/>
                      <a:pt x="29" y="21"/>
                    </a:cubicBezTo>
                    <a:cubicBezTo>
                      <a:pt x="30" y="20"/>
                      <a:pt x="29" y="19"/>
                      <a:pt x="29" y="17"/>
                    </a:cubicBezTo>
                    <a:cubicBezTo>
                      <a:pt x="29" y="15"/>
                      <a:pt x="21" y="15"/>
                      <a:pt x="20" y="14"/>
                    </a:cubicBezTo>
                    <a:cubicBezTo>
                      <a:pt x="19" y="14"/>
                      <a:pt x="21" y="9"/>
                      <a:pt x="19" y="9"/>
                    </a:cubicBezTo>
                    <a:cubicBezTo>
                      <a:pt x="17" y="9"/>
                      <a:pt x="16" y="8"/>
                      <a:pt x="16" y="7"/>
                    </a:cubicBezTo>
                    <a:cubicBezTo>
                      <a:pt x="16" y="5"/>
                      <a:pt x="13" y="3"/>
                      <a:pt x="13" y="2"/>
                    </a:cubicBezTo>
                    <a:cubicBezTo>
                      <a:pt x="13" y="2"/>
                      <a:pt x="14" y="2"/>
                      <a:pt x="14" y="2"/>
                    </a:cubicBezTo>
                    <a:cubicBezTo>
                      <a:pt x="13" y="1"/>
                      <a:pt x="12" y="1"/>
                      <a:pt x="11" y="1"/>
                    </a:cubicBezTo>
                    <a:cubicBezTo>
                      <a:pt x="10" y="1"/>
                      <a:pt x="8" y="0"/>
                      <a:pt x="8" y="0"/>
                    </a:cubicBezTo>
                    <a:cubicBezTo>
                      <a:pt x="8" y="0"/>
                      <a:pt x="3" y="2"/>
                      <a:pt x="0" y="3"/>
                    </a:cubicBezTo>
                    <a:cubicBezTo>
                      <a:pt x="0" y="5"/>
                      <a:pt x="0" y="7"/>
                      <a:pt x="2" y="8"/>
                    </a:cubicBezTo>
                    <a:cubicBezTo>
                      <a:pt x="4" y="9"/>
                      <a:pt x="3" y="11"/>
                      <a:pt x="4" y="13"/>
                    </a:cubicBezTo>
                    <a:cubicBezTo>
                      <a:pt x="5" y="16"/>
                      <a:pt x="5" y="26"/>
                      <a:pt x="4" y="26"/>
                    </a:cubicBezTo>
                    <a:cubicBezTo>
                      <a:pt x="3" y="26"/>
                      <a:pt x="2" y="27"/>
                      <a:pt x="1" y="29"/>
                    </a:cubicBezTo>
                    <a:cubicBezTo>
                      <a:pt x="2" y="31"/>
                      <a:pt x="5" y="34"/>
                      <a:pt x="7" y="36"/>
                    </a:cubicBezTo>
                    <a:cubicBezTo>
                      <a:pt x="7" y="36"/>
                      <a:pt x="7" y="36"/>
                      <a:pt x="7" y="36"/>
                    </a:cubicBezTo>
                    <a:cubicBezTo>
                      <a:pt x="9" y="36"/>
                      <a:pt x="15" y="40"/>
                      <a:pt x="15" y="40"/>
                    </a:cubicBezTo>
                    <a:cubicBezTo>
                      <a:pt x="15" y="40"/>
                      <a:pt x="23" y="39"/>
                      <a:pt x="28" y="38"/>
                    </a:cubicBezTo>
                    <a:cubicBezTo>
                      <a:pt x="28" y="37"/>
                      <a:pt x="29" y="36"/>
                      <a:pt x="29" y="35"/>
                    </a:cubicBezTo>
                    <a:cubicBezTo>
                      <a:pt x="28" y="34"/>
                      <a:pt x="30" y="32"/>
                      <a:pt x="31" y="32"/>
                    </a:cubicBezTo>
                    <a:cubicBezTo>
                      <a:pt x="33" y="32"/>
                      <a:pt x="31" y="29"/>
                      <a:pt x="29" y="27"/>
                    </a:cubicBezTo>
                    <a:close/>
                  </a:path>
                </a:pathLst>
              </a:custGeom>
              <a:grpFill/>
              <a:ln w="3175"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560" name="Text Placeholder 553">
            <a:extLst>
              <a:ext uri="{FF2B5EF4-FFF2-40B4-BE49-F238E27FC236}">
                <a16:creationId xmlns:a16="http://schemas.microsoft.com/office/drawing/2014/main" id="{D912895C-B21A-4D2F-8D0B-7647A17FE88C}"/>
              </a:ext>
            </a:extLst>
          </p:cNvPr>
          <p:cNvSpPr>
            <a:spLocks noGrp="1"/>
          </p:cNvSpPr>
          <p:nvPr>
            <p:ph type="body" sz="quarter" idx="14" hasCustomPrompt="1"/>
          </p:nvPr>
        </p:nvSpPr>
        <p:spPr>
          <a:xfrm>
            <a:off x="6706106" y="2732181"/>
            <a:ext cx="470585" cy="568049"/>
          </a:xfrm>
          <a:custGeom>
            <a:avLst/>
            <a:gdLst>
              <a:gd name="connsiteX0" fmla="*/ 197521 w 395043"/>
              <a:gd name="connsiteY0" fmla="*/ 127878 h 476860"/>
              <a:gd name="connsiteX1" fmla="*/ 134426 w 395043"/>
              <a:gd name="connsiteY1" fmla="*/ 190974 h 476860"/>
              <a:gd name="connsiteX2" fmla="*/ 197521 w 395043"/>
              <a:gd name="connsiteY2" fmla="*/ 254069 h 476860"/>
              <a:gd name="connsiteX3" fmla="*/ 260616 w 395043"/>
              <a:gd name="connsiteY3" fmla="*/ 190974 h 476860"/>
              <a:gd name="connsiteX4" fmla="*/ 197521 w 395043"/>
              <a:gd name="connsiteY4" fmla="*/ 127878 h 476860"/>
              <a:gd name="connsiteX5" fmla="*/ 197522 w 395043"/>
              <a:gd name="connsiteY5" fmla="*/ 0 h 476860"/>
              <a:gd name="connsiteX6" fmla="*/ 337191 w 395043"/>
              <a:gd name="connsiteY6" fmla="*/ 57853 h 476860"/>
              <a:gd name="connsiteX7" fmla="*/ 337191 w 395043"/>
              <a:gd name="connsiteY7" fmla="*/ 57854 h 476860"/>
              <a:gd name="connsiteX8" fmla="*/ 337191 w 395043"/>
              <a:gd name="connsiteY8" fmla="*/ 337192 h 476860"/>
              <a:gd name="connsiteX9" fmla="*/ 197522 w 395043"/>
              <a:gd name="connsiteY9" fmla="*/ 476860 h 476860"/>
              <a:gd name="connsiteX10" fmla="*/ 57853 w 395043"/>
              <a:gd name="connsiteY10" fmla="*/ 337191 h 476860"/>
              <a:gd name="connsiteX11" fmla="*/ 57853 w 395043"/>
              <a:gd name="connsiteY11" fmla="*/ 57853 h 476860"/>
              <a:gd name="connsiteX12" fmla="*/ 197522 w 395043"/>
              <a:gd name="connsiteY12" fmla="*/ 0 h 47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043" h="476860">
                <a:moveTo>
                  <a:pt x="197521" y="127878"/>
                </a:moveTo>
                <a:cubicBezTo>
                  <a:pt x="162675" y="127878"/>
                  <a:pt x="134426" y="156127"/>
                  <a:pt x="134426" y="190974"/>
                </a:cubicBezTo>
                <a:cubicBezTo>
                  <a:pt x="134427" y="225819"/>
                  <a:pt x="162676" y="254068"/>
                  <a:pt x="197521" y="254069"/>
                </a:cubicBezTo>
                <a:cubicBezTo>
                  <a:pt x="232368" y="254069"/>
                  <a:pt x="260616" y="225820"/>
                  <a:pt x="260616" y="190974"/>
                </a:cubicBezTo>
                <a:cubicBezTo>
                  <a:pt x="260616" y="156127"/>
                  <a:pt x="232368" y="127878"/>
                  <a:pt x="197521" y="127878"/>
                </a:cubicBezTo>
                <a:close/>
                <a:moveTo>
                  <a:pt x="197522" y="0"/>
                </a:moveTo>
                <a:cubicBezTo>
                  <a:pt x="248073" y="0"/>
                  <a:pt x="298623" y="19285"/>
                  <a:pt x="337191" y="57853"/>
                </a:cubicBezTo>
                <a:lnTo>
                  <a:pt x="337191" y="57854"/>
                </a:lnTo>
                <a:cubicBezTo>
                  <a:pt x="414327" y="134991"/>
                  <a:pt x="414327" y="260055"/>
                  <a:pt x="337191" y="337192"/>
                </a:cubicBezTo>
                <a:lnTo>
                  <a:pt x="197522" y="476860"/>
                </a:lnTo>
                <a:lnTo>
                  <a:pt x="57853" y="337191"/>
                </a:lnTo>
                <a:cubicBezTo>
                  <a:pt x="-19284" y="260054"/>
                  <a:pt x="-19284" y="134990"/>
                  <a:pt x="57853" y="57853"/>
                </a:cubicBezTo>
                <a:cubicBezTo>
                  <a:pt x="96421" y="19285"/>
                  <a:pt x="146971" y="0"/>
                  <a:pt x="197522" y="0"/>
                </a:cubicBezTo>
                <a:close/>
              </a:path>
            </a:pathLst>
          </a:custGeom>
          <a:solidFill>
            <a:schemeClr val="accent1"/>
          </a:solidFill>
        </p:spPr>
        <p:txBody>
          <a:bodyPr wrap="none" lIns="640080" anchor="ctr" anchorCtr="0">
            <a:noAutofit/>
          </a:bodyPr>
          <a:lstStyle>
            <a:lvl1pPr>
              <a:defRPr sz="2400" b="1"/>
            </a:lvl1pPr>
          </a:lstStyle>
          <a:p>
            <a:pPr lvl="0"/>
            <a:r>
              <a:rPr lang="en-US"/>
              <a:t>Bucharest, Romania</a:t>
            </a:r>
          </a:p>
        </p:txBody>
      </p:sp>
      <p:sp>
        <p:nvSpPr>
          <p:cNvPr id="2" name="Title 1">
            <a:extLst>
              <a:ext uri="{FF2B5EF4-FFF2-40B4-BE49-F238E27FC236}">
                <a16:creationId xmlns:a16="http://schemas.microsoft.com/office/drawing/2014/main" id="{421CB5D4-DEF6-472D-B7B9-053874552DB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67768726"/>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aptop Screenshot">
    <p:spTree>
      <p:nvGrpSpPr>
        <p:cNvPr id="1" name=""/>
        <p:cNvGrpSpPr/>
        <p:nvPr/>
      </p:nvGrpSpPr>
      <p:grpSpPr>
        <a:xfrm>
          <a:off x="0" y="0"/>
          <a:ext cx="0" cy="0"/>
          <a:chOff x="0" y="0"/>
          <a:chExt cx="0" cy="0"/>
        </a:xfrm>
      </p:grpSpPr>
      <p:pic>
        <p:nvPicPr>
          <p:cNvPr id="10" name="Graphic 9" hidden="1">
            <a:extLst>
              <a:ext uri="{FF2B5EF4-FFF2-40B4-BE49-F238E27FC236}">
                <a16:creationId xmlns:a16="http://schemas.microsoft.com/office/drawing/2014/main" id="{17CDA781-D5FC-4C3F-93B0-299A1CC43D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12103" y="715198"/>
            <a:ext cx="9301845" cy="5352540"/>
          </a:xfrm>
          <a:prstGeom prst="rect">
            <a:avLst/>
          </a:prstGeom>
        </p:spPr>
      </p:pic>
      <p:pic>
        <p:nvPicPr>
          <p:cNvPr id="2" name="Picture 1" descr="A picture containing text, indoor, monitor, computer&#10;&#10;Description automatically generated">
            <a:extLst>
              <a:ext uri="{FF2B5EF4-FFF2-40B4-BE49-F238E27FC236}">
                <a16:creationId xmlns:a16="http://schemas.microsoft.com/office/drawing/2014/main" id="{BEAF30E4-CBE2-3B5A-FDB6-0BDA6F356A9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3502" y="43252"/>
            <a:ext cx="10461820" cy="6408347"/>
          </a:xfrm>
          <a:prstGeom prst="rect">
            <a:avLst/>
          </a:prstGeom>
        </p:spPr>
      </p:pic>
      <p:sp>
        <p:nvSpPr>
          <p:cNvPr id="3" name="Picture Placeholder 5">
            <a:extLst>
              <a:ext uri="{FF2B5EF4-FFF2-40B4-BE49-F238E27FC236}">
                <a16:creationId xmlns:a16="http://schemas.microsoft.com/office/drawing/2014/main" id="{6A381892-F17C-1B89-14B9-205523C66862}"/>
              </a:ext>
            </a:extLst>
          </p:cNvPr>
          <p:cNvSpPr>
            <a:spLocks noGrp="1"/>
          </p:cNvSpPr>
          <p:nvPr>
            <p:ph type="pic" sz="quarter" idx="29"/>
          </p:nvPr>
        </p:nvSpPr>
        <p:spPr>
          <a:xfrm>
            <a:off x="2387956" y="1162050"/>
            <a:ext cx="7412912" cy="4178300"/>
          </a:xfrm>
          <a:prstGeom prst="rect">
            <a:avLst/>
          </a:prstGeom>
          <a:solidFill>
            <a:schemeClr val="bg2"/>
          </a:solidFill>
        </p:spPr>
        <p:txBody>
          <a:bodyPr anchor="ctr"/>
          <a:lstStyle>
            <a:lvl1pPr algn="ctr">
              <a:defRPr/>
            </a:lvl1pPr>
          </a:lstStyle>
          <a:p>
            <a:r>
              <a:rPr lang="en-US"/>
              <a:t>Click icon to add picture</a:t>
            </a:r>
          </a:p>
        </p:txBody>
      </p:sp>
      <p:pic>
        <p:nvPicPr>
          <p:cNvPr id="4" name="Graphic 3" hidden="1">
            <a:extLst>
              <a:ext uri="{FF2B5EF4-FFF2-40B4-BE49-F238E27FC236}">
                <a16:creationId xmlns:a16="http://schemas.microsoft.com/office/drawing/2014/main" id="{502CA0DB-B040-9169-EDBA-986B2D6CDD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12103" y="715198"/>
            <a:ext cx="9301845" cy="5352540"/>
          </a:xfrm>
          <a:prstGeom prst="rect">
            <a:avLst/>
          </a:prstGeom>
        </p:spPr>
      </p:pic>
    </p:spTree>
    <p:extLst>
      <p:ext uri="{BB962C8B-B14F-4D97-AF65-F5344CB8AC3E}">
        <p14:creationId xmlns:p14="http://schemas.microsoft.com/office/powerpoint/2010/main" val="36915478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Full Image">
    <p:bg>
      <p:bgPr>
        <a:solidFill>
          <a:schemeClr val="bg2"/>
        </a:solidFill>
        <a:effectLst/>
      </p:bgPr>
    </p:bg>
    <p:spTree>
      <p:nvGrpSpPr>
        <p:cNvPr id="1" name=""/>
        <p:cNvGrpSpPr/>
        <p:nvPr/>
      </p:nvGrpSpPr>
      <p:grpSpPr>
        <a:xfrm>
          <a:off x="0" y="0"/>
          <a:ext cx="0" cy="0"/>
          <a:chOff x="0" y="0"/>
          <a:chExt cx="0" cy="0"/>
        </a:xfrm>
      </p:grpSpPr>
      <p:sp>
        <p:nvSpPr>
          <p:cNvPr id="18" name="Picture Placeholder 5">
            <a:extLst>
              <a:ext uri="{FF2B5EF4-FFF2-40B4-BE49-F238E27FC236}">
                <a16:creationId xmlns:a16="http://schemas.microsoft.com/office/drawing/2014/main" id="{E1B3FAEE-4E78-46C7-9DB6-5C22BB3E16FE}"/>
              </a:ext>
            </a:extLst>
          </p:cNvPr>
          <p:cNvSpPr>
            <a:spLocks noGrp="1"/>
          </p:cNvSpPr>
          <p:nvPr>
            <p:ph type="pic" sz="quarter" idx="28"/>
          </p:nvPr>
        </p:nvSpPr>
        <p:spPr>
          <a:xfrm>
            <a:off x="-1" y="0"/>
            <a:ext cx="12188825" cy="6858000"/>
          </a:xfrm>
          <a:prstGeom prst="rect">
            <a:avLst/>
          </a:prstGeom>
          <a:solidFill>
            <a:schemeClr val="bg2"/>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94686204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D6920A-CA0A-440A-B89B-D0A900738D66}"/>
              </a:ext>
            </a:extLst>
          </p:cNvPr>
          <p:cNvSpPr>
            <a:spLocks noGrp="1"/>
          </p:cNvSpPr>
          <p:nvPr>
            <p:ph type="body" sz="quarter" idx="14"/>
          </p:nvPr>
        </p:nvSpPr>
        <p:spPr>
          <a:xfrm>
            <a:off x="1160463" y="1322024"/>
            <a:ext cx="10648950" cy="307777"/>
          </a:xfrm>
          <a:prstGeom prst="rect">
            <a:avLst/>
          </a:prstGeom>
        </p:spPr>
        <p:txBody>
          <a:bodyPr numCol="2">
            <a:spAutoFit/>
          </a:bodyPr>
          <a:lstStyle>
            <a:lvl1pPr marL="365760" indent="-365760">
              <a:buClr>
                <a:schemeClr val="tx1"/>
              </a:buClr>
              <a:buFont typeface="+mj-lt"/>
              <a:buAutoNum type="arabicPeriod"/>
              <a:defRPr b="0"/>
            </a:lvl1pPr>
            <a:lvl2pPr marL="342900" indent="-342900">
              <a:buFont typeface="+mj-lt"/>
              <a:buAutoNum type="arabicPeriod"/>
              <a:defRPr/>
            </a:lvl2pPr>
            <a:lvl3pPr marL="517525" indent="-342900">
              <a:buFont typeface="+mj-lt"/>
              <a:buAutoNum type="arabicPeriod"/>
              <a:defRPr/>
            </a:lvl3pPr>
            <a:lvl4pPr marL="682625" indent="-342900">
              <a:buFont typeface="+mj-lt"/>
              <a:buAutoNum type="arabicPeriod"/>
              <a:defRPr/>
            </a:lvl4pPr>
            <a:lvl5pPr marL="855663" indent="-342900">
              <a:buFont typeface="+mj-lt"/>
              <a:buAutoNum type="arabicPeriod"/>
              <a:defRPr/>
            </a:lvl5pPr>
          </a:lstStyle>
          <a:p>
            <a:pPr lvl="0"/>
            <a:r>
              <a:rPr lang="en-US"/>
              <a:t>Click to edit Master text styles</a:t>
            </a:r>
          </a:p>
        </p:txBody>
      </p:sp>
      <p:sp>
        <p:nvSpPr>
          <p:cNvPr id="2" name="Title 1">
            <a:extLst>
              <a:ext uri="{FF2B5EF4-FFF2-40B4-BE49-F238E27FC236}">
                <a16:creationId xmlns:a16="http://schemas.microsoft.com/office/drawing/2014/main" id="{87C79F9E-CF3E-49D2-B8AD-365D78D209B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48599321"/>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D3DA1B0-C113-FCEE-6789-DF6457821F94}"/>
              </a:ext>
            </a:extLst>
          </p:cNvPr>
          <p:cNvSpPr>
            <a:spLocks noGrp="1"/>
          </p:cNvSpPr>
          <p:nvPr>
            <p:ph type="body" sz="quarter" idx="10"/>
          </p:nvPr>
        </p:nvSpPr>
        <p:spPr>
          <a:xfrm>
            <a:off x="1160463" y="1322024"/>
            <a:ext cx="10648950"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6D75A9F1-F559-4661-B1CA-5CB648D42B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87709454"/>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 Subhea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3FBEF1A-752D-C69D-4A34-E35561D1DCE9}"/>
              </a:ext>
            </a:extLst>
          </p:cNvPr>
          <p:cNvSpPr>
            <a:spLocks noGrp="1"/>
          </p:cNvSpPr>
          <p:nvPr>
            <p:ph sz="quarter" idx="15"/>
          </p:nvPr>
        </p:nvSpPr>
        <p:spPr>
          <a:xfrm>
            <a:off x="1160463" y="1785137"/>
            <a:ext cx="10648950"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1160583" y="1384313"/>
            <a:ext cx="106474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 name="Title 1">
            <a:extLst>
              <a:ext uri="{FF2B5EF4-FFF2-40B4-BE49-F238E27FC236}">
                <a16:creationId xmlns:a16="http://schemas.microsoft.com/office/drawing/2014/main" id="{C3649FBC-93E5-4D8B-93CB-3D81E660FCA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11227678"/>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89DB295E-C37C-4211-B0AE-52425FDE08A0}"/>
              </a:ext>
            </a:extLst>
          </p:cNvPr>
          <p:cNvSpPr>
            <a:spLocks noGrp="1"/>
          </p:cNvSpPr>
          <p:nvPr>
            <p:ph type="body" sz="quarter" idx="19" hasCustomPrompt="1"/>
          </p:nvPr>
        </p:nvSpPr>
        <p:spPr>
          <a:xfrm>
            <a:off x="1161078" y="1384313"/>
            <a:ext cx="5179503"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1" name="Text Placeholder 14">
            <a:extLst>
              <a:ext uri="{FF2B5EF4-FFF2-40B4-BE49-F238E27FC236}">
                <a16:creationId xmlns:a16="http://schemas.microsoft.com/office/drawing/2014/main" id="{94777BAB-A976-435B-9BA1-5B6E981D3174}"/>
              </a:ext>
            </a:extLst>
          </p:cNvPr>
          <p:cNvSpPr>
            <a:spLocks noGrp="1"/>
          </p:cNvSpPr>
          <p:nvPr>
            <p:ph type="body" sz="quarter" idx="20" hasCustomPrompt="1"/>
          </p:nvPr>
        </p:nvSpPr>
        <p:spPr>
          <a:xfrm>
            <a:off x="6630880" y="1384313"/>
            <a:ext cx="5179503"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Text Placeholder 3">
            <a:extLst>
              <a:ext uri="{FF2B5EF4-FFF2-40B4-BE49-F238E27FC236}">
                <a16:creationId xmlns:a16="http://schemas.microsoft.com/office/drawing/2014/main" id="{233E1FC2-280F-76DE-3D8F-7B1B499AF5FA}"/>
              </a:ext>
            </a:extLst>
          </p:cNvPr>
          <p:cNvSpPr>
            <a:spLocks noGrp="1"/>
          </p:cNvSpPr>
          <p:nvPr>
            <p:ph type="body" sz="quarter" idx="23"/>
          </p:nvPr>
        </p:nvSpPr>
        <p:spPr>
          <a:xfrm>
            <a:off x="1160463" y="1781174"/>
            <a:ext cx="5180119"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8199FF3B-CC9C-2262-873B-1D2F1472E727}"/>
              </a:ext>
            </a:extLst>
          </p:cNvPr>
          <p:cNvSpPr>
            <a:spLocks noGrp="1"/>
          </p:cNvSpPr>
          <p:nvPr>
            <p:ph type="body" sz="quarter" idx="24"/>
          </p:nvPr>
        </p:nvSpPr>
        <p:spPr>
          <a:xfrm>
            <a:off x="6630265" y="1781174"/>
            <a:ext cx="5180119"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F87531C1-F1BB-4CFB-AE4B-213ADE2666B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238494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3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1159931" y="1388275"/>
            <a:ext cx="3369916"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Content Placeholder 3">
            <a:extLst>
              <a:ext uri="{FF2B5EF4-FFF2-40B4-BE49-F238E27FC236}">
                <a16:creationId xmlns:a16="http://schemas.microsoft.com/office/drawing/2014/main" id="{0A7AD1E4-146D-CF19-80CE-F0848A61569A}"/>
              </a:ext>
            </a:extLst>
          </p:cNvPr>
          <p:cNvSpPr>
            <a:spLocks noGrp="1"/>
          </p:cNvSpPr>
          <p:nvPr>
            <p:ph sz="quarter" idx="25"/>
          </p:nvPr>
        </p:nvSpPr>
        <p:spPr>
          <a:xfrm>
            <a:off x="1159931" y="1785136"/>
            <a:ext cx="3375258"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797598" y="1388275"/>
            <a:ext cx="3369916"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5" name="Content Placeholder 3">
            <a:extLst>
              <a:ext uri="{FF2B5EF4-FFF2-40B4-BE49-F238E27FC236}">
                <a16:creationId xmlns:a16="http://schemas.microsoft.com/office/drawing/2014/main" id="{4EDB11E2-7885-0ACE-5CD8-8C2BE3CE311A}"/>
              </a:ext>
            </a:extLst>
          </p:cNvPr>
          <p:cNvSpPr>
            <a:spLocks noGrp="1"/>
          </p:cNvSpPr>
          <p:nvPr>
            <p:ph sz="quarter" idx="26"/>
          </p:nvPr>
        </p:nvSpPr>
        <p:spPr>
          <a:xfrm>
            <a:off x="4794524" y="1785136"/>
            <a:ext cx="3375258"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435265" y="1388275"/>
            <a:ext cx="3369916"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3">
            <a:extLst>
              <a:ext uri="{FF2B5EF4-FFF2-40B4-BE49-F238E27FC236}">
                <a16:creationId xmlns:a16="http://schemas.microsoft.com/office/drawing/2014/main" id="{C55FF47C-A405-C697-4537-0E71F8D06F51}"/>
              </a:ext>
            </a:extLst>
          </p:cNvPr>
          <p:cNvSpPr>
            <a:spLocks noGrp="1"/>
          </p:cNvSpPr>
          <p:nvPr>
            <p:ph sz="quarter" idx="27"/>
          </p:nvPr>
        </p:nvSpPr>
        <p:spPr>
          <a:xfrm>
            <a:off x="8429117" y="1785136"/>
            <a:ext cx="3375258"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6FA818DC-A01E-4615-916C-C7E30AE9F11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8606522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4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1160463" y="1384313"/>
            <a:ext cx="2460294"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Content Placeholder 3">
            <a:extLst>
              <a:ext uri="{FF2B5EF4-FFF2-40B4-BE49-F238E27FC236}">
                <a16:creationId xmlns:a16="http://schemas.microsoft.com/office/drawing/2014/main" id="{FF13C670-0586-233E-E756-9FDA1D0AA9ED}"/>
              </a:ext>
            </a:extLst>
          </p:cNvPr>
          <p:cNvSpPr>
            <a:spLocks noGrp="1"/>
          </p:cNvSpPr>
          <p:nvPr>
            <p:ph sz="quarter" idx="27"/>
          </p:nvPr>
        </p:nvSpPr>
        <p:spPr>
          <a:xfrm>
            <a:off x="1160572" y="1781174"/>
            <a:ext cx="2464193"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14">
            <a:extLst>
              <a:ext uri="{FF2B5EF4-FFF2-40B4-BE49-F238E27FC236}">
                <a16:creationId xmlns:a16="http://schemas.microsoft.com/office/drawing/2014/main" id="{5DED9890-AE6A-4175-A2D3-94CD8046DE11}"/>
              </a:ext>
            </a:extLst>
          </p:cNvPr>
          <p:cNvSpPr>
            <a:spLocks noGrp="1"/>
          </p:cNvSpPr>
          <p:nvPr>
            <p:ph type="body" sz="quarter" idx="21" hasCustomPrompt="1"/>
          </p:nvPr>
        </p:nvSpPr>
        <p:spPr>
          <a:xfrm>
            <a:off x="3890113" y="1384313"/>
            <a:ext cx="2460294"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5" name="Content Placeholder 3">
            <a:extLst>
              <a:ext uri="{FF2B5EF4-FFF2-40B4-BE49-F238E27FC236}">
                <a16:creationId xmlns:a16="http://schemas.microsoft.com/office/drawing/2014/main" id="{F85D0E4C-F8F2-1308-A907-010AEC48790C}"/>
              </a:ext>
            </a:extLst>
          </p:cNvPr>
          <p:cNvSpPr>
            <a:spLocks noGrp="1"/>
          </p:cNvSpPr>
          <p:nvPr>
            <p:ph sz="quarter" idx="28"/>
          </p:nvPr>
        </p:nvSpPr>
        <p:spPr>
          <a:xfrm>
            <a:off x="3888690" y="1781174"/>
            <a:ext cx="2464193"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14">
            <a:extLst>
              <a:ext uri="{FF2B5EF4-FFF2-40B4-BE49-F238E27FC236}">
                <a16:creationId xmlns:a16="http://schemas.microsoft.com/office/drawing/2014/main" id="{85B79AD3-9CCE-4AA6-A9B4-5F9A43BC7813}"/>
              </a:ext>
            </a:extLst>
          </p:cNvPr>
          <p:cNvSpPr>
            <a:spLocks noGrp="1"/>
          </p:cNvSpPr>
          <p:nvPr>
            <p:ph type="body" sz="quarter" idx="23" hasCustomPrompt="1"/>
          </p:nvPr>
        </p:nvSpPr>
        <p:spPr>
          <a:xfrm>
            <a:off x="6619763" y="1384313"/>
            <a:ext cx="2460294"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3">
            <a:extLst>
              <a:ext uri="{FF2B5EF4-FFF2-40B4-BE49-F238E27FC236}">
                <a16:creationId xmlns:a16="http://schemas.microsoft.com/office/drawing/2014/main" id="{E26A5369-C258-7C75-9BB0-83D8966510E8}"/>
              </a:ext>
            </a:extLst>
          </p:cNvPr>
          <p:cNvSpPr>
            <a:spLocks noGrp="1"/>
          </p:cNvSpPr>
          <p:nvPr>
            <p:ph sz="quarter" idx="29"/>
          </p:nvPr>
        </p:nvSpPr>
        <p:spPr>
          <a:xfrm>
            <a:off x="6616807" y="1781174"/>
            <a:ext cx="2464193"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14">
            <a:extLst>
              <a:ext uri="{FF2B5EF4-FFF2-40B4-BE49-F238E27FC236}">
                <a16:creationId xmlns:a16="http://schemas.microsoft.com/office/drawing/2014/main" id="{2AD1F5CB-9325-407F-A82E-AD63D7DB55BC}"/>
              </a:ext>
            </a:extLst>
          </p:cNvPr>
          <p:cNvSpPr>
            <a:spLocks noGrp="1"/>
          </p:cNvSpPr>
          <p:nvPr>
            <p:ph type="body" sz="quarter" idx="25" hasCustomPrompt="1"/>
          </p:nvPr>
        </p:nvSpPr>
        <p:spPr>
          <a:xfrm>
            <a:off x="9349412" y="1384313"/>
            <a:ext cx="2460294"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7" name="Content Placeholder 3">
            <a:extLst>
              <a:ext uri="{FF2B5EF4-FFF2-40B4-BE49-F238E27FC236}">
                <a16:creationId xmlns:a16="http://schemas.microsoft.com/office/drawing/2014/main" id="{ED0574E4-B104-8563-93B5-8543D4DFFB62}"/>
              </a:ext>
            </a:extLst>
          </p:cNvPr>
          <p:cNvSpPr>
            <a:spLocks noGrp="1"/>
          </p:cNvSpPr>
          <p:nvPr>
            <p:ph sz="quarter" idx="30"/>
          </p:nvPr>
        </p:nvSpPr>
        <p:spPr>
          <a:xfrm>
            <a:off x="9344927" y="1781174"/>
            <a:ext cx="2464193" cy="1987724"/>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59BFCF5-49C9-40AA-B1B2-4B41F907444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040787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5 Column Content">
    <p:spTree>
      <p:nvGrpSpPr>
        <p:cNvPr id="1" name=""/>
        <p:cNvGrpSpPr/>
        <p:nvPr/>
      </p:nvGrpSpPr>
      <p:grpSpPr>
        <a:xfrm>
          <a:off x="0" y="0"/>
          <a:ext cx="0" cy="0"/>
          <a:chOff x="0" y="0"/>
          <a:chExt cx="0" cy="0"/>
        </a:xfrm>
      </p:grpSpPr>
      <p:sp>
        <p:nvSpPr>
          <p:cNvPr id="23" name="Text Placeholder 14">
            <a:extLst>
              <a:ext uri="{FF2B5EF4-FFF2-40B4-BE49-F238E27FC236}">
                <a16:creationId xmlns:a16="http://schemas.microsoft.com/office/drawing/2014/main" id="{FBF14531-4635-4BAC-8BFB-80B5D5B93B76}"/>
              </a:ext>
            </a:extLst>
          </p:cNvPr>
          <p:cNvSpPr>
            <a:spLocks noGrp="1"/>
          </p:cNvSpPr>
          <p:nvPr>
            <p:ph type="body" sz="quarter" idx="19" hasCustomPrompt="1"/>
          </p:nvPr>
        </p:nvSpPr>
        <p:spPr>
          <a:xfrm>
            <a:off x="1160463" y="1412013"/>
            <a:ext cx="2003946" cy="249299"/>
          </a:xfrm>
          <a:prstGeom prst="rect">
            <a:avLst/>
          </a:prstGeo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4" name="Content Placeholder 2">
            <a:extLst>
              <a:ext uri="{FF2B5EF4-FFF2-40B4-BE49-F238E27FC236}">
                <a16:creationId xmlns:a16="http://schemas.microsoft.com/office/drawing/2014/main" id="{BB4E2362-E356-4A39-BFCD-3E1AEA06E41E}"/>
              </a:ext>
            </a:extLst>
          </p:cNvPr>
          <p:cNvSpPr>
            <a:spLocks noGrp="1"/>
          </p:cNvSpPr>
          <p:nvPr>
            <p:ph idx="20"/>
          </p:nvPr>
        </p:nvSpPr>
        <p:spPr>
          <a:xfrm>
            <a:off x="1160463" y="1781174"/>
            <a:ext cx="2007122" cy="1803058"/>
          </a:xfrm>
          <a:prstGeom prst="rect">
            <a:avLst/>
          </a:prstGeom>
        </p:spPr>
        <p:txBody>
          <a:bodyPr tIns="0">
            <a:spAutoFit/>
          </a:bodyPr>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4">
            <a:extLst>
              <a:ext uri="{FF2B5EF4-FFF2-40B4-BE49-F238E27FC236}">
                <a16:creationId xmlns:a16="http://schemas.microsoft.com/office/drawing/2014/main" id="{2472D317-8C7C-4435-97B7-AD733CBE008E}"/>
              </a:ext>
            </a:extLst>
          </p:cNvPr>
          <p:cNvSpPr>
            <a:spLocks noGrp="1"/>
          </p:cNvSpPr>
          <p:nvPr>
            <p:ph type="body" sz="quarter" idx="21" hasCustomPrompt="1"/>
          </p:nvPr>
        </p:nvSpPr>
        <p:spPr>
          <a:xfrm>
            <a:off x="3321013" y="1412013"/>
            <a:ext cx="2003946" cy="249299"/>
          </a:xfrm>
          <a:prstGeom prst="rect">
            <a:avLst/>
          </a:prstGeo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Content Placeholder 2">
            <a:extLst>
              <a:ext uri="{FF2B5EF4-FFF2-40B4-BE49-F238E27FC236}">
                <a16:creationId xmlns:a16="http://schemas.microsoft.com/office/drawing/2014/main" id="{E4D2D360-EEE9-4391-80AA-F3022B2E44BA}"/>
              </a:ext>
            </a:extLst>
          </p:cNvPr>
          <p:cNvSpPr>
            <a:spLocks noGrp="1"/>
          </p:cNvSpPr>
          <p:nvPr>
            <p:ph idx="22"/>
          </p:nvPr>
        </p:nvSpPr>
        <p:spPr>
          <a:xfrm>
            <a:off x="3320920" y="1781174"/>
            <a:ext cx="2007122" cy="1803058"/>
          </a:xfrm>
          <a:prstGeom prst="rect">
            <a:avLst/>
          </a:prstGeom>
        </p:spPr>
        <p:txBody>
          <a:bodyPr tIns="0">
            <a:spAutoFit/>
          </a:bodyPr>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7C950CA8-931F-42EC-8D1C-684B10BA33DF}"/>
              </a:ext>
            </a:extLst>
          </p:cNvPr>
          <p:cNvSpPr>
            <a:spLocks noGrp="1"/>
          </p:cNvSpPr>
          <p:nvPr>
            <p:ph type="body" sz="quarter" idx="23" hasCustomPrompt="1"/>
          </p:nvPr>
        </p:nvSpPr>
        <p:spPr>
          <a:xfrm>
            <a:off x="5481563" y="1412013"/>
            <a:ext cx="2003946" cy="249299"/>
          </a:xfrm>
          <a:prstGeom prst="rect">
            <a:avLst/>
          </a:prstGeo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2" name="Content Placeholder 2">
            <a:extLst>
              <a:ext uri="{FF2B5EF4-FFF2-40B4-BE49-F238E27FC236}">
                <a16:creationId xmlns:a16="http://schemas.microsoft.com/office/drawing/2014/main" id="{424531BF-7D09-4306-9D8E-78BAF0CD5048}"/>
              </a:ext>
            </a:extLst>
          </p:cNvPr>
          <p:cNvSpPr>
            <a:spLocks noGrp="1"/>
          </p:cNvSpPr>
          <p:nvPr>
            <p:ph idx="24"/>
          </p:nvPr>
        </p:nvSpPr>
        <p:spPr>
          <a:xfrm>
            <a:off x="5481377" y="1781174"/>
            <a:ext cx="2007122" cy="1803058"/>
          </a:xfrm>
          <a:prstGeom prst="rect">
            <a:avLst/>
          </a:prstGeom>
        </p:spPr>
        <p:txBody>
          <a:bodyPr tIns="0">
            <a:spAutoFit/>
          </a:bodyPr>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14">
            <a:extLst>
              <a:ext uri="{FF2B5EF4-FFF2-40B4-BE49-F238E27FC236}">
                <a16:creationId xmlns:a16="http://schemas.microsoft.com/office/drawing/2014/main" id="{CFB36ED7-BBFD-4DB9-9421-F9BE8CD07C55}"/>
              </a:ext>
            </a:extLst>
          </p:cNvPr>
          <p:cNvSpPr>
            <a:spLocks noGrp="1"/>
          </p:cNvSpPr>
          <p:nvPr>
            <p:ph type="body" sz="quarter" idx="25" hasCustomPrompt="1"/>
          </p:nvPr>
        </p:nvSpPr>
        <p:spPr>
          <a:xfrm>
            <a:off x="7642113" y="1412013"/>
            <a:ext cx="2003946" cy="249299"/>
          </a:xfrm>
          <a:prstGeom prst="rect">
            <a:avLst/>
          </a:prstGeo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2" name="Content Placeholder 2">
            <a:extLst>
              <a:ext uri="{FF2B5EF4-FFF2-40B4-BE49-F238E27FC236}">
                <a16:creationId xmlns:a16="http://schemas.microsoft.com/office/drawing/2014/main" id="{BBEA8CD3-8F3D-4C64-8375-1733B126A69B}"/>
              </a:ext>
            </a:extLst>
          </p:cNvPr>
          <p:cNvSpPr>
            <a:spLocks noGrp="1"/>
          </p:cNvSpPr>
          <p:nvPr>
            <p:ph idx="26"/>
          </p:nvPr>
        </p:nvSpPr>
        <p:spPr>
          <a:xfrm>
            <a:off x="7641834" y="1781174"/>
            <a:ext cx="2007122" cy="1803058"/>
          </a:xfrm>
          <a:prstGeom prst="rect">
            <a:avLst/>
          </a:prstGeom>
        </p:spPr>
        <p:txBody>
          <a:bodyPr tIns="0">
            <a:spAutoFit/>
          </a:bodyPr>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14">
            <a:extLst>
              <a:ext uri="{FF2B5EF4-FFF2-40B4-BE49-F238E27FC236}">
                <a16:creationId xmlns:a16="http://schemas.microsoft.com/office/drawing/2014/main" id="{D6519DA7-2099-4BBE-BC01-9482B3B54131}"/>
              </a:ext>
            </a:extLst>
          </p:cNvPr>
          <p:cNvSpPr>
            <a:spLocks noGrp="1"/>
          </p:cNvSpPr>
          <p:nvPr>
            <p:ph type="body" sz="quarter" idx="27" hasCustomPrompt="1"/>
          </p:nvPr>
        </p:nvSpPr>
        <p:spPr>
          <a:xfrm>
            <a:off x="9802663" y="1412013"/>
            <a:ext cx="2003946" cy="249299"/>
          </a:xfrm>
          <a:prstGeom prst="rect">
            <a:avLst/>
          </a:prstGeom>
        </p:spPr>
        <p:txBody>
          <a:bodyPr tIns="0" anchor="b" anchorCtr="0">
            <a:spAutoFit/>
          </a:bodyPr>
          <a:lstStyle>
            <a:lvl1pPr>
              <a:lnSpc>
                <a:spcPct val="90000"/>
              </a:lnSpc>
              <a:spcBef>
                <a:spcPts val="500"/>
              </a:spcBef>
              <a:defRPr sz="18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34" name="Content Placeholder 2">
            <a:extLst>
              <a:ext uri="{FF2B5EF4-FFF2-40B4-BE49-F238E27FC236}">
                <a16:creationId xmlns:a16="http://schemas.microsoft.com/office/drawing/2014/main" id="{18DDB658-7F30-450F-B746-304E5B393DA7}"/>
              </a:ext>
            </a:extLst>
          </p:cNvPr>
          <p:cNvSpPr>
            <a:spLocks noGrp="1"/>
          </p:cNvSpPr>
          <p:nvPr>
            <p:ph idx="28"/>
          </p:nvPr>
        </p:nvSpPr>
        <p:spPr>
          <a:xfrm>
            <a:off x="9802291" y="1781174"/>
            <a:ext cx="2007122" cy="1803058"/>
          </a:xfrm>
          <a:prstGeom prst="rect">
            <a:avLst/>
          </a:prstGeom>
        </p:spPr>
        <p:txBody>
          <a:bodyPr tIns="0">
            <a:spAutoFit/>
          </a:bodyPr>
          <a:lstStyle>
            <a:lvl1pPr>
              <a:defRPr sz="1800"/>
            </a:lvl1pPr>
            <a:lvl2pPr>
              <a:buClr>
                <a:schemeClr val="accent1"/>
              </a:buClr>
              <a:defRPr sz="1800" baseline="0"/>
            </a:lvl2pPr>
            <a:lvl3pPr>
              <a:buClr>
                <a:schemeClr val="accent1"/>
              </a:buClr>
              <a:defRPr sz="1800"/>
            </a:lvl3pPr>
            <a:lvl4pPr>
              <a:buClr>
                <a:schemeClr val="accent1"/>
              </a:buClr>
              <a:defRPr sz="1800"/>
            </a:lvl4pPr>
            <a:lvl5pPr>
              <a:buClr>
                <a:schemeClr val="accent1"/>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1658ADA2-4405-4FD2-9A48-B6CC3FA4B65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522082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 Column Content">
    <p:spTree>
      <p:nvGrpSpPr>
        <p:cNvPr id="1" name=""/>
        <p:cNvGrpSpPr/>
        <p:nvPr/>
      </p:nvGrpSpPr>
      <p:grpSpPr>
        <a:xfrm>
          <a:off x="0" y="0"/>
          <a:ext cx="0" cy="0"/>
          <a:chOff x="0" y="0"/>
          <a:chExt cx="0" cy="0"/>
        </a:xfrm>
      </p:grpSpPr>
      <p:sp>
        <p:nvSpPr>
          <p:cNvPr id="21" name="Text Placeholder 14">
            <a:extLst>
              <a:ext uri="{FF2B5EF4-FFF2-40B4-BE49-F238E27FC236}">
                <a16:creationId xmlns:a16="http://schemas.microsoft.com/office/drawing/2014/main" id="{8BABC588-5798-4369-86EA-9B137E4E1DBD}"/>
              </a:ext>
            </a:extLst>
          </p:cNvPr>
          <p:cNvSpPr>
            <a:spLocks noGrp="1"/>
          </p:cNvSpPr>
          <p:nvPr>
            <p:ph type="body" sz="quarter" idx="19" hasCustomPrompt="1"/>
          </p:nvPr>
        </p:nvSpPr>
        <p:spPr>
          <a:xfrm>
            <a:off x="1160463" y="1384313"/>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Content Placeholder 3">
            <a:extLst>
              <a:ext uri="{FF2B5EF4-FFF2-40B4-BE49-F238E27FC236}">
                <a16:creationId xmlns:a16="http://schemas.microsoft.com/office/drawing/2014/main" id="{634ECCFE-5E9D-8469-1733-382188732332}"/>
              </a:ext>
            </a:extLst>
          </p:cNvPr>
          <p:cNvSpPr>
            <a:spLocks noGrp="1"/>
          </p:cNvSpPr>
          <p:nvPr>
            <p:ph sz="quarter" idx="31" hasCustomPrompt="1"/>
          </p:nvPr>
        </p:nvSpPr>
        <p:spPr>
          <a:xfrm>
            <a:off x="1160463" y="178117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23" name="Text Placeholder 14">
            <a:extLst>
              <a:ext uri="{FF2B5EF4-FFF2-40B4-BE49-F238E27FC236}">
                <a16:creationId xmlns:a16="http://schemas.microsoft.com/office/drawing/2014/main" id="{EFCBBFC1-DBA9-47B0-8B7C-C8EF0A6DD6E6}"/>
              </a:ext>
            </a:extLst>
          </p:cNvPr>
          <p:cNvSpPr>
            <a:spLocks noGrp="1"/>
          </p:cNvSpPr>
          <p:nvPr>
            <p:ph type="body" sz="quarter" idx="21" hasCustomPrompt="1"/>
          </p:nvPr>
        </p:nvSpPr>
        <p:spPr>
          <a:xfrm>
            <a:off x="4778457" y="1384313"/>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5" name="Content Placeholder 3">
            <a:extLst>
              <a:ext uri="{FF2B5EF4-FFF2-40B4-BE49-F238E27FC236}">
                <a16:creationId xmlns:a16="http://schemas.microsoft.com/office/drawing/2014/main" id="{3311A710-EC90-5B77-0D11-54B2D942512A}"/>
              </a:ext>
            </a:extLst>
          </p:cNvPr>
          <p:cNvSpPr>
            <a:spLocks noGrp="1"/>
          </p:cNvSpPr>
          <p:nvPr>
            <p:ph sz="quarter" idx="32" hasCustomPrompt="1"/>
          </p:nvPr>
        </p:nvSpPr>
        <p:spPr>
          <a:xfrm>
            <a:off x="4775349" y="178117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25" name="Text Placeholder 14">
            <a:extLst>
              <a:ext uri="{FF2B5EF4-FFF2-40B4-BE49-F238E27FC236}">
                <a16:creationId xmlns:a16="http://schemas.microsoft.com/office/drawing/2014/main" id="{00983EFC-9FEF-46E8-9574-59C9D66F27CD}"/>
              </a:ext>
            </a:extLst>
          </p:cNvPr>
          <p:cNvSpPr>
            <a:spLocks noGrp="1"/>
          </p:cNvSpPr>
          <p:nvPr>
            <p:ph type="body" sz="quarter" idx="23" hasCustomPrompt="1"/>
          </p:nvPr>
        </p:nvSpPr>
        <p:spPr>
          <a:xfrm>
            <a:off x="8396451" y="1384313"/>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6" name="Content Placeholder 3">
            <a:extLst>
              <a:ext uri="{FF2B5EF4-FFF2-40B4-BE49-F238E27FC236}">
                <a16:creationId xmlns:a16="http://schemas.microsoft.com/office/drawing/2014/main" id="{B3C1BDA2-CA11-6050-A74B-229A6922386C}"/>
              </a:ext>
            </a:extLst>
          </p:cNvPr>
          <p:cNvSpPr>
            <a:spLocks noGrp="1"/>
          </p:cNvSpPr>
          <p:nvPr>
            <p:ph sz="quarter" idx="33" hasCustomPrompt="1"/>
          </p:nvPr>
        </p:nvSpPr>
        <p:spPr>
          <a:xfrm>
            <a:off x="8390234" y="178117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10" name="Text Placeholder 14">
            <a:extLst>
              <a:ext uri="{FF2B5EF4-FFF2-40B4-BE49-F238E27FC236}">
                <a16:creationId xmlns:a16="http://schemas.microsoft.com/office/drawing/2014/main" id="{3433CE7C-F359-47A8-841D-14982B8C8FE6}"/>
              </a:ext>
            </a:extLst>
          </p:cNvPr>
          <p:cNvSpPr>
            <a:spLocks noGrp="1"/>
          </p:cNvSpPr>
          <p:nvPr>
            <p:ph type="body" sz="quarter" idx="25" hasCustomPrompt="1"/>
          </p:nvPr>
        </p:nvSpPr>
        <p:spPr>
          <a:xfrm>
            <a:off x="1160463" y="4079682"/>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7" name="Content Placeholder 3">
            <a:extLst>
              <a:ext uri="{FF2B5EF4-FFF2-40B4-BE49-F238E27FC236}">
                <a16:creationId xmlns:a16="http://schemas.microsoft.com/office/drawing/2014/main" id="{2199A181-023B-FCA5-9318-A776D54D6B8F}"/>
              </a:ext>
            </a:extLst>
          </p:cNvPr>
          <p:cNvSpPr>
            <a:spLocks noGrp="1"/>
          </p:cNvSpPr>
          <p:nvPr>
            <p:ph sz="quarter" idx="34" hasCustomPrompt="1"/>
          </p:nvPr>
        </p:nvSpPr>
        <p:spPr>
          <a:xfrm>
            <a:off x="1160463" y="447654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12" name="Text Placeholder 14">
            <a:extLst>
              <a:ext uri="{FF2B5EF4-FFF2-40B4-BE49-F238E27FC236}">
                <a16:creationId xmlns:a16="http://schemas.microsoft.com/office/drawing/2014/main" id="{3B24EDE4-1DE9-4DA3-A5DE-8AA56EA30F8A}"/>
              </a:ext>
            </a:extLst>
          </p:cNvPr>
          <p:cNvSpPr>
            <a:spLocks noGrp="1"/>
          </p:cNvSpPr>
          <p:nvPr>
            <p:ph type="body" sz="quarter" idx="27" hasCustomPrompt="1"/>
          </p:nvPr>
        </p:nvSpPr>
        <p:spPr>
          <a:xfrm>
            <a:off x="4778457" y="4079682"/>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Content Placeholder 3">
            <a:extLst>
              <a:ext uri="{FF2B5EF4-FFF2-40B4-BE49-F238E27FC236}">
                <a16:creationId xmlns:a16="http://schemas.microsoft.com/office/drawing/2014/main" id="{A6ACB7FA-B849-BB4F-1C0C-0B4769E52F8F}"/>
              </a:ext>
            </a:extLst>
          </p:cNvPr>
          <p:cNvSpPr>
            <a:spLocks noGrp="1"/>
          </p:cNvSpPr>
          <p:nvPr>
            <p:ph sz="quarter" idx="35" hasCustomPrompt="1"/>
          </p:nvPr>
        </p:nvSpPr>
        <p:spPr>
          <a:xfrm>
            <a:off x="4775349" y="447654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15" name="Text Placeholder 14">
            <a:extLst>
              <a:ext uri="{FF2B5EF4-FFF2-40B4-BE49-F238E27FC236}">
                <a16:creationId xmlns:a16="http://schemas.microsoft.com/office/drawing/2014/main" id="{753DB1F1-4AE8-4CB2-9862-800506C55B58}"/>
              </a:ext>
            </a:extLst>
          </p:cNvPr>
          <p:cNvSpPr>
            <a:spLocks noGrp="1"/>
          </p:cNvSpPr>
          <p:nvPr>
            <p:ph type="body" sz="quarter" idx="29" hasCustomPrompt="1"/>
          </p:nvPr>
        </p:nvSpPr>
        <p:spPr>
          <a:xfrm>
            <a:off x="8396451" y="4079682"/>
            <a:ext cx="3413768"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9" name="Content Placeholder 3">
            <a:extLst>
              <a:ext uri="{FF2B5EF4-FFF2-40B4-BE49-F238E27FC236}">
                <a16:creationId xmlns:a16="http://schemas.microsoft.com/office/drawing/2014/main" id="{04F2BD07-AF79-8283-0055-007F568BB0BE}"/>
              </a:ext>
            </a:extLst>
          </p:cNvPr>
          <p:cNvSpPr>
            <a:spLocks noGrp="1"/>
          </p:cNvSpPr>
          <p:nvPr>
            <p:ph sz="quarter" idx="36" hasCustomPrompt="1"/>
          </p:nvPr>
        </p:nvSpPr>
        <p:spPr>
          <a:xfrm>
            <a:off x="8390234" y="4476543"/>
            <a:ext cx="3419180" cy="1359346"/>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0EA1EF5B-7AA7-4E03-ACD2-316437D05C9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6919148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 + Image">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F6851EF3-E456-437C-A6B0-4799E41CBB80}"/>
              </a:ext>
            </a:extLst>
          </p:cNvPr>
          <p:cNvSpPr>
            <a:spLocks noGrp="1"/>
          </p:cNvSpPr>
          <p:nvPr>
            <p:ph type="pic" sz="quarter" idx="15" hasCustomPrompt="1"/>
          </p:nvPr>
        </p:nvSpPr>
        <p:spPr>
          <a:xfrm>
            <a:off x="6094413" y="0"/>
            <a:ext cx="6094412" cy="6858000"/>
          </a:xfrm>
          <a:prstGeom prst="rect">
            <a:avLst/>
          </a:prstGeom>
          <a:noFill/>
        </p:spPr>
        <p:txBody>
          <a:bodyPr anchor="ctr"/>
          <a:lstStyle>
            <a:lvl1pPr algn="ctr">
              <a:defRPr baseline="0"/>
            </a:lvl1pPr>
          </a:lstStyle>
          <a:p>
            <a:r>
              <a:rPr lang="en-US"/>
              <a:t>Click icon or drag to insert image</a:t>
            </a:r>
          </a:p>
        </p:txBody>
      </p:sp>
      <p:sp>
        <p:nvSpPr>
          <p:cNvPr id="5" name="Content Placeholder 4">
            <a:extLst>
              <a:ext uri="{FF2B5EF4-FFF2-40B4-BE49-F238E27FC236}">
                <a16:creationId xmlns:a16="http://schemas.microsoft.com/office/drawing/2014/main" id="{B2F28095-8795-2431-B7D9-B75CF603F44B}"/>
              </a:ext>
            </a:extLst>
          </p:cNvPr>
          <p:cNvSpPr>
            <a:spLocks noGrp="1"/>
          </p:cNvSpPr>
          <p:nvPr>
            <p:ph sz="quarter" idx="16"/>
          </p:nvPr>
        </p:nvSpPr>
        <p:spPr>
          <a:xfrm>
            <a:off x="1160462" y="1781173"/>
            <a:ext cx="4624701" cy="167994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p:cNvSpPr>
            <a:spLocks noGrp="1"/>
          </p:cNvSpPr>
          <p:nvPr>
            <p:ph type="body" sz="quarter" idx="14" hasCustomPrompt="1"/>
          </p:nvPr>
        </p:nvSpPr>
        <p:spPr>
          <a:xfrm>
            <a:off x="1160435" y="1384313"/>
            <a:ext cx="4624057" cy="276999"/>
          </a:xfrm>
          <a:prstGeom prst="rect">
            <a:avLst/>
          </a:prstGeom>
        </p:spPr>
        <p:txBody>
          <a:bodyPr tIns="0" anchor="b" anchorCtr="0">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4" name="Title 3">
            <a:extLst>
              <a:ext uri="{FF2B5EF4-FFF2-40B4-BE49-F238E27FC236}">
                <a16:creationId xmlns:a16="http://schemas.microsoft.com/office/drawing/2014/main" id="{163A8C2A-FE0D-47DE-A82D-E9DE17072F5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251161"/>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1160463" y="3687741"/>
            <a:ext cx="2462006" cy="276999"/>
          </a:xfrm>
          <a:prstGeom prst="rect">
            <a:avLst/>
          </a:prstGeo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8" name="Text Placeholder 4">
            <a:extLst>
              <a:ext uri="{FF2B5EF4-FFF2-40B4-BE49-F238E27FC236}">
                <a16:creationId xmlns:a16="http://schemas.microsoft.com/office/drawing/2014/main" id="{B5A77170-A9FD-45D4-8584-19D45A2A8F9B}"/>
              </a:ext>
            </a:extLst>
          </p:cNvPr>
          <p:cNvSpPr>
            <a:spLocks noGrp="1"/>
          </p:cNvSpPr>
          <p:nvPr>
            <p:ph type="body" sz="quarter" idx="15"/>
          </p:nvPr>
        </p:nvSpPr>
        <p:spPr>
          <a:xfrm>
            <a:off x="1160421" y="4084602"/>
            <a:ext cx="2462349" cy="802784"/>
          </a:xfrm>
          <a:prstGeom prst="rect">
            <a:avLst/>
          </a:prstGeo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7" name="Picture Placeholder 6">
            <a:extLst>
              <a:ext uri="{FF2B5EF4-FFF2-40B4-BE49-F238E27FC236}">
                <a16:creationId xmlns:a16="http://schemas.microsoft.com/office/drawing/2014/main" id="{D45E12E6-5FC6-4DAD-AFC7-D1C06F78D641}"/>
              </a:ext>
            </a:extLst>
          </p:cNvPr>
          <p:cNvSpPr>
            <a:spLocks noGrp="1" noChangeAspect="1"/>
          </p:cNvSpPr>
          <p:nvPr>
            <p:ph type="pic" sz="quarter" idx="16"/>
          </p:nvPr>
        </p:nvSpPr>
        <p:spPr>
          <a:xfrm>
            <a:off x="1488973" y="1455724"/>
            <a:ext cx="1804987" cy="1804988"/>
          </a:xfrm>
          <a:prstGeom prst="ellipse">
            <a:avLst/>
          </a:prstGeom>
        </p:spPr>
        <p:txBody>
          <a:bodyPr anchor="ctr"/>
          <a:lstStyle>
            <a:lvl1pPr algn="ctr">
              <a:defRPr/>
            </a:lvl1pPr>
          </a:lstStyle>
          <a:p>
            <a:r>
              <a:rPr lang="en-US"/>
              <a:t>Click icon to add picture</a:t>
            </a:r>
          </a:p>
        </p:txBody>
      </p:sp>
      <p:sp>
        <p:nvSpPr>
          <p:cNvPr id="11" name="Text Placeholder 14">
            <a:extLst>
              <a:ext uri="{FF2B5EF4-FFF2-40B4-BE49-F238E27FC236}">
                <a16:creationId xmlns:a16="http://schemas.microsoft.com/office/drawing/2014/main" id="{5B70EEE1-61F9-44E3-AE83-70A2FCDE4726}"/>
              </a:ext>
            </a:extLst>
          </p:cNvPr>
          <p:cNvSpPr>
            <a:spLocks noGrp="1"/>
          </p:cNvSpPr>
          <p:nvPr>
            <p:ph type="body" sz="quarter" idx="17" hasCustomPrompt="1"/>
          </p:nvPr>
        </p:nvSpPr>
        <p:spPr>
          <a:xfrm>
            <a:off x="3888865" y="3687741"/>
            <a:ext cx="2462006" cy="276999"/>
          </a:xfrm>
          <a:prstGeom prst="rect">
            <a:avLst/>
          </a:prstGeo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2" name="Text Placeholder 4">
            <a:extLst>
              <a:ext uri="{FF2B5EF4-FFF2-40B4-BE49-F238E27FC236}">
                <a16:creationId xmlns:a16="http://schemas.microsoft.com/office/drawing/2014/main" id="{CBF3F0D4-7BA6-430E-8092-94251D51115F}"/>
              </a:ext>
            </a:extLst>
          </p:cNvPr>
          <p:cNvSpPr>
            <a:spLocks noGrp="1"/>
          </p:cNvSpPr>
          <p:nvPr>
            <p:ph type="body" sz="quarter" idx="18"/>
          </p:nvPr>
        </p:nvSpPr>
        <p:spPr>
          <a:xfrm>
            <a:off x="3888772" y="4084602"/>
            <a:ext cx="2462349" cy="802784"/>
          </a:xfrm>
          <a:prstGeom prst="rect">
            <a:avLst/>
          </a:prstGeo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3" name="Picture Placeholder 6">
            <a:extLst>
              <a:ext uri="{FF2B5EF4-FFF2-40B4-BE49-F238E27FC236}">
                <a16:creationId xmlns:a16="http://schemas.microsoft.com/office/drawing/2014/main" id="{1D2FC425-D823-47D8-9213-2BED7731FFA9}"/>
              </a:ext>
            </a:extLst>
          </p:cNvPr>
          <p:cNvSpPr>
            <a:spLocks noGrp="1" noChangeAspect="1"/>
          </p:cNvSpPr>
          <p:nvPr>
            <p:ph type="pic" sz="quarter" idx="19"/>
          </p:nvPr>
        </p:nvSpPr>
        <p:spPr>
          <a:xfrm>
            <a:off x="4217375" y="1455724"/>
            <a:ext cx="1804987" cy="1804988"/>
          </a:xfrm>
          <a:prstGeom prst="ellipse">
            <a:avLst/>
          </a:prstGeom>
        </p:spPr>
        <p:txBody>
          <a:bodyPr anchor="ctr"/>
          <a:lstStyle>
            <a:lvl1pPr algn="ctr">
              <a:defRPr/>
            </a:lvl1pPr>
          </a:lstStyle>
          <a:p>
            <a:r>
              <a:rPr lang="en-US"/>
              <a:t>Click icon to add picture</a:t>
            </a:r>
          </a:p>
        </p:txBody>
      </p:sp>
      <p:sp>
        <p:nvSpPr>
          <p:cNvPr id="14" name="Text Placeholder 14">
            <a:extLst>
              <a:ext uri="{FF2B5EF4-FFF2-40B4-BE49-F238E27FC236}">
                <a16:creationId xmlns:a16="http://schemas.microsoft.com/office/drawing/2014/main" id="{178182FC-A485-4780-8095-1090C2B8ED14}"/>
              </a:ext>
            </a:extLst>
          </p:cNvPr>
          <p:cNvSpPr>
            <a:spLocks noGrp="1"/>
          </p:cNvSpPr>
          <p:nvPr>
            <p:ph type="body" sz="quarter" idx="20" hasCustomPrompt="1"/>
          </p:nvPr>
        </p:nvSpPr>
        <p:spPr>
          <a:xfrm>
            <a:off x="6617267" y="3687741"/>
            <a:ext cx="2462006" cy="276999"/>
          </a:xfrm>
          <a:prstGeom prst="rect">
            <a:avLst/>
          </a:prstGeo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16" name="Text Placeholder 4">
            <a:extLst>
              <a:ext uri="{FF2B5EF4-FFF2-40B4-BE49-F238E27FC236}">
                <a16:creationId xmlns:a16="http://schemas.microsoft.com/office/drawing/2014/main" id="{B467F341-791E-49E5-84A8-2C48795FE71D}"/>
              </a:ext>
            </a:extLst>
          </p:cNvPr>
          <p:cNvSpPr>
            <a:spLocks noGrp="1"/>
          </p:cNvSpPr>
          <p:nvPr>
            <p:ph type="body" sz="quarter" idx="21"/>
          </p:nvPr>
        </p:nvSpPr>
        <p:spPr>
          <a:xfrm>
            <a:off x="6617123" y="4084602"/>
            <a:ext cx="2462349" cy="802784"/>
          </a:xfrm>
          <a:prstGeom prst="rect">
            <a:avLst/>
          </a:prstGeo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17" name="Picture Placeholder 6">
            <a:extLst>
              <a:ext uri="{FF2B5EF4-FFF2-40B4-BE49-F238E27FC236}">
                <a16:creationId xmlns:a16="http://schemas.microsoft.com/office/drawing/2014/main" id="{665B243A-457D-4431-A51D-DE024E17A13D}"/>
              </a:ext>
            </a:extLst>
          </p:cNvPr>
          <p:cNvSpPr>
            <a:spLocks noGrp="1" noChangeAspect="1"/>
          </p:cNvSpPr>
          <p:nvPr>
            <p:ph type="pic" sz="quarter" idx="22"/>
          </p:nvPr>
        </p:nvSpPr>
        <p:spPr>
          <a:xfrm>
            <a:off x="6945777" y="1455724"/>
            <a:ext cx="1804987" cy="1804988"/>
          </a:xfrm>
          <a:prstGeom prst="ellipse">
            <a:avLst/>
          </a:prstGeom>
        </p:spPr>
        <p:txBody>
          <a:bodyPr anchor="ctr"/>
          <a:lstStyle>
            <a:lvl1pPr algn="ctr">
              <a:defRPr/>
            </a:lvl1pPr>
          </a:lstStyle>
          <a:p>
            <a:r>
              <a:rPr lang="en-US"/>
              <a:t>Click icon to add picture</a:t>
            </a:r>
          </a:p>
        </p:txBody>
      </p:sp>
      <p:sp>
        <p:nvSpPr>
          <p:cNvPr id="19" name="Text Placeholder 14">
            <a:extLst>
              <a:ext uri="{FF2B5EF4-FFF2-40B4-BE49-F238E27FC236}">
                <a16:creationId xmlns:a16="http://schemas.microsoft.com/office/drawing/2014/main" id="{6666DD00-9E5D-4272-9205-D57612EE559E}"/>
              </a:ext>
            </a:extLst>
          </p:cNvPr>
          <p:cNvSpPr>
            <a:spLocks noGrp="1"/>
          </p:cNvSpPr>
          <p:nvPr>
            <p:ph type="body" sz="quarter" idx="23" hasCustomPrompt="1"/>
          </p:nvPr>
        </p:nvSpPr>
        <p:spPr>
          <a:xfrm>
            <a:off x="9345668" y="3687741"/>
            <a:ext cx="2462006" cy="276999"/>
          </a:xfrm>
          <a:prstGeom prst="rect">
            <a:avLst/>
          </a:prstGeom>
        </p:spPr>
        <p:txBody>
          <a:bodyPr tIns="0" anchor="b" anchorCtr="1">
            <a:spAutoFit/>
          </a:bodyPr>
          <a:lstStyle>
            <a:lvl1pPr>
              <a:lnSpc>
                <a:spcPct val="90000"/>
              </a:lnSpc>
              <a:spcBef>
                <a:spcPts val="500"/>
              </a:spcBef>
              <a:defRPr sz="20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Subhead</a:t>
            </a:r>
          </a:p>
        </p:txBody>
      </p:sp>
      <p:sp>
        <p:nvSpPr>
          <p:cNvPr id="20" name="Text Placeholder 4">
            <a:extLst>
              <a:ext uri="{FF2B5EF4-FFF2-40B4-BE49-F238E27FC236}">
                <a16:creationId xmlns:a16="http://schemas.microsoft.com/office/drawing/2014/main" id="{3A0CC58B-4150-475B-A65A-9286B8F46A89}"/>
              </a:ext>
            </a:extLst>
          </p:cNvPr>
          <p:cNvSpPr>
            <a:spLocks noGrp="1"/>
          </p:cNvSpPr>
          <p:nvPr>
            <p:ph type="body" sz="quarter" idx="24"/>
          </p:nvPr>
        </p:nvSpPr>
        <p:spPr>
          <a:xfrm>
            <a:off x="9345475" y="4084602"/>
            <a:ext cx="2462349" cy="802784"/>
          </a:xfrm>
          <a:prstGeom prst="rect">
            <a:avLst/>
          </a:prstGeom>
        </p:spPr>
        <p:txBody>
          <a:bodyPr anchor="t" anchorCtr="1">
            <a:spAutoFit/>
          </a:bodyPr>
          <a:lstStyle>
            <a:lvl1pPr>
              <a:defRPr sz="1600"/>
            </a:lvl1pPr>
            <a:lvl2pPr>
              <a:defRPr sz="1600"/>
            </a:lvl2pPr>
          </a:lstStyle>
          <a:p>
            <a:pPr lvl="0"/>
            <a:r>
              <a:rPr lang="en-US"/>
              <a:t>Click to edit Master text styles</a:t>
            </a:r>
          </a:p>
          <a:p>
            <a:pPr lvl="1"/>
            <a:r>
              <a:rPr lang="en-US"/>
              <a:t>Second level</a:t>
            </a:r>
          </a:p>
        </p:txBody>
      </p:sp>
      <p:sp>
        <p:nvSpPr>
          <p:cNvPr id="21" name="Picture Placeholder 6">
            <a:extLst>
              <a:ext uri="{FF2B5EF4-FFF2-40B4-BE49-F238E27FC236}">
                <a16:creationId xmlns:a16="http://schemas.microsoft.com/office/drawing/2014/main" id="{535117A4-648E-4187-ABAF-F046B1725C1E}"/>
              </a:ext>
            </a:extLst>
          </p:cNvPr>
          <p:cNvSpPr>
            <a:spLocks noGrp="1" noChangeAspect="1"/>
          </p:cNvSpPr>
          <p:nvPr>
            <p:ph type="pic" sz="quarter" idx="25"/>
          </p:nvPr>
        </p:nvSpPr>
        <p:spPr>
          <a:xfrm>
            <a:off x="9674178" y="1455724"/>
            <a:ext cx="1804987" cy="1804988"/>
          </a:xfrm>
          <a:prstGeom prst="ellipse">
            <a:avLst/>
          </a:prstGeom>
        </p:spPr>
        <p:txBody>
          <a:bodyPr anchor="ctr"/>
          <a:lstStyle>
            <a:lvl1pPr algn="ctr">
              <a:defRPr/>
            </a:lvl1pPr>
          </a:lstStyle>
          <a:p>
            <a:r>
              <a:rPr lang="en-US"/>
              <a:t>Click icon to add picture</a:t>
            </a:r>
          </a:p>
        </p:txBody>
      </p:sp>
      <p:sp>
        <p:nvSpPr>
          <p:cNvPr id="3" name="Title 2">
            <a:extLst>
              <a:ext uri="{FF2B5EF4-FFF2-40B4-BE49-F238E27FC236}">
                <a16:creationId xmlns:a16="http://schemas.microsoft.com/office/drawing/2014/main" id="{38AD715D-1621-4744-8DBB-B3ACD0AEA84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11057247"/>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6" name="Table Placeholder 5">
            <a:extLst>
              <a:ext uri="{FF2B5EF4-FFF2-40B4-BE49-F238E27FC236}">
                <a16:creationId xmlns:a16="http://schemas.microsoft.com/office/drawing/2014/main" id="{05CE8878-73D0-49A2-BE7D-7B98477652C3}"/>
              </a:ext>
            </a:extLst>
          </p:cNvPr>
          <p:cNvSpPr>
            <a:spLocks noGrp="1"/>
          </p:cNvSpPr>
          <p:nvPr>
            <p:ph type="tbl" sz="quarter" idx="14"/>
          </p:nvPr>
        </p:nvSpPr>
        <p:spPr>
          <a:xfrm>
            <a:off x="1160463" y="1322388"/>
            <a:ext cx="10647361" cy="4849812"/>
          </a:xfrm>
          <a:prstGeom prst="rect">
            <a:avLst/>
          </a:prstGeom>
        </p:spPr>
        <p:txBody>
          <a:bodyPr anchor="ctr"/>
          <a:lstStyle>
            <a:lvl1pPr algn="ctr">
              <a:defRPr/>
            </a:lvl1pPr>
          </a:lstStyle>
          <a:p>
            <a:r>
              <a:rPr lang="en-US"/>
              <a:t>Click icon to add table</a:t>
            </a:r>
          </a:p>
        </p:txBody>
      </p:sp>
      <p:sp>
        <p:nvSpPr>
          <p:cNvPr id="2" name="Title 1">
            <a:extLst>
              <a:ext uri="{FF2B5EF4-FFF2-40B4-BE49-F238E27FC236}">
                <a16:creationId xmlns:a16="http://schemas.microsoft.com/office/drawing/2014/main" id="{C91E35FD-3210-4FE6-9F6D-8FAB11C8AD9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814729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ank you + Contacts">
    <p:spTree>
      <p:nvGrpSpPr>
        <p:cNvPr id="1" name=""/>
        <p:cNvGrpSpPr/>
        <p:nvPr/>
      </p:nvGrpSpPr>
      <p:grpSpPr>
        <a:xfrm>
          <a:off x="0" y="0"/>
          <a:ext cx="0" cy="0"/>
          <a:chOff x="0" y="0"/>
          <a:chExt cx="0" cy="0"/>
        </a:xfrm>
      </p:grpSpPr>
      <p:sp>
        <p:nvSpPr>
          <p:cNvPr id="15" name="Text Placeholder 14"/>
          <p:cNvSpPr>
            <a:spLocks noGrp="1"/>
          </p:cNvSpPr>
          <p:nvPr>
            <p:ph type="body" sz="quarter" idx="14" hasCustomPrompt="1"/>
          </p:nvPr>
        </p:nvSpPr>
        <p:spPr>
          <a:xfrm>
            <a:off x="1160462" y="2967587"/>
            <a:ext cx="2006203" cy="180049"/>
          </a:xfrm>
          <a:prstGeom prst="rect">
            <a:avLst/>
          </a:prstGeo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21" name="Text Placeholder 20"/>
          <p:cNvSpPr>
            <a:spLocks noGrp="1"/>
          </p:cNvSpPr>
          <p:nvPr>
            <p:ph type="body" sz="quarter" idx="21" hasCustomPrompt="1"/>
          </p:nvPr>
        </p:nvSpPr>
        <p:spPr>
          <a:xfrm>
            <a:off x="1160463" y="3201502"/>
            <a:ext cx="2005968" cy="593689"/>
          </a:xfrm>
          <a:prstGeom prst="rect">
            <a:avLst/>
          </a:prstGeo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0" name="Text Placeholder 29"/>
          <p:cNvSpPr>
            <a:spLocks noGrp="1"/>
          </p:cNvSpPr>
          <p:nvPr>
            <p:ph type="body" sz="quarter" idx="28" hasCustomPrompt="1"/>
          </p:nvPr>
        </p:nvSpPr>
        <p:spPr>
          <a:xfrm>
            <a:off x="1160463" y="4208971"/>
            <a:ext cx="8523909" cy="628377"/>
          </a:xfrm>
          <a:prstGeom prst="rect">
            <a:avLst/>
          </a:prstGeom>
        </p:spPr>
        <p:txBody>
          <a:bodyPr>
            <a:spAutoFit/>
          </a:bodyPr>
          <a:lstStyle>
            <a:lvl1pPr>
              <a:defRPr sz="750"/>
            </a:lvl1pPr>
            <a:lvl2pPr marL="114300" indent="-114300">
              <a:spcBef>
                <a:spcPts val="100"/>
              </a:spcBef>
              <a:buClr>
                <a:schemeClr val="accent1"/>
              </a:buClr>
              <a:tabLst/>
              <a:defRPr sz="750"/>
            </a:lvl2pPr>
            <a:lvl3pPr marL="230188" indent="-115888">
              <a:spcBef>
                <a:spcPts val="100"/>
              </a:spcBef>
              <a:buClr>
                <a:schemeClr val="accent1"/>
              </a:buClr>
              <a:tabLst/>
              <a:defRPr sz="750"/>
            </a:lvl3pPr>
            <a:lvl4pPr marL="346075" indent="-115888">
              <a:spcBef>
                <a:spcPts val="100"/>
              </a:spcBef>
              <a:buClr>
                <a:schemeClr val="accent1"/>
              </a:buClr>
              <a:tabLst/>
              <a:defRPr sz="750"/>
            </a:lvl4pPr>
            <a:lvl5pPr marL="460375" indent="-114300">
              <a:spcBef>
                <a:spcPts val="100"/>
              </a:spcBef>
              <a:buClr>
                <a:schemeClr val="accent1"/>
              </a:buClr>
              <a:tabLst/>
              <a:defRPr sz="750"/>
            </a:lvl5pPr>
          </a:lstStyle>
          <a:p>
            <a:pPr lvl="0"/>
            <a:r>
              <a:rPr lang="en-US"/>
              <a:t>Insert Legal Copy</a:t>
            </a:r>
          </a:p>
          <a:p>
            <a:pPr lvl="1"/>
            <a:r>
              <a:rPr lang="en-US"/>
              <a:t>Second level</a:t>
            </a:r>
          </a:p>
          <a:p>
            <a:pPr lvl="2"/>
            <a:r>
              <a:rPr lang="en-US"/>
              <a:t>Third level</a:t>
            </a:r>
          </a:p>
          <a:p>
            <a:pPr lvl="3"/>
            <a:r>
              <a:rPr lang="en-US"/>
              <a:t>Fourth level</a:t>
            </a:r>
          </a:p>
          <a:p>
            <a:pPr lvl="4"/>
            <a:r>
              <a:rPr lang="en-US"/>
              <a:t>Fifth level</a:t>
            </a:r>
          </a:p>
        </p:txBody>
      </p:sp>
      <p:sp>
        <p:nvSpPr>
          <p:cNvPr id="29" name="Text Placeholder 14">
            <a:extLst>
              <a:ext uri="{FF2B5EF4-FFF2-40B4-BE49-F238E27FC236}">
                <a16:creationId xmlns:a16="http://schemas.microsoft.com/office/drawing/2014/main" id="{AC53361B-5856-4302-8CF7-6BF7C17066C3}"/>
              </a:ext>
            </a:extLst>
          </p:cNvPr>
          <p:cNvSpPr>
            <a:spLocks noGrp="1"/>
          </p:cNvSpPr>
          <p:nvPr>
            <p:ph type="body" sz="quarter" idx="29" hasCustomPrompt="1"/>
          </p:nvPr>
        </p:nvSpPr>
        <p:spPr>
          <a:xfrm>
            <a:off x="3333031" y="2967587"/>
            <a:ext cx="2006203" cy="180049"/>
          </a:xfrm>
          <a:prstGeom prst="rect">
            <a:avLst/>
          </a:prstGeo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1" name="Text Placeholder 20">
            <a:extLst>
              <a:ext uri="{FF2B5EF4-FFF2-40B4-BE49-F238E27FC236}">
                <a16:creationId xmlns:a16="http://schemas.microsoft.com/office/drawing/2014/main" id="{95A3F7CB-6CED-43C7-A382-F2A8F2EBD76B}"/>
              </a:ext>
            </a:extLst>
          </p:cNvPr>
          <p:cNvSpPr>
            <a:spLocks noGrp="1"/>
          </p:cNvSpPr>
          <p:nvPr>
            <p:ph type="body" sz="quarter" idx="30" hasCustomPrompt="1"/>
          </p:nvPr>
        </p:nvSpPr>
        <p:spPr>
          <a:xfrm>
            <a:off x="3333032" y="3201502"/>
            <a:ext cx="2005968" cy="593689"/>
          </a:xfrm>
          <a:prstGeom prst="rect">
            <a:avLst/>
          </a:prstGeo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2" name="Text Placeholder 14">
            <a:extLst>
              <a:ext uri="{FF2B5EF4-FFF2-40B4-BE49-F238E27FC236}">
                <a16:creationId xmlns:a16="http://schemas.microsoft.com/office/drawing/2014/main" id="{A59C17CE-8E20-47E7-9745-BD8DF5D69E9F}"/>
              </a:ext>
            </a:extLst>
          </p:cNvPr>
          <p:cNvSpPr>
            <a:spLocks noGrp="1"/>
          </p:cNvSpPr>
          <p:nvPr>
            <p:ph type="body" sz="quarter" idx="31" hasCustomPrompt="1"/>
          </p:nvPr>
        </p:nvSpPr>
        <p:spPr>
          <a:xfrm>
            <a:off x="5505600" y="2967587"/>
            <a:ext cx="2006203" cy="180049"/>
          </a:xfrm>
          <a:prstGeom prst="rect">
            <a:avLst/>
          </a:prstGeo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3" name="Text Placeholder 20">
            <a:extLst>
              <a:ext uri="{FF2B5EF4-FFF2-40B4-BE49-F238E27FC236}">
                <a16:creationId xmlns:a16="http://schemas.microsoft.com/office/drawing/2014/main" id="{0231F24C-AA35-4993-B9E0-BBEE487530C5}"/>
              </a:ext>
            </a:extLst>
          </p:cNvPr>
          <p:cNvSpPr>
            <a:spLocks noGrp="1"/>
          </p:cNvSpPr>
          <p:nvPr>
            <p:ph type="body" sz="quarter" idx="32" hasCustomPrompt="1"/>
          </p:nvPr>
        </p:nvSpPr>
        <p:spPr>
          <a:xfrm>
            <a:off x="5505601" y="3201502"/>
            <a:ext cx="2005968" cy="593689"/>
          </a:xfrm>
          <a:prstGeom prst="rect">
            <a:avLst/>
          </a:prstGeo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34" name="Text Placeholder 14">
            <a:extLst>
              <a:ext uri="{FF2B5EF4-FFF2-40B4-BE49-F238E27FC236}">
                <a16:creationId xmlns:a16="http://schemas.microsoft.com/office/drawing/2014/main" id="{4A5AC34E-3B4C-469E-B9C4-C085D8EC0272}"/>
              </a:ext>
            </a:extLst>
          </p:cNvPr>
          <p:cNvSpPr>
            <a:spLocks noGrp="1"/>
          </p:cNvSpPr>
          <p:nvPr>
            <p:ph type="body" sz="quarter" idx="33" hasCustomPrompt="1"/>
          </p:nvPr>
        </p:nvSpPr>
        <p:spPr>
          <a:xfrm>
            <a:off x="7678169" y="2967587"/>
            <a:ext cx="2006203" cy="180049"/>
          </a:xfrm>
          <a:prstGeom prst="rect">
            <a:avLst/>
          </a:prstGeom>
        </p:spPr>
        <p:txBody>
          <a:bodyPr tIns="0" anchor="b" anchorCtr="0">
            <a:spAutoFit/>
          </a:bodyPr>
          <a:lstStyle>
            <a:lvl1pPr>
              <a:lnSpc>
                <a:spcPct val="90000"/>
              </a:lnSpc>
              <a:spcBef>
                <a:spcPts val="500"/>
              </a:spcBef>
              <a:defRPr sz="1300" b="1" spc="-30" baseline="0"/>
            </a:lvl1pPr>
            <a:lvl2pPr>
              <a:spcBef>
                <a:spcPts val="0"/>
              </a:spcBef>
              <a:defRPr sz="1500" b="0" spc="-30"/>
            </a:lvl2pPr>
            <a:lvl3pPr>
              <a:spcBef>
                <a:spcPts val="0"/>
              </a:spcBef>
              <a:defRPr sz="1500" b="0" spc="-30"/>
            </a:lvl3pPr>
            <a:lvl4pPr>
              <a:spcBef>
                <a:spcPts val="0"/>
              </a:spcBef>
              <a:defRPr sz="1500" b="0" spc="-30"/>
            </a:lvl4pPr>
            <a:lvl5pPr>
              <a:spcBef>
                <a:spcPts val="0"/>
              </a:spcBef>
              <a:defRPr sz="1500" b="0" spc="-30"/>
            </a:lvl5pPr>
          </a:lstStyle>
          <a:p>
            <a:pPr lvl="0"/>
            <a:r>
              <a:rPr lang="en-US"/>
              <a:t>Insert Name</a:t>
            </a:r>
          </a:p>
        </p:txBody>
      </p:sp>
      <p:sp>
        <p:nvSpPr>
          <p:cNvPr id="35" name="Text Placeholder 20">
            <a:extLst>
              <a:ext uri="{FF2B5EF4-FFF2-40B4-BE49-F238E27FC236}">
                <a16:creationId xmlns:a16="http://schemas.microsoft.com/office/drawing/2014/main" id="{A0A6254F-A341-4409-90BD-661FAACB8D44}"/>
              </a:ext>
            </a:extLst>
          </p:cNvPr>
          <p:cNvSpPr>
            <a:spLocks noGrp="1"/>
          </p:cNvSpPr>
          <p:nvPr>
            <p:ph type="body" sz="quarter" idx="34" hasCustomPrompt="1"/>
          </p:nvPr>
        </p:nvSpPr>
        <p:spPr>
          <a:xfrm>
            <a:off x="7678170" y="3201502"/>
            <a:ext cx="2005968" cy="593689"/>
          </a:xfrm>
          <a:prstGeom prst="rect">
            <a:avLst/>
          </a:prstGeom>
        </p:spPr>
        <p:txBody>
          <a:bodyPr>
            <a:spAutoFit/>
          </a:bodyPr>
          <a:lstStyle>
            <a:lvl1pPr>
              <a:lnSpc>
                <a:spcPct val="110000"/>
              </a:lnSpc>
              <a:spcBef>
                <a:spcPts val="0"/>
              </a:spcBef>
              <a:defRPr sz="1200" baseline="0"/>
            </a:lvl1pPr>
            <a:lvl2pPr marL="112713" indent="-112713">
              <a:lnSpc>
                <a:spcPct val="110000"/>
              </a:lnSpc>
              <a:spcBef>
                <a:spcPts val="0"/>
              </a:spcBef>
              <a:buClr>
                <a:schemeClr val="accent1"/>
              </a:buClr>
              <a:defRPr sz="1200"/>
            </a:lvl2pPr>
            <a:lvl3pPr marL="225425" indent="-112713">
              <a:lnSpc>
                <a:spcPct val="110000"/>
              </a:lnSpc>
              <a:spcBef>
                <a:spcPts val="0"/>
              </a:spcBef>
              <a:buClr>
                <a:schemeClr val="accent1"/>
              </a:buClr>
              <a:defRPr sz="1200"/>
            </a:lvl3pPr>
            <a:lvl4pPr marL="339725" indent="-114300">
              <a:lnSpc>
                <a:spcPct val="110000"/>
              </a:lnSpc>
              <a:spcBef>
                <a:spcPts val="0"/>
              </a:spcBef>
              <a:defRPr sz="1200"/>
            </a:lvl4pPr>
            <a:lvl5pPr marL="460375" indent="-120650">
              <a:lnSpc>
                <a:spcPct val="110000"/>
              </a:lnSpc>
              <a:spcBef>
                <a:spcPts val="0"/>
              </a:spcBef>
              <a:defRPr sz="1200"/>
            </a:lvl5pPr>
          </a:lstStyle>
          <a:p>
            <a:pPr lvl="0"/>
            <a:r>
              <a:rPr lang="en-US"/>
              <a:t>Insert title &amp; email address</a:t>
            </a:r>
          </a:p>
          <a:p>
            <a:pPr lvl="1"/>
            <a:r>
              <a:rPr lang="en-US"/>
              <a:t>Second level</a:t>
            </a:r>
          </a:p>
          <a:p>
            <a:pPr lvl="2"/>
            <a:r>
              <a:rPr lang="en-US"/>
              <a:t>Third level</a:t>
            </a:r>
          </a:p>
        </p:txBody>
      </p:sp>
      <p:sp>
        <p:nvSpPr>
          <p:cNvPr id="12" name="Footer Placeholder 4">
            <a:extLst>
              <a:ext uri="{FF2B5EF4-FFF2-40B4-BE49-F238E27FC236}">
                <a16:creationId xmlns:a16="http://schemas.microsoft.com/office/drawing/2014/main" id="{9C240F33-C742-49C8-8DE8-183098A7D65C}"/>
              </a:ext>
            </a:extLst>
          </p:cNvPr>
          <p:cNvSpPr txBox="1">
            <a:spLocks/>
          </p:cNvSpPr>
          <p:nvPr/>
        </p:nvSpPr>
        <p:spPr>
          <a:xfrm>
            <a:off x="3976870" y="6364224"/>
            <a:ext cx="1737360" cy="120649"/>
          </a:xfrm>
          <a:prstGeom prst="rect">
            <a:avLst/>
          </a:prstGeom>
        </p:spPr>
        <p:txBody>
          <a:bodyPr vert="horz" lIns="0" tIns="0" rIns="0" bIns="0" rtlCol="0" anchor="ctr"/>
          <a:lstStyle>
            <a:defPPr>
              <a:defRPr lang="en-US"/>
            </a:defPPr>
            <a:lvl1pPr marL="0" algn="l" defTabSz="457200" rtl="0" eaLnBrk="1" latinLnBrk="0" hangingPunct="1">
              <a:defRPr sz="700" b="0" i="0" kern="1200">
                <a:solidFill>
                  <a:schemeClr val="tx1"/>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t>© 2005–2020 UiPath. All rights reserved.</a:t>
            </a:r>
          </a:p>
        </p:txBody>
      </p:sp>
      <p:sp>
        <p:nvSpPr>
          <p:cNvPr id="2" name="Title 1">
            <a:extLst>
              <a:ext uri="{FF2B5EF4-FFF2-40B4-BE49-F238E27FC236}">
                <a16:creationId xmlns:a16="http://schemas.microsoft.com/office/drawing/2014/main" id="{D7F49872-E3D6-4637-BA74-61EC3BC44811}"/>
              </a:ext>
            </a:extLst>
          </p:cNvPr>
          <p:cNvSpPr>
            <a:spLocks noGrp="1"/>
          </p:cNvSpPr>
          <p:nvPr>
            <p:ph type="title"/>
          </p:nvPr>
        </p:nvSpPr>
        <p:spPr/>
        <p:txBody>
          <a:bodyPr/>
          <a:lstStyle/>
          <a:p>
            <a:r>
              <a:rPr lang="en-US"/>
              <a:t>Click to edit Master title style</a:t>
            </a:r>
          </a:p>
        </p:txBody>
      </p:sp>
      <p:sp>
        <p:nvSpPr>
          <p:cNvPr id="3" name="Footer Placeholder 4">
            <a:extLst>
              <a:ext uri="{FF2B5EF4-FFF2-40B4-BE49-F238E27FC236}">
                <a16:creationId xmlns:a16="http://schemas.microsoft.com/office/drawing/2014/main" id="{35394F67-5761-98C4-47CD-AD2D8C7D5876}"/>
              </a:ext>
            </a:extLst>
          </p:cNvPr>
          <p:cNvSpPr txBox="1">
            <a:spLocks/>
          </p:cNvSpPr>
          <p:nvPr userDrawn="1"/>
        </p:nvSpPr>
        <p:spPr>
          <a:xfrm>
            <a:off x="3976870" y="6364224"/>
            <a:ext cx="1737360" cy="120649"/>
          </a:xfrm>
          <a:prstGeom prst="rect">
            <a:avLst/>
          </a:prstGeom>
        </p:spPr>
        <p:txBody>
          <a:bodyPr vert="horz" lIns="0" tIns="0" rIns="0" bIns="0" rtlCol="0" anchor="ctr"/>
          <a:lstStyle>
            <a:defPPr>
              <a:defRPr lang="en-US"/>
            </a:defPPr>
            <a:lvl1pPr marL="0" algn="l" defTabSz="457200" rtl="0" eaLnBrk="1" latinLnBrk="0" hangingPunct="1">
              <a:defRPr sz="700" b="0" i="0" kern="1200">
                <a:solidFill>
                  <a:schemeClr val="tx1"/>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t>© 2005–2020 UiPath. All rights reserved.</a:t>
            </a:r>
          </a:p>
        </p:txBody>
      </p:sp>
    </p:spTree>
    <p:extLst>
      <p:ext uri="{BB962C8B-B14F-4D97-AF65-F5344CB8AC3E}">
        <p14:creationId xmlns:p14="http://schemas.microsoft.com/office/powerpoint/2010/main" val="275721373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803882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2.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2.sv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image" Target="../media/image1.png"/><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image" Target="../media/image2.svg"/><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image" Target="../media/image1.png"/><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theme" Target="../theme/theme3.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2" Type="http://schemas.openxmlformats.org/officeDocument/2006/relationships/slideLayout" Target="../slideLayouts/slideLayout70.xml"/><Relationship Id="rId16" Type="http://schemas.openxmlformats.org/officeDocument/2006/relationships/image" Target="../media/image2.svg"/><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5" Type="http://schemas.openxmlformats.org/officeDocument/2006/relationships/image" Target="../media/image1.png"/><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1" y="357721"/>
            <a:ext cx="6608941" cy="690029"/>
          </a:xfrm>
          <a:prstGeom prst="rect">
            <a:avLst/>
          </a:prstGeom>
        </p:spPr>
        <p:txBody>
          <a:bodyPr vert="horz" lIns="0" tIns="0" rIns="0" bIns="0" rtlCol="0" anchor="t" anchorCtr="0">
            <a:noAutofit/>
          </a:bodyPr>
          <a:lstStyle/>
          <a:p>
            <a:endParaRPr lang="en-US"/>
          </a:p>
        </p:txBody>
      </p:sp>
      <p:sp>
        <p:nvSpPr>
          <p:cNvPr id="3" name="Text Placeholder 2"/>
          <p:cNvSpPr>
            <a:spLocks noGrp="1"/>
          </p:cNvSpPr>
          <p:nvPr>
            <p:ph type="body" idx="1"/>
          </p:nvPr>
        </p:nvSpPr>
        <p:spPr>
          <a:xfrm>
            <a:off x="381001" y="1322024"/>
            <a:ext cx="11426823" cy="488827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Box 25">
            <a:extLst>
              <a:ext uri="{FF2B5EF4-FFF2-40B4-BE49-F238E27FC236}">
                <a16:creationId xmlns:a16="http://schemas.microsoft.com/office/drawing/2014/main" id="{FE6E6F30-DD8E-6F7B-B351-EB0284B4574F}"/>
              </a:ext>
            </a:extLst>
          </p:cNvPr>
          <p:cNvSpPr txBox="1"/>
          <p:nvPr userDrawn="1"/>
        </p:nvSpPr>
        <p:spPr>
          <a:xfrm>
            <a:off x="11454739" y="6472935"/>
            <a:ext cx="353085"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err="1">
              <a:solidFill>
                <a:schemeClr val="tx1"/>
              </a:solidFill>
              <a:latin typeface="Arial"/>
              <a:ea typeface="+mn-ea"/>
              <a:cs typeface="Arial"/>
            </a:endParaRPr>
          </a:p>
        </p:txBody>
      </p:sp>
      <p:sp>
        <p:nvSpPr>
          <p:cNvPr id="27" name="Rectangle 26">
            <a:extLst>
              <a:ext uri="{FF2B5EF4-FFF2-40B4-BE49-F238E27FC236}">
                <a16:creationId xmlns:a16="http://schemas.microsoft.com/office/drawing/2014/main" id="{0A990492-A8E7-C0BC-61E2-D5A1DA46BF77}"/>
              </a:ext>
            </a:extLst>
          </p:cNvPr>
          <p:cNvSpPr/>
          <p:nvPr userDrawn="1"/>
        </p:nvSpPr>
        <p:spPr>
          <a:xfrm>
            <a:off x="-1" y="6812281"/>
            <a:ext cx="1218882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41">
            <a:extLst>
              <a:ext uri="{FF2B5EF4-FFF2-40B4-BE49-F238E27FC236}">
                <a16:creationId xmlns:a16="http://schemas.microsoft.com/office/drawing/2014/main" id="{C3DCD0F2-5292-28A2-26FE-D31FBD7CE064}"/>
              </a:ext>
            </a:extLst>
          </p:cNvPr>
          <p:cNvSpPr txBox="1">
            <a:spLocks/>
          </p:cNvSpPr>
          <p:nvPr userDrawn="1"/>
        </p:nvSpPr>
        <p:spPr>
          <a:xfrm rot="16200000">
            <a:off x="9347536" y="515572"/>
            <a:ext cx="520273" cy="520269"/>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29" name="TextBox 28">
            <a:extLst>
              <a:ext uri="{FF2B5EF4-FFF2-40B4-BE49-F238E27FC236}">
                <a16:creationId xmlns:a16="http://schemas.microsoft.com/office/drawing/2014/main" id="{48D4BE23-3107-374E-96E0-86539A167D24}"/>
              </a:ext>
            </a:extLst>
          </p:cNvPr>
          <p:cNvSpPr txBox="1">
            <a:spLocks/>
          </p:cNvSpPr>
          <p:nvPr userDrawn="1"/>
        </p:nvSpPr>
        <p:spPr>
          <a:xfrm>
            <a:off x="7040088" y="0"/>
            <a:ext cx="2010727" cy="783591"/>
          </a:xfrm>
          <a:custGeom>
            <a:avLst/>
            <a:gdLst>
              <a:gd name="connsiteX0" fmla="*/ 0 w 2010727"/>
              <a:gd name="connsiteY0" fmla="*/ 0 h 783591"/>
              <a:gd name="connsiteX1" fmla="*/ 554656 w 2010727"/>
              <a:gd name="connsiteY1" fmla="*/ 0 h 783591"/>
              <a:gd name="connsiteX2" fmla="*/ 572969 w 2010727"/>
              <a:gd name="connsiteY2" fmla="*/ 33738 h 783591"/>
              <a:gd name="connsiteX3" fmla="*/ 1005363 w 2010727"/>
              <a:gd name="connsiteY3" fmla="*/ 263640 h 783591"/>
              <a:gd name="connsiteX4" fmla="*/ 1437757 w 2010727"/>
              <a:gd name="connsiteY4" fmla="*/ 33738 h 783591"/>
              <a:gd name="connsiteX5" fmla="*/ 1456070 w 2010727"/>
              <a:gd name="connsiteY5" fmla="*/ 0 h 783591"/>
              <a:gd name="connsiteX6" fmla="*/ 2010727 w 2010727"/>
              <a:gd name="connsiteY6" fmla="*/ 0 h 783591"/>
              <a:gd name="connsiteX7" fmla="*/ 1964925 w 2010727"/>
              <a:gd name="connsiteY7" fmla="*/ 147550 h 783591"/>
              <a:gd name="connsiteX8" fmla="*/ 1005363 w 2010727"/>
              <a:gd name="connsiteY8" fmla="*/ 783591 h 783591"/>
              <a:gd name="connsiteX9" fmla="*/ 45802 w 2010727"/>
              <a:gd name="connsiteY9" fmla="*/ 147550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0727" h="783591">
                <a:moveTo>
                  <a:pt x="0" y="0"/>
                </a:moveTo>
                <a:lnTo>
                  <a:pt x="554656" y="0"/>
                </a:lnTo>
                <a:lnTo>
                  <a:pt x="572969" y="33738"/>
                </a:lnTo>
                <a:cubicBezTo>
                  <a:pt x="666677" y="172444"/>
                  <a:pt x="825370" y="263640"/>
                  <a:pt x="1005363" y="263640"/>
                </a:cubicBezTo>
                <a:cubicBezTo>
                  <a:pt x="1185356" y="263640"/>
                  <a:pt x="1344049" y="172444"/>
                  <a:pt x="1437757" y="33738"/>
                </a:cubicBezTo>
                <a:lnTo>
                  <a:pt x="1456070" y="0"/>
                </a:lnTo>
                <a:lnTo>
                  <a:pt x="2010727" y="0"/>
                </a:lnTo>
                <a:lnTo>
                  <a:pt x="1964925" y="147550"/>
                </a:lnTo>
                <a:cubicBezTo>
                  <a:pt x="1806831" y="521325"/>
                  <a:pt x="1436725" y="783591"/>
                  <a:pt x="1005363" y="783591"/>
                </a:cubicBezTo>
                <a:cubicBezTo>
                  <a:pt x="574001" y="783591"/>
                  <a:pt x="203895" y="521325"/>
                  <a:pt x="45802" y="14755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grpSp>
        <p:nvGrpSpPr>
          <p:cNvPr id="30" name="Group 29">
            <a:extLst>
              <a:ext uri="{FF2B5EF4-FFF2-40B4-BE49-F238E27FC236}">
                <a16:creationId xmlns:a16="http://schemas.microsoft.com/office/drawing/2014/main" id="{A4CCAF4B-2B4B-00E9-617C-58268D3D85F3}"/>
              </a:ext>
            </a:extLst>
          </p:cNvPr>
          <p:cNvGrpSpPr/>
          <p:nvPr userDrawn="1"/>
        </p:nvGrpSpPr>
        <p:grpSpPr>
          <a:xfrm>
            <a:off x="6989946" y="244608"/>
            <a:ext cx="4971452" cy="549346"/>
            <a:chOff x="6989946" y="244608"/>
            <a:chExt cx="4971452" cy="549346"/>
          </a:xfrm>
        </p:grpSpPr>
        <p:sp>
          <p:nvSpPr>
            <p:cNvPr id="31" name="Freeform: Shape 30">
              <a:extLst>
                <a:ext uri="{FF2B5EF4-FFF2-40B4-BE49-F238E27FC236}">
                  <a16:creationId xmlns:a16="http://schemas.microsoft.com/office/drawing/2014/main" id="{E28E15AB-CDDB-F39D-902D-E5979E7C4CDA}"/>
                </a:ext>
              </a:extLst>
            </p:cNvPr>
            <p:cNvSpPr/>
            <p:nvPr userDrawn="1"/>
          </p:nvSpPr>
          <p:spPr>
            <a:xfrm rot="5400000">
              <a:off x="7380249"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grpSp>
          <p:nvGrpSpPr>
            <p:cNvPr id="32" name="Group 31">
              <a:extLst>
                <a:ext uri="{FF2B5EF4-FFF2-40B4-BE49-F238E27FC236}">
                  <a16:creationId xmlns:a16="http://schemas.microsoft.com/office/drawing/2014/main" id="{E10CBB02-3AB5-CEB3-C676-CD188EEC0BFB}"/>
                </a:ext>
              </a:extLst>
            </p:cNvPr>
            <p:cNvGrpSpPr/>
            <p:nvPr userDrawn="1"/>
          </p:nvGrpSpPr>
          <p:grpSpPr>
            <a:xfrm>
              <a:off x="8550712" y="244608"/>
              <a:ext cx="3410686" cy="549346"/>
              <a:chOff x="8550712" y="244608"/>
              <a:chExt cx="3410686" cy="549346"/>
            </a:xfrm>
          </p:grpSpPr>
          <p:sp>
            <p:nvSpPr>
              <p:cNvPr id="33" name="Freeform: Shape 32">
                <a:extLst>
                  <a:ext uri="{FF2B5EF4-FFF2-40B4-BE49-F238E27FC236}">
                    <a16:creationId xmlns:a16="http://schemas.microsoft.com/office/drawing/2014/main" id="{B1531FD9-E150-5AC7-9841-AA36F23AAA5A}"/>
                  </a:ext>
                </a:extLst>
              </p:cNvPr>
              <p:cNvSpPr/>
              <p:nvPr userDrawn="1"/>
            </p:nvSpPr>
            <p:spPr>
              <a:xfrm rot="5400000">
                <a:off x="11021749" y="-145696"/>
                <a:ext cx="549346" cy="1329953"/>
              </a:xfrm>
              <a:custGeom>
                <a:avLst/>
                <a:gdLst>
                  <a:gd name="connsiteX0" fmla="*/ 520400 w 549346"/>
                  <a:gd name="connsiteY0" fmla="*/ 28951 h 1329953"/>
                  <a:gd name="connsiteX1" fmla="*/ 520400 w 549346"/>
                  <a:gd name="connsiteY1" fmla="*/ 7 h 1329953"/>
                  <a:gd name="connsiteX2" fmla="*/ 549346 w 549346"/>
                  <a:gd name="connsiteY2" fmla="*/ 7 h 1329953"/>
                  <a:gd name="connsiteX3" fmla="*/ 549346 w 549346"/>
                  <a:gd name="connsiteY3" fmla="*/ 28951 h 1329953"/>
                  <a:gd name="connsiteX4" fmla="*/ 520400 w 549346"/>
                  <a:gd name="connsiteY4" fmla="*/ 289151 h 1329953"/>
                  <a:gd name="connsiteX5" fmla="*/ 520400 w 549346"/>
                  <a:gd name="connsiteY5" fmla="*/ 260207 h 1329953"/>
                  <a:gd name="connsiteX6" fmla="*/ 549346 w 549346"/>
                  <a:gd name="connsiteY6" fmla="*/ 260207 h 1329953"/>
                  <a:gd name="connsiteX7" fmla="*/ 549346 w 549346"/>
                  <a:gd name="connsiteY7" fmla="*/ 289151 h 1329953"/>
                  <a:gd name="connsiteX8" fmla="*/ 520400 w 549346"/>
                  <a:gd name="connsiteY8" fmla="*/ 549351 h 1329953"/>
                  <a:gd name="connsiteX9" fmla="*/ 520400 w 549346"/>
                  <a:gd name="connsiteY9" fmla="*/ 520407 h 1329953"/>
                  <a:gd name="connsiteX10" fmla="*/ 549346 w 549346"/>
                  <a:gd name="connsiteY10" fmla="*/ 520407 h 1329953"/>
                  <a:gd name="connsiteX11" fmla="*/ 549346 w 549346"/>
                  <a:gd name="connsiteY11" fmla="*/ 549351 h 1329953"/>
                  <a:gd name="connsiteX12" fmla="*/ 520400 w 549346"/>
                  <a:gd name="connsiteY12" fmla="*/ 809555 h 1329953"/>
                  <a:gd name="connsiteX13" fmla="*/ 520400 w 549346"/>
                  <a:gd name="connsiteY13" fmla="*/ 780609 h 1329953"/>
                  <a:gd name="connsiteX14" fmla="*/ 549346 w 549346"/>
                  <a:gd name="connsiteY14" fmla="*/ 780609 h 1329953"/>
                  <a:gd name="connsiteX15" fmla="*/ 549346 w 549346"/>
                  <a:gd name="connsiteY15" fmla="*/ 809555 h 1329953"/>
                  <a:gd name="connsiteX16" fmla="*/ 520400 w 549346"/>
                  <a:gd name="connsiteY16" fmla="*/ 1069753 h 1329953"/>
                  <a:gd name="connsiteX17" fmla="*/ 520400 w 549346"/>
                  <a:gd name="connsiteY17" fmla="*/ 1040809 h 1329953"/>
                  <a:gd name="connsiteX18" fmla="*/ 549346 w 549346"/>
                  <a:gd name="connsiteY18" fmla="*/ 1040809 h 1329953"/>
                  <a:gd name="connsiteX19" fmla="*/ 549346 w 549346"/>
                  <a:gd name="connsiteY19" fmla="*/ 1069753 h 1329953"/>
                  <a:gd name="connsiteX20" fmla="*/ 520400 w 549346"/>
                  <a:gd name="connsiteY20" fmla="*/ 1329953 h 1329953"/>
                  <a:gd name="connsiteX21" fmla="*/ 520400 w 549346"/>
                  <a:gd name="connsiteY21" fmla="*/ 1301009 h 1329953"/>
                  <a:gd name="connsiteX22" fmla="*/ 549346 w 549346"/>
                  <a:gd name="connsiteY22" fmla="*/ 1301009 h 1329953"/>
                  <a:gd name="connsiteX23" fmla="*/ 549346 w 549346"/>
                  <a:gd name="connsiteY23" fmla="*/ 1329953 h 1329953"/>
                  <a:gd name="connsiteX24" fmla="*/ 260201 w 549346"/>
                  <a:gd name="connsiteY24" fmla="*/ 28949 h 1329953"/>
                  <a:gd name="connsiteX25" fmla="*/ 260201 w 549346"/>
                  <a:gd name="connsiteY25" fmla="*/ 3 h 1329953"/>
                  <a:gd name="connsiteX26" fmla="*/ 289145 w 549346"/>
                  <a:gd name="connsiteY26" fmla="*/ 3 h 1329953"/>
                  <a:gd name="connsiteX27" fmla="*/ 289145 w 549346"/>
                  <a:gd name="connsiteY27" fmla="*/ 28949 h 1329953"/>
                  <a:gd name="connsiteX28" fmla="*/ 0 w 549346"/>
                  <a:gd name="connsiteY28" fmla="*/ 28947 h 1329953"/>
                  <a:gd name="connsiteX29" fmla="*/ 0 w 549346"/>
                  <a:gd name="connsiteY29" fmla="*/ 0 h 1329953"/>
                  <a:gd name="connsiteX30" fmla="*/ 28944 w 549346"/>
                  <a:gd name="connsiteY30" fmla="*/ 0 h 1329953"/>
                  <a:gd name="connsiteX31" fmla="*/ 28944 w 549346"/>
                  <a:gd name="connsiteY31" fmla="*/ 28947 h 1329953"/>
                  <a:gd name="connsiteX32" fmla="*/ 0 w 549346"/>
                  <a:gd name="connsiteY32" fmla="*/ 289147 h 1329953"/>
                  <a:gd name="connsiteX33" fmla="*/ 0 w 549346"/>
                  <a:gd name="connsiteY33" fmla="*/ 260203 h 1329953"/>
                  <a:gd name="connsiteX34" fmla="*/ 28944 w 549346"/>
                  <a:gd name="connsiteY34" fmla="*/ 260203 h 1329953"/>
                  <a:gd name="connsiteX35" fmla="*/ 28944 w 549346"/>
                  <a:gd name="connsiteY35" fmla="*/ 289147 h 1329953"/>
                  <a:gd name="connsiteX36" fmla="*/ 0 w 549346"/>
                  <a:gd name="connsiteY36" fmla="*/ 549347 h 1329953"/>
                  <a:gd name="connsiteX37" fmla="*/ 0 w 549346"/>
                  <a:gd name="connsiteY37" fmla="*/ 520403 h 1329953"/>
                  <a:gd name="connsiteX38" fmla="*/ 28944 w 549346"/>
                  <a:gd name="connsiteY38" fmla="*/ 520403 h 1329953"/>
                  <a:gd name="connsiteX39" fmla="*/ 28944 w 549346"/>
                  <a:gd name="connsiteY39" fmla="*/ 549347 h 1329953"/>
                  <a:gd name="connsiteX40" fmla="*/ 0 w 549346"/>
                  <a:gd name="connsiteY40" fmla="*/ 809549 h 1329953"/>
                  <a:gd name="connsiteX41" fmla="*/ 0 w 549346"/>
                  <a:gd name="connsiteY41" fmla="*/ 780603 h 1329953"/>
                  <a:gd name="connsiteX42" fmla="*/ 28944 w 549346"/>
                  <a:gd name="connsiteY42" fmla="*/ 780603 h 1329953"/>
                  <a:gd name="connsiteX43" fmla="*/ 28944 w 549346"/>
                  <a:gd name="connsiteY43" fmla="*/ 809549 h 1329953"/>
                  <a:gd name="connsiteX44" fmla="*/ 0 w 549346"/>
                  <a:gd name="connsiteY44" fmla="*/ 1069747 h 1329953"/>
                  <a:gd name="connsiteX45" fmla="*/ 0 w 549346"/>
                  <a:gd name="connsiteY45" fmla="*/ 1040803 h 1329953"/>
                  <a:gd name="connsiteX46" fmla="*/ 28944 w 549346"/>
                  <a:gd name="connsiteY46" fmla="*/ 1040803 h 1329953"/>
                  <a:gd name="connsiteX47" fmla="*/ 28944 w 549346"/>
                  <a:gd name="connsiteY47" fmla="*/ 1069747 h 1329953"/>
                  <a:gd name="connsiteX48" fmla="*/ 0 w 549346"/>
                  <a:gd name="connsiteY48" fmla="*/ 1329947 h 1329953"/>
                  <a:gd name="connsiteX49" fmla="*/ 0 w 549346"/>
                  <a:gd name="connsiteY49" fmla="*/ 1301003 h 1329953"/>
                  <a:gd name="connsiteX50" fmla="*/ 28944 w 549346"/>
                  <a:gd name="connsiteY50" fmla="*/ 1301003 h 1329953"/>
                  <a:gd name="connsiteX51" fmla="*/ 28944 w 549346"/>
                  <a:gd name="connsiteY51" fmla="*/ 1329947 h 132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49346" h="1329953">
                    <a:moveTo>
                      <a:pt x="520400" y="28951"/>
                    </a:moveTo>
                    <a:lnTo>
                      <a:pt x="520400" y="7"/>
                    </a:lnTo>
                    <a:lnTo>
                      <a:pt x="549346" y="7"/>
                    </a:lnTo>
                    <a:lnTo>
                      <a:pt x="549346" y="28951"/>
                    </a:lnTo>
                    <a:close/>
                    <a:moveTo>
                      <a:pt x="520400" y="289151"/>
                    </a:moveTo>
                    <a:lnTo>
                      <a:pt x="520400" y="260207"/>
                    </a:lnTo>
                    <a:lnTo>
                      <a:pt x="549346" y="260207"/>
                    </a:lnTo>
                    <a:lnTo>
                      <a:pt x="549346" y="289151"/>
                    </a:lnTo>
                    <a:close/>
                    <a:moveTo>
                      <a:pt x="520400" y="549351"/>
                    </a:moveTo>
                    <a:lnTo>
                      <a:pt x="520400" y="520407"/>
                    </a:lnTo>
                    <a:lnTo>
                      <a:pt x="549346" y="520407"/>
                    </a:lnTo>
                    <a:lnTo>
                      <a:pt x="549346" y="549351"/>
                    </a:lnTo>
                    <a:close/>
                    <a:moveTo>
                      <a:pt x="520400" y="809555"/>
                    </a:moveTo>
                    <a:lnTo>
                      <a:pt x="520400" y="780609"/>
                    </a:lnTo>
                    <a:lnTo>
                      <a:pt x="549346" y="780609"/>
                    </a:lnTo>
                    <a:lnTo>
                      <a:pt x="549346" y="809555"/>
                    </a:lnTo>
                    <a:close/>
                    <a:moveTo>
                      <a:pt x="520400" y="1069753"/>
                    </a:moveTo>
                    <a:lnTo>
                      <a:pt x="520400" y="1040809"/>
                    </a:lnTo>
                    <a:lnTo>
                      <a:pt x="549346" y="1040809"/>
                    </a:lnTo>
                    <a:lnTo>
                      <a:pt x="549346" y="1069753"/>
                    </a:lnTo>
                    <a:close/>
                    <a:moveTo>
                      <a:pt x="520400" y="1329953"/>
                    </a:moveTo>
                    <a:lnTo>
                      <a:pt x="520400" y="1301009"/>
                    </a:lnTo>
                    <a:lnTo>
                      <a:pt x="549346" y="1301009"/>
                    </a:lnTo>
                    <a:lnTo>
                      <a:pt x="549346" y="1329953"/>
                    </a:lnTo>
                    <a:close/>
                    <a:moveTo>
                      <a:pt x="260201" y="28949"/>
                    </a:moveTo>
                    <a:lnTo>
                      <a:pt x="260201" y="3"/>
                    </a:lnTo>
                    <a:lnTo>
                      <a:pt x="289145" y="3"/>
                    </a:lnTo>
                    <a:lnTo>
                      <a:pt x="289145" y="28949"/>
                    </a:lnTo>
                    <a:close/>
                    <a:moveTo>
                      <a:pt x="0" y="28947"/>
                    </a:moveTo>
                    <a:lnTo>
                      <a:pt x="0" y="0"/>
                    </a:lnTo>
                    <a:lnTo>
                      <a:pt x="28944" y="0"/>
                    </a:lnTo>
                    <a:lnTo>
                      <a:pt x="28944" y="28947"/>
                    </a:lnTo>
                    <a:close/>
                    <a:moveTo>
                      <a:pt x="0" y="289147"/>
                    </a:moveTo>
                    <a:lnTo>
                      <a:pt x="0" y="260203"/>
                    </a:lnTo>
                    <a:lnTo>
                      <a:pt x="28944" y="260203"/>
                    </a:lnTo>
                    <a:lnTo>
                      <a:pt x="28944" y="289147"/>
                    </a:lnTo>
                    <a:close/>
                    <a:moveTo>
                      <a:pt x="0" y="549347"/>
                    </a:moveTo>
                    <a:lnTo>
                      <a:pt x="0" y="520403"/>
                    </a:lnTo>
                    <a:lnTo>
                      <a:pt x="28944" y="520403"/>
                    </a:lnTo>
                    <a:lnTo>
                      <a:pt x="28944" y="549347"/>
                    </a:lnTo>
                    <a:close/>
                    <a:moveTo>
                      <a:pt x="0" y="809549"/>
                    </a:moveTo>
                    <a:lnTo>
                      <a:pt x="0" y="780603"/>
                    </a:lnTo>
                    <a:lnTo>
                      <a:pt x="28944" y="780603"/>
                    </a:lnTo>
                    <a:lnTo>
                      <a:pt x="28944" y="809549"/>
                    </a:lnTo>
                    <a:close/>
                    <a:moveTo>
                      <a:pt x="0" y="1069747"/>
                    </a:moveTo>
                    <a:lnTo>
                      <a:pt x="0" y="1040803"/>
                    </a:lnTo>
                    <a:lnTo>
                      <a:pt x="28944" y="1040803"/>
                    </a:lnTo>
                    <a:lnTo>
                      <a:pt x="28944" y="1069747"/>
                    </a:lnTo>
                    <a:close/>
                    <a:moveTo>
                      <a:pt x="0" y="1329947"/>
                    </a:moveTo>
                    <a:lnTo>
                      <a:pt x="0" y="1301003"/>
                    </a:lnTo>
                    <a:lnTo>
                      <a:pt x="28944" y="1301003"/>
                    </a:lnTo>
                    <a:lnTo>
                      <a:pt x="28944" y="1329947"/>
                    </a:lnTo>
                    <a:close/>
                  </a:path>
                </a:pathLst>
              </a:custGeom>
              <a:solidFill>
                <a:schemeClr val="tx2">
                  <a:alpha val="20000"/>
                </a:schemeClr>
              </a:solidFill>
              <a:ln w="10294" cap="flat">
                <a:noFill/>
                <a:prstDash val="solid"/>
                <a:miter/>
              </a:ln>
            </p:spPr>
            <p:txBody>
              <a:bodyPr wrap="square" rtlCol="0" anchor="ctr">
                <a:noAutofit/>
              </a:bodyPr>
              <a:lstStyle/>
              <a:p>
                <a:pPr lvl="0"/>
                <a:endParaRPr lang="en-US"/>
              </a:p>
            </p:txBody>
          </p:sp>
          <p:sp>
            <p:nvSpPr>
              <p:cNvPr id="34" name="Freeform: Shape 33">
                <a:extLst>
                  <a:ext uri="{FF2B5EF4-FFF2-40B4-BE49-F238E27FC236}">
                    <a16:creationId xmlns:a16="http://schemas.microsoft.com/office/drawing/2014/main" id="{B737093F-4048-B122-538B-66867BCFBEED}"/>
                  </a:ext>
                </a:extLst>
              </p:cNvPr>
              <p:cNvSpPr/>
              <p:nvPr userDrawn="1"/>
            </p:nvSpPr>
            <p:spPr>
              <a:xfrm rot="5400000">
                <a:off x="8941015"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sp>
            <p:nvSpPr>
              <p:cNvPr id="35" name="Freeform: Shape 34">
                <a:extLst>
                  <a:ext uri="{FF2B5EF4-FFF2-40B4-BE49-F238E27FC236}">
                    <a16:creationId xmlns:a16="http://schemas.microsoft.com/office/drawing/2014/main" id="{51DC6CF9-3571-20B7-3C12-F61B50905FE7}"/>
                  </a:ext>
                </a:extLst>
              </p:cNvPr>
              <p:cNvSpPr/>
              <p:nvPr userDrawn="1"/>
            </p:nvSpPr>
            <p:spPr>
              <a:xfrm rot="5400000">
                <a:off x="9981382" y="374703"/>
                <a:ext cx="549346" cy="289155"/>
              </a:xfrm>
              <a:custGeom>
                <a:avLst/>
                <a:gdLst>
                  <a:gd name="connsiteX0" fmla="*/ 520400 w 549346"/>
                  <a:gd name="connsiteY0" fmla="*/ 28955 h 289155"/>
                  <a:gd name="connsiteX1" fmla="*/ 520400 w 549346"/>
                  <a:gd name="connsiteY1" fmla="*/ 11 h 289155"/>
                  <a:gd name="connsiteX2" fmla="*/ 549346 w 549346"/>
                  <a:gd name="connsiteY2" fmla="*/ 11 h 289155"/>
                  <a:gd name="connsiteX3" fmla="*/ 549346 w 549346"/>
                  <a:gd name="connsiteY3" fmla="*/ 28955 h 289155"/>
                  <a:gd name="connsiteX4" fmla="*/ 520400 w 549346"/>
                  <a:gd name="connsiteY4" fmla="*/ 289155 h 289155"/>
                  <a:gd name="connsiteX5" fmla="*/ 520400 w 549346"/>
                  <a:gd name="connsiteY5" fmla="*/ 260211 h 289155"/>
                  <a:gd name="connsiteX6" fmla="*/ 549346 w 549346"/>
                  <a:gd name="connsiteY6" fmla="*/ 260211 h 289155"/>
                  <a:gd name="connsiteX7" fmla="*/ 549346 w 549346"/>
                  <a:gd name="connsiteY7" fmla="*/ 289155 h 289155"/>
                  <a:gd name="connsiteX8" fmla="*/ 0 w 549346"/>
                  <a:gd name="connsiteY8" fmla="*/ 28951 h 289155"/>
                  <a:gd name="connsiteX9" fmla="*/ 0 w 549346"/>
                  <a:gd name="connsiteY9" fmla="*/ 0 h 289155"/>
                  <a:gd name="connsiteX10" fmla="*/ 28944 w 549346"/>
                  <a:gd name="connsiteY10" fmla="*/ 0 h 289155"/>
                  <a:gd name="connsiteX11" fmla="*/ 28944 w 549346"/>
                  <a:gd name="connsiteY11" fmla="*/ 28951 h 289155"/>
                  <a:gd name="connsiteX12" fmla="*/ 0 w 549346"/>
                  <a:gd name="connsiteY12" fmla="*/ 289151 h 289155"/>
                  <a:gd name="connsiteX13" fmla="*/ 0 w 549346"/>
                  <a:gd name="connsiteY13" fmla="*/ 260207 h 289155"/>
                  <a:gd name="connsiteX14" fmla="*/ 28944 w 549346"/>
                  <a:gd name="connsiteY14" fmla="*/ 260207 h 289155"/>
                  <a:gd name="connsiteX15" fmla="*/ 28944 w 549346"/>
                  <a:gd name="connsiteY15" fmla="*/ 289151 h 28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9346" h="289155">
                    <a:moveTo>
                      <a:pt x="520400" y="28955"/>
                    </a:moveTo>
                    <a:lnTo>
                      <a:pt x="520400" y="11"/>
                    </a:lnTo>
                    <a:lnTo>
                      <a:pt x="549346" y="11"/>
                    </a:lnTo>
                    <a:lnTo>
                      <a:pt x="549346" y="28955"/>
                    </a:lnTo>
                    <a:close/>
                    <a:moveTo>
                      <a:pt x="520400" y="289155"/>
                    </a:moveTo>
                    <a:lnTo>
                      <a:pt x="520400" y="260211"/>
                    </a:lnTo>
                    <a:lnTo>
                      <a:pt x="549346" y="260211"/>
                    </a:lnTo>
                    <a:lnTo>
                      <a:pt x="549346" y="289155"/>
                    </a:lnTo>
                    <a:close/>
                    <a:moveTo>
                      <a:pt x="0" y="28951"/>
                    </a:moveTo>
                    <a:lnTo>
                      <a:pt x="0" y="0"/>
                    </a:lnTo>
                    <a:lnTo>
                      <a:pt x="28944" y="0"/>
                    </a:lnTo>
                    <a:lnTo>
                      <a:pt x="28944" y="28951"/>
                    </a:lnTo>
                    <a:close/>
                    <a:moveTo>
                      <a:pt x="0" y="289151"/>
                    </a:moveTo>
                    <a:lnTo>
                      <a:pt x="0" y="260207"/>
                    </a:lnTo>
                    <a:lnTo>
                      <a:pt x="28944" y="260207"/>
                    </a:lnTo>
                    <a:lnTo>
                      <a:pt x="28944" y="289151"/>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grpSp>
      </p:grpSp>
      <p:pic>
        <p:nvPicPr>
          <p:cNvPr id="7" name="Graphic 6">
            <a:extLst>
              <a:ext uri="{FF2B5EF4-FFF2-40B4-BE49-F238E27FC236}">
                <a16:creationId xmlns:a16="http://schemas.microsoft.com/office/drawing/2014/main" id="{B0AD5E12-DAD3-54C4-0CEC-E33842D2D696}"/>
              </a:ext>
            </a:extLst>
          </p:cNvPr>
          <p:cNvPicPr>
            <a:picLocks noChangeAspect="1"/>
          </p:cNvPicPr>
          <p:nvPr userDrawn="1"/>
        </p:nvPicPr>
        <p:blipFill>
          <a:blip r:embed="rId47">
            <a:extLst>
              <a:ext uri="{96DAC541-7B7A-43D3-8B79-37D633B846F1}">
                <asvg:svgBlip xmlns:asvg="http://schemas.microsoft.com/office/drawing/2016/SVG/main" r:embed="rId48"/>
              </a:ext>
            </a:extLst>
          </a:blip>
          <a:stretch>
            <a:fillRect/>
          </a:stretch>
        </p:blipFill>
        <p:spPr>
          <a:xfrm>
            <a:off x="10027238" y="349030"/>
            <a:ext cx="1780586" cy="327314"/>
          </a:xfrm>
          <a:prstGeom prst="rect">
            <a:avLst/>
          </a:prstGeom>
        </p:spPr>
      </p:pic>
    </p:spTree>
    <p:extLst>
      <p:ext uri="{BB962C8B-B14F-4D97-AF65-F5344CB8AC3E}">
        <p14:creationId xmlns:p14="http://schemas.microsoft.com/office/powerpoint/2010/main" val="1622596541"/>
      </p:ext>
    </p:extLst>
  </p:cSld>
  <p:clrMap bg1="lt1" tx1="dk1" bg2="lt2" tx2="dk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4032" r:id="rId18"/>
    <p:sldLayoutId id="2147484035" r:id="rId19"/>
    <p:sldLayoutId id="2147484025" r:id="rId20"/>
    <p:sldLayoutId id="2147484026" r:id="rId21"/>
    <p:sldLayoutId id="2147483961" r:id="rId22"/>
    <p:sldLayoutId id="2147483962" r:id="rId23"/>
    <p:sldLayoutId id="2147483963" r:id="rId24"/>
    <p:sldLayoutId id="2147484027" r:id="rId25"/>
    <p:sldLayoutId id="2147483964" r:id="rId26"/>
    <p:sldLayoutId id="2147483965" r:id="rId27"/>
    <p:sldLayoutId id="2147483966" r:id="rId28"/>
    <p:sldLayoutId id="2147483967" r:id="rId29"/>
    <p:sldLayoutId id="2147483968" r:id="rId30"/>
    <p:sldLayoutId id="2147483969" r:id="rId31"/>
    <p:sldLayoutId id="2147483970" r:id="rId32"/>
    <p:sldLayoutId id="2147483971" r:id="rId33"/>
    <p:sldLayoutId id="2147483972" r:id="rId34"/>
    <p:sldLayoutId id="2147483973" r:id="rId35"/>
    <p:sldLayoutId id="2147483974" r:id="rId36"/>
    <p:sldLayoutId id="2147483975" r:id="rId37"/>
    <p:sldLayoutId id="2147484022" r:id="rId38"/>
    <p:sldLayoutId id="2147483977" r:id="rId39"/>
    <p:sldLayoutId id="2147483978" r:id="rId40"/>
    <p:sldLayoutId id="2147483979" r:id="rId41"/>
    <p:sldLayoutId id="2147483980" r:id="rId42"/>
    <p:sldLayoutId id="2147484031" r:id="rId43"/>
    <p:sldLayoutId id="2147484033" r:id="rId44"/>
    <p:sldLayoutId id="2147484034" r:id="rId45"/>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439">
          <p15:clr>
            <a:srgbClr val="F26B43"/>
          </p15:clr>
        </p15:guide>
        <p15:guide id="6" orient="horz" pos="3912" userDrawn="1">
          <p15:clr>
            <a:srgbClr val="F26B43"/>
          </p15:clr>
        </p15:guide>
        <p15:guide id="7" pos="239" userDrawn="1">
          <p15:clr>
            <a:srgbClr val="F26B43"/>
          </p15:clr>
        </p15:guide>
        <p15:guide id="8" orient="horz" pos="648" userDrawn="1">
          <p15:clr>
            <a:srgbClr val="F26B43"/>
          </p15:clr>
        </p15:guide>
        <p15:guide id="9" orient="horz" pos="83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1" y="357721"/>
            <a:ext cx="6608941" cy="690029"/>
          </a:xfrm>
          <a:prstGeom prst="rect">
            <a:avLst/>
          </a:prstGeom>
        </p:spPr>
        <p:txBody>
          <a:bodyPr vert="horz" lIns="0" tIns="0" rIns="0" bIns="0" rtlCol="0" anchor="t" anchorCtr="0">
            <a:noAutofit/>
          </a:bodyPr>
          <a:lstStyle/>
          <a:p>
            <a:endParaRPr lang="en-US"/>
          </a:p>
        </p:txBody>
      </p:sp>
      <p:sp>
        <p:nvSpPr>
          <p:cNvPr id="3" name="Text Placeholder 2"/>
          <p:cNvSpPr>
            <a:spLocks noGrp="1"/>
          </p:cNvSpPr>
          <p:nvPr>
            <p:ph type="body" idx="1"/>
          </p:nvPr>
        </p:nvSpPr>
        <p:spPr>
          <a:xfrm>
            <a:off x="381001" y="1322388"/>
            <a:ext cx="11426823" cy="496182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3A5BB14-D036-4AC1-9435-9025BF12CBD4}"/>
              </a:ext>
            </a:extLst>
          </p:cNvPr>
          <p:cNvSpPr txBox="1"/>
          <p:nvPr/>
        </p:nvSpPr>
        <p:spPr>
          <a:xfrm>
            <a:off x="11454739" y="6472935"/>
            <a:ext cx="353085"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a:solidFill>
                <a:schemeClr val="tx1"/>
              </a:solidFill>
              <a:latin typeface="Arial"/>
              <a:ea typeface="+mn-ea"/>
              <a:cs typeface="Arial"/>
            </a:endParaRPr>
          </a:p>
        </p:txBody>
      </p:sp>
      <p:sp>
        <p:nvSpPr>
          <p:cNvPr id="10" name="Rectangle 9">
            <a:extLst>
              <a:ext uri="{FF2B5EF4-FFF2-40B4-BE49-F238E27FC236}">
                <a16:creationId xmlns:a16="http://schemas.microsoft.com/office/drawing/2014/main" id="{BBAA1A17-E5C3-4173-84E8-4D5439A15A93}"/>
              </a:ext>
            </a:extLst>
          </p:cNvPr>
          <p:cNvSpPr/>
          <p:nvPr/>
        </p:nvSpPr>
        <p:spPr>
          <a:xfrm>
            <a:off x="-1" y="6812281"/>
            <a:ext cx="1218882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1">
            <a:extLst>
              <a:ext uri="{FF2B5EF4-FFF2-40B4-BE49-F238E27FC236}">
                <a16:creationId xmlns:a16="http://schemas.microsoft.com/office/drawing/2014/main" id="{4A97655A-46C7-C27B-BD27-01E4D6892777}"/>
              </a:ext>
            </a:extLst>
          </p:cNvPr>
          <p:cNvSpPr txBox="1">
            <a:spLocks/>
          </p:cNvSpPr>
          <p:nvPr userDrawn="1"/>
        </p:nvSpPr>
        <p:spPr>
          <a:xfrm rot="16200000">
            <a:off x="9347536" y="515572"/>
            <a:ext cx="520273" cy="520269"/>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45" name="TextBox 44">
            <a:extLst>
              <a:ext uri="{FF2B5EF4-FFF2-40B4-BE49-F238E27FC236}">
                <a16:creationId xmlns:a16="http://schemas.microsoft.com/office/drawing/2014/main" id="{2D69B45D-EE92-9A02-A3BC-B28ACA724BF2}"/>
              </a:ext>
            </a:extLst>
          </p:cNvPr>
          <p:cNvSpPr txBox="1">
            <a:spLocks/>
          </p:cNvSpPr>
          <p:nvPr userDrawn="1"/>
        </p:nvSpPr>
        <p:spPr>
          <a:xfrm>
            <a:off x="7040088" y="0"/>
            <a:ext cx="2010727" cy="783591"/>
          </a:xfrm>
          <a:custGeom>
            <a:avLst/>
            <a:gdLst>
              <a:gd name="connsiteX0" fmla="*/ 0 w 2010727"/>
              <a:gd name="connsiteY0" fmla="*/ 0 h 783591"/>
              <a:gd name="connsiteX1" fmla="*/ 554656 w 2010727"/>
              <a:gd name="connsiteY1" fmla="*/ 0 h 783591"/>
              <a:gd name="connsiteX2" fmla="*/ 572969 w 2010727"/>
              <a:gd name="connsiteY2" fmla="*/ 33738 h 783591"/>
              <a:gd name="connsiteX3" fmla="*/ 1005363 w 2010727"/>
              <a:gd name="connsiteY3" fmla="*/ 263640 h 783591"/>
              <a:gd name="connsiteX4" fmla="*/ 1437757 w 2010727"/>
              <a:gd name="connsiteY4" fmla="*/ 33738 h 783591"/>
              <a:gd name="connsiteX5" fmla="*/ 1456070 w 2010727"/>
              <a:gd name="connsiteY5" fmla="*/ 0 h 783591"/>
              <a:gd name="connsiteX6" fmla="*/ 2010727 w 2010727"/>
              <a:gd name="connsiteY6" fmla="*/ 0 h 783591"/>
              <a:gd name="connsiteX7" fmla="*/ 1964925 w 2010727"/>
              <a:gd name="connsiteY7" fmla="*/ 147550 h 783591"/>
              <a:gd name="connsiteX8" fmla="*/ 1005363 w 2010727"/>
              <a:gd name="connsiteY8" fmla="*/ 783591 h 783591"/>
              <a:gd name="connsiteX9" fmla="*/ 45802 w 2010727"/>
              <a:gd name="connsiteY9" fmla="*/ 147550 h 783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10727" h="783591">
                <a:moveTo>
                  <a:pt x="0" y="0"/>
                </a:moveTo>
                <a:lnTo>
                  <a:pt x="554656" y="0"/>
                </a:lnTo>
                <a:lnTo>
                  <a:pt x="572969" y="33738"/>
                </a:lnTo>
                <a:cubicBezTo>
                  <a:pt x="666677" y="172444"/>
                  <a:pt x="825370" y="263640"/>
                  <a:pt x="1005363" y="263640"/>
                </a:cubicBezTo>
                <a:cubicBezTo>
                  <a:pt x="1185356" y="263640"/>
                  <a:pt x="1344049" y="172444"/>
                  <a:pt x="1437757" y="33738"/>
                </a:cubicBezTo>
                <a:lnTo>
                  <a:pt x="1456070" y="0"/>
                </a:lnTo>
                <a:lnTo>
                  <a:pt x="2010727" y="0"/>
                </a:lnTo>
                <a:lnTo>
                  <a:pt x="1964925" y="147550"/>
                </a:lnTo>
                <a:cubicBezTo>
                  <a:pt x="1806831" y="521325"/>
                  <a:pt x="1436725" y="783591"/>
                  <a:pt x="1005363" y="783591"/>
                </a:cubicBezTo>
                <a:cubicBezTo>
                  <a:pt x="574001" y="783591"/>
                  <a:pt x="203895" y="521325"/>
                  <a:pt x="45802" y="14755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grpSp>
        <p:nvGrpSpPr>
          <p:cNvPr id="46" name="Group 45">
            <a:extLst>
              <a:ext uri="{FF2B5EF4-FFF2-40B4-BE49-F238E27FC236}">
                <a16:creationId xmlns:a16="http://schemas.microsoft.com/office/drawing/2014/main" id="{0B0701A5-38BC-3710-AA7D-5D0943A83D41}"/>
              </a:ext>
            </a:extLst>
          </p:cNvPr>
          <p:cNvGrpSpPr/>
          <p:nvPr userDrawn="1"/>
        </p:nvGrpSpPr>
        <p:grpSpPr>
          <a:xfrm>
            <a:off x="6989946" y="244608"/>
            <a:ext cx="4971452" cy="549346"/>
            <a:chOff x="6989946" y="244608"/>
            <a:chExt cx="4971452" cy="549346"/>
          </a:xfrm>
        </p:grpSpPr>
        <p:sp>
          <p:nvSpPr>
            <p:cNvPr id="47" name="Freeform: Shape 46">
              <a:extLst>
                <a:ext uri="{FF2B5EF4-FFF2-40B4-BE49-F238E27FC236}">
                  <a16:creationId xmlns:a16="http://schemas.microsoft.com/office/drawing/2014/main" id="{FCCC4AC3-D5D2-45A0-F12C-7E98EFB348FC}"/>
                </a:ext>
              </a:extLst>
            </p:cNvPr>
            <p:cNvSpPr/>
            <p:nvPr userDrawn="1"/>
          </p:nvSpPr>
          <p:spPr>
            <a:xfrm rot="5400000">
              <a:off x="7380249"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grpSp>
          <p:nvGrpSpPr>
            <p:cNvPr id="48" name="Group 47">
              <a:extLst>
                <a:ext uri="{FF2B5EF4-FFF2-40B4-BE49-F238E27FC236}">
                  <a16:creationId xmlns:a16="http://schemas.microsoft.com/office/drawing/2014/main" id="{CD1382E1-B8E0-EEF7-6F12-2396FDA21629}"/>
                </a:ext>
              </a:extLst>
            </p:cNvPr>
            <p:cNvGrpSpPr/>
            <p:nvPr userDrawn="1"/>
          </p:nvGrpSpPr>
          <p:grpSpPr>
            <a:xfrm>
              <a:off x="8550712" y="244608"/>
              <a:ext cx="3410686" cy="549346"/>
              <a:chOff x="8550712" y="244608"/>
              <a:chExt cx="3410686" cy="549346"/>
            </a:xfrm>
          </p:grpSpPr>
          <p:sp>
            <p:nvSpPr>
              <p:cNvPr id="49" name="Freeform: Shape 48">
                <a:extLst>
                  <a:ext uri="{FF2B5EF4-FFF2-40B4-BE49-F238E27FC236}">
                    <a16:creationId xmlns:a16="http://schemas.microsoft.com/office/drawing/2014/main" id="{87D242EC-35E7-73D6-2AFD-DC281C090E57}"/>
                  </a:ext>
                </a:extLst>
              </p:cNvPr>
              <p:cNvSpPr/>
              <p:nvPr userDrawn="1"/>
            </p:nvSpPr>
            <p:spPr>
              <a:xfrm rot="5400000">
                <a:off x="11021749" y="-145696"/>
                <a:ext cx="549346" cy="1329953"/>
              </a:xfrm>
              <a:custGeom>
                <a:avLst/>
                <a:gdLst>
                  <a:gd name="connsiteX0" fmla="*/ 520400 w 549346"/>
                  <a:gd name="connsiteY0" fmla="*/ 28951 h 1329953"/>
                  <a:gd name="connsiteX1" fmla="*/ 520400 w 549346"/>
                  <a:gd name="connsiteY1" fmla="*/ 7 h 1329953"/>
                  <a:gd name="connsiteX2" fmla="*/ 549346 w 549346"/>
                  <a:gd name="connsiteY2" fmla="*/ 7 h 1329953"/>
                  <a:gd name="connsiteX3" fmla="*/ 549346 w 549346"/>
                  <a:gd name="connsiteY3" fmla="*/ 28951 h 1329953"/>
                  <a:gd name="connsiteX4" fmla="*/ 520400 w 549346"/>
                  <a:gd name="connsiteY4" fmla="*/ 289151 h 1329953"/>
                  <a:gd name="connsiteX5" fmla="*/ 520400 w 549346"/>
                  <a:gd name="connsiteY5" fmla="*/ 260207 h 1329953"/>
                  <a:gd name="connsiteX6" fmla="*/ 549346 w 549346"/>
                  <a:gd name="connsiteY6" fmla="*/ 260207 h 1329953"/>
                  <a:gd name="connsiteX7" fmla="*/ 549346 w 549346"/>
                  <a:gd name="connsiteY7" fmla="*/ 289151 h 1329953"/>
                  <a:gd name="connsiteX8" fmla="*/ 520400 w 549346"/>
                  <a:gd name="connsiteY8" fmla="*/ 549351 h 1329953"/>
                  <a:gd name="connsiteX9" fmla="*/ 520400 w 549346"/>
                  <a:gd name="connsiteY9" fmla="*/ 520407 h 1329953"/>
                  <a:gd name="connsiteX10" fmla="*/ 549346 w 549346"/>
                  <a:gd name="connsiteY10" fmla="*/ 520407 h 1329953"/>
                  <a:gd name="connsiteX11" fmla="*/ 549346 w 549346"/>
                  <a:gd name="connsiteY11" fmla="*/ 549351 h 1329953"/>
                  <a:gd name="connsiteX12" fmla="*/ 520400 w 549346"/>
                  <a:gd name="connsiteY12" fmla="*/ 809555 h 1329953"/>
                  <a:gd name="connsiteX13" fmla="*/ 520400 w 549346"/>
                  <a:gd name="connsiteY13" fmla="*/ 780609 h 1329953"/>
                  <a:gd name="connsiteX14" fmla="*/ 549346 w 549346"/>
                  <a:gd name="connsiteY14" fmla="*/ 780609 h 1329953"/>
                  <a:gd name="connsiteX15" fmla="*/ 549346 w 549346"/>
                  <a:gd name="connsiteY15" fmla="*/ 809555 h 1329953"/>
                  <a:gd name="connsiteX16" fmla="*/ 520400 w 549346"/>
                  <a:gd name="connsiteY16" fmla="*/ 1069753 h 1329953"/>
                  <a:gd name="connsiteX17" fmla="*/ 520400 w 549346"/>
                  <a:gd name="connsiteY17" fmla="*/ 1040809 h 1329953"/>
                  <a:gd name="connsiteX18" fmla="*/ 549346 w 549346"/>
                  <a:gd name="connsiteY18" fmla="*/ 1040809 h 1329953"/>
                  <a:gd name="connsiteX19" fmla="*/ 549346 w 549346"/>
                  <a:gd name="connsiteY19" fmla="*/ 1069753 h 1329953"/>
                  <a:gd name="connsiteX20" fmla="*/ 520400 w 549346"/>
                  <a:gd name="connsiteY20" fmla="*/ 1329953 h 1329953"/>
                  <a:gd name="connsiteX21" fmla="*/ 520400 w 549346"/>
                  <a:gd name="connsiteY21" fmla="*/ 1301009 h 1329953"/>
                  <a:gd name="connsiteX22" fmla="*/ 549346 w 549346"/>
                  <a:gd name="connsiteY22" fmla="*/ 1301009 h 1329953"/>
                  <a:gd name="connsiteX23" fmla="*/ 549346 w 549346"/>
                  <a:gd name="connsiteY23" fmla="*/ 1329953 h 1329953"/>
                  <a:gd name="connsiteX24" fmla="*/ 260201 w 549346"/>
                  <a:gd name="connsiteY24" fmla="*/ 28949 h 1329953"/>
                  <a:gd name="connsiteX25" fmla="*/ 260201 w 549346"/>
                  <a:gd name="connsiteY25" fmla="*/ 3 h 1329953"/>
                  <a:gd name="connsiteX26" fmla="*/ 289145 w 549346"/>
                  <a:gd name="connsiteY26" fmla="*/ 3 h 1329953"/>
                  <a:gd name="connsiteX27" fmla="*/ 289145 w 549346"/>
                  <a:gd name="connsiteY27" fmla="*/ 28949 h 1329953"/>
                  <a:gd name="connsiteX28" fmla="*/ 0 w 549346"/>
                  <a:gd name="connsiteY28" fmla="*/ 28947 h 1329953"/>
                  <a:gd name="connsiteX29" fmla="*/ 0 w 549346"/>
                  <a:gd name="connsiteY29" fmla="*/ 0 h 1329953"/>
                  <a:gd name="connsiteX30" fmla="*/ 28944 w 549346"/>
                  <a:gd name="connsiteY30" fmla="*/ 0 h 1329953"/>
                  <a:gd name="connsiteX31" fmla="*/ 28944 w 549346"/>
                  <a:gd name="connsiteY31" fmla="*/ 28947 h 1329953"/>
                  <a:gd name="connsiteX32" fmla="*/ 0 w 549346"/>
                  <a:gd name="connsiteY32" fmla="*/ 289147 h 1329953"/>
                  <a:gd name="connsiteX33" fmla="*/ 0 w 549346"/>
                  <a:gd name="connsiteY33" fmla="*/ 260203 h 1329953"/>
                  <a:gd name="connsiteX34" fmla="*/ 28944 w 549346"/>
                  <a:gd name="connsiteY34" fmla="*/ 260203 h 1329953"/>
                  <a:gd name="connsiteX35" fmla="*/ 28944 w 549346"/>
                  <a:gd name="connsiteY35" fmla="*/ 289147 h 1329953"/>
                  <a:gd name="connsiteX36" fmla="*/ 0 w 549346"/>
                  <a:gd name="connsiteY36" fmla="*/ 549347 h 1329953"/>
                  <a:gd name="connsiteX37" fmla="*/ 0 w 549346"/>
                  <a:gd name="connsiteY37" fmla="*/ 520403 h 1329953"/>
                  <a:gd name="connsiteX38" fmla="*/ 28944 w 549346"/>
                  <a:gd name="connsiteY38" fmla="*/ 520403 h 1329953"/>
                  <a:gd name="connsiteX39" fmla="*/ 28944 w 549346"/>
                  <a:gd name="connsiteY39" fmla="*/ 549347 h 1329953"/>
                  <a:gd name="connsiteX40" fmla="*/ 0 w 549346"/>
                  <a:gd name="connsiteY40" fmla="*/ 809549 h 1329953"/>
                  <a:gd name="connsiteX41" fmla="*/ 0 w 549346"/>
                  <a:gd name="connsiteY41" fmla="*/ 780603 h 1329953"/>
                  <a:gd name="connsiteX42" fmla="*/ 28944 w 549346"/>
                  <a:gd name="connsiteY42" fmla="*/ 780603 h 1329953"/>
                  <a:gd name="connsiteX43" fmla="*/ 28944 w 549346"/>
                  <a:gd name="connsiteY43" fmla="*/ 809549 h 1329953"/>
                  <a:gd name="connsiteX44" fmla="*/ 0 w 549346"/>
                  <a:gd name="connsiteY44" fmla="*/ 1069747 h 1329953"/>
                  <a:gd name="connsiteX45" fmla="*/ 0 w 549346"/>
                  <a:gd name="connsiteY45" fmla="*/ 1040803 h 1329953"/>
                  <a:gd name="connsiteX46" fmla="*/ 28944 w 549346"/>
                  <a:gd name="connsiteY46" fmla="*/ 1040803 h 1329953"/>
                  <a:gd name="connsiteX47" fmla="*/ 28944 w 549346"/>
                  <a:gd name="connsiteY47" fmla="*/ 1069747 h 1329953"/>
                  <a:gd name="connsiteX48" fmla="*/ 0 w 549346"/>
                  <a:gd name="connsiteY48" fmla="*/ 1329947 h 1329953"/>
                  <a:gd name="connsiteX49" fmla="*/ 0 w 549346"/>
                  <a:gd name="connsiteY49" fmla="*/ 1301003 h 1329953"/>
                  <a:gd name="connsiteX50" fmla="*/ 28944 w 549346"/>
                  <a:gd name="connsiteY50" fmla="*/ 1301003 h 1329953"/>
                  <a:gd name="connsiteX51" fmla="*/ 28944 w 549346"/>
                  <a:gd name="connsiteY51" fmla="*/ 1329947 h 132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49346" h="1329953">
                    <a:moveTo>
                      <a:pt x="520400" y="28951"/>
                    </a:moveTo>
                    <a:lnTo>
                      <a:pt x="520400" y="7"/>
                    </a:lnTo>
                    <a:lnTo>
                      <a:pt x="549346" y="7"/>
                    </a:lnTo>
                    <a:lnTo>
                      <a:pt x="549346" y="28951"/>
                    </a:lnTo>
                    <a:close/>
                    <a:moveTo>
                      <a:pt x="520400" y="289151"/>
                    </a:moveTo>
                    <a:lnTo>
                      <a:pt x="520400" y="260207"/>
                    </a:lnTo>
                    <a:lnTo>
                      <a:pt x="549346" y="260207"/>
                    </a:lnTo>
                    <a:lnTo>
                      <a:pt x="549346" y="289151"/>
                    </a:lnTo>
                    <a:close/>
                    <a:moveTo>
                      <a:pt x="520400" y="549351"/>
                    </a:moveTo>
                    <a:lnTo>
                      <a:pt x="520400" y="520407"/>
                    </a:lnTo>
                    <a:lnTo>
                      <a:pt x="549346" y="520407"/>
                    </a:lnTo>
                    <a:lnTo>
                      <a:pt x="549346" y="549351"/>
                    </a:lnTo>
                    <a:close/>
                    <a:moveTo>
                      <a:pt x="520400" y="809555"/>
                    </a:moveTo>
                    <a:lnTo>
                      <a:pt x="520400" y="780609"/>
                    </a:lnTo>
                    <a:lnTo>
                      <a:pt x="549346" y="780609"/>
                    </a:lnTo>
                    <a:lnTo>
                      <a:pt x="549346" y="809555"/>
                    </a:lnTo>
                    <a:close/>
                    <a:moveTo>
                      <a:pt x="520400" y="1069753"/>
                    </a:moveTo>
                    <a:lnTo>
                      <a:pt x="520400" y="1040809"/>
                    </a:lnTo>
                    <a:lnTo>
                      <a:pt x="549346" y="1040809"/>
                    </a:lnTo>
                    <a:lnTo>
                      <a:pt x="549346" y="1069753"/>
                    </a:lnTo>
                    <a:close/>
                    <a:moveTo>
                      <a:pt x="520400" y="1329953"/>
                    </a:moveTo>
                    <a:lnTo>
                      <a:pt x="520400" y="1301009"/>
                    </a:lnTo>
                    <a:lnTo>
                      <a:pt x="549346" y="1301009"/>
                    </a:lnTo>
                    <a:lnTo>
                      <a:pt x="549346" y="1329953"/>
                    </a:lnTo>
                    <a:close/>
                    <a:moveTo>
                      <a:pt x="260201" y="28949"/>
                    </a:moveTo>
                    <a:lnTo>
                      <a:pt x="260201" y="3"/>
                    </a:lnTo>
                    <a:lnTo>
                      <a:pt x="289145" y="3"/>
                    </a:lnTo>
                    <a:lnTo>
                      <a:pt x="289145" y="28949"/>
                    </a:lnTo>
                    <a:close/>
                    <a:moveTo>
                      <a:pt x="0" y="28947"/>
                    </a:moveTo>
                    <a:lnTo>
                      <a:pt x="0" y="0"/>
                    </a:lnTo>
                    <a:lnTo>
                      <a:pt x="28944" y="0"/>
                    </a:lnTo>
                    <a:lnTo>
                      <a:pt x="28944" y="28947"/>
                    </a:lnTo>
                    <a:close/>
                    <a:moveTo>
                      <a:pt x="0" y="289147"/>
                    </a:moveTo>
                    <a:lnTo>
                      <a:pt x="0" y="260203"/>
                    </a:lnTo>
                    <a:lnTo>
                      <a:pt x="28944" y="260203"/>
                    </a:lnTo>
                    <a:lnTo>
                      <a:pt x="28944" y="289147"/>
                    </a:lnTo>
                    <a:close/>
                    <a:moveTo>
                      <a:pt x="0" y="549347"/>
                    </a:moveTo>
                    <a:lnTo>
                      <a:pt x="0" y="520403"/>
                    </a:lnTo>
                    <a:lnTo>
                      <a:pt x="28944" y="520403"/>
                    </a:lnTo>
                    <a:lnTo>
                      <a:pt x="28944" y="549347"/>
                    </a:lnTo>
                    <a:close/>
                    <a:moveTo>
                      <a:pt x="0" y="809549"/>
                    </a:moveTo>
                    <a:lnTo>
                      <a:pt x="0" y="780603"/>
                    </a:lnTo>
                    <a:lnTo>
                      <a:pt x="28944" y="780603"/>
                    </a:lnTo>
                    <a:lnTo>
                      <a:pt x="28944" y="809549"/>
                    </a:lnTo>
                    <a:close/>
                    <a:moveTo>
                      <a:pt x="0" y="1069747"/>
                    </a:moveTo>
                    <a:lnTo>
                      <a:pt x="0" y="1040803"/>
                    </a:lnTo>
                    <a:lnTo>
                      <a:pt x="28944" y="1040803"/>
                    </a:lnTo>
                    <a:lnTo>
                      <a:pt x="28944" y="1069747"/>
                    </a:lnTo>
                    <a:close/>
                    <a:moveTo>
                      <a:pt x="0" y="1329947"/>
                    </a:moveTo>
                    <a:lnTo>
                      <a:pt x="0" y="1301003"/>
                    </a:lnTo>
                    <a:lnTo>
                      <a:pt x="28944" y="1301003"/>
                    </a:lnTo>
                    <a:lnTo>
                      <a:pt x="28944" y="1329947"/>
                    </a:lnTo>
                    <a:close/>
                  </a:path>
                </a:pathLst>
              </a:custGeom>
              <a:solidFill>
                <a:schemeClr val="tx2">
                  <a:alpha val="20000"/>
                </a:schemeClr>
              </a:solidFill>
              <a:ln w="10294" cap="flat">
                <a:noFill/>
                <a:prstDash val="solid"/>
                <a:miter/>
              </a:ln>
            </p:spPr>
            <p:txBody>
              <a:bodyPr wrap="square" rtlCol="0" anchor="ctr">
                <a:noAutofit/>
              </a:bodyPr>
              <a:lstStyle/>
              <a:p>
                <a:pPr lvl="0"/>
                <a:endParaRPr lang="en-US"/>
              </a:p>
            </p:txBody>
          </p:sp>
          <p:sp>
            <p:nvSpPr>
              <p:cNvPr id="50" name="Freeform: Shape 49">
                <a:extLst>
                  <a:ext uri="{FF2B5EF4-FFF2-40B4-BE49-F238E27FC236}">
                    <a16:creationId xmlns:a16="http://schemas.microsoft.com/office/drawing/2014/main" id="{039C4BD2-097F-D64A-4C67-1E54E8D24AC5}"/>
                  </a:ext>
                </a:extLst>
              </p:cNvPr>
              <p:cNvSpPr/>
              <p:nvPr userDrawn="1"/>
            </p:nvSpPr>
            <p:spPr>
              <a:xfrm rot="5400000">
                <a:off x="8941015" y="-145695"/>
                <a:ext cx="549346" cy="1329951"/>
              </a:xfrm>
              <a:custGeom>
                <a:avLst/>
                <a:gdLst>
                  <a:gd name="connsiteX0" fmla="*/ 520400 w 549346"/>
                  <a:gd name="connsiteY0" fmla="*/ 28950 h 1329951"/>
                  <a:gd name="connsiteX1" fmla="*/ 520400 w 549346"/>
                  <a:gd name="connsiteY1" fmla="*/ 5 h 1329951"/>
                  <a:gd name="connsiteX2" fmla="*/ 549346 w 549346"/>
                  <a:gd name="connsiteY2" fmla="*/ 5 h 1329951"/>
                  <a:gd name="connsiteX3" fmla="*/ 549346 w 549346"/>
                  <a:gd name="connsiteY3" fmla="*/ 28950 h 1329951"/>
                  <a:gd name="connsiteX4" fmla="*/ 520400 w 549346"/>
                  <a:gd name="connsiteY4" fmla="*/ 289149 h 1329951"/>
                  <a:gd name="connsiteX5" fmla="*/ 520400 w 549346"/>
                  <a:gd name="connsiteY5" fmla="*/ 260205 h 1329951"/>
                  <a:gd name="connsiteX6" fmla="*/ 549346 w 549346"/>
                  <a:gd name="connsiteY6" fmla="*/ 260205 h 1329951"/>
                  <a:gd name="connsiteX7" fmla="*/ 549346 w 549346"/>
                  <a:gd name="connsiteY7" fmla="*/ 289149 h 1329951"/>
                  <a:gd name="connsiteX8" fmla="*/ 520400 w 549346"/>
                  <a:gd name="connsiteY8" fmla="*/ 549350 h 1329951"/>
                  <a:gd name="connsiteX9" fmla="*/ 520400 w 549346"/>
                  <a:gd name="connsiteY9" fmla="*/ 520405 h 1329951"/>
                  <a:gd name="connsiteX10" fmla="*/ 549346 w 549346"/>
                  <a:gd name="connsiteY10" fmla="*/ 520405 h 1329951"/>
                  <a:gd name="connsiteX11" fmla="*/ 549346 w 549346"/>
                  <a:gd name="connsiteY11" fmla="*/ 549350 h 1329951"/>
                  <a:gd name="connsiteX12" fmla="*/ 520400 w 549346"/>
                  <a:gd name="connsiteY12" fmla="*/ 809553 h 1329951"/>
                  <a:gd name="connsiteX13" fmla="*/ 520400 w 549346"/>
                  <a:gd name="connsiteY13" fmla="*/ 780608 h 1329951"/>
                  <a:gd name="connsiteX14" fmla="*/ 549346 w 549346"/>
                  <a:gd name="connsiteY14" fmla="*/ 780608 h 1329951"/>
                  <a:gd name="connsiteX15" fmla="*/ 549346 w 549346"/>
                  <a:gd name="connsiteY15" fmla="*/ 809553 h 1329951"/>
                  <a:gd name="connsiteX16" fmla="*/ 520400 w 549346"/>
                  <a:gd name="connsiteY16" fmla="*/ 1069751 h 1329951"/>
                  <a:gd name="connsiteX17" fmla="*/ 520400 w 549346"/>
                  <a:gd name="connsiteY17" fmla="*/ 1040807 h 1329951"/>
                  <a:gd name="connsiteX18" fmla="*/ 549346 w 549346"/>
                  <a:gd name="connsiteY18" fmla="*/ 1040807 h 1329951"/>
                  <a:gd name="connsiteX19" fmla="*/ 549346 w 549346"/>
                  <a:gd name="connsiteY19" fmla="*/ 1069751 h 1329951"/>
                  <a:gd name="connsiteX20" fmla="*/ 520400 w 549346"/>
                  <a:gd name="connsiteY20" fmla="*/ 1329951 h 1329951"/>
                  <a:gd name="connsiteX21" fmla="*/ 520400 w 549346"/>
                  <a:gd name="connsiteY21" fmla="*/ 1301007 h 1329951"/>
                  <a:gd name="connsiteX22" fmla="*/ 549346 w 549346"/>
                  <a:gd name="connsiteY22" fmla="*/ 1301007 h 1329951"/>
                  <a:gd name="connsiteX23" fmla="*/ 549346 w 549346"/>
                  <a:gd name="connsiteY23" fmla="*/ 1329951 h 1329951"/>
                  <a:gd name="connsiteX24" fmla="*/ 260201 w 549346"/>
                  <a:gd name="connsiteY24" fmla="*/ 28947 h 1329951"/>
                  <a:gd name="connsiteX25" fmla="*/ 260201 w 549346"/>
                  <a:gd name="connsiteY25" fmla="*/ 2 h 1329951"/>
                  <a:gd name="connsiteX26" fmla="*/ 289145 w 549346"/>
                  <a:gd name="connsiteY26" fmla="*/ 2 h 1329951"/>
                  <a:gd name="connsiteX27" fmla="*/ 289145 w 549346"/>
                  <a:gd name="connsiteY27" fmla="*/ 28947 h 1329951"/>
                  <a:gd name="connsiteX28" fmla="*/ 260201 w 549346"/>
                  <a:gd name="connsiteY28" fmla="*/ 289147 h 1329951"/>
                  <a:gd name="connsiteX29" fmla="*/ 260201 w 549346"/>
                  <a:gd name="connsiteY29" fmla="*/ 260203 h 1329951"/>
                  <a:gd name="connsiteX30" fmla="*/ 289145 w 549346"/>
                  <a:gd name="connsiteY30" fmla="*/ 260203 h 1329951"/>
                  <a:gd name="connsiteX31" fmla="*/ 289145 w 549346"/>
                  <a:gd name="connsiteY31" fmla="*/ 289147 h 1329951"/>
                  <a:gd name="connsiteX32" fmla="*/ 260201 w 549346"/>
                  <a:gd name="connsiteY32" fmla="*/ 549348 h 1329951"/>
                  <a:gd name="connsiteX33" fmla="*/ 260201 w 549346"/>
                  <a:gd name="connsiteY33" fmla="*/ 520403 h 1329951"/>
                  <a:gd name="connsiteX34" fmla="*/ 289145 w 549346"/>
                  <a:gd name="connsiteY34" fmla="*/ 520403 h 1329951"/>
                  <a:gd name="connsiteX35" fmla="*/ 289145 w 549346"/>
                  <a:gd name="connsiteY35" fmla="*/ 549348 h 1329951"/>
                  <a:gd name="connsiteX36" fmla="*/ 260201 w 549346"/>
                  <a:gd name="connsiteY36" fmla="*/ 809551 h 1329951"/>
                  <a:gd name="connsiteX37" fmla="*/ 260201 w 549346"/>
                  <a:gd name="connsiteY37" fmla="*/ 780605 h 1329951"/>
                  <a:gd name="connsiteX38" fmla="*/ 289145 w 549346"/>
                  <a:gd name="connsiteY38" fmla="*/ 780605 h 1329951"/>
                  <a:gd name="connsiteX39" fmla="*/ 289145 w 549346"/>
                  <a:gd name="connsiteY39" fmla="*/ 809551 h 1329951"/>
                  <a:gd name="connsiteX40" fmla="*/ 260201 w 549346"/>
                  <a:gd name="connsiteY40" fmla="*/ 1069748 h 1329951"/>
                  <a:gd name="connsiteX41" fmla="*/ 260201 w 549346"/>
                  <a:gd name="connsiteY41" fmla="*/ 1040804 h 1329951"/>
                  <a:gd name="connsiteX42" fmla="*/ 289145 w 549346"/>
                  <a:gd name="connsiteY42" fmla="*/ 1040804 h 1329951"/>
                  <a:gd name="connsiteX43" fmla="*/ 289145 w 549346"/>
                  <a:gd name="connsiteY43" fmla="*/ 1069748 h 1329951"/>
                  <a:gd name="connsiteX44" fmla="*/ 260201 w 549346"/>
                  <a:gd name="connsiteY44" fmla="*/ 1329948 h 1329951"/>
                  <a:gd name="connsiteX45" fmla="*/ 260201 w 549346"/>
                  <a:gd name="connsiteY45" fmla="*/ 1301004 h 1329951"/>
                  <a:gd name="connsiteX46" fmla="*/ 289145 w 549346"/>
                  <a:gd name="connsiteY46" fmla="*/ 1301004 h 1329951"/>
                  <a:gd name="connsiteX47" fmla="*/ 289145 w 549346"/>
                  <a:gd name="connsiteY47" fmla="*/ 1329948 h 1329951"/>
                  <a:gd name="connsiteX48" fmla="*/ 0 w 549346"/>
                  <a:gd name="connsiteY48" fmla="*/ 28945 h 1329951"/>
                  <a:gd name="connsiteX49" fmla="*/ 0 w 549346"/>
                  <a:gd name="connsiteY49" fmla="*/ 0 h 1329951"/>
                  <a:gd name="connsiteX50" fmla="*/ 28944 w 549346"/>
                  <a:gd name="connsiteY50" fmla="*/ 0 h 1329951"/>
                  <a:gd name="connsiteX51" fmla="*/ 28944 w 549346"/>
                  <a:gd name="connsiteY51" fmla="*/ 28945 h 1329951"/>
                  <a:gd name="connsiteX52" fmla="*/ 0 w 549346"/>
                  <a:gd name="connsiteY52" fmla="*/ 289145 h 1329951"/>
                  <a:gd name="connsiteX53" fmla="*/ 0 w 549346"/>
                  <a:gd name="connsiteY53" fmla="*/ 260201 h 1329951"/>
                  <a:gd name="connsiteX54" fmla="*/ 28944 w 549346"/>
                  <a:gd name="connsiteY54" fmla="*/ 260201 h 1329951"/>
                  <a:gd name="connsiteX55" fmla="*/ 28944 w 549346"/>
                  <a:gd name="connsiteY55" fmla="*/ 289145 h 1329951"/>
                  <a:gd name="connsiteX56" fmla="*/ 0 w 549346"/>
                  <a:gd name="connsiteY56" fmla="*/ 549346 h 1329951"/>
                  <a:gd name="connsiteX57" fmla="*/ 0 w 549346"/>
                  <a:gd name="connsiteY57" fmla="*/ 520401 h 1329951"/>
                  <a:gd name="connsiteX58" fmla="*/ 28944 w 549346"/>
                  <a:gd name="connsiteY58" fmla="*/ 520401 h 1329951"/>
                  <a:gd name="connsiteX59" fmla="*/ 28944 w 549346"/>
                  <a:gd name="connsiteY59" fmla="*/ 549346 h 1329951"/>
                  <a:gd name="connsiteX60" fmla="*/ 0 w 549346"/>
                  <a:gd name="connsiteY60" fmla="*/ 809547 h 1329951"/>
                  <a:gd name="connsiteX61" fmla="*/ 0 w 549346"/>
                  <a:gd name="connsiteY61" fmla="*/ 780602 h 1329951"/>
                  <a:gd name="connsiteX62" fmla="*/ 28944 w 549346"/>
                  <a:gd name="connsiteY62" fmla="*/ 780602 h 1329951"/>
                  <a:gd name="connsiteX63" fmla="*/ 28944 w 549346"/>
                  <a:gd name="connsiteY63" fmla="*/ 809547 h 1329951"/>
                  <a:gd name="connsiteX64" fmla="*/ 0 w 549346"/>
                  <a:gd name="connsiteY64" fmla="*/ 1069746 h 1329951"/>
                  <a:gd name="connsiteX65" fmla="*/ 0 w 549346"/>
                  <a:gd name="connsiteY65" fmla="*/ 1040802 h 1329951"/>
                  <a:gd name="connsiteX66" fmla="*/ 28944 w 549346"/>
                  <a:gd name="connsiteY66" fmla="*/ 1040802 h 1329951"/>
                  <a:gd name="connsiteX67" fmla="*/ 28944 w 549346"/>
                  <a:gd name="connsiteY67" fmla="*/ 1069746 h 1329951"/>
                  <a:gd name="connsiteX68" fmla="*/ 0 w 549346"/>
                  <a:gd name="connsiteY68" fmla="*/ 1329946 h 1329951"/>
                  <a:gd name="connsiteX69" fmla="*/ 0 w 549346"/>
                  <a:gd name="connsiteY69" fmla="*/ 1301002 h 1329951"/>
                  <a:gd name="connsiteX70" fmla="*/ 28944 w 549346"/>
                  <a:gd name="connsiteY70" fmla="*/ 1301002 h 1329951"/>
                  <a:gd name="connsiteX71" fmla="*/ 28944 w 549346"/>
                  <a:gd name="connsiteY71" fmla="*/ 1329946 h 132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549346" h="1329951">
                    <a:moveTo>
                      <a:pt x="520400" y="28950"/>
                    </a:moveTo>
                    <a:lnTo>
                      <a:pt x="520400" y="5"/>
                    </a:lnTo>
                    <a:lnTo>
                      <a:pt x="549346" y="5"/>
                    </a:lnTo>
                    <a:lnTo>
                      <a:pt x="549346" y="28950"/>
                    </a:lnTo>
                    <a:close/>
                    <a:moveTo>
                      <a:pt x="520400" y="289149"/>
                    </a:moveTo>
                    <a:lnTo>
                      <a:pt x="520400" y="260205"/>
                    </a:lnTo>
                    <a:lnTo>
                      <a:pt x="549346" y="260205"/>
                    </a:lnTo>
                    <a:lnTo>
                      <a:pt x="549346" y="289149"/>
                    </a:lnTo>
                    <a:close/>
                    <a:moveTo>
                      <a:pt x="520400" y="549350"/>
                    </a:moveTo>
                    <a:lnTo>
                      <a:pt x="520400" y="520405"/>
                    </a:lnTo>
                    <a:lnTo>
                      <a:pt x="549346" y="520405"/>
                    </a:lnTo>
                    <a:lnTo>
                      <a:pt x="549346" y="549350"/>
                    </a:lnTo>
                    <a:close/>
                    <a:moveTo>
                      <a:pt x="520400" y="809553"/>
                    </a:moveTo>
                    <a:lnTo>
                      <a:pt x="520400" y="780608"/>
                    </a:lnTo>
                    <a:lnTo>
                      <a:pt x="549346" y="780608"/>
                    </a:lnTo>
                    <a:lnTo>
                      <a:pt x="549346" y="809553"/>
                    </a:lnTo>
                    <a:close/>
                    <a:moveTo>
                      <a:pt x="520400" y="1069751"/>
                    </a:moveTo>
                    <a:lnTo>
                      <a:pt x="520400" y="1040807"/>
                    </a:lnTo>
                    <a:lnTo>
                      <a:pt x="549346" y="1040807"/>
                    </a:lnTo>
                    <a:lnTo>
                      <a:pt x="549346" y="1069751"/>
                    </a:lnTo>
                    <a:close/>
                    <a:moveTo>
                      <a:pt x="520400" y="1329951"/>
                    </a:moveTo>
                    <a:lnTo>
                      <a:pt x="520400" y="1301007"/>
                    </a:lnTo>
                    <a:lnTo>
                      <a:pt x="549346" y="1301007"/>
                    </a:lnTo>
                    <a:lnTo>
                      <a:pt x="549346" y="1329951"/>
                    </a:lnTo>
                    <a:close/>
                    <a:moveTo>
                      <a:pt x="260201" y="28947"/>
                    </a:moveTo>
                    <a:lnTo>
                      <a:pt x="260201" y="2"/>
                    </a:lnTo>
                    <a:lnTo>
                      <a:pt x="289145" y="2"/>
                    </a:lnTo>
                    <a:lnTo>
                      <a:pt x="289145" y="28947"/>
                    </a:lnTo>
                    <a:close/>
                    <a:moveTo>
                      <a:pt x="260201" y="289147"/>
                    </a:moveTo>
                    <a:lnTo>
                      <a:pt x="260201" y="260203"/>
                    </a:lnTo>
                    <a:lnTo>
                      <a:pt x="289145" y="260203"/>
                    </a:lnTo>
                    <a:lnTo>
                      <a:pt x="289145" y="289147"/>
                    </a:lnTo>
                    <a:close/>
                    <a:moveTo>
                      <a:pt x="260201" y="549348"/>
                    </a:moveTo>
                    <a:lnTo>
                      <a:pt x="260201" y="520403"/>
                    </a:lnTo>
                    <a:lnTo>
                      <a:pt x="289145" y="520403"/>
                    </a:lnTo>
                    <a:lnTo>
                      <a:pt x="289145" y="549348"/>
                    </a:lnTo>
                    <a:close/>
                    <a:moveTo>
                      <a:pt x="260201" y="809551"/>
                    </a:moveTo>
                    <a:lnTo>
                      <a:pt x="260201" y="780605"/>
                    </a:lnTo>
                    <a:lnTo>
                      <a:pt x="289145" y="780605"/>
                    </a:lnTo>
                    <a:lnTo>
                      <a:pt x="289145" y="809551"/>
                    </a:lnTo>
                    <a:close/>
                    <a:moveTo>
                      <a:pt x="260201" y="1069748"/>
                    </a:moveTo>
                    <a:lnTo>
                      <a:pt x="260201" y="1040804"/>
                    </a:lnTo>
                    <a:lnTo>
                      <a:pt x="289145" y="1040804"/>
                    </a:lnTo>
                    <a:lnTo>
                      <a:pt x="289145" y="1069748"/>
                    </a:lnTo>
                    <a:close/>
                    <a:moveTo>
                      <a:pt x="260201" y="1329948"/>
                    </a:moveTo>
                    <a:lnTo>
                      <a:pt x="260201" y="1301004"/>
                    </a:lnTo>
                    <a:lnTo>
                      <a:pt x="289145" y="1301004"/>
                    </a:lnTo>
                    <a:lnTo>
                      <a:pt x="289145" y="1329948"/>
                    </a:lnTo>
                    <a:close/>
                    <a:moveTo>
                      <a:pt x="0" y="28945"/>
                    </a:moveTo>
                    <a:lnTo>
                      <a:pt x="0" y="0"/>
                    </a:lnTo>
                    <a:lnTo>
                      <a:pt x="28944" y="0"/>
                    </a:lnTo>
                    <a:lnTo>
                      <a:pt x="28944" y="28945"/>
                    </a:lnTo>
                    <a:close/>
                    <a:moveTo>
                      <a:pt x="0" y="289145"/>
                    </a:moveTo>
                    <a:lnTo>
                      <a:pt x="0" y="260201"/>
                    </a:lnTo>
                    <a:lnTo>
                      <a:pt x="28944" y="260201"/>
                    </a:lnTo>
                    <a:lnTo>
                      <a:pt x="28944" y="289145"/>
                    </a:lnTo>
                    <a:close/>
                    <a:moveTo>
                      <a:pt x="0" y="549346"/>
                    </a:moveTo>
                    <a:lnTo>
                      <a:pt x="0" y="520401"/>
                    </a:lnTo>
                    <a:lnTo>
                      <a:pt x="28944" y="520401"/>
                    </a:lnTo>
                    <a:lnTo>
                      <a:pt x="28944" y="549346"/>
                    </a:lnTo>
                    <a:close/>
                    <a:moveTo>
                      <a:pt x="0" y="809547"/>
                    </a:moveTo>
                    <a:lnTo>
                      <a:pt x="0" y="780602"/>
                    </a:lnTo>
                    <a:lnTo>
                      <a:pt x="28944" y="780602"/>
                    </a:lnTo>
                    <a:lnTo>
                      <a:pt x="28944" y="809547"/>
                    </a:lnTo>
                    <a:close/>
                    <a:moveTo>
                      <a:pt x="0" y="1069746"/>
                    </a:moveTo>
                    <a:lnTo>
                      <a:pt x="0" y="1040802"/>
                    </a:lnTo>
                    <a:lnTo>
                      <a:pt x="28944" y="1040802"/>
                    </a:lnTo>
                    <a:lnTo>
                      <a:pt x="28944" y="1069746"/>
                    </a:lnTo>
                    <a:close/>
                    <a:moveTo>
                      <a:pt x="0" y="1329946"/>
                    </a:moveTo>
                    <a:lnTo>
                      <a:pt x="0" y="1301002"/>
                    </a:lnTo>
                    <a:lnTo>
                      <a:pt x="28944" y="1301002"/>
                    </a:lnTo>
                    <a:lnTo>
                      <a:pt x="28944" y="132994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sp>
            <p:nvSpPr>
              <p:cNvPr id="51" name="Freeform: Shape 50">
                <a:extLst>
                  <a:ext uri="{FF2B5EF4-FFF2-40B4-BE49-F238E27FC236}">
                    <a16:creationId xmlns:a16="http://schemas.microsoft.com/office/drawing/2014/main" id="{5B3711CC-BAE5-951C-D80C-623A5BB8E87D}"/>
                  </a:ext>
                </a:extLst>
              </p:cNvPr>
              <p:cNvSpPr/>
              <p:nvPr userDrawn="1"/>
            </p:nvSpPr>
            <p:spPr>
              <a:xfrm rot="5400000">
                <a:off x="9981382" y="374703"/>
                <a:ext cx="549346" cy="289155"/>
              </a:xfrm>
              <a:custGeom>
                <a:avLst/>
                <a:gdLst>
                  <a:gd name="connsiteX0" fmla="*/ 520400 w 549346"/>
                  <a:gd name="connsiteY0" fmla="*/ 28955 h 289155"/>
                  <a:gd name="connsiteX1" fmla="*/ 520400 w 549346"/>
                  <a:gd name="connsiteY1" fmla="*/ 11 h 289155"/>
                  <a:gd name="connsiteX2" fmla="*/ 549346 w 549346"/>
                  <a:gd name="connsiteY2" fmla="*/ 11 h 289155"/>
                  <a:gd name="connsiteX3" fmla="*/ 549346 w 549346"/>
                  <a:gd name="connsiteY3" fmla="*/ 28955 h 289155"/>
                  <a:gd name="connsiteX4" fmla="*/ 520400 w 549346"/>
                  <a:gd name="connsiteY4" fmla="*/ 289155 h 289155"/>
                  <a:gd name="connsiteX5" fmla="*/ 520400 w 549346"/>
                  <a:gd name="connsiteY5" fmla="*/ 260211 h 289155"/>
                  <a:gd name="connsiteX6" fmla="*/ 549346 w 549346"/>
                  <a:gd name="connsiteY6" fmla="*/ 260211 h 289155"/>
                  <a:gd name="connsiteX7" fmla="*/ 549346 w 549346"/>
                  <a:gd name="connsiteY7" fmla="*/ 289155 h 289155"/>
                  <a:gd name="connsiteX8" fmla="*/ 0 w 549346"/>
                  <a:gd name="connsiteY8" fmla="*/ 28951 h 289155"/>
                  <a:gd name="connsiteX9" fmla="*/ 0 w 549346"/>
                  <a:gd name="connsiteY9" fmla="*/ 0 h 289155"/>
                  <a:gd name="connsiteX10" fmla="*/ 28944 w 549346"/>
                  <a:gd name="connsiteY10" fmla="*/ 0 h 289155"/>
                  <a:gd name="connsiteX11" fmla="*/ 28944 w 549346"/>
                  <a:gd name="connsiteY11" fmla="*/ 28951 h 289155"/>
                  <a:gd name="connsiteX12" fmla="*/ 0 w 549346"/>
                  <a:gd name="connsiteY12" fmla="*/ 289151 h 289155"/>
                  <a:gd name="connsiteX13" fmla="*/ 0 w 549346"/>
                  <a:gd name="connsiteY13" fmla="*/ 260207 h 289155"/>
                  <a:gd name="connsiteX14" fmla="*/ 28944 w 549346"/>
                  <a:gd name="connsiteY14" fmla="*/ 260207 h 289155"/>
                  <a:gd name="connsiteX15" fmla="*/ 28944 w 549346"/>
                  <a:gd name="connsiteY15" fmla="*/ 289151 h 28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9346" h="289155">
                    <a:moveTo>
                      <a:pt x="520400" y="28955"/>
                    </a:moveTo>
                    <a:lnTo>
                      <a:pt x="520400" y="11"/>
                    </a:lnTo>
                    <a:lnTo>
                      <a:pt x="549346" y="11"/>
                    </a:lnTo>
                    <a:lnTo>
                      <a:pt x="549346" y="28955"/>
                    </a:lnTo>
                    <a:close/>
                    <a:moveTo>
                      <a:pt x="520400" y="289155"/>
                    </a:moveTo>
                    <a:lnTo>
                      <a:pt x="520400" y="260211"/>
                    </a:lnTo>
                    <a:lnTo>
                      <a:pt x="549346" y="260211"/>
                    </a:lnTo>
                    <a:lnTo>
                      <a:pt x="549346" y="289155"/>
                    </a:lnTo>
                    <a:close/>
                    <a:moveTo>
                      <a:pt x="0" y="28951"/>
                    </a:moveTo>
                    <a:lnTo>
                      <a:pt x="0" y="0"/>
                    </a:lnTo>
                    <a:lnTo>
                      <a:pt x="28944" y="0"/>
                    </a:lnTo>
                    <a:lnTo>
                      <a:pt x="28944" y="28951"/>
                    </a:lnTo>
                    <a:close/>
                    <a:moveTo>
                      <a:pt x="0" y="289151"/>
                    </a:moveTo>
                    <a:lnTo>
                      <a:pt x="0" y="260207"/>
                    </a:lnTo>
                    <a:lnTo>
                      <a:pt x="28944" y="260207"/>
                    </a:lnTo>
                    <a:lnTo>
                      <a:pt x="28944" y="289151"/>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grpSp>
      </p:grpSp>
      <p:pic>
        <p:nvPicPr>
          <p:cNvPr id="7" name="Graphic 6">
            <a:extLst>
              <a:ext uri="{FF2B5EF4-FFF2-40B4-BE49-F238E27FC236}">
                <a16:creationId xmlns:a16="http://schemas.microsoft.com/office/drawing/2014/main" id="{43C5EB3F-4EE4-A417-731D-6FC47107164B}"/>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027238" y="349030"/>
            <a:ext cx="1780586" cy="327314"/>
          </a:xfrm>
          <a:prstGeom prst="rect">
            <a:avLst/>
          </a:prstGeom>
        </p:spPr>
      </p:pic>
    </p:spTree>
    <p:extLst>
      <p:ext uri="{BB962C8B-B14F-4D97-AF65-F5344CB8AC3E}">
        <p14:creationId xmlns:p14="http://schemas.microsoft.com/office/powerpoint/2010/main" val="3803344987"/>
      </p:ext>
    </p:extLst>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 id="2147483995" r:id="rId12"/>
    <p:sldLayoutId id="2147483996" r:id="rId13"/>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2">
          <p15:clr>
            <a:srgbClr val="F26B43"/>
          </p15:clr>
        </p15:guide>
        <p15:guide id="2" pos="239">
          <p15:clr>
            <a:srgbClr val="F26B43"/>
          </p15:clr>
        </p15:guide>
        <p15:guide id="3" pos="7439">
          <p15:clr>
            <a:srgbClr val="F26B43"/>
          </p15:clr>
        </p15:guide>
        <p15:guide id="6" orient="horz" pos="660">
          <p15:clr>
            <a:srgbClr val="F26B43"/>
          </p15:clr>
        </p15:guide>
        <p15:guide id="7" orient="horz" pos="83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1E747280-CF02-4891-ACD6-EDDC8636A221}"/>
              </a:ext>
            </a:extLst>
          </p:cNvPr>
          <p:cNvSpPr txBox="1">
            <a:spLocks/>
          </p:cNvSpPr>
          <p:nvPr/>
        </p:nvSpPr>
        <p:spPr>
          <a:xfrm rot="16200000">
            <a:off x="-680738" y="4644269"/>
            <a:ext cx="2098011" cy="736533"/>
          </a:xfrm>
          <a:custGeom>
            <a:avLst/>
            <a:gdLst>
              <a:gd name="connsiteX0" fmla="*/ 1991636 w 1991636"/>
              <a:gd name="connsiteY0" fmla="*/ 1 h 736533"/>
              <a:gd name="connsiteX1" fmla="*/ 1990399 w 1991636"/>
              <a:gd name="connsiteY1" fmla="*/ 4813 h 736533"/>
              <a:gd name="connsiteX2" fmla="*/ 995818 w 1991636"/>
              <a:gd name="connsiteY2" fmla="*/ 736533 h 736533"/>
              <a:gd name="connsiteX3" fmla="*/ 1237 w 1991636"/>
              <a:gd name="connsiteY3" fmla="*/ 4813 h 736533"/>
              <a:gd name="connsiteX4" fmla="*/ 0 w 1991636"/>
              <a:gd name="connsiteY4" fmla="*/ 0 h 736533"/>
              <a:gd name="connsiteX5" fmla="*/ 574414 w 1991636"/>
              <a:gd name="connsiteY5" fmla="*/ 0 h 736533"/>
              <a:gd name="connsiteX6" fmla="*/ 627097 w 1991636"/>
              <a:gd name="connsiteY6" fmla="*/ 63853 h 736533"/>
              <a:gd name="connsiteX7" fmla="*/ 995818 w 1991636"/>
              <a:gd name="connsiteY7" fmla="*/ 216582 h 736533"/>
              <a:gd name="connsiteX8" fmla="*/ 1364539 w 1991636"/>
              <a:gd name="connsiteY8" fmla="*/ 63853 h 736533"/>
              <a:gd name="connsiteX9" fmla="*/ 1417221 w 1991636"/>
              <a:gd name="connsiteY9" fmla="*/ 1 h 73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1636" h="736533">
                <a:moveTo>
                  <a:pt x="1991636" y="1"/>
                </a:moveTo>
                <a:lnTo>
                  <a:pt x="1990399" y="4813"/>
                </a:lnTo>
                <a:cubicBezTo>
                  <a:pt x="1858546" y="428735"/>
                  <a:pt x="1463127" y="736533"/>
                  <a:pt x="995818" y="736533"/>
                </a:cubicBezTo>
                <a:cubicBezTo>
                  <a:pt x="528509" y="736533"/>
                  <a:pt x="133091" y="428735"/>
                  <a:pt x="1237" y="4813"/>
                </a:cubicBezTo>
                <a:lnTo>
                  <a:pt x="0" y="0"/>
                </a:lnTo>
                <a:lnTo>
                  <a:pt x="574414" y="0"/>
                </a:lnTo>
                <a:lnTo>
                  <a:pt x="627097" y="63853"/>
                </a:lnTo>
                <a:cubicBezTo>
                  <a:pt x="721461" y="158217"/>
                  <a:pt x="851824" y="216582"/>
                  <a:pt x="995818" y="216582"/>
                </a:cubicBezTo>
                <a:cubicBezTo>
                  <a:pt x="1139812" y="216582"/>
                  <a:pt x="1270175" y="158217"/>
                  <a:pt x="1364539" y="63853"/>
                </a:cubicBezTo>
                <a:lnTo>
                  <a:pt x="1417221" y="1"/>
                </a:ln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2" name="Title Placeholder 1"/>
          <p:cNvSpPr>
            <a:spLocks noGrp="1"/>
          </p:cNvSpPr>
          <p:nvPr>
            <p:ph type="title"/>
          </p:nvPr>
        </p:nvSpPr>
        <p:spPr>
          <a:xfrm>
            <a:off x="1162049" y="351949"/>
            <a:ext cx="8655051" cy="695801"/>
          </a:xfrm>
          <a:prstGeom prst="rect">
            <a:avLst/>
          </a:prstGeom>
        </p:spPr>
        <p:txBody>
          <a:bodyPr vert="horz" lIns="0" tIns="0" rIns="0" bIns="0" rtlCol="0" anchor="t" anchorCtr="0">
            <a:noAutofit/>
          </a:bodyPr>
          <a:lstStyle/>
          <a:p>
            <a:endParaRPr lang="en-US"/>
          </a:p>
        </p:txBody>
      </p:sp>
      <p:sp>
        <p:nvSpPr>
          <p:cNvPr id="3" name="Text Placeholder 2"/>
          <p:cNvSpPr>
            <a:spLocks noGrp="1"/>
          </p:cNvSpPr>
          <p:nvPr>
            <p:ph type="body" idx="1"/>
          </p:nvPr>
        </p:nvSpPr>
        <p:spPr>
          <a:xfrm>
            <a:off x="1162050" y="1322024"/>
            <a:ext cx="10645774" cy="485017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3A5BB14-D036-4AC1-9435-9025BF12CBD4}"/>
              </a:ext>
            </a:extLst>
          </p:cNvPr>
          <p:cNvSpPr txBox="1"/>
          <p:nvPr/>
        </p:nvSpPr>
        <p:spPr>
          <a:xfrm>
            <a:off x="11454739" y="6472591"/>
            <a:ext cx="353085"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err="1">
              <a:solidFill>
                <a:schemeClr val="tx1"/>
              </a:solidFill>
              <a:latin typeface="Arial"/>
              <a:ea typeface="+mn-ea"/>
              <a:cs typeface="Arial"/>
            </a:endParaRPr>
          </a:p>
        </p:txBody>
      </p:sp>
      <p:sp>
        <p:nvSpPr>
          <p:cNvPr id="21" name="Freeform: Shape 41">
            <a:extLst>
              <a:ext uri="{FF2B5EF4-FFF2-40B4-BE49-F238E27FC236}">
                <a16:creationId xmlns:a16="http://schemas.microsoft.com/office/drawing/2014/main" id="{26D845CA-1A97-4A89-B7A6-6DBAEFC98612}"/>
              </a:ext>
            </a:extLst>
          </p:cNvPr>
          <p:cNvSpPr txBox="1">
            <a:spLocks/>
          </p:cNvSpPr>
          <p:nvPr/>
        </p:nvSpPr>
        <p:spPr>
          <a:xfrm>
            <a:off x="472426" y="3154973"/>
            <a:ext cx="531436" cy="531432"/>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12" name="Rectangle 11">
            <a:extLst>
              <a:ext uri="{FF2B5EF4-FFF2-40B4-BE49-F238E27FC236}">
                <a16:creationId xmlns:a16="http://schemas.microsoft.com/office/drawing/2014/main" id="{2614087C-78B9-4829-AF3E-5CA06D282727}"/>
              </a:ext>
            </a:extLst>
          </p:cNvPr>
          <p:cNvSpPr/>
          <p:nvPr/>
        </p:nvSpPr>
        <p:spPr>
          <a:xfrm>
            <a:off x="-1" y="6812281"/>
            <a:ext cx="1218882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7095844D-7281-4E59-B89B-036E9FD4898D}"/>
              </a:ext>
            </a:extLst>
          </p:cNvPr>
          <p:cNvGrpSpPr/>
          <p:nvPr/>
        </p:nvGrpSpPr>
        <p:grpSpPr>
          <a:xfrm>
            <a:off x="190809" y="213306"/>
            <a:ext cx="564751" cy="6412339"/>
            <a:chOff x="190809" y="242905"/>
            <a:chExt cx="564751" cy="6412339"/>
          </a:xfrm>
        </p:grpSpPr>
        <p:sp>
          <p:nvSpPr>
            <p:cNvPr id="22" name="Freeform: Shape 21">
              <a:extLst>
                <a:ext uri="{FF2B5EF4-FFF2-40B4-BE49-F238E27FC236}">
                  <a16:creationId xmlns:a16="http://schemas.microsoft.com/office/drawing/2014/main" id="{326330AD-C19C-435A-B603-513981A4B950}"/>
                </a:ext>
              </a:extLst>
            </p:cNvPr>
            <p:cNvSpPr/>
            <p:nvPr/>
          </p:nvSpPr>
          <p:spPr>
            <a:xfrm>
              <a:off x="190809" y="242905"/>
              <a:ext cx="561506" cy="5614838"/>
            </a:xfrm>
            <a:custGeom>
              <a:avLst/>
              <a:gdLst>
                <a:gd name="connsiteX0" fmla="*/ 531921 w 561506"/>
                <a:gd name="connsiteY0" fmla="*/ 5585253 h 5614838"/>
                <a:gd name="connsiteX1" fmla="*/ 561506 w 561506"/>
                <a:gd name="connsiteY1" fmla="*/ 5585253 h 5614838"/>
                <a:gd name="connsiteX2" fmla="*/ 561506 w 561506"/>
                <a:gd name="connsiteY2" fmla="*/ 5614838 h 5614838"/>
                <a:gd name="connsiteX3" fmla="*/ 531921 w 561506"/>
                <a:gd name="connsiteY3" fmla="*/ 5614838 h 5614838"/>
                <a:gd name="connsiteX4" fmla="*/ 265961 w 561506"/>
                <a:gd name="connsiteY4" fmla="*/ 5585253 h 5614838"/>
                <a:gd name="connsiteX5" fmla="*/ 295547 w 561506"/>
                <a:gd name="connsiteY5" fmla="*/ 5585253 h 5614838"/>
                <a:gd name="connsiteX6" fmla="*/ 295547 w 561506"/>
                <a:gd name="connsiteY6" fmla="*/ 5614838 h 5614838"/>
                <a:gd name="connsiteX7" fmla="*/ 265961 w 561506"/>
                <a:gd name="connsiteY7" fmla="*/ 5614838 h 5614838"/>
                <a:gd name="connsiteX8" fmla="*/ 0 w 561506"/>
                <a:gd name="connsiteY8" fmla="*/ 5585253 h 5614838"/>
                <a:gd name="connsiteX9" fmla="*/ 29585 w 561506"/>
                <a:gd name="connsiteY9" fmla="*/ 5585253 h 5614838"/>
                <a:gd name="connsiteX10" fmla="*/ 29585 w 561506"/>
                <a:gd name="connsiteY10" fmla="*/ 5614838 h 5614838"/>
                <a:gd name="connsiteX11" fmla="*/ 0 w 561506"/>
                <a:gd name="connsiteY11" fmla="*/ 5614838 h 5614838"/>
                <a:gd name="connsiteX12" fmla="*/ 531921 w 561506"/>
                <a:gd name="connsiteY12" fmla="*/ 5319293 h 5614838"/>
                <a:gd name="connsiteX13" fmla="*/ 561506 w 561506"/>
                <a:gd name="connsiteY13" fmla="*/ 5319293 h 5614838"/>
                <a:gd name="connsiteX14" fmla="*/ 561506 w 561506"/>
                <a:gd name="connsiteY14" fmla="*/ 5348879 h 5614838"/>
                <a:gd name="connsiteX15" fmla="*/ 531921 w 561506"/>
                <a:gd name="connsiteY15" fmla="*/ 5348879 h 5614838"/>
                <a:gd name="connsiteX16" fmla="*/ 265961 w 561506"/>
                <a:gd name="connsiteY16" fmla="*/ 5319293 h 5614838"/>
                <a:gd name="connsiteX17" fmla="*/ 295547 w 561506"/>
                <a:gd name="connsiteY17" fmla="*/ 5319293 h 5614838"/>
                <a:gd name="connsiteX18" fmla="*/ 295547 w 561506"/>
                <a:gd name="connsiteY18" fmla="*/ 5348879 h 5614838"/>
                <a:gd name="connsiteX19" fmla="*/ 265961 w 561506"/>
                <a:gd name="connsiteY19" fmla="*/ 5348879 h 5614838"/>
                <a:gd name="connsiteX20" fmla="*/ 0 w 561506"/>
                <a:gd name="connsiteY20" fmla="*/ 5319293 h 5614838"/>
                <a:gd name="connsiteX21" fmla="*/ 29585 w 561506"/>
                <a:gd name="connsiteY21" fmla="*/ 5319293 h 5614838"/>
                <a:gd name="connsiteX22" fmla="*/ 29585 w 561506"/>
                <a:gd name="connsiteY22" fmla="*/ 5348879 h 5614838"/>
                <a:gd name="connsiteX23" fmla="*/ 0 w 561506"/>
                <a:gd name="connsiteY23" fmla="*/ 5348879 h 5614838"/>
                <a:gd name="connsiteX24" fmla="*/ 531921 w 561506"/>
                <a:gd name="connsiteY24" fmla="*/ 5053332 h 5614838"/>
                <a:gd name="connsiteX25" fmla="*/ 561506 w 561506"/>
                <a:gd name="connsiteY25" fmla="*/ 5053332 h 5614838"/>
                <a:gd name="connsiteX26" fmla="*/ 561506 w 561506"/>
                <a:gd name="connsiteY26" fmla="*/ 5082917 h 5614838"/>
                <a:gd name="connsiteX27" fmla="*/ 531921 w 561506"/>
                <a:gd name="connsiteY27" fmla="*/ 5082917 h 5614838"/>
                <a:gd name="connsiteX28" fmla="*/ 265961 w 561506"/>
                <a:gd name="connsiteY28" fmla="*/ 5053332 h 5614838"/>
                <a:gd name="connsiteX29" fmla="*/ 295547 w 561506"/>
                <a:gd name="connsiteY29" fmla="*/ 5053332 h 5614838"/>
                <a:gd name="connsiteX30" fmla="*/ 295547 w 561506"/>
                <a:gd name="connsiteY30" fmla="*/ 5082917 h 5614838"/>
                <a:gd name="connsiteX31" fmla="*/ 265961 w 561506"/>
                <a:gd name="connsiteY31" fmla="*/ 5082917 h 5614838"/>
                <a:gd name="connsiteX32" fmla="*/ 0 w 561506"/>
                <a:gd name="connsiteY32" fmla="*/ 5053332 h 5614838"/>
                <a:gd name="connsiteX33" fmla="*/ 29585 w 561506"/>
                <a:gd name="connsiteY33" fmla="*/ 5053332 h 5614838"/>
                <a:gd name="connsiteX34" fmla="*/ 29585 w 561506"/>
                <a:gd name="connsiteY34" fmla="*/ 5082917 h 5614838"/>
                <a:gd name="connsiteX35" fmla="*/ 0 w 561506"/>
                <a:gd name="connsiteY35" fmla="*/ 5082917 h 5614838"/>
                <a:gd name="connsiteX36" fmla="*/ 531921 w 561506"/>
                <a:gd name="connsiteY36" fmla="*/ 4787372 h 5614838"/>
                <a:gd name="connsiteX37" fmla="*/ 561506 w 561506"/>
                <a:gd name="connsiteY37" fmla="*/ 4787372 h 5614838"/>
                <a:gd name="connsiteX38" fmla="*/ 561506 w 561506"/>
                <a:gd name="connsiteY38" fmla="*/ 4816958 h 5614838"/>
                <a:gd name="connsiteX39" fmla="*/ 531921 w 561506"/>
                <a:gd name="connsiteY39" fmla="*/ 4816958 h 5614838"/>
                <a:gd name="connsiteX40" fmla="*/ 265961 w 561506"/>
                <a:gd name="connsiteY40" fmla="*/ 4787372 h 5614838"/>
                <a:gd name="connsiteX41" fmla="*/ 295547 w 561506"/>
                <a:gd name="connsiteY41" fmla="*/ 4787372 h 5614838"/>
                <a:gd name="connsiteX42" fmla="*/ 295547 w 561506"/>
                <a:gd name="connsiteY42" fmla="*/ 4816958 h 5614838"/>
                <a:gd name="connsiteX43" fmla="*/ 265961 w 561506"/>
                <a:gd name="connsiteY43" fmla="*/ 4816958 h 5614838"/>
                <a:gd name="connsiteX44" fmla="*/ 0 w 561506"/>
                <a:gd name="connsiteY44" fmla="*/ 4787372 h 5614838"/>
                <a:gd name="connsiteX45" fmla="*/ 29585 w 561506"/>
                <a:gd name="connsiteY45" fmla="*/ 4787372 h 5614838"/>
                <a:gd name="connsiteX46" fmla="*/ 29585 w 561506"/>
                <a:gd name="connsiteY46" fmla="*/ 4816958 h 5614838"/>
                <a:gd name="connsiteX47" fmla="*/ 0 w 561506"/>
                <a:gd name="connsiteY47" fmla="*/ 4816958 h 5614838"/>
                <a:gd name="connsiteX48" fmla="*/ 531921 w 561506"/>
                <a:gd name="connsiteY48" fmla="*/ 4521412 h 5614838"/>
                <a:gd name="connsiteX49" fmla="*/ 561506 w 561506"/>
                <a:gd name="connsiteY49" fmla="*/ 4521412 h 5614838"/>
                <a:gd name="connsiteX50" fmla="*/ 561506 w 561506"/>
                <a:gd name="connsiteY50" fmla="*/ 4550997 h 5614838"/>
                <a:gd name="connsiteX51" fmla="*/ 531921 w 561506"/>
                <a:gd name="connsiteY51" fmla="*/ 4550997 h 5614838"/>
                <a:gd name="connsiteX52" fmla="*/ 265961 w 561506"/>
                <a:gd name="connsiteY52" fmla="*/ 4521412 h 5614838"/>
                <a:gd name="connsiteX53" fmla="*/ 295547 w 561506"/>
                <a:gd name="connsiteY53" fmla="*/ 4521412 h 5614838"/>
                <a:gd name="connsiteX54" fmla="*/ 295547 w 561506"/>
                <a:gd name="connsiteY54" fmla="*/ 4550997 h 5614838"/>
                <a:gd name="connsiteX55" fmla="*/ 265961 w 561506"/>
                <a:gd name="connsiteY55" fmla="*/ 4550997 h 5614838"/>
                <a:gd name="connsiteX56" fmla="*/ 0 w 561506"/>
                <a:gd name="connsiteY56" fmla="*/ 4521412 h 5614838"/>
                <a:gd name="connsiteX57" fmla="*/ 29585 w 561506"/>
                <a:gd name="connsiteY57" fmla="*/ 4521412 h 5614838"/>
                <a:gd name="connsiteX58" fmla="*/ 29585 w 561506"/>
                <a:gd name="connsiteY58" fmla="*/ 4550997 h 5614838"/>
                <a:gd name="connsiteX59" fmla="*/ 0 w 561506"/>
                <a:gd name="connsiteY59" fmla="*/ 4550997 h 5614838"/>
                <a:gd name="connsiteX60" fmla="*/ 531921 w 561506"/>
                <a:gd name="connsiteY60" fmla="*/ 4255451 h 5614838"/>
                <a:gd name="connsiteX61" fmla="*/ 561506 w 561506"/>
                <a:gd name="connsiteY61" fmla="*/ 4255451 h 5614838"/>
                <a:gd name="connsiteX62" fmla="*/ 561506 w 561506"/>
                <a:gd name="connsiteY62" fmla="*/ 4285036 h 5614838"/>
                <a:gd name="connsiteX63" fmla="*/ 531921 w 561506"/>
                <a:gd name="connsiteY63" fmla="*/ 4285036 h 5614838"/>
                <a:gd name="connsiteX64" fmla="*/ 265961 w 561506"/>
                <a:gd name="connsiteY64" fmla="*/ 4255451 h 5614838"/>
                <a:gd name="connsiteX65" fmla="*/ 295547 w 561506"/>
                <a:gd name="connsiteY65" fmla="*/ 4255451 h 5614838"/>
                <a:gd name="connsiteX66" fmla="*/ 295547 w 561506"/>
                <a:gd name="connsiteY66" fmla="*/ 4285036 h 5614838"/>
                <a:gd name="connsiteX67" fmla="*/ 265961 w 561506"/>
                <a:gd name="connsiteY67" fmla="*/ 4285036 h 5614838"/>
                <a:gd name="connsiteX68" fmla="*/ 0 w 561506"/>
                <a:gd name="connsiteY68" fmla="*/ 4255451 h 5614838"/>
                <a:gd name="connsiteX69" fmla="*/ 29585 w 561506"/>
                <a:gd name="connsiteY69" fmla="*/ 4255451 h 5614838"/>
                <a:gd name="connsiteX70" fmla="*/ 29585 w 561506"/>
                <a:gd name="connsiteY70" fmla="*/ 4285036 h 5614838"/>
                <a:gd name="connsiteX71" fmla="*/ 0 w 561506"/>
                <a:gd name="connsiteY71" fmla="*/ 4285036 h 5614838"/>
                <a:gd name="connsiteX72" fmla="*/ 531921 w 561506"/>
                <a:gd name="connsiteY72" fmla="*/ 3989491 h 5614838"/>
                <a:gd name="connsiteX73" fmla="*/ 561506 w 561506"/>
                <a:gd name="connsiteY73" fmla="*/ 3989491 h 5614838"/>
                <a:gd name="connsiteX74" fmla="*/ 561506 w 561506"/>
                <a:gd name="connsiteY74" fmla="*/ 4019077 h 5614838"/>
                <a:gd name="connsiteX75" fmla="*/ 531921 w 561506"/>
                <a:gd name="connsiteY75" fmla="*/ 4019077 h 5614838"/>
                <a:gd name="connsiteX76" fmla="*/ 265961 w 561506"/>
                <a:gd name="connsiteY76" fmla="*/ 3989491 h 5614838"/>
                <a:gd name="connsiteX77" fmla="*/ 295547 w 561506"/>
                <a:gd name="connsiteY77" fmla="*/ 3989491 h 5614838"/>
                <a:gd name="connsiteX78" fmla="*/ 295547 w 561506"/>
                <a:gd name="connsiteY78" fmla="*/ 4019077 h 5614838"/>
                <a:gd name="connsiteX79" fmla="*/ 265961 w 561506"/>
                <a:gd name="connsiteY79" fmla="*/ 4019077 h 5614838"/>
                <a:gd name="connsiteX80" fmla="*/ 0 w 561506"/>
                <a:gd name="connsiteY80" fmla="*/ 3989491 h 5614838"/>
                <a:gd name="connsiteX81" fmla="*/ 29585 w 561506"/>
                <a:gd name="connsiteY81" fmla="*/ 3989491 h 5614838"/>
                <a:gd name="connsiteX82" fmla="*/ 29585 w 561506"/>
                <a:gd name="connsiteY82" fmla="*/ 4019077 h 5614838"/>
                <a:gd name="connsiteX83" fmla="*/ 0 w 561506"/>
                <a:gd name="connsiteY83" fmla="*/ 4019077 h 5614838"/>
                <a:gd name="connsiteX84" fmla="*/ 531921 w 561506"/>
                <a:gd name="connsiteY84" fmla="*/ 3723530 h 5614838"/>
                <a:gd name="connsiteX85" fmla="*/ 561506 w 561506"/>
                <a:gd name="connsiteY85" fmla="*/ 3723530 h 5614838"/>
                <a:gd name="connsiteX86" fmla="*/ 561506 w 561506"/>
                <a:gd name="connsiteY86" fmla="*/ 3753115 h 5614838"/>
                <a:gd name="connsiteX87" fmla="*/ 531921 w 561506"/>
                <a:gd name="connsiteY87" fmla="*/ 3753115 h 5614838"/>
                <a:gd name="connsiteX88" fmla="*/ 265961 w 561506"/>
                <a:gd name="connsiteY88" fmla="*/ 3723530 h 5614838"/>
                <a:gd name="connsiteX89" fmla="*/ 295547 w 561506"/>
                <a:gd name="connsiteY89" fmla="*/ 3723530 h 5614838"/>
                <a:gd name="connsiteX90" fmla="*/ 295547 w 561506"/>
                <a:gd name="connsiteY90" fmla="*/ 3753115 h 5614838"/>
                <a:gd name="connsiteX91" fmla="*/ 265961 w 561506"/>
                <a:gd name="connsiteY91" fmla="*/ 3753115 h 5614838"/>
                <a:gd name="connsiteX92" fmla="*/ 0 w 561506"/>
                <a:gd name="connsiteY92" fmla="*/ 3723530 h 5614838"/>
                <a:gd name="connsiteX93" fmla="*/ 29585 w 561506"/>
                <a:gd name="connsiteY93" fmla="*/ 3723530 h 5614838"/>
                <a:gd name="connsiteX94" fmla="*/ 29585 w 561506"/>
                <a:gd name="connsiteY94" fmla="*/ 3753115 h 5614838"/>
                <a:gd name="connsiteX95" fmla="*/ 0 w 561506"/>
                <a:gd name="connsiteY95" fmla="*/ 3753115 h 5614838"/>
                <a:gd name="connsiteX96" fmla="*/ 531921 w 561506"/>
                <a:gd name="connsiteY96" fmla="*/ 3457570 h 5614838"/>
                <a:gd name="connsiteX97" fmla="*/ 561506 w 561506"/>
                <a:gd name="connsiteY97" fmla="*/ 3457570 h 5614838"/>
                <a:gd name="connsiteX98" fmla="*/ 561506 w 561506"/>
                <a:gd name="connsiteY98" fmla="*/ 3487156 h 5614838"/>
                <a:gd name="connsiteX99" fmla="*/ 531921 w 561506"/>
                <a:gd name="connsiteY99" fmla="*/ 3487156 h 5614838"/>
                <a:gd name="connsiteX100" fmla="*/ 265961 w 561506"/>
                <a:gd name="connsiteY100" fmla="*/ 3457570 h 5614838"/>
                <a:gd name="connsiteX101" fmla="*/ 295547 w 561506"/>
                <a:gd name="connsiteY101" fmla="*/ 3457570 h 5614838"/>
                <a:gd name="connsiteX102" fmla="*/ 295547 w 561506"/>
                <a:gd name="connsiteY102" fmla="*/ 3487156 h 5614838"/>
                <a:gd name="connsiteX103" fmla="*/ 265961 w 561506"/>
                <a:gd name="connsiteY103" fmla="*/ 3487156 h 5614838"/>
                <a:gd name="connsiteX104" fmla="*/ 0 w 561506"/>
                <a:gd name="connsiteY104" fmla="*/ 3457570 h 5614838"/>
                <a:gd name="connsiteX105" fmla="*/ 29585 w 561506"/>
                <a:gd name="connsiteY105" fmla="*/ 3457570 h 5614838"/>
                <a:gd name="connsiteX106" fmla="*/ 29585 w 561506"/>
                <a:gd name="connsiteY106" fmla="*/ 3487156 h 5614838"/>
                <a:gd name="connsiteX107" fmla="*/ 0 w 561506"/>
                <a:gd name="connsiteY107" fmla="*/ 3487156 h 5614838"/>
                <a:gd name="connsiteX108" fmla="*/ 531921 w 561506"/>
                <a:gd name="connsiteY108" fmla="*/ 3191618 h 5614838"/>
                <a:gd name="connsiteX109" fmla="*/ 561506 w 561506"/>
                <a:gd name="connsiteY109" fmla="*/ 3191618 h 5614838"/>
                <a:gd name="connsiteX110" fmla="*/ 561506 w 561506"/>
                <a:gd name="connsiteY110" fmla="*/ 3221195 h 5614838"/>
                <a:gd name="connsiteX111" fmla="*/ 531921 w 561506"/>
                <a:gd name="connsiteY111" fmla="*/ 3221195 h 5614838"/>
                <a:gd name="connsiteX112" fmla="*/ 265961 w 561506"/>
                <a:gd name="connsiteY112" fmla="*/ 3191618 h 5614838"/>
                <a:gd name="connsiteX113" fmla="*/ 295547 w 561506"/>
                <a:gd name="connsiteY113" fmla="*/ 3191618 h 5614838"/>
                <a:gd name="connsiteX114" fmla="*/ 295547 w 561506"/>
                <a:gd name="connsiteY114" fmla="*/ 3221195 h 5614838"/>
                <a:gd name="connsiteX115" fmla="*/ 265961 w 561506"/>
                <a:gd name="connsiteY115" fmla="*/ 3221195 h 5614838"/>
                <a:gd name="connsiteX116" fmla="*/ 0 w 561506"/>
                <a:gd name="connsiteY116" fmla="*/ 3191617 h 5614838"/>
                <a:gd name="connsiteX117" fmla="*/ 29585 w 561506"/>
                <a:gd name="connsiteY117" fmla="*/ 3191617 h 5614838"/>
                <a:gd name="connsiteX118" fmla="*/ 29585 w 561506"/>
                <a:gd name="connsiteY118" fmla="*/ 3221195 h 5614838"/>
                <a:gd name="connsiteX119" fmla="*/ 0 w 561506"/>
                <a:gd name="connsiteY119" fmla="*/ 3221195 h 5614838"/>
                <a:gd name="connsiteX120" fmla="*/ 531921 w 561506"/>
                <a:gd name="connsiteY120" fmla="*/ 2925660 h 5614838"/>
                <a:gd name="connsiteX121" fmla="*/ 561506 w 561506"/>
                <a:gd name="connsiteY121" fmla="*/ 2925660 h 5614838"/>
                <a:gd name="connsiteX122" fmla="*/ 561506 w 561506"/>
                <a:gd name="connsiteY122" fmla="*/ 2955246 h 5614838"/>
                <a:gd name="connsiteX123" fmla="*/ 531921 w 561506"/>
                <a:gd name="connsiteY123" fmla="*/ 2955246 h 5614838"/>
                <a:gd name="connsiteX124" fmla="*/ 265961 w 561506"/>
                <a:gd name="connsiteY124" fmla="*/ 2925659 h 5614838"/>
                <a:gd name="connsiteX125" fmla="*/ 295547 w 561506"/>
                <a:gd name="connsiteY125" fmla="*/ 2925659 h 5614838"/>
                <a:gd name="connsiteX126" fmla="*/ 295547 w 561506"/>
                <a:gd name="connsiteY126" fmla="*/ 2955245 h 5614838"/>
                <a:gd name="connsiteX127" fmla="*/ 265961 w 561506"/>
                <a:gd name="connsiteY127" fmla="*/ 2955245 h 5614838"/>
                <a:gd name="connsiteX128" fmla="*/ 0 w 561506"/>
                <a:gd name="connsiteY128" fmla="*/ 2925658 h 5614838"/>
                <a:gd name="connsiteX129" fmla="*/ 29585 w 561506"/>
                <a:gd name="connsiteY129" fmla="*/ 2925658 h 5614838"/>
                <a:gd name="connsiteX130" fmla="*/ 29585 w 561506"/>
                <a:gd name="connsiteY130" fmla="*/ 2955244 h 5614838"/>
                <a:gd name="connsiteX131" fmla="*/ 0 w 561506"/>
                <a:gd name="connsiteY131" fmla="*/ 2955244 h 5614838"/>
                <a:gd name="connsiteX132" fmla="*/ 531921 w 561506"/>
                <a:gd name="connsiteY132" fmla="*/ 2659620 h 5614838"/>
                <a:gd name="connsiteX133" fmla="*/ 561506 w 561506"/>
                <a:gd name="connsiteY133" fmla="*/ 2659620 h 5614838"/>
                <a:gd name="connsiteX134" fmla="*/ 561506 w 561506"/>
                <a:gd name="connsiteY134" fmla="*/ 2689204 h 5614838"/>
                <a:gd name="connsiteX135" fmla="*/ 531921 w 561506"/>
                <a:gd name="connsiteY135" fmla="*/ 2689204 h 5614838"/>
                <a:gd name="connsiteX136" fmla="*/ 265961 w 561506"/>
                <a:gd name="connsiteY136" fmla="*/ 2659616 h 5614838"/>
                <a:gd name="connsiteX137" fmla="*/ 295547 w 561506"/>
                <a:gd name="connsiteY137" fmla="*/ 2659616 h 5614838"/>
                <a:gd name="connsiteX138" fmla="*/ 295547 w 561506"/>
                <a:gd name="connsiteY138" fmla="*/ 2689201 h 5614838"/>
                <a:gd name="connsiteX139" fmla="*/ 265961 w 561506"/>
                <a:gd name="connsiteY139" fmla="*/ 2689201 h 5614838"/>
                <a:gd name="connsiteX140" fmla="*/ 0 w 561506"/>
                <a:gd name="connsiteY140" fmla="*/ 2659613 h 5614838"/>
                <a:gd name="connsiteX141" fmla="*/ 29585 w 561506"/>
                <a:gd name="connsiteY141" fmla="*/ 2659613 h 5614838"/>
                <a:gd name="connsiteX142" fmla="*/ 29585 w 561506"/>
                <a:gd name="connsiteY142" fmla="*/ 2689198 h 5614838"/>
                <a:gd name="connsiteX143" fmla="*/ 0 w 561506"/>
                <a:gd name="connsiteY143" fmla="*/ 2689198 h 5614838"/>
                <a:gd name="connsiteX144" fmla="*/ 531921 w 561506"/>
                <a:gd name="connsiteY144" fmla="*/ 2393661 h 5614838"/>
                <a:gd name="connsiteX145" fmla="*/ 561506 w 561506"/>
                <a:gd name="connsiteY145" fmla="*/ 2393661 h 5614838"/>
                <a:gd name="connsiteX146" fmla="*/ 561506 w 561506"/>
                <a:gd name="connsiteY146" fmla="*/ 2423260 h 5614838"/>
                <a:gd name="connsiteX147" fmla="*/ 531921 w 561506"/>
                <a:gd name="connsiteY147" fmla="*/ 2423260 h 5614838"/>
                <a:gd name="connsiteX148" fmla="*/ 265961 w 561506"/>
                <a:gd name="connsiteY148" fmla="*/ 2393658 h 5614838"/>
                <a:gd name="connsiteX149" fmla="*/ 295547 w 561506"/>
                <a:gd name="connsiteY149" fmla="*/ 2393658 h 5614838"/>
                <a:gd name="connsiteX150" fmla="*/ 295547 w 561506"/>
                <a:gd name="connsiteY150" fmla="*/ 2423257 h 5614838"/>
                <a:gd name="connsiteX151" fmla="*/ 265961 w 561506"/>
                <a:gd name="connsiteY151" fmla="*/ 2423257 h 5614838"/>
                <a:gd name="connsiteX152" fmla="*/ 0 w 561506"/>
                <a:gd name="connsiteY152" fmla="*/ 2393655 h 5614838"/>
                <a:gd name="connsiteX153" fmla="*/ 29585 w 561506"/>
                <a:gd name="connsiteY153" fmla="*/ 2393655 h 5614838"/>
                <a:gd name="connsiteX154" fmla="*/ 29585 w 561506"/>
                <a:gd name="connsiteY154" fmla="*/ 2423251 h 5614838"/>
                <a:gd name="connsiteX155" fmla="*/ 0 w 561506"/>
                <a:gd name="connsiteY155" fmla="*/ 2423251 h 5614838"/>
                <a:gd name="connsiteX156" fmla="*/ 531921 w 561506"/>
                <a:gd name="connsiteY156" fmla="*/ 2127694 h 5614838"/>
                <a:gd name="connsiteX157" fmla="*/ 561506 w 561506"/>
                <a:gd name="connsiteY157" fmla="*/ 2127694 h 5614838"/>
                <a:gd name="connsiteX158" fmla="*/ 561506 w 561506"/>
                <a:gd name="connsiteY158" fmla="*/ 2157283 h 5614838"/>
                <a:gd name="connsiteX159" fmla="*/ 531921 w 561506"/>
                <a:gd name="connsiteY159" fmla="*/ 2157283 h 5614838"/>
                <a:gd name="connsiteX160" fmla="*/ 265961 w 561506"/>
                <a:gd name="connsiteY160" fmla="*/ 2127693 h 5614838"/>
                <a:gd name="connsiteX161" fmla="*/ 295547 w 561506"/>
                <a:gd name="connsiteY161" fmla="*/ 2127693 h 5614838"/>
                <a:gd name="connsiteX162" fmla="*/ 295547 w 561506"/>
                <a:gd name="connsiteY162" fmla="*/ 2157282 h 5614838"/>
                <a:gd name="connsiteX163" fmla="*/ 265961 w 561506"/>
                <a:gd name="connsiteY163" fmla="*/ 2157282 h 5614838"/>
                <a:gd name="connsiteX164" fmla="*/ 0 w 561506"/>
                <a:gd name="connsiteY164" fmla="*/ 2127689 h 5614838"/>
                <a:gd name="connsiteX165" fmla="*/ 29585 w 561506"/>
                <a:gd name="connsiteY165" fmla="*/ 2127689 h 5614838"/>
                <a:gd name="connsiteX166" fmla="*/ 29585 w 561506"/>
                <a:gd name="connsiteY166" fmla="*/ 2157278 h 5614838"/>
                <a:gd name="connsiteX167" fmla="*/ 0 w 561506"/>
                <a:gd name="connsiteY167" fmla="*/ 2157278 h 5614838"/>
                <a:gd name="connsiteX168" fmla="*/ 531921 w 561506"/>
                <a:gd name="connsiteY168" fmla="*/ 1861731 h 5614838"/>
                <a:gd name="connsiteX169" fmla="*/ 561506 w 561506"/>
                <a:gd name="connsiteY169" fmla="*/ 1861731 h 5614838"/>
                <a:gd name="connsiteX170" fmla="*/ 561506 w 561506"/>
                <a:gd name="connsiteY170" fmla="*/ 1891308 h 5614838"/>
                <a:gd name="connsiteX171" fmla="*/ 531921 w 561506"/>
                <a:gd name="connsiteY171" fmla="*/ 1891308 h 5614838"/>
                <a:gd name="connsiteX172" fmla="*/ 265961 w 561506"/>
                <a:gd name="connsiteY172" fmla="*/ 1861728 h 5614838"/>
                <a:gd name="connsiteX173" fmla="*/ 295547 w 561506"/>
                <a:gd name="connsiteY173" fmla="*/ 1861728 h 5614838"/>
                <a:gd name="connsiteX174" fmla="*/ 295547 w 561506"/>
                <a:gd name="connsiteY174" fmla="*/ 1891306 h 5614838"/>
                <a:gd name="connsiteX175" fmla="*/ 265961 w 561506"/>
                <a:gd name="connsiteY175" fmla="*/ 1891306 h 5614838"/>
                <a:gd name="connsiteX176" fmla="*/ 0 w 561506"/>
                <a:gd name="connsiteY176" fmla="*/ 1861726 h 5614838"/>
                <a:gd name="connsiteX177" fmla="*/ 29585 w 561506"/>
                <a:gd name="connsiteY177" fmla="*/ 1861726 h 5614838"/>
                <a:gd name="connsiteX178" fmla="*/ 29585 w 561506"/>
                <a:gd name="connsiteY178" fmla="*/ 1891304 h 5614838"/>
                <a:gd name="connsiteX179" fmla="*/ 0 w 561506"/>
                <a:gd name="connsiteY179" fmla="*/ 1891304 h 5614838"/>
                <a:gd name="connsiteX180" fmla="*/ 531921 w 561506"/>
                <a:gd name="connsiteY180" fmla="*/ 1595769 h 5614838"/>
                <a:gd name="connsiteX181" fmla="*/ 561506 w 561506"/>
                <a:gd name="connsiteY181" fmla="*/ 1595769 h 5614838"/>
                <a:gd name="connsiteX182" fmla="*/ 561506 w 561506"/>
                <a:gd name="connsiteY182" fmla="*/ 1625355 h 5614838"/>
                <a:gd name="connsiteX183" fmla="*/ 531921 w 561506"/>
                <a:gd name="connsiteY183" fmla="*/ 1625355 h 5614838"/>
                <a:gd name="connsiteX184" fmla="*/ 265961 w 561506"/>
                <a:gd name="connsiteY184" fmla="*/ 1595766 h 5614838"/>
                <a:gd name="connsiteX185" fmla="*/ 295547 w 561506"/>
                <a:gd name="connsiteY185" fmla="*/ 1595766 h 5614838"/>
                <a:gd name="connsiteX186" fmla="*/ 295547 w 561506"/>
                <a:gd name="connsiteY186" fmla="*/ 1625352 h 5614838"/>
                <a:gd name="connsiteX187" fmla="*/ 265961 w 561506"/>
                <a:gd name="connsiteY187" fmla="*/ 1625352 h 5614838"/>
                <a:gd name="connsiteX188" fmla="*/ 0 w 561506"/>
                <a:gd name="connsiteY188" fmla="*/ 1595764 h 5614838"/>
                <a:gd name="connsiteX189" fmla="*/ 29585 w 561506"/>
                <a:gd name="connsiteY189" fmla="*/ 1595764 h 5614838"/>
                <a:gd name="connsiteX190" fmla="*/ 29585 w 561506"/>
                <a:gd name="connsiteY190" fmla="*/ 1625350 h 5614838"/>
                <a:gd name="connsiteX191" fmla="*/ 0 w 561506"/>
                <a:gd name="connsiteY191" fmla="*/ 1625350 h 5614838"/>
                <a:gd name="connsiteX192" fmla="*/ 531921 w 561506"/>
                <a:gd name="connsiteY192" fmla="*/ 1329811 h 5614838"/>
                <a:gd name="connsiteX193" fmla="*/ 561506 w 561506"/>
                <a:gd name="connsiteY193" fmla="*/ 1329811 h 5614838"/>
                <a:gd name="connsiteX194" fmla="*/ 561506 w 561506"/>
                <a:gd name="connsiteY194" fmla="*/ 1359396 h 5614838"/>
                <a:gd name="connsiteX195" fmla="*/ 531921 w 561506"/>
                <a:gd name="connsiteY195" fmla="*/ 1359396 h 5614838"/>
                <a:gd name="connsiteX196" fmla="*/ 265961 w 561506"/>
                <a:gd name="connsiteY196" fmla="*/ 1329809 h 5614838"/>
                <a:gd name="connsiteX197" fmla="*/ 295547 w 561506"/>
                <a:gd name="connsiteY197" fmla="*/ 1329809 h 5614838"/>
                <a:gd name="connsiteX198" fmla="*/ 295547 w 561506"/>
                <a:gd name="connsiteY198" fmla="*/ 1359393 h 5614838"/>
                <a:gd name="connsiteX199" fmla="*/ 265961 w 561506"/>
                <a:gd name="connsiteY199" fmla="*/ 1359393 h 5614838"/>
                <a:gd name="connsiteX200" fmla="*/ 0 w 561506"/>
                <a:gd name="connsiteY200" fmla="*/ 1329806 h 5614838"/>
                <a:gd name="connsiteX201" fmla="*/ 29585 w 561506"/>
                <a:gd name="connsiteY201" fmla="*/ 1329806 h 5614838"/>
                <a:gd name="connsiteX202" fmla="*/ 29585 w 561506"/>
                <a:gd name="connsiteY202" fmla="*/ 1359391 h 5614838"/>
                <a:gd name="connsiteX203" fmla="*/ 0 w 561506"/>
                <a:gd name="connsiteY203" fmla="*/ 1359391 h 5614838"/>
                <a:gd name="connsiteX204" fmla="*/ 531921 w 561506"/>
                <a:gd name="connsiteY204" fmla="*/ 1063855 h 5614838"/>
                <a:gd name="connsiteX205" fmla="*/ 561506 w 561506"/>
                <a:gd name="connsiteY205" fmla="*/ 1063855 h 5614838"/>
                <a:gd name="connsiteX206" fmla="*/ 561506 w 561506"/>
                <a:gd name="connsiteY206" fmla="*/ 1093441 h 5614838"/>
                <a:gd name="connsiteX207" fmla="*/ 531921 w 561506"/>
                <a:gd name="connsiteY207" fmla="*/ 1093441 h 5614838"/>
                <a:gd name="connsiteX208" fmla="*/ 265961 w 561506"/>
                <a:gd name="connsiteY208" fmla="*/ 1063852 h 5614838"/>
                <a:gd name="connsiteX209" fmla="*/ 295547 w 561506"/>
                <a:gd name="connsiteY209" fmla="*/ 1063852 h 5614838"/>
                <a:gd name="connsiteX210" fmla="*/ 295547 w 561506"/>
                <a:gd name="connsiteY210" fmla="*/ 1093438 h 5614838"/>
                <a:gd name="connsiteX211" fmla="*/ 265961 w 561506"/>
                <a:gd name="connsiteY211" fmla="*/ 1093438 h 5614838"/>
                <a:gd name="connsiteX212" fmla="*/ 0 w 561506"/>
                <a:gd name="connsiteY212" fmla="*/ 1063849 h 5614838"/>
                <a:gd name="connsiteX213" fmla="*/ 29585 w 561506"/>
                <a:gd name="connsiteY213" fmla="*/ 1063849 h 5614838"/>
                <a:gd name="connsiteX214" fmla="*/ 29585 w 561506"/>
                <a:gd name="connsiteY214" fmla="*/ 1093435 h 5614838"/>
                <a:gd name="connsiteX215" fmla="*/ 0 w 561506"/>
                <a:gd name="connsiteY215" fmla="*/ 1093435 h 5614838"/>
                <a:gd name="connsiteX216" fmla="*/ 531921 w 561506"/>
                <a:gd name="connsiteY216" fmla="*/ 797884 h 5614838"/>
                <a:gd name="connsiteX217" fmla="*/ 561506 w 561506"/>
                <a:gd name="connsiteY217" fmla="*/ 797884 h 5614838"/>
                <a:gd name="connsiteX218" fmla="*/ 561506 w 561506"/>
                <a:gd name="connsiteY218" fmla="*/ 827470 h 5614838"/>
                <a:gd name="connsiteX219" fmla="*/ 531921 w 561506"/>
                <a:gd name="connsiteY219" fmla="*/ 827470 h 5614838"/>
                <a:gd name="connsiteX220" fmla="*/ 265961 w 561506"/>
                <a:gd name="connsiteY220" fmla="*/ 797882 h 5614838"/>
                <a:gd name="connsiteX221" fmla="*/ 295547 w 561506"/>
                <a:gd name="connsiteY221" fmla="*/ 797882 h 5614838"/>
                <a:gd name="connsiteX222" fmla="*/ 295547 w 561506"/>
                <a:gd name="connsiteY222" fmla="*/ 827468 h 5614838"/>
                <a:gd name="connsiteX223" fmla="*/ 265961 w 561506"/>
                <a:gd name="connsiteY223" fmla="*/ 827468 h 5614838"/>
                <a:gd name="connsiteX224" fmla="*/ 0 w 561506"/>
                <a:gd name="connsiteY224" fmla="*/ 797879 h 5614838"/>
                <a:gd name="connsiteX225" fmla="*/ 29585 w 561506"/>
                <a:gd name="connsiteY225" fmla="*/ 797879 h 5614838"/>
                <a:gd name="connsiteX226" fmla="*/ 29585 w 561506"/>
                <a:gd name="connsiteY226" fmla="*/ 827465 h 5614838"/>
                <a:gd name="connsiteX227" fmla="*/ 0 w 561506"/>
                <a:gd name="connsiteY227" fmla="*/ 827465 h 5614838"/>
                <a:gd name="connsiteX228" fmla="*/ 531921 w 561506"/>
                <a:gd name="connsiteY228" fmla="*/ 531924 h 5614838"/>
                <a:gd name="connsiteX229" fmla="*/ 561506 w 561506"/>
                <a:gd name="connsiteY229" fmla="*/ 531924 h 5614838"/>
                <a:gd name="connsiteX230" fmla="*/ 561506 w 561506"/>
                <a:gd name="connsiteY230" fmla="*/ 561509 h 5614838"/>
                <a:gd name="connsiteX231" fmla="*/ 531921 w 561506"/>
                <a:gd name="connsiteY231" fmla="*/ 561509 h 5614838"/>
                <a:gd name="connsiteX232" fmla="*/ 265961 w 561506"/>
                <a:gd name="connsiteY232" fmla="*/ 531922 h 5614838"/>
                <a:gd name="connsiteX233" fmla="*/ 295547 w 561506"/>
                <a:gd name="connsiteY233" fmla="*/ 531922 h 5614838"/>
                <a:gd name="connsiteX234" fmla="*/ 295547 w 561506"/>
                <a:gd name="connsiteY234" fmla="*/ 561507 h 5614838"/>
                <a:gd name="connsiteX235" fmla="*/ 265961 w 561506"/>
                <a:gd name="connsiteY235" fmla="*/ 561507 h 5614838"/>
                <a:gd name="connsiteX236" fmla="*/ 0 w 561506"/>
                <a:gd name="connsiteY236" fmla="*/ 531920 h 5614838"/>
                <a:gd name="connsiteX237" fmla="*/ 29585 w 561506"/>
                <a:gd name="connsiteY237" fmla="*/ 531920 h 5614838"/>
                <a:gd name="connsiteX238" fmla="*/ 29585 w 561506"/>
                <a:gd name="connsiteY238" fmla="*/ 561505 h 5614838"/>
                <a:gd name="connsiteX239" fmla="*/ 0 w 561506"/>
                <a:gd name="connsiteY239" fmla="*/ 561505 h 5614838"/>
                <a:gd name="connsiteX240" fmla="*/ 531921 w 561506"/>
                <a:gd name="connsiteY240" fmla="*/ 265964 h 5614838"/>
                <a:gd name="connsiteX241" fmla="*/ 561506 w 561506"/>
                <a:gd name="connsiteY241" fmla="*/ 265964 h 5614838"/>
                <a:gd name="connsiteX242" fmla="*/ 561506 w 561506"/>
                <a:gd name="connsiteY242" fmla="*/ 295550 h 5614838"/>
                <a:gd name="connsiteX243" fmla="*/ 531921 w 561506"/>
                <a:gd name="connsiteY243" fmla="*/ 295550 h 5614838"/>
                <a:gd name="connsiteX244" fmla="*/ 265961 w 561506"/>
                <a:gd name="connsiteY244" fmla="*/ 265962 h 5614838"/>
                <a:gd name="connsiteX245" fmla="*/ 295547 w 561506"/>
                <a:gd name="connsiteY245" fmla="*/ 265962 h 5614838"/>
                <a:gd name="connsiteX246" fmla="*/ 295547 w 561506"/>
                <a:gd name="connsiteY246" fmla="*/ 295548 h 5614838"/>
                <a:gd name="connsiteX247" fmla="*/ 265961 w 561506"/>
                <a:gd name="connsiteY247" fmla="*/ 295548 h 5614838"/>
                <a:gd name="connsiteX248" fmla="*/ 0 w 561506"/>
                <a:gd name="connsiteY248" fmla="*/ 265960 h 5614838"/>
                <a:gd name="connsiteX249" fmla="*/ 29585 w 561506"/>
                <a:gd name="connsiteY249" fmla="*/ 265960 h 5614838"/>
                <a:gd name="connsiteX250" fmla="*/ 29585 w 561506"/>
                <a:gd name="connsiteY250" fmla="*/ 295546 h 5614838"/>
                <a:gd name="connsiteX251" fmla="*/ 0 w 561506"/>
                <a:gd name="connsiteY251" fmla="*/ 295546 h 5614838"/>
                <a:gd name="connsiteX252" fmla="*/ 531921 w 561506"/>
                <a:gd name="connsiteY252" fmla="*/ 5 h 5614838"/>
                <a:gd name="connsiteX253" fmla="*/ 561506 w 561506"/>
                <a:gd name="connsiteY253" fmla="*/ 5 h 5614838"/>
                <a:gd name="connsiteX254" fmla="*/ 561506 w 561506"/>
                <a:gd name="connsiteY254" fmla="*/ 29591 h 5614838"/>
                <a:gd name="connsiteX255" fmla="*/ 531921 w 561506"/>
                <a:gd name="connsiteY255" fmla="*/ 29591 h 5614838"/>
                <a:gd name="connsiteX256" fmla="*/ 265961 w 561506"/>
                <a:gd name="connsiteY256" fmla="*/ 3 h 5614838"/>
                <a:gd name="connsiteX257" fmla="*/ 295547 w 561506"/>
                <a:gd name="connsiteY257" fmla="*/ 3 h 5614838"/>
                <a:gd name="connsiteX258" fmla="*/ 295547 w 561506"/>
                <a:gd name="connsiteY258" fmla="*/ 29589 h 5614838"/>
                <a:gd name="connsiteX259" fmla="*/ 265961 w 561506"/>
                <a:gd name="connsiteY259" fmla="*/ 29589 h 5614838"/>
                <a:gd name="connsiteX260" fmla="*/ 0 w 561506"/>
                <a:gd name="connsiteY260" fmla="*/ 0 h 5614838"/>
                <a:gd name="connsiteX261" fmla="*/ 29585 w 561506"/>
                <a:gd name="connsiteY261" fmla="*/ 0 h 5614838"/>
                <a:gd name="connsiteX262" fmla="*/ 29585 w 561506"/>
                <a:gd name="connsiteY262" fmla="*/ 29586 h 5614838"/>
                <a:gd name="connsiteX263" fmla="*/ 0 w 561506"/>
                <a:gd name="connsiteY263" fmla="*/ 29586 h 561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561506" h="5614838">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sp>
          <p:nvSpPr>
            <p:cNvPr id="23" name="Freeform: Shape 22">
              <a:extLst>
                <a:ext uri="{FF2B5EF4-FFF2-40B4-BE49-F238E27FC236}">
                  <a16:creationId xmlns:a16="http://schemas.microsoft.com/office/drawing/2014/main" id="{93EE63E7-BDEB-4C8D-842F-D4FFF2324725}"/>
                </a:ext>
              </a:extLst>
            </p:cNvPr>
            <p:cNvSpPr/>
            <p:nvPr/>
          </p:nvSpPr>
          <p:spPr>
            <a:xfrm>
              <a:off x="194054" y="6093735"/>
              <a:ext cx="561506" cy="561509"/>
            </a:xfrm>
            <a:custGeom>
              <a:avLst/>
              <a:gdLst>
                <a:gd name="connsiteX0" fmla="*/ 531921 w 561506"/>
                <a:gd name="connsiteY0" fmla="*/ 531924 h 561509"/>
                <a:gd name="connsiteX1" fmla="*/ 561506 w 561506"/>
                <a:gd name="connsiteY1" fmla="*/ 531924 h 561509"/>
                <a:gd name="connsiteX2" fmla="*/ 561506 w 561506"/>
                <a:gd name="connsiteY2" fmla="*/ 561509 h 561509"/>
                <a:gd name="connsiteX3" fmla="*/ 531921 w 561506"/>
                <a:gd name="connsiteY3" fmla="*/ 561509 h 561509"/>
                <a:gd name="connsiteX4" fmla="*/ 265961 w 561506"/>
                <a:gd name="connsiteY4" fmla="*/ 531922 h 561509"/>
                <a:gd name="connsiteX5" fmla="*/ 295547 w 561506"/>
                <a:gd name="connsiteY5" fmla="*/ 531922 h 561509"/>
                <a:gd name="connsiteX6" fmla="*/ 295547 w 561506"/>
                <a:gd name="connsiteY6" fmla="*/ 561507 h 561509"/>
                <a:gd name="connsiteX7" fmla="*/ 265961 w 561506"/>
                <a:gd name="connsiteY7" fmla="*/ 561507 h 561509"/>
                <a:gd name="connsiteX8" fmla="*/ 0 w 561506"/>
                <a:gd name="connsiteY8" fmla="*/ 531920 h 561509"/>
                <a:gd name="connsiteX9" fmla="*/ 29585 w 561506"/>
                <a:gd name="connsiteY9" fmla="*/ 531920 h 561509"/>
                <a:gd name="connsiteX10" fmla="*/ 29585 w 561506"/>
                <a:gd name="connsiteY10" fmla="*/ 561505 h 561509"/>
                <a:gd name="connsiteX11" fmla="*/ 0 w 561506"/>
                <a:gd name="connsiteY11" fmla="*/ 561505 h 561509"/>
                <a:gd name="connsiteX12" fmla="*/ 531921 w 561506"/>
                <a:gd name="connsiteY12" fmla="*/ 265964 h 561509"/>
                <a:gd name="connsiteX13" fmla="*/ 561506 w 561506"/>
                <a:gd name="connsiteY13" fmla="*/ 265964 h 561509"/>
                <a:gd name="connsiteX14" fmla="*/ 561506 w 561506"/>
                <a:gd name="connsiteY14" fmla="*/ 295550 h 561509"/>
                <a:gd name="connsiteX15" fmla="*/ 531921 w 561506"/>
                <a:gd name="connsiteY15" fmla="*/ 295550 h 561509"/>
                <a:gd name="connsiteX16" fmla="*/ 265961 w 561506"/>
                <a:gd name="connsiteY16" fmla="*/ 265962 h 561509"/>
                <a:gd name="connsiteX17" fmla="*/ 295547 w 561506"/>
                <a:gd name="connsiteY17" fmla="*/ 265962 h 561509"/>
                <a:gd name="connsiteX18" fmla="*/ 295547 w 561506"/>
                <a:gd name="connsiteY18" fmla="*/ 295548 h 561509"/>
                <a:gd name="connsiteX19" fmla="*/ 265961 w 561506"/>
                <a:gd name="connsiteY19" fmla="*/ 295548 h 561509"/>
                <a:gd name="connsiteX20" fmla="*/ 0 w 561506"/>
                <a:gd name="connsiteY20" fmla="*/ 265960 h 561509"/>
                <a:gd name="connsiteX21" fmla="*/ 29585 w 561506"/>
                <a:gd name="connsiteY21" fmla="*/ 265960 h 561509"/>
                <a:gd name="connsiteX22" fmla="*/ 29585 w 561506"/>
                <a:gd name="connsiteY22" fmla="*/ 295546 h 561509"/>
                <a:gd name="connsiteX23" fmla="*/ 0 w 561506"/>
                <a:gd name="connsiteY23" fmla="*/ 295546 h 561509"/>
                <a:gd name="connsiteX24" fmla="*/ 531921 w 561506"/>
                <a:gd name="connsiteY24" fmla="*/ 5 h 561509"/>
                <a:gd name="connsiteX25" fmla="*/ 561506 w 561506"/>
                <a:gd name="connsiteY25" fmla="*/ 5 h 561509"/>
                <a:gd name="connsiteX26" fmla="*/ 561506 w 561506"/>
                <a:gd name="connsiteY26" fmla="*/ 29591 h 561509"/>
                <a:gd name="connsiteX27" fmla="*/ 531921 w 561506"/>
                <a:gd name="connsiteY27" fmla="*/ 29591 h 561509"/>
                <a:gd name="connsiteX28" fmla="*/ 265961 w 561506"/>
                <a:gd name="connsiteY28" fmla="*/ 3 h 561509"/>
                <a:gd name="connsiteX29" fmla="*/ 295547 w 561506"/>
                <a:gd name="connsiteY29" fmla="*/ 3 h 561509"/>
                <a:gd name="connsiteX30" fmla="*/ 295547 w 561506"/>
                <a:gd name="connsiteY30" fmla="*/ 29589 h 561509"/>
                <a:gd name="connsiteX31" fmla="*/ 265961 w 561506"/>
                <a:gd name="connsiteY31" fmla="*/ 29589 h 561509"/>
                <a:gd name="connsiteX32" fmla="*/ 0 w 561506"/>
                <a:gd name="connsiteY32" fmla="*/ 0 h 561509"/>
                <a:gd name="connsiteX33" fmla="*/ 29585 w 561506"/>
                <a:gd name="connsiteY33" fmla="*/ 0 h 561509"/>
                <a:gd name="connsiteX34" fmla="*/ 29585 w 561506"/>
                <a:gd name="connsiteY34" fmla="*/ 29586 h 561509"/>
                <a:gd name="connsiteX35" fmla="*/ 0 w 561506"/>
                <a:gd name="connsiteY35" fmla="*/ 29586 h 56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61506" h="561509">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rgbClr val="DEDEDE"/>
            </a:solidFill>
            <a:ln w="10294" cap="flat">
              <a:noFill/>
              <a:prstDash val="solid"/>
              <a:miter/>
            </a:ln>
          </p:spPr>
          <p:txBody>
            <a:bodyPr wrap="square" rtlCol="0" anchor="ctr">
              <a:noAutofit/>
            </a:bodyPr>
            <a:lstStyle/>
            <a:p>
              <a:endParaRPr lang="en-US"/>
            </a:p>
          </p:txBody>
        </p:sp>
      </p:grpSp>
      <p:pic>
        <p:nvPicPr>
          <p:cNvPr id="5" name="Graphic 4">
            <a:extLst>
              <a:ext uri="{FF2B5EF4-FFF2-40B4-BE49-F238E27FC236}">
                <a16:creationId xmlns:a16="http://schemas.microsoft.com/office/drawing/2014/main" id="{03255A7A-4B73-03D8-47D2-23F9414659DA}"/>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0027238" y="349030"/>
            <a:ext cx="1780586" cy="327314"/>
          </a:xfrm>
          <a:prstGeom prst="rect">
            <a:avLst/>
          </a:prstGeom>
        </p:spPr>
      </p:pic>
    </p:spTree>
    <p:extLst>
      <p:ext uri="{BB962C8B-B14F-4D97-AF65-F5344CB8AC3E}">
        <p14:creationId xmlns:p14="http://schemas.microsoft.com/office/powerpoint/2010/main" val="1256606189"/>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8">
          <p15:clr>
            <a:srgbClr val="F26B43"/>
          </p15:clr>
        </p15:guide>
        <p15:guide id="3" pos="7439">
          <p15:clr>
            <a:srgbClr val="F26B43"/>
          </p15:clr>
        </p15:guide>
        <p15:guide id="6" pos="732">
          <p15:clr>
            <a:srgbClr val="F26B43"/>
          </p15:clr>
        </p15:guide>
        <p15:guide id="7" orient="horz" pos="660">
          <p15:clr>
            <a:srgbClr val="F26B43"/>
          </p15:clr>
        </p15:guide>
        <p15:guide id="8" orient="horz" pos="83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60463" y="351949"/>
            <a:ext cx="8655051" cy="695801"/>
          </a:xfrm>
          <a:prstGeom prst="rect">
            <a:avLst/>
          </a:prstGeom>
        </p:spPr>
        <p:txBody>
          <a:bodyPr vert="horz" lIns="0" tIns="0" rIns="0" bIns="0" rtlCol="0" anchor="t" anchorCtr="0">
            <a:noAutofit/>
          </a:bodyPr>
          <a:lstStyle/>
          <a:p>
            <a:endParaRPr lang="en-US"/>
          </a:p>
        </p:txBody>
      </p:sp>
      <p:sp>
        <p:nvSpPr>
          <p:cNvPr id="4" name="TextBox 3">
            <a:extLst>
              <a:ext uri="{FF2B5EF4-FFF2-40B4-BE49-F238E27FC236}">
                <a16:creationId xmlns:a16="http://schemas.microsoft.com/office/drawing/2014/main" id="{43A5BB14-D036-4AC1-9435-9025BF12CBD4}"/>
              </a:ext>
            </a:extLst>
          </p:cNvPr>
          <p:cNvSpPr txBox="1"/>
          <p:nvPr/>
        </p:nvSpPr>
        <p:spPr>
          <a:xfrm>
            <a:off x="11454739" y="6472591"/>
            <a:ext cx="353085" cy="122429"/>
          </a:xfrm>
          <a:prstGeom prst="rect">
            <a:avLst/>
          </a:prstGeom>
          <a:noFill/>
        </p:spPr>
        <p:txBody>
          <a:bodyPr wrap="square" lIns="0" tIns="0" rIns="0" bIns="0" rtlCol="0">
            <a:noAutofit/>
          </a:bodyPr>
          <a:lstStyle/>
          <a:p>
            <a:pPr marL="0" algn="r" defTabSz="457200" rtl="0" eaLnBrk="1" latinLnBrk="0" hangingPunct="1"/>
            <a:fld id="{CDB435D5-777C-4922-976B-8C95AF7AC8DD}" type="slidenum">
              <a:rPr lang="en-US" sz="700" b="1" i="0" kern="1200" smtClean="0">
                <a:solidFill>
                  <a:schemeClr val="tx1"/>
                </a:solidFill>
                <a:latin typeface="Arial"/>
                <a:ea typeface="+mn-ea"/>
                <a:cs typeface="Arial"/>
              </a:rPr>
              <a:pPr marL="0" algn="r" defTabSz="457200" rtl="0" eaLnBrk="1" latinLnBrk="0" hangingPunct="1"/>
              <a:t>‹#›</a:t>
            </a:fld>
            <a:endParaRPr lang="en-US" sz="700" b="1" i="0" kern="1200" err="1">
              <a:solidFill>
                <a:schemeClr val="tx1"/>
              </a:solidFill>
              <a:latin typeface="Arial"/>
              <a:ea typeface="+mn-ea"/>
              <a:cs typeface="Arial"/>
            </a:endParaRPr>
          </a:p>
        </p:txBody>
      </p:sp>
      <p:sp>
        <p:nvSpPr>
          <p:cNvPr id="19" name="TextBox 18">
            <a:extLst>
              <a:ext uri="{FF2B5EF4-FFF2-40B4-BE49-F238E27FC236}">
                <a16:creationId xmlns:a16="http://schemas.microsoft.com/office/drawing/2014/main" id="{EE99B1F1-C330-4EEE-A7BE-FB650A807612}"/>
              </a:ext>
            </a:extLst>
          </p:cNvPr>
          <p:cNvSpPr txBox="1">
            <a:spLocks/>
          </p:cNvSpPr>
          <p:nvPr/>
        </p:nvSpPr>
        <p:spPr>
          <a:xfrm rot="16200000">
            <a:off x="-680738" y="4644269"/>
            <a:ext cx="2098011" cy="736533"/>
          </a:xfrm>
          <a:custGeom>
            <a:avLst/>
            <a:gdLst>
              <a:gd name="connsiteX0" fmla="*/ 1991636 w 1991636"/>
              <a:gd name="connsiteY0" fmla="*/ 1 h 736533"/>
              <a:gd name="connsiteX1" fmla="*/ 1990399 w 1991636"/>
              <a:gd name="connsiteY1" fmla="*/ 4813 h 736533"/>
              <a:gd name="connsiteX2" fmla="*/ 995818 w 1991636"/>
              <a:gd name="connsiteY2" fmla="*/ 736533 h 736533"/>
              <a:gd name="connsiteX3" fmla="*/ 1237 w 1991636"/>
              <a:gd name="connsiteY3" fmla="*/ 4813 h 736533"/>
              <a:gd name="connsiteX4" fmla="*/ 0 w 1991636"/>
              <a:gd name="connsiteY4" fmla="*/ 0 h 736533"/>
              <a:gd name="connsiteX5" fmla="*/ 574414 w 1991636"/>
              <a:gd name="connsiteY5" fmla="*/ 0 h 736533"/>
              <a:gd name="connsiteX6" fmla="*/ 627097 w 1991636"/>
              <a:gd name="connsiteY6" fmla="*/ 63853 h 736533"/>
              <a:gd name="connsiteX7" fmla="*/ 995818 w 1991636"/>
              <a:gd name="connsiteY7" fmla="*/ 216582 h 736533"/>
              <a:gd name="connsiteX8" fmla="*/ 1364539 w 1991636"/>
              <a:gd name="connsiteY8" fmla="*/ 63853 h 736533"/>
              <a:gd name="connsiteX9" fmla="*/ 1417221 w 1991636"/>
              <a:gd name="connsiteY9" fmla="*/ 1 h 73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1636" h="736533">
                <a:moveTo>
                  <a:pt x="1991636" y="1"/>
                </a:moveTo>
                <a:lnTo>
                  <a:pt x="1990399" y="4813"/>
                </a:lnTo>
                <a:cubicBezTo>
                  <a:pt x="1858546" y="428735"/>
                  <a:pt x="1463127" y="736533"/>
                  <a:pt x="995818" y="736533"/>
                </a:cubicBezTo>
                <a:cubicBezTo>
                  <a:pt x="528509" y="736533"/>
                  <a:pt x="133091" y="428735"/>
                  <a:pt x="1237" y="4813"/>
                </a:cubicBezTo>
                <a:lnTo>
                  <a:pt x="0" y="0"/>
                </a:lnTo>
                <a:lnTo>
                  <a:pt x="574414" y="0"/>
                </a:lnTo>
                <a:lnTo>
                  <a:pt x="627097" y="63853"/>
                </a:lnTo>
                <a:cubicBezTo>
                  <a:pt x="721461" y="158217"/>
                  <a:pt x="851824" y="216582"/>
                  <a:pt x="995818" y="216582"/>
                </a:cubicBezTo>
                <a:cubicBezTo>
                  <a:pt x="1139812" y="216582"/>
                  <a:pt x="1270175" y="158217"/>
                  <a:pt x="1364539" y="63853"/>
                </a:cubicBezTo>
                <a:lnTo>
                  <a:pt x="1417221" y="1"/>
                </a:ln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20" name="Freeform: Shape 41">
            <a:extLst>
              <a:ext uri="{FF2B5EF4-FFF2-40B4-BE49-F238E27FC236}">
                <a16:creationId xmlns:a16="http://schemas.microsoft.com/office/drawing/2014/main" id="{5544BE8D-53B5-4396-8A9B-B6D96CE93DDC}"/>
              </a:ext>
            </a:extLst>
          </p:cNvPr>
          <p:cNvSpPr txBox="1">
            <a:spLocks/>
          </p:cNvSpPr>
          <p:nvPr/>
        </p:nvSpPr>
        <p:spPr>
          <a:xfrm>
            <a:off x="472426" y="3154973"/>
            <a:ext cx="531436" cy="531432"/>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2">
              <a:alpha val="50000"/>
            </a:schemeClr>
          </a:solidFill>
        </p:spPr>
        <p:txBody>
          <a:bodyPr wrap="square">
            <a:noAutofit/>
          </a:bodyPr>
          <a:lstStyle>
            <a:lvl1pPr marL="0" indent="0" algn="l" defTabSz="457200" rtl="0" eaLnBrk="1" latinLnBrk="0" hangingPunct="1">
              <a:spcBef>
                <a:spcPts val="1000"/>
              </a:spcBef>
              <a:buFont typeface="Arial"/>
              <a:buNone/>
              <a:defRPr sz="14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4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14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14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21" name="Rectangle 20">
            <a:extLst>
              <a:ext uri="{FF2B5EF4-FFF2-40B4-BE49-F238E27FC236}">
                <a16:creationId xmlns:a16="http://schemas.microsoft.com/office/drawing/2014/main" id="{C1F17575-E0E2-48E6-B520-BE7CEE8BF3B4}"/>
              </a:ext>
            </a:extLst>
          </p:cNvPr>
          <p:cNvSpPr/>
          <p:nvPr/>
        </p:nvSpPr>
        <p:spPr>
          <a:xfrm>
            <a:off x="-1" y="6812281"/>
            <a:ext cx="1218882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2AF9553E-FEA2-462D-AEBD-1F14F6E9431C}"/>
              </a:ext>
            </a:extLst>
          </p:cNvPr>
          <p:cNvGrpSpPr/>
          <p:nvPr/>
        </p:nvGrpSpPr>
        <p:grpSpPr>
          <a:xfrm>
            <a:off x="190809" y="213306"/>
            <a:ext cx="564751" cy="6412339"/>
            <a:chOff x="190809" y="242905"/>
            <a:chExt cx="564751" cy="6412339"/>
          </a:xfrm>
        </p:grpSpPr>
        <p:sp>
          <p:nvSpPr>
            <p:cNvPr id="25" name="Freeform: Shape 24">
              <a:extLst>
                <a:ext uri="{FF2B5EF4-FFF2-40B4-BE49-F238E27FC236}">
                  <a16:creationId xmlns:a16="http://schemas.microsoft.com/office/drawing/2014/main" id="{3C7681B2-65E3-4802-BE8B-0D725D85E3F9}"/>
                </a:ext>
              </a:extLst>
            </p:cNvPr>
            <p:cNvSpPr/>
            <p:nvPr/>
          </p:nvSpPr>
          <p:spPr>
            <a:xfrm>
              <a:off x="190809" y="242905"/>
              <a:ext cx="561506" cy="5614838"/>
            </a:xfrm>
            <a:custGeom>
              <a:avLst/>
              <a:gdLst>
                <a:gd name="connsiteX0" fmla="*/ 531921 w 561506"/>
                <a:gd name="connsiteY0" fmla="*/ 5585253 h 5614838"/>
                <a:gd name="connsiteX1" fmla="*/ 561506 w 561506"/>
                <a:gd name="connsiteY1" fmla="*/ 5585253 h 5614838"/>
                <a:gd name="connsiteX2" fmla="*/ 561506 w 561506"/>
                <a:gd name="connsiteY2" fmla="*/ 5614838 h 5614838"/>
                <a:gd name="connsiteX3" fmla="*/ 531921 w 561506"/>
                <a:gd name="connsiteY3" fmla="*/ 5614838 h 5614838"/>
                <a:gd name="connsiteX4" fmla="*/ 265961 w 561506"/>
                <a:gd name="connsiteY4" fmla="*/ 5585253 h 5614838"/>
                <a:gd name="connsiteX5" fmla="*/ 295547 w 561506"/>
                <a:gd name="connsiteY5" fmla="*/ 5585253 h 5614838"/>
                <a:gd name="connsiteX6" fmla="*/ 295547 w 561506"/>
                <a:gd name="connsiteY6" fmla="*/ 5614838 h 5614838"/>
                <a:gd name="connsiteX7" fmla="*/ 265961 w 561506"/>
                <a:gd name="connsiteY7" fmla="*/ 5614838 h 5614838"/>
                <a:gd name="connsiteX8" fmla="*/ 0 w 561506"/>
                <a:gd name="connsiteY8" fmla="*/ 5585253 h 5614838"/>
                <a:gd name="connsiteX9" fmla="*/ 29585 w 561506"/>
                <a:gd name="connsiteY9" fmla="*/ 5585253 h 5614838"/>
                <a:gd name="connsiteX10" fmla="*/ 29585 w 561506"/>
                <a:gd name="connsiteY10" fmla="*/ 5614838 h 5614838"/>
                <a:gd name="connsiteX11" fmla="*/ 0 w 561506"/>
                <a:gd name="connsiteY11" fmla="*/ 5614838 h 5614838"/>
                <a:gd name="connsiteX12" fmla="*/ 531921 w 561506"/>
                <a:gd name="connsiteY12" fmla="*/ 5319293 h 5614838"/>
                <a:gd name="connsiteX13" fmla="*/ 561506 w 561506"/>
                <a:gd name="connsiteY13" fmla="*/ 5319293 h 5614838"/>
                <a:gd name="connsiteX14" fmla="*/ 561506 w 561506"/>
                <a:gd name="connsiteY14" fmla="*/ 5348879 h 5614838"/>
                <a:gd name="connsiteX15" fmla="*/ 531921 w 561506"/>
                <a:gd name="connsiteY15" fmla="*/ 5348879 h 5614838"/>
                <a:gd name="connsiteX16" fmla="*/ 265961 w 561506"/>
                <a:gd name="connsiteY16" fmla="*/ 5319293 h 5614838"/>
                <a:gd name="connsiteX17" fmla="*/ 295547 w 561506"/>
                <a:gd name="connsiteY17" fmla="*/ 5319293 h 5614838"/>
                <a:gd name="connsiteX18" fmla="*/ 295547 w 561506"/>
                <a:gd name="connsiteY18" fmla="*/ 5348879 h 5614838"/>
                <a:gd name="connsiteX19" fmla="*/ 265961 w 561506"/>
                <a:gd name="connsiteY19" fmla="*/ 5348879 h 5614838"/>
                <a:gd name="connsiteX20" fmla="*/ 0 w 561506"/>
                <a:gd name="connsiteY20" fmla="*/ 5319293 h 5614838"/>
                <a:gd name="connsiteX21" fmla="*/ 29585 w 561506"/>
                <a:gd name="connsiteY21" fmla="*/ 5319293 h 5614838"/>
                <a:gd name="connsiteX22" fmla="*/ 29585 w 561506"/>
                <a:gd name="connsiteY22" fmla="*/ 5348879 h 5614838"/>
                <a:gd name="connsiteX23" fmla="*/ 0 w 561506"/>
                <a:gd name="connsiteY23" fmla="*/ 5348879 h 5614838"/>
                <a:gd name="connsiteX24" fmla="*/ 531921 w 561506"/>
                <a:gd name="connsiteY24" fmla="*/ 5053332 h 5614838"/>
                <a:gd name="connsiteX25" fmla="*/ 561506 w 561506"/>
                <a:gd name="connsiteY25" fmla="*/ 5053332 h 5614838"/>
                <a:gd name="connsiteX26" fmla="*/ 561506 w 561506"/>
                <a:gd name="connsiteY26" fmla="*/ 5082917 h 5614838"/>
                <a:gd name="connsiteX27" fmla="*/ 531921 w 561506"/>
                <a:gd name="connsiteY27" fmla="*/ 5082917 h 5614838"/>
                <a:gd name="connsiteX28" fmla="*/ 265961 w 561506"/>
                <a:gd name="connsiteY28" fmla="*/ 5053332 h 5614838"/>
                <a:gd name="connsiteX29" fmla="*/ 295547 w 561506"/>
                <a:gd name="connsiteY29" fmla="*/ 5053332 h 5614838"/>
                <a:gd name="connsiteX30" fmla="*/ 295547 w 561506"/>
                <a:gd name="connsiteY30" fmla="*/ 5082917 h 5614838"/>
                <a:gd name="connsiteX31" fmla="*/ 265961 w 561506"/>
                <a:gd name="connsiteY31" fmla="*/ 5082917 h 5614838"/>
                <a:gd name="connsiteX32" fmla="*/ 0 w 561506"/>
                <a:gd name="connsiteY32" fmla="*/ 5053332 h 5614838"/>
                <a:gd name="connsiteX33" fmla="*/ 29585 w 561506"/>
                <a:gd name="connsiteY33" fmla="*/ 5053332 h 5614838"/>
                <a:gd name="connsiteX34" fmla="*/ 29585 w 561506"/>
                <a:gd name="connsiteY34" fmla="*/ 5082917 h 5614838"/>
                <a:gd name="connsiteX35" fmla="*/ 0 w 561506"/>
                <a:gd name="connsiteY35" fmla="*/ 5082917 h 5614838"/>
                <a:gd name="connsiteX36" fmla="*/ 531921 w 561506"/>
                <a:gd name="connsiteY36" fmla="*/ 4787372 h 5614838"/>
                <a:gd name="connsiteX37" fmla="*/ 561506 w 561506"/>
                <a:gd name="connsiteY37" fmla="*/ 4787372 h 5614838"/>
                <a:gd name="connsiteX38" fmla="*/ 561506 w 561506"/>
                <a:gd name="connsiteY38" fmla="*/ 4816958 h 5614838"/>
                <a:gd name="connsiteX39" fmla="*/ 531921 w 561506"/>
                <a:gd name="connsiteY39" fmla="*/ 4816958 h 5614838"/>
                <a:gd name="connsiteX40" fmla="*/ 265961 w 561506"/>
                <a:gd name="connsiteY40" fmla="*/ 4787372 h 5614838"/>
                <a:gd name="connsiteX41" fmla="*/ 295547 w 561506"/>
                <a:gd name="connsiteY41" fmla="*/ 4787372 h 5614838"/>
                <a:gd name="connsiteX42" fmla="*/ 295547 w 561506"/>
                <a:gd name="connsiteY42" fmla="*/ 4816958 h 5614838"/>
                <a:gd name="connsiteX43" fmla="*/ 265961 w 561506"/>
                <a:gd name="connsiteY43" fmla="*/ 4816958 h 5614838"/>
                <a:gd name="connsiteX44" fmla="*/ 0 w 561506"/>
                <a:gd name="connsiteY44" fmla="*/ 4787372 h 5614838"/>
                <a:gd name="connsiteX45" fmla="*/ 29585 w 561506"/>
                <a:gd name="connsiteY45" fmla="*/ 4787372 h 5614838"/>
                <a:gd name="connsiteX46" fmla="*/ 29585 w 561506"/>
                <a:gd name="connsiteY46" fmla="*/ 4816958 h 5614838"/>
                <a:gd name="connsiteX47" fmla="*/ 0 w 561506"/>
                <a:gd name="connsiteY47" fmla="*/ 4816958 h 5614838"/>
                <a:gd name="connsiteX48" fmla="*/ 531921 w 561506"/>
                <a:gd name="connsiteY48" fmla="*/ 4521412 h 5614838"/>
                <a:gd name="connsiteX49" fmla="*/ 561506 w 561506"/>
                <a:gd name="connsiteY49" fmla="*/ 4521412 h 5614838"/>
                <a:gd name="connsiteX50" fmla="*/ 561506 w 561506"/>
                <a:gd name="connsiteY50" fmla="*/ 4550997 h 5614838"/>
                <a:gd name="connsiteX51" fmla="*/ 531921 w 561506"/>
                <a:gd name="connsiteY51" fmla="*/ 4550997 h 5614838"/>
                <a:gd name="connsiteX52" fmla="*/ 265961 w 561506"/>
                <a:gd name="connsiteY52" fmla="*/ 4521412 h 5614838"/>
                <a:gd name="connsiteX53" fmla="*/ 295547 w 561506"/>
                <a:gd name="connsiteY53" fmla="*/ 4521412 h 5614838"/>
                <a:gd name="connsiteX54" fmla="*/ 295547 w 561506"/>
                <a:gd name="connsiteY54" fmla="*/ 4550997 h 5614838"/>
                <a:gd name="connsiteX55" fmla="*/ 265961 w 561506"/>
                <a:gd name="connsiteY55" fmla="*/ 4550997 h 5614838"/>
                <a:gd name="connsiteX56" fmla="*/ 0 w 561506"/>
                <a:gd name="connsiteY56" fmla="*/ 4521412 h 5614838"/>
                <a:gd name="connsiteX57" fmla="*/ 29585 w 561506"/>
                <a:gd name="connsiteY57" fmla="*/ 4521412 h 5614838"/>
                <a:gd name="connsiteX58" fmla="*/ 29585 w 561506"/>
                <a:gd name="connsiteY58" fmla="*/ 4550997 h 5614838"/>
                <a:gd name="connsiteX59" fmla="*/ 0 w 561506"/>
                <a:gd name="connsiteY59" fmla="*/ 4550997 h 5614838"/>
                <a:gd name="connsiteX60" fmla="*/ 531921 w 561506"/>
                <a:gd name="connsiteY60" fmla="*/ 4255451 h 5614838"/>
                <a:gd name="connsiteX61" fmla="*/ 561506 w 561506"/>
                <a:gd name="connsiteY61" fmla="*/ 4255451 h 5614838"/>
                <a:gd name="connsiteX62" fmla="*/ 561506 w 561506"/>
                <a:gd name="connsiteY62" fmla="*/ 4285036 h 5614838"/>
                <a:gd name="connsiteX63" fmla="*/ 531921 w 561506"/>
                <a:gd name="connsiteY63" fmla="*/ 4285036 h 5614838"/>
                <a:gd name="connsiteX64" fmla="*/ 265961 w 561506"/>
                <a:gd name="connsiteY64" fmla="*/ 4255451 h 5614838"/>
                <a:gd name="connsiteX65" fmla="*/ 295547 w 561506"/>
                <a:gd name="connsiteY65" fmla="*/ 4255451 h 5614838"/>
                <a:gd name="connsiteX66" fmla="*/ 295547 w 561506"/>
                <a:gd name="connsiteY66" fmla="*/ 4285036 h 5614838"/>
                <a:gd name="connsiteX67" fmla="*/ 265961 w 561506"/>
                <a:gd name="connsiteY67" fmla="*/ 4285036 h 5614838"/>
                <a:gd name="connsiteX68" fmla="*/ 0 w 561506"/>
                <a:gd name="connsiteY68" fmla="*/ 4255451 h 5614838"/>
                <a:gd name="connsiteX69" fmla="*/ 29585 w 561506"/>
                <a:gd name="connsiteY69" fmla="*/ 4255451 h 5614838"/>
                <a:gd name="connsiteX70" fmla="*/ 29585 w 561506"/>
                <a:gd name="connsiteY70" fmla="*/ 4285036 h 5614838"/>
                <a:gd name="connsiteX71" fmla="*/ 0 w 561506"/>
                <a:gd name="connsiteY71" fmla="*/ 4285036 h 5614838"/>
                <a:gd name="connsiteX72" fmla="*/ 531921 w 561506"/>
                <a:gd name="connsiteY72" fmla="*/ 3989491 h 5614838"/>
                <a:gd name="connsiteX73" fmla="*/ 561506 w 561506"/>
                <a:gd name="connsiteY73" fmla="*/ 3989491 h 5614838"/>
                <a:gd name="connsiteX74" fmla="*/ 561506 w 561506"/>
                <a:gd name="connsiteY74" fmla="*/ 4019077 h 5614838"/>
                <a:gd name="connsiteX75" fmla="*/ 531921 w 561506"/>
                <a:gd name="connsiteY75" fmla="*/ 4019077 h 5614838"/>
                <a:gd name="connsiteX76" fmla="*/ 265961 w 561506"/>
                <a:gd name="connsiteY76" fmla="*/ 3989491 h 5614838"/>
                <a:gd name="connsiteX77" fmla="*/ 295547 w 561506"/>
                <a:gd name="connsiteY77" fmla="*/ 3989491 h 5614838"/>
                <a:gd name="connsiteX78" fmla="*/ 295547 w 561506"/>
                <a:gd name="connsiteY78" fmla="*/ 4019077 h 5614838"/>
                <a:gd name="connsiteX79" fmla="*/ 265961 w 561506"/>
                <a:gd name="connsiteY79" fmla="*/ 4019077 h 5614838"/>
                <a:gd name="connsiteX80" fmla="*/ 0 w 561506"/>
                <a:gd name="connsiteY80" fmla="*/ 3989491 h 5614838"/>
                <a:gd name="connsiteX81" fmla="*/ 29585 w 561506"/>
                <a:gd name="connsiteY81" fmla="*/ 3989491 h 5614838"/>
                <a:gd name="connsiteX82" fmla="*/ 29585 w 561506"/>
                <a:gd name="connsiteY82" fmla="*/ 4019077 h 5614838"/>
                <a:gd name="connsiteX83" fmla="*/ 0 w 561506"/>
                <a:gd name="connsiteY83" fmla="*/ 4019077 h 5614838"/>
                <a:gd name="connsiteX84" fmla="*/ 531921 w 561506"/>
                <a:gd name="connsiteY84" fmla="*/ 3723530 h 5614838"/>
                <a:gd name="connsiteX85" fmla="*/ 561506 w 561506"/>
                <a:gd name="connsiteY85" fmla="*/ 3723530 h 5614838"/>
                <a:gd name="connsiteX86" fmla="*/ 561506 w 561506"/>
                <a:gd name="connsiteY86" fmla="*/ 3753115 h 5614838"/>
                <a:gd name="connsiteX87" fmla="*/ 531921 w 561506"/>
                <a:gd name="connsiteY87" fmla="*/ 3753115 h 5614838"/>
                <a:gd name="connsiteX88" fmla="*/ 265961 w 561506"/>
                <a:gd name="connsiteY88" fmla="*/ 3723530 h 5614838"/>
                <a:gd name="connsiteX89" fmla="*/ 295547 w 561506"/>
                <a:gd name="connsiteY89" fmla="*/ 3723530 h 5614838"/>
                <a:gd name="connsiteX90" fmla="*/ 295547 w 561506"/>
                <a:gd name="connsiteY90" fmla="*/ 3753115 h 5614838"/>
                <a:gd name="connsiteX91" fmla="*/ 265961 w 561506"/>
                <a:gd name="connsiteY91" fmla="*/ 3753115 h 5614838"/>
                <a:gd name="connsiteX92" fmla="*/ 0 w 561506"/>
                <a:gd name="connsiteY92" fmla="*/ 3723530 h 5614838"/>
                <a:gd name="connsiteX93" fmla="*/ 29585 w 561506"/>
                <a:gd name="connsiteY93" fmla="*/ 3723530 h 5614838"/>
                <a:gd name="connsiteX94" fmla="*/ 29585 w 561506"/>
                <a:gd name="connsiteY94" fmla="*/ 3753115 h 5614838"/>
                <a:gd name="connsiteX95" fmla="*/ 0 w 561506"/>
                <a:gd name="connsiteY95" fmla="*/ 3753115 h 5614838"/>
                <a:gd name="connsiteX96" fmla="*/ 531921 w 561506"/>
                <a:gd name="connsiteY96" fmla="*/ 3457570 h 5614838"/>
                <a:gd name="connsiteX97" fmla="*/ 561506 w 561506"/>
                <a:gd name="connsiteY97" fmla="*/ 3457570 h 5614838"/>
                <a:gd name="connsiteX98" fmla="*/ 561506 w 561506"/>
                <a:gd name="connsiteY98" fmla="*/ 3487156 h 5614838"/>
                <a:gd name="connsiteX99" fmla="*/ 531921 w 561506"/>
                <a:gd name="connsiteY99" fmla="*/ 3487156 h 5614838"/>
                <a:gd name="connsiteX100" fmla="*/ 265961 w 561506"/>
                <a:gd name="connsiteY100" fmla="*/ 3457570 h 5614838"/>
                <a:gd name="connsiteX101" fmla="*/ 295547 w 561506"/>
                <a:gd name="connsiteY101" fmla="*/ 3457570 h 5614838"/>
                <a:gd name="connsiteX102" fmla="*/ 295547 w 561506"/>
                <a:gd name="connsiteY102" fmla="*/ 3487156 h 5614838"/>
                <a:gd name="connsiteX103" fmla="*/ 265961 w 561506"/>
                <a:gd name="connsiteY103" fmla="*/ 3487156 h 5614838"/>
                <a:gd name="connsiteX104" fmla="*/ 0 w 561506"/>
                <a:gd name="connsiteY104" fmla="*/ 3457570 h 5614838"/>
                <a:gd name="connsiteX105" fmla="*/ 29585 w 561506"/>
                <a:gd name="connsiteY105" fmla="*/ 3457570 h 5614838"/>
                <a:gd name="connsiteX106" fmla="*/ 29585 w 561506"/>
                <a:gd name="connsiteY106" fmla="*/ 3487156 h 5614838"/>
                <a:gd name="connsiteX107" fmla="*/ 0 w 561506"/>
                <a:gd name="connsiteY107" fmla="*/ 3487156 h 5614838"/>
                <a:gd name="connsiteX108" fmla="*/ 531921 w 561506"/>
                <a:gd name="connsiteY108" fmla="*/ 3191618 h 5614838"/>
                <a:gd name="connsiteX109" fmla="*/ 561506 w 561506"/>
                <a:gd name="connsiteY109" fmla="*/ 3191618 h 5614838"/>
                <a:gd name="connsiteX110" fmla="*/ 561506 w 561506"/>
                <a:gd name="connsiteY110" fmla="*/ 3221195 h 5614838"/>
                <a:gd name="connsiteX111" fmla="*/ 531921 w 561506"/>
                <a:gd name="connsiteY111" fmla="*/ 3221195 h 5614838"/>
                <a:gd name="connsiteX112" fmla="*/ 265961 w 561506"/>
                <a:gd name="connsiteY112" fmla="*/ 3191618 h 5614838"/>
                <a:gd name="connsiteX113" fmla="*/ 295547 w 561506"/>
                <a:gd name="connsiteY113" fmla="*/ 3191618 h 5614838"/>
                <a:gd name="connsiteX114" fmla="*/ 295547 w 561506"/>
                <a:gd name="connsiteY114" fmla="*/ 3221195 h 5614838"/>
                <a:gd name="connsiteX115" fmla="*/ 265961 w 561506"/>
                <a:gd name="connsiteY115" fmla="*/ 3221195 h 5614838"/>
                <a:gd name="connsiteX116" fmla="*/ 0 w 561506"/>
                <a:gd name="connsiteY116" fmla="*/ 3191617 h 5614838"/>
                <a:gd name="connsiteX117" fmla="*/ 29585 w 561506"/>
                <a:gd name="connsiteY117" fmla="*/ 3191617 h 5614838"/>
                <a:gd name="connsiteX118" fmla="*/ 29585 w 561506"/>
                <a:gd name="connsiteY118" fmla="*/ 3221195 h 5614838"/>
                <a:gd name="connsiteX119" fmla="*/ 0 w 561506"/>
                <a:gd name="connsiteY119" fmla="*/ 3221195 h 5614838"/>
                <a:gd name="connsiteX120" fmla="*/ 531921 w 561506"/>
                <a:gd name="connsiteY120" fmla="*/ 2925660 h 5614838"/>
                <a:gd name="connsiteX121" fmla="*/ 561506 w 561506"/>
                <a:gd name="connsiteY121" fmla="*/ 2925660 h 5614838"/>
                <a:gd name="connsiteX122" fmla="*/ 561506 w 561506"/>
                <a:gd name="connsiteY122" fmla="*/ 2955246 h 5614838"/>
                <a:gd name="connsiteX123" fmla="*/ 531921 w 561506"/>
                <a:gd name="connsiteY123" fmla="*/ 2955246 h 5614838"/>
                <a:gd name="connsiteX124" fmla="*/ 265961 w 561506"/>
                <a:gd name="connsiteY124" fmla="*/ 2925659 h 5614838"/>
                <a:gd name="connsiteX125" fmla="*/ 295547 w 561506"/>
                <a:gd name="connsiteY125" fmla="*/ 2925659 h 5614838"/>
                <a:gd name="connsiteX126" fmla="*/ 295547 w 561506"/>
                <a:gd name="connsiteY126" fmla="*/ 2955245 h 5614838"/>
                <a:gd name="connsiteX127" fmla="*/ 265961 w 561506"/>
                <a:gd name="connsiteY127" fmla="*/ 2955245 h 5614838"/>
                <a:gd name="connsiteX128" fmla="*/ 0 w 561506"/>
                <a:gd name="connsiteY128" fmla="*/ 2925658 h 5614838"/>
                <a:gd name="connsiteX129" fmla="*/ 29585 w 561506"/>
                <a:gd name="connsiteY129" fmla="*/ 2925658 h 5614838"/>
                <a:gd name="connsiteX130" fmla="*/ 29585 w 561506"/>
                <a:gd name="connsiteY130" fmla="*/ 2955244 h 5614838"/>
                <a:gd name="connsiteX131" fmla="*/ 0 w 561506"/>
                <a:gd name="connsiteY131" fmla="*/ 2955244 h 5614838"/>
                <a:gd name="connsiteX132" fmla="*/ 531921 w 561506"/>
                <a:gd name="connsiteY132" fmla="*/ 2659620 h 5614838"/>
                <a:gd name="connsiteX133" fmla="*/ 561506 w 561506"/>
                <a:gd name="connsiteY133" fmla="*/ 2659620 h 5614838"/>
                <a:gd name="connsiteX134" fmla="*/ 561506 w 561506"/>
                <a:gd name="connsiteY134" fmla="*/ 2689204 h 5614838"/>
                <a:gd name="connsiteX135" fmla="*/ 531921 w 561506"/>
                <a:gd name="connsiteY135" fmla="*/ 2689204 h 5614838"/>
                <a:gd name="connsiteX136" fmla="*/ 265961 w 561506"/>
                <a:gd name="connsiteY136" fmla="*/ 2659616 h 5614838"/>
                <a:gd name="connsiteX137" fmla="*/ 295547 w 561506"/>
                <a:gd name="connsiteY137" fmla="*/ 2659616 h 5614838"/>
                <a:gd name="connsiteX138" fmla="*/ 295547 w 561506"/>
                <a:gd name="connsiteY138" fmla="*/ 2689201 h 5614838"/>
                <a:gd name="connsiteX139" fmla="*/ 265961 w 561506"/>
                <a:gd name="connsiteY139" fmla="*/ 2689201 h 5614838"/>
                <a:gd name="connsiteX140" fmla="*/ 0 w 561506"/>
                <a:gd name="connsiteY140" fmla="*/ 2659613 h 5614838"/>
                <a:gd name="connsiteX141" fmla="*/ 29585 w 561506"/>
                <a:gd name="connsiteY141" fmla="*/ 2659613 h 5614838"/>
                <a:gd name="connsiteX142" fmla="*/ 29585 w 561506"/>
                <a:gd name="connsiteY142" fmla="*/ 2689198 h 5614838"/>
                <a:gd name="connsiteX143" fmla="*/ 0 w 561506"/>
                <a:gd name="connsiteY143" fmla="*/ 2689198 h 5614838"/>
                <a:gd name="connsiteX144" fmla="*/ 531921 w 561506"/>
                <a:gd name="connsiteY144" fmla="*/ 2393661 h 5614838"/>
                <a:gd name="connsiteX145" fmla="*/ 561506 w 561506"/>
                <a:gd name="connsiteY145" fmla="*/ 2393661 h 5614838"/>
                <a:gd name="connsiteX146" fmla="*/ 561506 w 561506"/>
                <a:gd name="connsiteY146" fmla="*/ 2423260 h 5614838"/>
                <a:gd name="connsiteX147" fmla="*/ 531921 w 561506"/>
                <a:gd name="connsiteY147" fmla="*/ 2423260 h 5614838"/>
                <a:gd name="connsiteX148" fmla="*/ 265961 w 561506"/>
                <a:gd name="connsiteY148" fmla="*/ 2393658 h 5614838"/>
                <a:gd name="connsiteX149" fmla="*/ 295547 w 561506"/>
                <a:gd name="connsiteY149" fmla="*/ 2393658 h 5614838"/>
                <a:gd name="connsiteX150" fmla="*/ 295547 w 561506"/>
                <a:gd name="connsiteY150" fmla="*/ 2423257 h 5614838"/>
                <a:gd name="connsiteX151" fmla="*/ 265961 w 561506"/>
                <a:gd name="connsiteY151" fmla="*/ 2423257 h 5614838"/>
                <a:gd name="connsiteX152" fmla="*/ 0 w 561506"/>
                <a:gd name="connsiteY152" fmla="*/ 2393655 h 5614838"/>
                <a:gd name="connsiteX153" fmla="*/ 29585 w 561506"/>
                <a:gd name="connsiteY153" fmla="*/ 2393655 h 5614838"/>
                <a:gd name="connsiteX154" fmla="*/ 29585 w 561506"/>
                <a:gd name="connsiteY154" fmla="*/ 2423251 h 5614838"/>
                <a:gd name="connsiteX155" fmla="*/ 0 w 561506"/>
                <a:gd name="connsiteY155" fmla="*/ 2423251 h 5614838"/>
                <a:gd name="connsiteX156" fmla="*/ 531921 w 561506"/>
                <a:gd name="connsiteY156" fmla="*/ 2127694 h 5614838"/>
                <a:gd name="connsiteX157" fmla="*/ 561506 w 561506"/>
                <a:gd name="connsiteY157" fmla="*/ 2127694 h 5614838"/>
                <a:gd name="connsiteX158" fmla="*/ 561506 w 561506"/>
                <a:gd name="connsiteY158" fmla="*/ 2157283 h 5614838"/>
                <a:gd name="connsiteX159" fmla="*/ 531921 w 561506"/>
                <a:gd name="connsiteY159" fmla="*/ 2157283 h 5614838"/>
                <a:gd name="connsiteX160" fmla="*/ 265961 w 561506"/>
                <a:gd name="connsiteY160" fmla="*/ 2127693 h 5614838"/>
                <a:gd name="connsiteX161" fmla="*/ 295547 w 561506"/>
                <a:gd name="connsiteY161" fmla="*/ 2127693 h 5614838"/>
                <a:gd name="connsiteX162" fmla="*/ 295547 w 561506"/>
                <a:gd name="connsiteY162" fmla="*/ 2157282 h 5614838"/>
                <a:gd name="connsiteX163" fmla="*/ 265961 w 561506"/>
                <a:gd name="connsiteY163" fmla="*/ 2157282 h 5614838"/>
                <a:gd name="connsiteX164" fmla="*/ 0 w 561506"/>
                <a:gd name="connsiteY164" fmla="*/ 2127689 h 5614838"/>
                <a:gd name="connsiteX165" fmla="*/ 29585 w 561506"/>
                <a:gd name="connsiteY165" fmla="*/ 2127689 h 5614838"/>
                <a:gd name="connsiteX166" fmla="*/ 29585 w 561506"/>
                <a:gd name="connsiteY166" fmla="*/ 2157278 h 5614838"/>
                <a:gd name="connsiteX167" fmla="*/ 0 w 561506"/>
                <a:gd name="connsiteY167" fmla="*/ 2157278 h 5614838"/>
                <a:gd name="connsiteX168" fmla="*/ 531921 w 561506"/>
                <a:gd name="connsiteY168" fmla="*/ 1861731 h 5614838"/>
                <a:gd name="connsiteX169" fmla="*/ 561506 w 561506"/>
                <a:gd name="connsiteY169" fmla="*/ 1861731 h 5614838"/>
                <a:gd name="connsiteX170" fmla="*/ 561506 w 561506"/>
                <a:gd name="connsiteY170" fmla="*/ 1891308 h 5614838"/>
                <a:gd name="connsiteX171" fmla="*/ 531921 w 561506"/>
                <a:gd name="connsiteY171" fmla="*/ 1891308 h 5614838"/>
                <a:gd name="connsiteX172" fmla="*/ 265961 w 561506"/>
                <a:gd name="connsiteY172" fmla="*/ 1861728 h 5614838"/>
                <a:gd name="connsiteX173" fmla="*/ 295547 w 561506"/>
                <a:gd name="connsiteY173" fmla="*/ 1861728 h 5614838"/>
                <a:gd name="connsiteX174" fmla="*/ 295547 w 561506"/>
                <a:gd name="connsiteY174" fmla="*/ 1891306 h 5614838"/>
                <a:gd name="connsiteX175" fmla="*/ 265961 w 561506"/>
                <a:gd name="connsiteY175" fmla="*/ 1891306 h 5614838"/>
                <a:gd name="connsiteX176" fmla="*/ 0 w 561506"/>
                <a:gd name="connsiteY176" fmla="*/ 1861726 h 5614838"/>
                <a:gd name="connsiteX177" fmla="*/ 29585 w 561506"/>
                <a:gd name="connsiteY177" fmla="*/ 1861726 h 5614838"/>
                <a:gd name="connsiteX178" fmla="*/ 29585 w 561506"/>
                <a:gd name="connsiteY178" fmla="*/ 1891304 h 5614838"/>
                <a:gd name="connsiteX179" fmla="*/ 0 w 561506"/>
                <a:gd name="connsiteY179" fmla="*/ 1891304 h 5614838"/>
                <a:gd name="connsiteX180" fmla="*/ 531921 w 561506"/>
                <a:gd name="connsiteY180" fmla="*/ 1595769 h 5614838"/>
                <a:gd name="connsiteX181" fmla="*/ 561506 w 561506"/>
                <a:gd name="connsiteY181" fmla="*/ 1595769 h 5614838"/>
                <a:gd name="connsiteX182" fmla="*/ 561506 w 561506"/>
                <a:gd name="connsiteY182" fmla="*/ 1625355 h 5614838"/>
                <a:gd name="connsiteX183" fmla="*/ 531921 w 561506"/>
                <a:gd name="connsiteY183" fmla="*/ 1625355 h 5614838"/>
                <a:gd name="connsiteX184" fmla="*/ 265961 w 561506"/>
                <a:gd name="connsiteY184" fmla="*/ 1595766 h 5614838"/>
                <a:gd name="connsiteX185" fmla="*/ 295547 w 561506"/>
                <a:gd name="connsiteY185" fmla="*/ 1595766 h 5614838"/>
                <a:gd name="connsiteX186" fmla="*/ 295547 w 561506"/>
                <a:gd name="connsiteY186" fmla="*/ 1625352 h 5614838"/>
                <a:gd name="connsiteX187" fmla="*/ 265961 w 561506"/>
                <a:gd name="connsiteY187" fmla="*/ 1625352 h 5614838"/>
                <a:gd name="connsiteX188" fmla="*/ 0 w 561506"/>
                <a:gd name="connsiteY188" fmla="*/ 1595764 h 5614838"/>
                <a:gd name="connsiteX189" fmla="*/ 29585 w 561506"/>
                <a:gd name="connsiteY189" fmla="*/ 1595764 h 5614838"/>
                <a:gd name="connsiteX190" fmla="*/ 29585 w 561506"/>
                <a:gd name="connsiteY190" fmla="*/ 1625350 h 5614838"/>
                <a:gd name="connsiteX191" fmla="*/ 0 w 561506"/>
                <a:gd name="connsiteY191" fmla="*/ 1625350 h 5614838"/>
                <a:gd name="connsiteX192" fmla="*/ 531921 w 561506"/>
                <a:gd name="connsiteY192" fmla="*/ 1329811 h 5614838"/>
                <a:gd name="connsiteX193" fmla="*/ 561506 w 561506"/>
                <a:gd name="connsiteY193" fmla="*/ 1329811 h 5614838"/>
                <a:gd name="connsiteX194" fmla="*/ 561506 w 561506"/>
                <a:gd name="connsiteY194" fmla="*/ 1359396 h 5614838"/>
                <a:gd name="connsiteX195" fmla="*/ 531921 w 561506"/>
                <a:gd name="connsiteY195" fmla="*/ 1359396 h 5614838"/>
                <a:gd name="connsiteX196" fmla="*/ 265961 w 561506"/>
                <a:gd name="connsiteY196" fmla="*/ 1329809 h 5614838"/>
                <a:gd name="connsiteX197" fmla="*/ 295547 w 561506"/>
                <a:gd name="connsiteY197" fmla="*/ 1329809 h 5614838"/>
                <a:gd name="connsiteX198" fmla="*/ 295547 w 561506"/>
                <a:gd name="connsiteY198" fmla="*/ 1359393 h 5614838"/>
                <a:gd name="connsiteX199" fmla="*/ 265961 w 561506"/>
                <a:gd name="connsiteY199" fmla="*/ 1359393 h 5614838"/>
                <a:gd name="connsiteX200" fmla="*/ 0 w 561506"/>
                <a:gd name="connsiteY200" fmla="*/ 1329806 h 5614838"/>
                <a:gd name="connsiteX201" fmla="*/ 29585 w 561506"/>
                <a:gd name="connsiteY201" fmla="*/ 1329806 h 5614838"/>
                <a:gd name="connsiteX202" fmla="*/ 29585 w 561506"/>
                <a:gd name="connsiteY202" fmla="*/ 1359391 h 5614838"/>
                <a:gd name="connsiteX203" fmla="*/ 0 w 561506"/>
                <a:gd name="connsiteY203" fmla="*/ 1359391 h 5614838"/>
                <a:gd name="connsiteX204" fmla="*/ 531921 w 561506"/>
                <a:gd name="connsiteY204" fmla="*/ 1063855 h 5614838"/>
                <a:gd name="connsiteX205" fmla="*/ 561506 w 561506"/>
                <a:gd name="connsiteY205" fmla="*/ 1063855 h 5614838"/>
                <a:gd name="connsiteX206" fmla="*/ 561506 w 561506"/>
                <a:gd name="connsiteY206" fmla="*/ 1093441 h 5614838"/>
                <a:gd name="connsiteX207" fmla="*/ 531921 w 561506"/>
                <a:gd name="connsiteY207" fmla="*/ 1093441 h 5614838"/>
                <a:gd name="connsiteX208" fmla="*/ 265961 w 561506"/>
                <a:gd name="connsiteY208" fmla="*/ 1063852 h 5614838"/>
                <a:gd name="connsiteX209" fmla="*/ 295547 w 561506"/>
                <a:gd name="connsiteY209" fmla="*/ 1063852 h 5614838"/>
                <a:gd name="connsiteX210" fmla="*/ 295547 w 561506"/>
                <a:gd name="connsiteY210" fmla="*/ 1093438 h 5614838"/>
                <a:gd name="connsiteX211" fmla="*/ 265961 w 561506"/>
                <a:gd name="connsiteY211" fmla="*/ 1093438 h 5614838"/>
                <a:gd name="connsiteX212" fmla="*/ 0 w 561506"/>
                <a:gd name="connsiteY212" fmla="*/ 1063849 h 5614838"/>
                <a:gd name="connsiteX213" fmla="*/ 29585 w 561506"/>
                <a:gd name="connsiteY213" fmla="*/ 1063849 h 5614838"/>
                <a:gd name="connsiteX214" fmla="*/ 29585 w 561506"/>
                <a:gd name="connsiteY214" fmla="*/ 1093435 h 5614838"/>
                <a:gd name="connsiteX215" fmla="*/ 0 w 561506"/>
                <a:gd name="connsiteY215" fmla="*/ 1093435 h 5614838"/>
                <a:gd name="connsiteX216" fmla="*/ 531921 w 561506"/>
                <a:gd name="connsiteY216" fmla="*/ 797884 h 5614838"/>
                <a:gd name="connsiteX217" fmla="*/ 561506 w 561506"/>
                <a:gd name="connsiteY217" fmla="*/ 797884 h 5614838"/>
                <a:gd name="connsiteX218" fmla="*/ 561506 w 561506"/>
                <a:gd name="connsiteY218" fmla="*/ 827470 h 5614838"/>
                <a:gd name="connsiteX219" fmla="*/ 531921 w 561506"/>
                <a:gd name="connsiteY219" fmla="*/ 827470 h 5614838"/>
                <a:gd name="connsiteX220" fmla="*/ 265961 w 561506"/>
                <a:gd name="connsiteY220" fmla="*/ 797882 h 5614838"/>
                <a:gd name="connsiteX221" fmla="*/ 295547 w 561506"/>
                <a:gd name="connsiteY221" fmla="*/ 797882 h 5614838"/>
                <a:gd name="connsiteX222" fmla="*/ 295547 w 561506"/>
                <a:gd name="connsiteY222" fmla="*/ 827468 h 5614838"/>
                <a:gd name="connsiteX223" fmla="*/ 265961 w 561506"/>
                <a:gd name="connsiteY223" fmla="*/ 827468 h 5614838"/>
                <a:gd name="connsiteX224" fmla="*/ 0 w 561506"/>
                <a:gd name="connsiteY224" fmla="*/ 797879 h 5614838"/>
                <a:gd name="connsiteX225" fmla="*/ 29585 w 561506"/>
                <a:gd name="connsiteY225" fmla="*/ 797879 h 5614838"/>
                <a:gd name="connsiteX226" fmla="*/ 29585 w 561506"/>
                <a:gd name="connsiteY226" fmla="*/ 827465 h 5614838"/>
                <a:gd name="connsiteX227" fmla="*/ 0 w 561506"/>
                <a:gd name="connsiteY227" fmla="*/ 827465 h 5614838"/>
                <a:gd name="connsiteX228" fmla="*/ 531921 w 561506"/>
                <a:gd name="connsiteY228" fmla="*/ 531924 h 5614838"/>
                <a:gd name="connsiteX229" fmla="*/ 561506 w 561506"/>
                <a:gd name="connsiteY229" fmla="*/ 531924 h 5614838"/>
                <a:gd name="connsiteX230" fmla="*/ 561506 w 561506"/>
                <a:gd name="connsiteY230" fmla="*/ 561509 h 5614838"/>
                <a:gd name="connsiteX231" fmla="*/ 531921 w 561506"/>
                <a:gd name="connsiteY231" fmla="*/ 561509 h 5614838"/>
                <a:gd name="connsiteX232" fmla="*/ 265961 w 561506"/>
                <a:gd name="connsiteY232" fmla="*/ 531922 h 5614838"/>
                <a:gd name="connsiteX233" fmla="*/ 295547 w 561506"/>
                <a:gd name="connsiteY233" fmla="*/ 531922 h 5614838"/>
                <a:gd name="connsiteX234" fmla="*/ 295547 w 561506"/>
                <a:gd name="connsiteY234" fmla="*/ 561507 h 5614838"/>
                <a:gd name="connsiteX235" fmla="*/ 265961 w 561506"/>
                <a:gd name="connsiteY235" fmla="*/ 561507 h 5614838"/>
                <a:gd name="connsiteX236" fmla="*/ 0 w 561506"/>
                <a:gd name="connsiteY236" fmla="*/ 531920 h 5614838"/>
                <a:gd name="connsiteX237" fmla="*/ 29585 w 561506"/>
                <a:gd name="connsiteY237" fmla="*/ 531920 h 5614838"/>
                <a:gd name="connsiteX238" fmla="*/ 29585 w 561506"/>
                <a:gd name="connsiteY238" fmla="*/ 561505 h 5614838"/>
                <a:gd name="connsiteX239" fmla="*/ 0 w 561506"/>
                <a:gd name="connsiteY239" fmla="*/ 561505 h 5614838"/>
                <a:gd name="connsiteX240" fmla="*/ 531921 w 561506"/>
                <a:gd name="connsiteY240" fmla="*/ 265964 h 5614838"/>
                <a:gd name="connsiteX241" fmla="*/ 561506 w 561506"/>
                <a:gd name="connsiteY241" fmla="*/ 265964 h 5614838"/>
                <a:gd name="connsiteX242" fmla="*/ 561506 w 561506"/>
                <a:gd name="connsiteY242" fmla="*/ 295550 h 5614838"/>
                <a:gd name="connsiteX243" fmla="*/ 531921 w 561506"/>
                <a:gd name="connsiteY243" fmla="*/ 295550 h 5614838"/>
                <a:gd name="connsiteX244" fmla="*/ 265961 w 561506"/>
                <a:gd name="connsiteY244" fmla="*/ 265962 h 5614838"/>
                <a:gd name="connsiteX245" fmla="*/ 295547 w 561506"/>
                <a:gd name="connsiteY245" fmla="*/ 265962 h 5614838"/>
                <a:gd name="connsiteX246" fmla="*/ 295547 w 561506"/>
                <a:gd name="connsiteY246" fmla="*/ 295548 h 5614838"/>
                <a:gd name="connsiteX247" fmla="*/ 265961 w 561506"/>
                <a:gd name="connsiteY247" fmla="*/ 295548 h 5614838"/>
                <a:gd name="connsiteX248" fmla="*/ 0 w 561506"/>
                <a:gd name="connsiteY248" fmla="*/ 265960 h 5614838"/>
                <a:gd name="connsiteX249" fmla="*/ 29585 w 561506"/>
                <a:gd name="connsiteY249" fmla="*/ 265960 h 5614838"/>
                <a:gd name="connsiteX250" fmla="*/ 29585 w 561506"/>
                <a:gd name="connsiteY250" fmla="*/ 295546 h 5614838"/>
                <a:gd name="connsiteX251" fmla="*/ 0 w 561506"/>
                <a:gd name="connsiteY251" fmla="*/ 295546 h 5614838"/>
                <a:gd name="connsiteX252" fmla="*/ 531921 w 561506"/>
                <a:gd name="connsiteY252" fmla="*/ 5 h 5614838"/>
                <a:gd name="connsiteX253" fmla="*/ 561506 w 561506"/>
                <a:gd name="connsiteY253" fmla="*/ 5 h 5614838"/>
                <a:gd name="connsiteX254" fmla="*/ 561506 w 561506"/>
                <a:gd name="connsiteY254" fmla="*/ 29591 h 5614838"/>
                <a:gd name="connsiteX255" fmla="*/ 531921 w 561506"/>
                <a:gd name="connsiteY255" fmla="*/ 29591 h 5614838"/>
                <a:gd name="connsiteX256" fmla="*/ 265961 w 561506"/>
                <a:gd name="connsiteY256" fmla="*/ 3 h 5614838"/>
                <a:gd name="connsiteX257" fmla="*/ 295547 w 561506"/>
                <a:gd name="connsiteY257" fmla="*/ 3 h 5614838"/>
                <a:gd name="connsiteX258" fmla="*/ 295547 w 561506"/>
                <a:gd name="connsiteY258" fmla="*/ 29589 h 5614838"/>
                <a:gd name="connsiteX259" fmla="*/ 265961 w 561506"/>
                <a:gd name="connsiteY259" fmla="*/ 29589 h 5614838"/>
                <a:gd name="connsiteX260" fmla="*/ 0 w 561506"/>
                <a:gd name="connsiteY260" fmla="*/ 0 h 5614838"/>
                <a:gd name="connsiteX261" fmla="*/ 29585 w 561506"/>
                <a:gd name="connsiteY261" fmla="*/ 0 h 5614838"/>
                <a:gd name="connsiteX262" fmla="*/ 29585 w 561506"/>
                <a:gd name="connsiteY262" fmla="*/ 29586 h 5614838"/>
                <a:gd name="connsiteX263" fmla="*/ 0 w 561506"/>
                <a:gd name="connsiteY263" fmla="*/ 29586 h 561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Lst>
              <a:rect l="l" t="t" r="r" b="b"/>
              <a:pathLst>
                <a:path w="561506" h="5614838">
                  <a:moveTo>
                    <a:pt x="531921" y="5585253"/>
                  </a:moveTo>
                  <a:lnTo>
                    <a:pt x="561506" y="5585253"/>
                  </a:lnTo>
                  <a:lnTo>
                    <a:pt x="561506" y="5614838"/>
                  </a:lnTo>
                  <a:lnTo>
                    <a:pt x="531921" y="5614838"/>
                  </a:lnTo>
                  <a:close/>
                  <a:moveTo>
                    <a:pt x="265961" y="5585253"/>
                  </a:moveTo>
                  <a:lnTo>
                    <a:pt x="295547" y="5585253"/>
                  </a:lnTo>
                  <a:lnTo>
                    <a:pt x="295547" y="5614838"/>
                  </a:lnTo>
                  <a:lnTo>
                    <a:pt x="265961" y="5614838"/>
                  </a:lnTo>
                  <a:close/>
                  <a:moveTo>
                    <a:pt x="0" y="5585253"/>
                  </a:moveTo>
                  <a:lnTo>
                    <a:pt x="29585" y="5585253"/>
                  </a:lnTo>
                  <a:lnTo>
                    <a:pt x="29585" y="5614838"/>
                  </a:lnTo>
                  <a:lnTo>
                    <a:pt x="0" y="5614838"/>
                  </a:lnTo>
                  <a:close/>
                  <a:moveTo>
                    <a:pt x="531921" y="5319293"/>
                  </a:moveTo>
                  <a:lnTo>
                    <a:pt x="561506" y="5319293"/>
                  </a:lnTo>
                  <a:lnTo>
                    <a:pt x="561506" y="5348879"/>
                  </a:lnTo>
                  <a:lnTo>
                    <a:pt x="531921" y="5348879"/>
                  </a:lnTo>
                  <a:close/>
                  <a:moveTo>
                    <a:pt x="265961" y="5319293"/>
                  </a:moveTo>
                  <a:lnTo>
                    <a:pt x="295547" y="5319293"/>
                  </a:lnTo>
                  <a:lnTo>
                    <a:pt x="295547" y="5348879"/>
                  </a:lnTo>
                  <a:lnTo>
                    <a:pt x="265961" y="5348879"/>
                  </a:lnTo>
                  <a:close/>
                  <a:moveTo>
                    <a:pt x="0" y="5319293"/>
                  </a:moveTo>
                  <a:lnTo>
                    <a:pt x="29585" y="5319293"/>
                  </a:lnTo>
                  <a:lnTo>
                    <a:pt x="29585" y="5348879"/>
                  </a:lnTo>
                  <a:lnTo>
                    <a:pt x="0" y="5348879"/>
                  </a:lnTo>
                  <a:close/>
                  <a:moveTo>
                    <a:pt x="531921" y="5053332"/>
                  </a:moveTo>
                  <a:lnTo>
                    <a:pt x="561506" y="5053332"/>
                  </a:lnTo>
                  <a:lnTo>
                    <a:pt x="561506" y="5082917"/>
                  </a:lnTo>
                  <a:lnTo>
                    <a:pt x="531921" y="5082917"/>
                  </a:lnTo>
                  <a:close/>
                  <a:moveTo>
                    <a:pt x="265961" y="5053332"/>
                  </a:moveTo>
                  <a:lnTo>
                    <a:pt x="295547" y="5053332"/>
                  </a:lnTo>
                  <a:lnTo>
                    <a:pt x="295547" y="5082917"/>
                  </a:lnTo>
                  <a:lnTo>
                    <a:pt x="265961" y="5082917"/>
                  </a:lnTo>
                  <a:close/>
                  <a:moveTo>
                    <a:pt x="0" y="5053332"/>
                  </a:moveTo>
                  <a:lnTo>
                    <a:pt x="29585" y="5053332"/>
                  </a:lnTo>
                  <a:lnTo>
                    <a:pt x="29585" y="5082917"/>
                  </a:lnTo>
                  <a:lnTo>
                    <a:pt x="0" y="5082917"/>
                  </a:lnTo>
                  <a:close/>
                  <a:moveTo>
                    <a:pt x="531921" y="4787372"/>
                  </a:moveTo>
                  <a:lnTo>
                    <a:pt x="561506" y="4787372"/>
                  </a:lnTo>
                  <a:lnTo>
                    <a:pt x="561506" y="4816958"/>
                  </a:lnTo>
                  <a:lnTo>
                    <a:pt x="531921" y="4816958"/>
                  </a:lnTo>
                  <a:close/>
                  <a:moveTo>
                    <a:pt x="265961" y="4787372"/>
                  </a:moveTo>
                  <a:lnTo>
                    <a:pt x="295547" y="4787372"/>
                  </a:lnTo>
                  <a:lnTo>
                    <a:pt x="295547" y="4816958"/>
                  </a:lnTo>
                  <a:lnTo>
                    <a:pt x="265961" y="4816958"/>
                  </a:lnTo>
                  <a:close/>
                  <a:moveTo>
                    <a:pt x="0" y="4787372"/>
                  </a:moveTo>
                  <a:lnTo>
                    <a:pt x="29585" y="4787372"/>
                  </a:lnTo>
                  <a:lnTo>
                    <a:pt x="29585" y="4816958"/>
                  </a:lnTo>
                  <a:lnTo>
                    <a:pt x="0" y="4816958"/>
                  </a:lnTo>
                  <a:close/>
                  <a:moveTo>
                    <a:pt x="531921" y="4521412"/>
                  </a:moveTo>
                  <a:lnTo>
                    <a:pt x="561506" y="4521412"/>
                  </a:lnTo>
                  <a:lnTo>
                    <a:pt x="561506" y="4550997"/>
                  </a:lnTo>
                  <a:lnTo>
                    <a:pt x="531921" y="4550997"/>
                  </a:lnTo>
                  <a:close/>
                  <a:moveTo>
                    <a:pt x="265961" y="4521412"/>
                  </a:moveTo>
                  <a:lnTo>
                    <a:pt x="295547" y="4521412"/>
                  </a:lnTo>
                  <a:lnTo>
                    <a:pt x="295547" y="4550997"/>
                  </a:lnTo>
                  <a:lnTo>
                    <a:pt x="265961" y="4550997"/>
                  </a:lnTo>
                  <a:close/>
                  <a:moveTo>
                    <a:pt x="0" y="4521412"/>
                  </a:moveTo>
                  <a:lnTo>
                    <a:pt x="29585" y="4521412"/>
                  </a:lnTo>
                  <a:lnTo>
                    <a:pt x="29585" y="4550997"/>
                  </a:lnTo>
                  <a:lnTo>
                    <a:pt x="0" y="4550997"/>
                  </a:lnTo>
                  <a:close/>
                  <a:moveTo>
                    <a:pt x="531921" y="4255451"/>
                  </a:moveTo>
                  <a:lnTo>
                    <a:pt x="561506" y="4255451"/>
                  </a:lnTo>
                  <a:lnTo>
                    <a:pt x="561506" y="4285036"/>
                  </a:lnTo>
                  <a:lnTo>
                    <a:pt x="531921" y="4285036"/>
                  </a:lnTo>
                  <a:close/>
                  <a:moveTo>
                    <a:pt x="265961" y="4255451"/>
                  </a:moveTo>
                  <a:lnTo>
                    <a:pt x="295547" y="4255451"/>
                  </a:lnTo>
                  <a:lnTo>
                    <a:pt x="295547" y="4285036"/>
                  </a:lnTo>
                  <a:lnTo>
                    <a:pt x="265961" y="4285036"/>
                  </a:lnTo>
                  <a:close/>
                  <a:moveTo>
                    <a:pt x="0" y="4255451"/>
                  </a:moveTo>
                  <a:lnTo>
                    <a:pt x="29585" y="4255451"/>
                  </a:lnTo>
                  <a:lnTo>
                    <a:pt x="29585" y="4285036"/>
                  </a:lnTo>
                  <a:lnTo>
                    <a:pt x="0" y="4285036"/>
                  </a:lnTo>
                  <a:close/>
                  <a:moveTo>
                    <a:pt x="531921" y="3989491"/>
                  </a:moveTo>
                  <a:lnTo>
                    <a:pt x="561506" y="3989491"/>
                  </a:lnTo>
                  <a:lnTo>
                    <a:pt x="561506" y="4019077"/>
                  </a:lnTo>
                  <a:lnTo>
                    <a:pt x="531921" y="4019077"/>
                  </a:lnTo>
                  <a:close/>
                  <a:moveTo>
                    <a:pt x="265961" y="3989491"/>
                  </a:moveTo>
                  <a:lnTo>
                    <a:pt x="295547" y="3989491"/>
                  </a:lnTo>
                  <a:lnTo>
                    <a:pt x="295547" y="4019077"/>
                  </a:lnTo>
                  <a:lnTo>
                    <a:pt x="265961" y="4019077"/>
                  </a:lnTo>
                  <a:close/>
                  <a:moveTo>
                    <a:pt x="0" y="3989491"/>
                  </a:moveTo>
                  <a:lnTo>
                    <a:pt x="29585" y="3989491"/>
                  </a:lnTo>
                  <a:lnTo>
                    <a:pt x="29585" y="4019077"/>
                  </a:lnTo>
                  <a:lnTo>
                    <a:pt x="0" y="4019077"/>
                  </a:lnTo>
                  <a:close/>
                  <a:moveTo>
                    <a:pt x="531921" y="3723530"/>
                  </a:moveTo>
                  <a:lnTo>
                    <a:pt x="561506" y="3723530"/>
                  </a:lnTo>
                  <a:lnTo>
                    <a:pt x="561506" y="3753115"/>
                  </a:lnTo>
                  <a:lnTo>
                    <a:pt x="531921" y="3753115"/>
                  </a:lnTo>
                  <a:close/>
                  <a:moveTo>
                    <a:pt x="265961" y="3723530"/>
                  </a:moveTo>
                  <a:lnTo>
                    <a:pt x="295547" y="3723530"/>
                  </a:lnTo>
                  <a:lnTo>
                    <a:pt x="295547" y="3753115"/>
                  </a:lnTo>
                  <a:lnTo>
                    <a:pt x="265961" y="3753115"/>
                  </a:lnTo>
                  <a:close/>
                  <a:moveTo>
                    <a:pt x="0" y="3723530"/>
                  </a:moveTo>
                  <a:lnTo>
                    <a:pt x="29585" y="3723530"/>
                  </a:lnTo>
                  <a:lnTo>
                    <a:pt x="29585" y="3753115"/>
                  </a:lnTo>
                  <a:lnTo>
                    <a:pt x="0" y="3753115"/>
                  </a:lnTo>
                  <a:close/>
                  <a:moveTo>
                    <a:pt x="531921" y="3457570"/>
                  </a:moveTo>
                  <a:lnTo>
                    <a:pt x="561506" y="3457570"/>
                  </a:lnTo>
                  <a:lnTo>
                    <a:pt x="561506" y="3487156"/>
                  </a:lnTo>
                  <a:lnTo>
                    <a:pt x="531921" y="3487156"/>
                  </a:lnTo>
                  <a:close/>
                  <a:moveTo>
                    <a:pt x="265961" y="3457570"/>
                  </a:moveTo>
                  <a:lnTo>
                    <a:pt x="295547" y="3457570"/>
                  </a:lnTo>
                  <a:lnTo>
                    <a:pt x="295547" y="3487156"/>
                  </a:lnTo>
                  <a:lnTo>
                    <a:pt x="265961" y="3487156"/>
                  </a:lnTo>
                  <a:close/>
                  <a:moveTo>
                    <a:pt x="0" y="3457570"/>
                  </a:moveTo>
                  <a:lnTo>
                    <a:pt x="29585" y="3457570"/>
                  </a:lnTo>
                  <a:lnTo>
                    <a:pt x="29585" y="3487156"/>
                  </a:lnTo>
                  <a:lnTo>
                    <a:pt x="0" y="3487156"/>
                  </a:lnTo>
                  <a:close/>
                  <a:moveTo>
                    <a:pt x="531921" y="3191618"/>
                  </a:moveTo>
                  <a:lnTo>
                    <a:pt x="561506" y="3191618"/>
                  </a:lnTo>
                  <a:lnTo>
                    <a:pt x="561506" y="3221195"/>
                  </a:lnTo>
                  <a:lnTo>
                    <a:pt x="531921" y="3221195"/>
                  </a:lnTo>
                  <a:close/>
                  <a:moveTo>
                    <a:pt x="265961" y="3191618"/>
                  </a:moveTo>
                  <a:lnTo>
                    <a:pt x="295547" y="3191618"/>
                  </a:lnTo>
                  <a:lnTo>
                    <a:pt x="295547" y="3221195"/>
                  </a:lnTo>
                  <a:lnTo>
                    <a:pt x="265961" y="3221195"/>
                  </a:lnTo>
                  <a:close/>
                  <a:moveTo>
                    <a:pt x="0" y="3191617"/>
                  </a:moveTo>
                  <a:lnTo>
                    <a:pt x="29585" y="3191617"/>
                  </a:lnTo>
                  <a:lnTo>
                    <a:pt x="29585" y="3221195"/>
                  </a:lnTo>
                  <a:lnTo>
                    <a:pt x="0" y="3221195"/>
                  </a:lnTo>
                  <a:close/>
                  <a:moveTo>
                    <a:pt x="531921" y="2925660"/>
                  </a:moveTo>
                  <a:lnTo>
                    <a:pt x="561506" y="2925660"/>
                  </a:lnTo>
                  <a:lnTo>
                    <a:pt x="561506" y="2955246"/>
                  </a:lnTo>
                  <a:lnTo>
                    <a:pt x="531921" y="2955246"/>
                  </a:lnTo>
                  <a:close/>
                  <a:moveTo>
                    <a:pt x="265961" y="2925659"/>
                  </a:moveTo>
                  <a:lnTo>
                    <a:pt x="295547" y="2925659"/>
                  </a:lnTo>
                  <a:lnTo>
                    <a:pt x="295547" y="2955245"/>
                  </a:lnTo>
                  <a:lnTo>
                    <a:pt x="265961" y="2955245"/>
                  </a:lnTo>
                  <a:close/>
                  <a:moveTo>
                    <a:pt x="0" y="2925658"/>
                  </a:moveTo>
                  <a:lnTo>
                    <a:pt x="29585" y="2925658"/>
                  </a:lnTo>
                  <a:lnTo>
                    <a:pt x="29585" y="2955244"/>
                  </a:lnTo>
                  <a:lnTo>
                    <a:pt x="0" y="2955244"/>
                  </a:lnTo>
                  <a:close/>
                  <a:moveTo>
                    <a:pt x="531921" y="2659620"/>
                  </a:moveTo>
                  <a:lnTo>
                    <a:pt x="561506" y="2659620"/>
                  </a:lnTo>
                  <a:lnTo>
                    <a:pt x="561506" y="2689204"/>
                  </a:lnTo>
                  <a:lnTo>
                    <a:pt x="531921" y="2689204"/>
                  </a:lnTo>
                  <a:close/>
                  <a:moveTo>
                    <a:pt x="265961" y="2659616"/>
                  </a:moveTo>
                  <a:lnTo>
                    <a:pt x="295547" y="2659616"/>
                  </a:lnTo>
                  <a:lnTo>
                    <a:pt x="295547" y="2689201"/>
                  </a:lnTo>
                  <a:lnTo>
                    <a:pt x="265961" y="2689201"/>
                  </a:lnTo>
                  <a:close/>
                  <a:moveTo>
                    <a:pt x="0" y="2659613"/>
                  </a:moveTo>
                  <a:lnTo>
                    <a:pt x="29585" y="2659613"/>
                  </a:lnTo>
                  <a:lnTo>
                    <a:pt x="29585" y="2689198"/>
                  </a:lnTo>
                  <a:lnTo>
                    <a:pt x="0" y="2689198"/>
                  </a:lnTo>
                  <a:close/>
                  <a:moveTo>
                    <a:pt x="531921" y="2393661"/>
                  </a:moveTo>
                  <a:lnTo>
                    <a:pt x="561506" y="2393661"/>
                  </a:lnTo>
                  <a:lnTo>
                    <a:pt x="561506" y="2423260"/>
                  </a:lnTo>
                  <a:lnTo>
                    <a:pt x="531921" y="2423260"/>
                  </a:lnTo>
                  <a:close/>
                  <a:moveTo>
                    <a:pt x="265961" y="2393658"/>
                  </a:moveTo>
                  <a:lnTo>
                    <a:pt x="295547" y="2393658"/>
                  </a:lnTo>
                  <a:lnTo>
                    <a:pt x="295547" y="2423257"/>
                  </a:lnTo>
                  <a:lnTo>
                    <a:pt x="265961" y="2423257"/>
                  </a:lnTo>
                  <a:close/>
                  <a:moveTo>
                    <a:pt x="0" y="2393655"/>
                  </a:moveTo>
                  <a:lnTo>
                    <a:pt x="29585" y="2393655"/>
                  </a:lnTo>
                  <a:lnTo>
                    <a:pt x="29585" y="2423251"/>
                  </a:lnTo>
                  <a:lnTo>
                    <a:pt x="0" y="2423251"/>
                  </a:lnTo>
                  <a:close/>
                  <a:moveTo>
                    <a:pt x="531921" y="2127694"/>
                  </a:moveTo>
                  <a:lnTo>
                    <a:pt x="561506" y="2127694"/>
                  </a:lnTo>
                  <a:lnTo>
                    <a:pt x="561506" y="2157283"/>
                  </a:lnTo>
                  <a:lnTo>
                    <a:pt x="531921" y="2157283"/>
                  </a:lnTo>
                  <a:close/>
                  <a:moveTo>
                    <a:pt x="265961" y="2127693"/>
                  </a:moveTo>
                  <a:lnTo>
                    <a:pt x="295547" y="2127693"/>
                  </a:lnTo>
                  <a:lnTo>
                    <a:pt x="295547" y="2157282"/>
                  </a:lnTo>
                  <a:lnTo>
                    <a:pt x="265961" y="2157282"/>
                  </a:lnTo>
                  <a:close/>
                  <a:moveTo>
                    <a:pt x="0" y="2127689"/>
                  </a:moveTo>
                  <a:lnTo>
                    <a:pt x="29585" y="2127689"/>
                  </a:lnTo>
                  <a:lnTo>
                    <a:pt x="29585" y="2157278"/>
                  </a:lnTo>
                  <a:lnTo>
                    <a:pt x="0" y="2157278"/>
                  </a:lnTo>
                  <a:close/>
                  <a:moveTo>
                    <a:pt x="531921" y="1861731"/>
                  </a:moveTo>
                  <a:lnTo>
                    <a:pt x="561506" y="1861731"/>
                  </a:lnTo>
                  <a:lnTo>
                    <a:pt x="561506" y="1891308"/>
                  </a:lnTo>
                  <a:lnTo>
                    <a:pt x="531921" y="1891308"/>
                  </a:lnTo>
                  <a:close/>
                  <a:moveTo>
                    <a:pt x="265961" y="1861728"/>
                  </a:moveTo>
                  <a:lnTo>
                    <a:pt x="295547" y="1861728"/>
                  </a:lnTo>
                  <a:lnTo>
                    <a:pt x="295547" y="1891306"/>
                  </a:lnTo>
                  <a:lnTo>
                    <a:pt x="265961" y="1891306"/>
                  </a:lnTo>
                  <a:close/>
                  <a:moveTo>
                    <a:pt x="0" y="1861726"/>
                  </a:moveTo>
                  <a:lnTo>
                    <a:pt x="29585" y="1861726"/>
                  </a:lnTo>
                  <a:lnTo>
                    <a:pt x="29585" y="1891304"/>
                  </a:lnTo>
                  <a:lnTo>
                    <a:pt x="0" y="1891304"/>
                  </a:lnTo>
                  <a:close/>
                  <a:moveTo>
                    <a:pt x="531921" y="1595769"/>
                  </a:moveTo>
                  <a:lnTo>
                    <a:pt x="561506" y="1595769"/>
                  </a:lnTo>
                  <a:lnTo>
                    <a:pt x="561506" y="1625355"/>
                  </a:lnTo>
                  <a:lnTo>
                    <a:pt x="531921" y="1625355"/>
                  </a:lnTo>
                  <a:close/>
                  <a:moveTo>
                    <a:pt x="265961" y="1595766"/>
                  </a:moveTo>
                  <a:lnTo>
                    <a:pt x="295547" y="1595766"/>
                  </a:lnTo>
                  <a:lnTo>
                    <a:pt x="295547" y="1625352"/>
                  </a:lnTo>
                  <a:lnTo>
                    <a:pt x="265961" y="1625352"/>
                  </a:lnTo>
                  <a:close/>
                  <a:moveTo>
                    <a:pt x="0" y="1595764"/>
                  </a:moveTo>
                  <a:lnTo>
                    <a:pt x="29585" y="1595764"/>
                  </a:lnTo>
                  <a:lnTo>
                    <a:pt x="29585" y="1625350"/>
                  </a:lnTo>
                  <a:lnTo>
                    <a:pt x="0" y="1625350"/>
                  </a:lnTo>
                  <a:close/>
                  <a:moveTo>
                    <a:pt x="531921" y="1329811"/>
                  </a:moveTo>
                  <a:lnTo>
                    <a:pt x="561506" y="1329811"/>
                  </a:lnTo>
                  <a:lnTo>
                    <a:pt x="561506" y="1359396"/>
                  </a:lnTo>
                  <a:lnTo>
                    <a:pt x="531921" y="1359396"/>
                  </a:lnTo>
                  <a:close/>
                  <a:moveTo>
                    <a:pt x="265961" y="1329809"/>
                  </a:moveTo>
                  <a:lnTo>
                    <a:pt x="295547" y="1329809"/>
                  </a:lnTo>
                  <a:lnTo>
                    <a:pt x="295547" y="1359393"/>
                  </a:lnTo>
                  <a:lnTo>
                    <a:pt x="265961" y="1359393"/>
                  </a:lnTo>
                  <a:close/>
                  <a:moveTo>
                    <a:pt x="0" y="1329806"/>
                  </a:moveTo>
                  <a:lnTo>
                    <a:pt x="29585" y="1329806"/>
                  </a:lnTo>
                  <a:lnTo>
                    <a:pt x="29585" y="1359391"/>
                  </a:lnTo>
                  <a:lnTo>
                    <a:pt x="0" y="1359391"/>
                  </a:lnTo>
                  <a:close/>
                  <a:moveTo>
                    <a:pt x="531921" y="1063855"/>
                  </a:moveTo>
                  <a:lnTo>
                    <a:pt x="561506" y="1063855"/>
                  </a:lnTo>
                  <a:lnTo>
                    <a:pt x="561506" y="1093441"/>
                  </a:lnTo>
                  <a:lnTo>
                    <a:pt x="531921" y="1093441"/>
                  </a:lnTo>
                  <a:close/>
                  <a:moveTo>
                    <a:pt x="265961" y="1063852"/>
                  </a:moveTo>
                  <a:lnTo>
                    <a:pt x="295547" y="1063852"/>
                  </a:lnTo>
                  <a:lnTo>
                    <a:pt x="295547" y="1093438"/>
                  </a:lnTo>
                  <a:lnTo>
                    <a:pt x="265961" y="1093438"/>
                  </a:lnTo>
                  <a:close/>
                  <a:moveTo>
                    <a:pt x="0" y="1063849"/>
                  </a:moveTo>
                  <a:lnTo>
                    <a:pt x="29585" y="1063849"/>
                  </a:lnTo>
                  <a:lnTo>
                    <a:pt x="29585" y="1093435"/>
                  </a:lnTo>
                  <a:lnTo>
                    <a:pt x="0" y="1093435"/>
                  </a:lnTo>
                  <a:close/>
                  <a:moveTo>
                    <a:pt x="531921" y="797884"/>
                  </a:moveTo>
                  <a:lnTo>
                    <a:pt x="561506" y="797884"/>
                  </a:lnTo>
                  <a:lnTo>
                    <a:pt x="561506" y="827470"/>
                  </a:lnTo>
                  <a:lnTo>
                    <a:pt x="531921" y="827470"/>
                  </a:lnTo>
                  <a:close/>
                  <a:moveTo>
                    <a:pt x="265961" y="797882"/>
                  </a:moveTo>
                  <a:lnTo>
                    <a:pt x="295547" y="797882"/>
                  </a:lnTo>
                  <a:lnTo>
                    <a:pt x="295547" y="827468"/>
                  </a:lnTo>
                  <a:lnTo>
                    <a:pt x="265961" y="827468"/>
                  </a:lnTo>
                  <a:close/>
                  <a:moveTo>
                    <a:pt x="0" y="797879"/>
                  </a:moveTo>
                  <a:lnTo>
                    <a:pt x="29585" y="797879"/>
                  </a:lnTo>
                  <a:lnTo>
                    <a:pt x="29585" y="827465"/>
                  </a:lnTo>
                  <a:lnTo>
                    <a:pt x="0" y="827465"/>
                  </a:lnTo>
                  <a:close/>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chemeClr val="tx2">
                <a:alpha val="20000"/>
              </a:schemeClr>
            </a:solidFill>
            <a:ln w="10294" cap="flat">
              <a:noFill/>
              <a:prstDash val="solid"/>
              <a:miter/>
            </a:ln>
          </p:spPr>
          <p:txBody>
            <a:bodyPr wrap="square" rtlCol="0" anchor="ctr">
              <a:noAutofit/>
            </a:bodyPr>
            <a:lstStyle/>
            <a:p>
              <a:endParaRPr lang="en-US"/>
            </a:p>
          </p:txBody>
        </p:sp>
        <p:sp>
          <p:nvSpPr>
            <p:cNvPr id="26" name="Freeform: Shape 25">
              <a:extLst>
                <a:ext uri="{FF2B5EF4-FFF2-40B4-BE49-F238E27FC236}">
                  <a16:creationId xmlns:a16="http://schemas.microsoft.com/office/drawing/2014/main" id="{7CFD8AF6-821F-4BC5-83A1-982FB5B8454C}"/>
                </a:ext>
              </a:extLst>
            </p:cNvPr>
            <p:cNvSpPr/>
            <p:nvPr/>
          </p:nvSpPr>
          <p:spPr>
            <a:xfrm>
              <a:off x="194054" y="6093735"/>
              <a:ext cx="561506" cy="561509"/>
            </a:xfrm>
            <a:custGeom>
              <a:avLst/>
              <a:gdLst>
                <a:gd name="connsiteX0" fmla="*/ 531921 w 561506"/>
                <a:gd name="connsiteY0" fmla="*/ 531924 h 561509"/>
                <a:gd name="connsiteX1" fmla="*/ 561506 w 561506"/>
                <a:gd name="connsiteY1" fmla="*/ 531924 h 561509"/>
                <a:gd name="connsiteX2" fmla="*/ 561506 w 561506"/>
                <a:gd name="connsiteY2" fmla="*/ 561509 h 561509"/>
                <a:gd name="connsiteX3" fmla="*/ 531921 w 561506"/>
                <a:gd name="connsiteY3" fmla="*/ 561509 h 561509"/>
                <a:gd name="connsiteX4" fmla="*/ 265961 w 561506"/>
                <a:gd name="connsiteY4" fmla="*/ 531922 h 561509"/>
                <a:gd name="connsiteX5" fmla="*/ 295547 w 561506"/>
                <a:gd name="connsiteY5" fmla="*/ 531922 h 561509"/>
                <a:gd name="connsiteX6" fmla="*/ 295547 w 561506"/>
                <a:gd name="connsiteY6" fmla="*/ 561507 h 561509"/>
                <a:gd name="connsiteX7" fmla="*/ 265961 w 561506"/>
                <a:gd name="connsiteY7" fmla="*/ 561507 h 561509"/>
                <a:gd name="connsiteX8" fmla="*/ 0 w 561506"/>
                <a:gd name="connsiteY8" fmla="*/ 531920 h 561509"/>
                <a:gd name="connsiteX9" fmla="*/ 29585 w 561506"/>
                <a:gd name="connsiteY9" fmla="*/ 531920 h 561509"/>
                <a:gd name="connsiteX10" fmla="*/ 29585 w 561506"/>
                <a:gd name="connsiteY10" fmla="*/ 561505 h 561509"/>
                <a:gd name="connsiteX11" fmla="*/ 0 w 561506"/>
                <a:gd name="connsiteY11" fmla="*/ 561505 h 561509"/>
                <a:gd name="connsiteX12" fmla="*/ 531921 w 561506"/>
                <a:gd name="connsiteY12" fmla="*/ 265964 h 561509"/>
                <a:gd name="connsiteX13" fmla="*/ 561506 w 561506"/>
                <a:gd name="connsiteY13" fmla="*/ 265964 h 561509"/>
                <a:gd name="connsiteX14" fmla="*/ 561506 w 561506"/>
                <a:gd name="connsiteY14" fmla="*/ 295550 h 561509"/>
                <a:gd name="connsiteX15" fmla="*/ 531921 w 561506"/>
                <a:gd name="connsiteY15" fmla="*/ 295550 h 561509"/>
                <a:gd name="connsiteX16" fmla="*/ 265961 w 561506"/>
                <a:gd name="connsiteY16" fmla="*/ 265962 h 561509"/>
                <a:gd name="connsiteX17" fmla="*/ 295547 w 561506"/>
                <a:gd name="connsiteY17" fmla="*/ 265962 h 561509"/>
                <a:gd name="connsiteX18" fmla="*/ 295547 w 561506"/>
                <a:gd name="connsiteY18" fmla="*/ 295548 h 561509"/>
                <a:gd name="connsiteX19" fmla="*/ 265961 w 561506"/>
                <a:gd name="connsiteY19" fmla="*/ 295548 h 561509"/>
                <a:gd name="connsiteX20" fmla="*/ 0 w 561506"/>
                <a:gd name="connsiteY20" fmla="*/ 265960 h 561509"/>
                <a:gd name="connsiteX21" fmla="*/ 29585 w 561506"/>
                <a:gd name="connsiteY21" fmla="*/ 265960 h 561509"/>
                <a:gd name="connsiteX22" fmla="*/ 29585 w 561506"/>
                <a:gd name="connsiteY22" fmla="*/ 295546 h 561509"/>
                <a:gd name="connsiteX23" fmla="*/ 0 w 561506"/>
                <a:gd name="connsiteY23" fmla="*/ 295546 h 561509"/>
                <a:gd name="connsiteX24" fmla="*/ 531921 w 561506"/>
                <a:gd name="connsiteY24" fmla="*/ 5 h 561509"/>
                <a:gd name="connsiteX25" fmla="*/ 561506 w 561506"/>
                <a:gd name="connsiteY25" fmla="*/ 5 h 561509"/>
                <a:gd name="connsiteX26" fmla="*/ 561506 w 561506"/>
                <a:gd name="connsiteY26" fmla="*/ 29591 h 561509"/>
                <a:gd name="connsiteX27" fmla="*/ 531921 w 561506"/>
                <a:gd name="connsiteY27" fmla="*/ 29591 h 561509"/>
                <a:gd name="connsiteX28" fmla="*/ 265961 w 561506"/>
                <a:gd name="connsiteY28" fmla="*/ 3 h 561509"/>
                <a:gd name="connsiteX29" fmla="*/ 295547 w 561506"/>
                <a:gd name="connsiteY29" fmla="*/ 3 h 561509"/>
                <a:gd name="connsiteX30" fmla="*/ 295547 w 561506"/>
                <a:gd name="connsiteY30" fmla="*/ 29589 h 561509"/>
                <a:gd name="connsiteX31" fmla="*/ 265961 w 561506"/>
                <a:gd name="connsiteY31" fmla="*/ 29589 h 561509"/>
                <a:gd name="connsiteX32" fmla="*/ 0 w 561506"/>
                <a:gd name="connsiteY32" fmla="*/ 0 h 561509"/>
                <a:gd name="connsiteX33" fmla="*/ 29585 w 561506"/>
                <a:gd name="connsiteY33" fmla="*/ 0 h 561509"/>
                <a:gd name="connsiteX34" fmla="*/ 29585 w 561506"/>
                <a:gd name="connsiteY34" fmla="*/ 29586 h 561509"/>
                <a:gd name="connsiteX35" fmla="*/ 0 w 561506"/>
                <a:gd name="connsiteY35" fmla="*/ 29586 h 56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61506" h="561509">
                  <a:moveTo>
                    <a:pt x="531921" y="531924"/>
                  </a:moveTo>
                  <a:lnTo>
                    <a:pt x="561506" y="531924"/>
                  </a:lnTo>
                  <a:lnTo>
                    <a:pt x="561506" y="561509"/>
                  </a:lnTo>
                  <a:lnTo>
                    <a:pt x="531921" y="561509"/>
                  </a:lnTo>
                  <a:close/>
                  <a:moveTo>
                    <a:pt x="265961" y="531922"/>
                  </a:moveTo>
                  <a:lnTo>
                    <a:pt x="295547" y="531922"/>
                  </a:lnTo>
                  <a:lnTo>
                    <a:pt x="295547" y="561507"/>
                  </a:lnTo>
                  <a:lnTo>
                    <a:pt x="265961" y="561507"/>
                  </a:lnTo>
                  <a:close/>
                  <a:moveTo>
                    <a:pt x="0" y="531920"/>
                  </a:moveTo>
                  <a:lnTo>
                    <a:pt x="29585" y="531920"/>
                  </a:lnTo>
                  <a:lnTo>
                    <a:pt x="29585" y="561505"/>
                  </a:lnTo>
                  <a:lnTo>
                    <a:pt x="0" y="561505"/>
                  </a:lnTo>
                  <a:close/>
                  <a:moveTo>
                    <a:pt x="531921" y="265964"/>
                  </a:moveTo>
                  <a:lnTo>
                    <a:pt x="561506" y="265964"/>
                  </a:lnTo>
                  <a:lnTo>
                    <a:pt x="561506" y="295550"/>
                  </a:lnTo>
                  <a:lnTo>
                    <a:pt x="531921" y="295550"/>
                  </a:lnTo>
                  <a:close/>
                  <a:moveTo>
                    <a:pt x="265961" y="265962"/>
                  </a:moveTo>
                  <a:lnTo>
                    <a:pt x="295547" y="265962"/>
                  </a:lnTo>
                  <a:lnTo>
                    <a:pt x="295547" y="295548"/>
                  </a:lnTo>
                  <a:lnTo>
                    <a:pt x="265961" y="295548"/>
                  </a:lnTo>
                  <a:close/>
                  <a:moveTo>
                    <a:pt x="0" y="265960"/>
                  </a:moveTo>
                  <a:lnTo>
                    <a:pt x="29585" y="265960"/>
                  </a:lnTo>
                  <a:lnTo>
                    <a:pt x="29585" y="295546"/>
                  </a:lnTo>
                  <a:lnTo>
                    <a:pt x="0" y="295546"/>
                  </a:lnTo>
                  <a:close/>
                  <a:moveTo>
                    <a:pt x="531921" y="5"/>
                  </a:moveTo>
                  <a:lnTo>
                    <a:pt x="561506" y="5"/>
                  </a:lnTo>
                  <a:lnTo>
                    <a:pt x="561506" y="29591"/>
                  </a:lnTo>
                  <a:lnTo>
                    <a:pt x="531921" y="29591"/>
                  </a:lnTo>
                  <a:close/>
                  <a:moveTo>
                    <a:pt x="265961" y="3"/>
                  </a:moveTo>
                  <a:lnTo>
                    <a:pt x="295547" y="3"/>
                  </a:lnTo>
                  <a:lnTo>
                    <a:pt x="295547" y="29589"/>
                  </a:lnTo>
                  <a:lnTo>
                    <a:pt x="265961" y="29589"/>
                  </a:lnTo>
                  <a:close/>
                  <a:moveTo>
                    <a:pt x="0" y="0"/>
                  </a:moveTo>
                  <a:lnTo>
                    <a:pt x="29585" y="0"/>
                  </a:lnTo>
                  <a:lnTo>
                    <a:pt x="29585" y="29586"/>
                  </a:lnTo>
                  <a:lnTo>
                    <a:pt x="0" y="29586"/>
                  </a:lnTo>
                  <a:close/>
                </a:path>
              </a:pathLst>
            </a:custGeom>
            <a:solidFill>
              <a:srgbClr val="DEDEDE"/>
            </a:solidFill>
            <a:ln w="10294" cap="flat">
              <a:noFill/>
              <a:prstDash val="solid"/>
              <a:miter/>
            </a:ln>
          </p:spPr>
          <p:txBody>
            <a:bodyPr wrap="square" rtlCol="0" anchor="ctr">
              <a:noAutofit/>
            </a:bodyPr>
            <a:lstStyle/>
            <a:p>
              <a:endParaRPr lang="en-US"/>
            </a:p>
          </p:txBody>
        </p:sp>
      </p:grpSp>
      <p:sp>
        <p:nvSpPr>
          <p:cNvPr id="7" name="Text Placeholder 6">
            <a:extLst>
              <a:ext uri="{FF2B5EF4-FFF2-40B4-BE49-F238E27FC236}">
                <a16:creationId xmlns:a16="http://schemas.microsoft.com/office/drawing/2014/main" id="{D5C3020A-1C1A-F3DE-6748-C7A7CCA971BD}"/>
              </a:ext>
            </a:extLst>
          </p:cNvPr>
          <p:cNvSpPr>
            <a:spLocks noGrp="1"/>
          </p:cNvSpPr>
          <p:nvPr>
            <p:ph type="body" idx="1"/>
          </p:nvPr>
        </p:nvSpPr>
        <p:spPr>
          <a:xfrm>
            <a:off x="1160463" y="1322388"/>
            <a:ext cx="10647361" cy="48545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Graphic 4">
            <a:extLst>
              <a:ext uri="{FF2B5EF4-FFF2-40B4-BE49-F238E27FC236}">
                <a16:creationId xmlns:a16="http://schemas.microsoft.com/office/drawing/2014/main" id="{081EA320-FE96-FC5F-6DE7-487D3EA20AED}"/>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027238" y="349030"/>
            <a:ext cx="1780586" cy="327314"/>
          </a:xfrm>
          <a:prstGeom prst="rect">
            <a:avLst/>
          </a:prstGeom>
        </p:spPr>
      </p:pic>
    </p:spTree>
    <p:extLst>
      <p:ext uri="{BB962C8B-B14F-4D97-AF65-F5344CB8AC3E}">
        <p14:creationId xmlns:p14="http://schemas.microsoft.com/office/powerpoint/2010/main" val="2289823204"/>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 id="2147484021" r:id="rId13"/>
  </p:sldLayoutIdLst>
  <p:hf sldNum="0" hdr="0" dt="0"/>
  <p:txStyles>
    <p:titleStyle>
      <a:lvl1pPr algn="l" defTabSz="457200" rtl="0" eaLnBrk="1" latinLnBrk="0" hangingPunct="1">
        <a:lnSpc>
          <a:spcPct val="85000"/>
        </a:lnSpc>
        <a:spcBef>
          <a:spcPct val="0"/>
        </a:spcBef>
        <a:buNone/>
        <a:tabLst>
          <a:tab pos="2227263" algn="l"/>
        </a:tabLst>
        <a:defRPr sz="2800" b="1" i="0" kern="1200" spc="-50" baseline="0">
          <a:solidFill>
            <a:schemeClr val="tx1"/>
          </a:solidFill>
          <a:latin typeface="Arial" panose="020B0604020202020204" pitchFamily="34" charset="0"/>
          <a:ea typeface="+mj-ea"/>
          <a:cs typeface="Arial"/>
        </a:defRPr>
      </a:lvl1pPr>
    </p:titleStyle>
    <p:body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8">
          <p15:clr>
            <a:srgbClr val="F26B43"/>
          </p15:clr>
        </p15:guide>
        <p15:guide id="3" pos="7439">
          <p15:clr>
            <a:srgbClr val="F26B43"/>
          </p15:clr>
        </p15:guide>
        <p15:guide id="6" pos="734">
          <p15:clr>
            <a:srgbClr val="F26B43"/>
          </p15:clr>
        </p15:guide>
        <p15:guide id="7" orient="horz" pos="660">
          <p15:clr>
            <a:srgbClr val="F26B43"/>
          </p15:clr>
        </p15:guide>
        <p15:guide id="8" orient="horz" pos="8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7.xml"/><Relationship Id="rId1" Type="http://schemas.openxmlformats.org/officeDocument/2006/relationships/tags" Target="../tags/tag5.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tags" Target="../tags/tag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8.xml"/><Relationship Id="rId1" Type="http://schemas.openxmlformats.org/officeDocument/2006/relationships/tags" Target="../tags/tag8.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5.xml"/><Relationship Id="rId1" Type="http://schemas.openxmlformats.org/officeDocument/2006/relationships/tags" Target="../tags/tag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2.xml"/><Relationship Id="rId1" Type="http://schemas.openxmlformats.org/officeDocument/2006/relationships/tags" Target="../tags/tag10.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2.xml"/><Relationship Id="rId1" Type="http://schemas.openxmlformats.org/officeDocument/2006/relationships/tags" Target="../tags/tag1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2.xml"/><Relationship Id="rId1" Type="http://schemas.openxmlformats.org/officeDocument/2006/relationships/tags" Target="../tags/tag1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1.xml"/><Relationship Id="rId1" Type="http://schemas.openxmlformats.org/officeDocument/2006/relationships/tags" Target="../tags/tag13.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2.xml"/><Relationship Id="rId1" Type="http://schemas.openxmlformats.org/officeDocument/2006/relationships/tags" Target="../tags/tag14.xml"/><Relationship Id="rId5" Type="http://schemas.openxmlformats.org/officeDocument/2006/relationships/image" Target="../media/image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4.xml"/><Relationship Id="rId1" Type="http://schemas.openxmlformats.org/officeDocument/2006/relationships/tags" Target="../tags/tag15.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9.xml"/><Relationship Id="rId1" Type="http://schemas.openxmlformats.org/officeDocument/2006/relationships/tags" Target="../tags/tag16.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0.xml"/><Relationship Id="rId1" Type="http://schemas.openxmlformats.org/officeDocument/2006/relationships/tags" Target="../tags/tag17.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8.xml"/><Relationship Id="rId1" Type="http://schemas.openxmlformats.org/officeDocument/2006/relationships/tags" Target="../tags/tag19.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6.xml"/><Relationship Id="rId1" Type="http://schemas.openxmlformats.org/officeDocument/2006/relationships/tags" Target="../tags/tag20.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2.xml"/><Relationship Id="rId1" Type="http://schemas.openxmlformats.org/officeDocument/2006/relationships/tags" Target="../tags/tag21.xml"/><Relationship Id="rId5" Type="http://schemas.openxmlformats.org/officeDocument/2006/relationships/image" Target="../media/image4.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2.xml"/><Relationship Id="rId1" Type="http://schemas.openxmlformats.org/officeDocument/2006/relationships/tags" Target="../tags/tag22.xml"/><Relationship Id="rId5" Type="http://schemas.openxmlformats.org/officeDocument/2006/relationships/image" Target="../media/image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notesSlide" Target="../notesSlides/notesSlide24.xml"/><Relationship Id="rId7" Type="http://schemas.openxmlformats.org/officeDocument/2006/relationships/image" Target="../media/image29.png"/><Relationship Id="rId2" Type="http://schemas.openxmlformats.org/officeDocument/2006/relationships/slideLayout" Target="../slideLayouts/slideLayout22.xml"/><Relationship Id="rId1" Type="http://schemas.openxmlformats.org/officeDocument/2006/relationships/tags" Target="../tags/tag2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image" Target="../media/image34.png"/><Relationship Id="rId2" Type="http://schemas.openxmlformats.org/officeDocument/2006/relationships/slideLayout" Target="../slideLayouts/slideLayout22.xml"/><Relationship Id="rId1" Type="http://schemas.openxmlformats.org/officeDocument/2006/relationships/tags" Target="../tags/tag2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34.png"/><Relationship Id="rId2" Type="http://schemas.openxmlformats.org/officeDocument/2006/relationships/slideLayout" Target="../slideLayouts/slideLayout22.xml"/><Relationship Id="rId1" Type="http://schemas.openxmlformats.org/officeDocument/2006/relationships/tags" Target="../tags/tag2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34.png"/><Relationship Id="rId2" Type="http://schemas.openxmlformats.org/officeDocument/2006/relationships/slideLayout" Target="../slideLayouts/slideLayout22.xml"/><Relationship Id="rId1" Type="http://schemas.openxmlformats.org/officeDocument/2006/relationships/tags" Target="../tags/tag2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28.xml"/><Relationship Id="rId7" Type="http://schemas.openxmlformats.org/officeDocument/2006/relationships/image" Target="../media/image35.png"/><Relationship Id="rId2" Type="http://schemas.openxmlformats.org/officeDocument/2006/relationships/slideLayout" Target="../slideLayouts/slideLayout22.xml"/><Relationship Id="rId1" Type="http://schemas.openxmlformats.org/officeDocument/2006/relationships/tags" Target="../tags/tag2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2.xml"/><Relationship Id="rId6" Type="http://schemas.openxmlformats.org/officeDocument/2006/relationships/image" Target="../media/image35.png"/><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4.xml"/><Relationship Id="rId1" Type="http://schemas.openxmlformats.org/officeDocument/2006/relationships/tags" Target="../tags/tag28.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3.xml"/><Relationship Id="rId1" Type="http://schemas.openxmlformats.org/officeDocument/2006/relationships/tags" Target="../tags/tag29.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3.xml"/><Relationship Id="rId1" Type="http://schemas.openxmlformats.org/officeDocument/2006/relationships/tags" Target="../tags/tag30.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9.xml"/><Relationship Id="rId1" Type="http://schemas.openxmlformats.org/officeDocument/2006/relationships/tags" Target="../tags/tag31.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26.xml"/><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hyperlink" Target="https://www.uipath.com/support" TargetMode="External"/><Relationship Id="rId2" Type="http://schemas.openxmlformats.org/officeDocument/2006/relationships/notesSlide" Target="../notesSlides/notesSlide39.xml"/><Relationship Id="rId1" Type="http://schemas.openxmlformats.org/officeDocument/2006/relationships/slideLayout" Target="../slideLayouts/slideLayout26.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9.xml"/><Relationship Id="rId1" Type="http://schemas.openxmlformats.org/officeDocument/2006/relationships/tags" Target="../tags/tag32.xml"/><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tags" Target="../tags/tag3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3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9.xml"/><Relationship Id="rId1" Type="http://schemas.openxmlformats.org/officeDocument/2006/relationships/tags" Target="../tags/tag35.xml"/><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6.xml"/><Relationship Id="rId1" Type="http://schemas.openxmlformats.org/officeDocument/2006/relationships/tags" Target="../tags/tag36.xml"/><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notesSlide" Target="../notesSlides/notesSlide45.xml"/><Relationship Id="rId7" Type="http://schemas.openxmlformats.org/officeDocument/2006/relationships/image" Target="../media/image49.png"/><Relationship Id="rId2" Type="http://schemas.openxmlformats.org/officeDocument/2006/relationships/slideLayout" Target="../slideLayouts/slideLayout22.xml"/><Relationship Id="rId1" Type="http://schemas.openxmlformats.org/officeDocument/2006/relationships/tags" Target="../tags/tag37.xml"/><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png"/><Relationship Id="rId9" Type="http://schemas.openxmlformats.org/officeDocument/2006/relationships/image" Target="../media/image5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2.xml"/><Relationship Id="rId1" Type="http://schemas.openxmlformats.org/officeDocument/2006/relationships/tags" Target="../tags/tag38.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2.xml"/><Relationship Id="rId1" Type="http://schemas.openxmlformats.org/officeDocument/2006/relationships/tags" Target="../tags/tag39.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4.xml"/><Relationship Id="rId1" Type="http://schemas.openxmlformats.org/officeDocument/2006/relationships/tags" Target="../tags/tag40.xml"/><Relationship Id="rId4" Type="http://schemas.openxmlformats.org/officeDocument/2006/relationships/image" Target="../media/image53.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2.xml"/><Relationship Id="rId1" Type="http://schemas.openxmlformats.org/officeDocument/2006/relationships/tags" Target="../tags/tag41.xml"/><Relationship Id="rId5" Type="http://schemas.openxmlformats.org/officeDocument/2006/relationships/image" Target="../media/image3.png"/><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2.xml"/><Relationship Id="rId1" Type="http://schemas.openxmlformats.org/officeDocument/2006/relationships/tags" Target="../tags/tag42.xml"/><Relationship Id="rId5" Type="http://schemas.openxmlformats.org/officeDocument/2006/relationships/image" Target="../media/image50.svg"/><Relationship Id="rId4" Type="http://schemas.openxmlformats.org/officeDocument/2006/relationships/image" Target="../media/image49.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7" Type="http://schemas.openxmlformats.org/officeDocument/2006/relationships/image" Target="../media/image57.svg"/><Relationship Id="rId2" Type="http://schemas.openxmlformats.org/officeDocument/2006/relationships/slideLayout" Target="../slideLayouts/slideLayout22.xml"/><Relationship Id="rId1" Type="http://schemas.openxmlformats.org/officeDocument/2006/relationships/tags" Target="../tags/tag43.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2.xml"/><Relationship Id="rId1" Type="http://schemas.openxmlformats.org/officeDocument/2006/relationships/tags" Target="../tags/tag44.xml"/><Relationship Id="rId5" Type="http://schemas.openxmlformats.org/officeDocument/2006/relationships/image" Target="../media/image50.svg"/><Relationship Id="rId4" Type="http://schemas.openxmlformats.org/officeDocument/2006/relationships/image" Target="../media/image4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7" Type="http://schemas.openxmlformats.org/officeDocument/2006/relationships/image" Target="../media/image57.svg"/><Relationship Id="rId2" Type="http://schemas.openxmlformats.org/officeDocument/2006/relationships/slideLayout" Target="../slideLayouts/slideLayout22.xml"/><Relationship Id="rId1" Type="http://schemas.openxmlformats.org/officeDocument/2006/relationships/tags" Target="../tags/tag45.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2.xml"/><Relationship Id="rId1" Type="http://schemas.openxmlformats.org/officeDocument/2006/relationships/tags" Target="../tags/tag46.xml"/><Relationship Id="rId5" Type="http://schemas.openxmlformats.org/officeDocument/2006/relationships/image" Target="../media/image50.svg"/><Relationship Id="rId4" Type="http://schemas.openxmlformats.org/officeDocument/2006/relationships/image" Target="../media/image49.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7" Type="http://schemas.openxmlformats.org/officeDocument/2006/relationships/image" Target="../media/image57.svg"/><Relationship Id="rId2" Type="http://schemas.openxmlformats.org/officeDocument/2006/relationships/slideLayout" Target="../slideLayouts/slideLayout22.xml"/><Relationship Id="rId1" Type="http://schemas.openxmlformats.org/officeDocument/2006/relationships/tags" Target="../tags/tag47.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2.xml"/><Relationship Id="rId1" Type="http://schemas.openxmlformats.org/officeDocument/2006/relationships/tags" Target="../tags/tag48.xml"/><Relationship Id="rId5" Type="http://schemas.openxmlformats.org/officeDocument/2006/relationships/image" Target="../media/image52.svg"/><Relationship Id="rId4" Type="http://schemas.openxmlformats.org/officeDocument/2006/relationships/image" Target="../media/image51.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2.xml"/><Relationship Id="rId1" Type="http://schemas.openxmlformats.org/officeDocument/2006/relationships/tags" Target="../tags/tag49.xml"/><Relationship Id="rId5" Type="http://schemas.openxmlformats.org/officeDocument/2006/relationships/image" Target="../media/image57.svg"/><Relationship Id="rId4" Type="http://schemas.openxmlformats.org/officeDocument/2006/relationships/image" Target="../media/image56.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2.xml"/><Relationship Id="rId1" Type="http://schemas.openxmlformats.org/officeDocument/2006/relationships/tags" Target="../tags/tag50.xml"/><Relationship Id="rId5" Type="http://schemas.openxmlformats.org/officeDocument/2006/relationships/image" Target="../media/image52.svg"/><Relationship Id="rId4" Type="http://schemas.openxmlformats.org/officeDocument/2006/relationships/image" Target="../media/image51.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2.xml"/><Relationship Id="rId1" Type="http://schemas.openxmlformats.org/officeDocument/2006/relationships/tags" Target="../tags/tag51.xml"/><Relationship Id="rId5" Type="http://schemas.openxmlformats.org/officeDocument/2006/relationships/image" Target="../media/image57.svg"/><Relationship Id="rId4" Type="http://schemas.openxmlformats.org/officeDocument/2006/relationships/image" Target="../media/image56.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7" Type="http://schemas.openxmlformats.org/officeDocument/2006/relationships/image" Target="../media/image52.svg"/><Relationship Id="rId2" Type="http://schemas.openxmlformats.org/officeDocument/2006/relationships/slideLayout" Target="../slideLayouts/slideLayout22.xml"/><Relationship Id="rId1" Type="http://schemas.openxmlformats.org/officeDocument/2006/relationships/tags" Target="../tags/tag52.xml"/><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7" Type="http://schemas.openxmlformats.org/officeDocument/2006/relationships/image" Target="../media/image55.svg"/><Relationship Id="rId2" Type="http://schemas.openxmlformats.org/officeDocument/2006/relationships/slideLayout" Target="../slideLayouts/slideLayout22.xml"/><Relationship Id="rId1" Type="http://schemas.openxmlformats.org/officeDocument/2006/relationships/tags" Target="../tags/tag53.xml"/><Relationship Id="rId6" Type="http://schemas.openxmlformats.org/officeDocument/2006/relationships/image" Target="../media/image54.png"/><Relationship Id="rId5" Type="http://schemas.openxmlformats.org/officeDocument/2006/relationships/image" Target="../media/image57.svg"/><Relationship Id="rId4" Type="http://schemas.openxmlformats.org/officeDocument/2006/relationships/image" Target="../media/image56.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34.xml"/><Relationship Id="rId1" Type="http://schemas.openxmlformats.org/officeDocument/2006/relationships/tags" Target="../tags/tag54.xml"/><Relationship Id="rId4" Type="http://schemas.openxmlformats.org/officeDocument/2006/relationships/image" Target="../media/image23.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43.xml"/><Relationship Id="rId1" Type="http://schemas.openxmlformats.org/officeDocument/2006/relationships/tags" Target="../tags/tag55.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43.xml"/><Relationship Id="rId1" Type="http://schemas.openxmlformats.org/officeDocument/2006/relationships/tags" Target="../tags/tag56.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43.xml"/><Relationship Id="rId1" Type="http://schemas.openxmlformats.org/officeDocument/2006/relationships/tags" Target="../tags/tag57.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43.xml"/><Relationship Id="rId1" Type="http://schemas.openxmlformats.org/officeDocument/2006/relationships/tags" Target="../tags/tag58.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59.xml"/><Relationship Id="rId1" Type="http://schemas.openxmlformats.org/officeDocument/2006/relationships/tags" Target="../tags/tag59.xml"/><Relationship Id="rId4" Type="http://schemas.openxmlformats.org/officeDocument/2006/relationships/image" Target="../media/image24.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xml"/><Relationship Id="rId1" Type="http://schemas.openxmlformats.org/officeDocument/2006/relationships/tags" Target="../tags/tag60.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4.xml"/><Relationship Id="rId1" Type="http://schemas.openxmlformats.org/officeDocument/2006/relationships/tags" Target="../tags/tag61.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8.xml"/><Relationship Id="rId1" Type="http://schemas.openxmlformats.org/officeDocument/2006/relationships/tags" Target="../tags/tag6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6.xml"/><Relationship Id="rId1" Type="http://schemas.openxmlformats.org/officeDocument/2006/relationships/tags" Target="../tags/tag63.xml"/><Relationship Id="rId4" Type="http://schemas.openxmlformats.org/officeDocument/2006/relationships/image" Target="../media/image58.gif"/></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6.xml"/><Relationship Id="rId1" Type="http://schemas.openxmlformats.org/officeDocument/2006/relationships/tags" Target="../tags/tag64.xml"/><Relationship Id="rId4" Type="http://schemas.openxmlformats.org/officeDocument/2006/relationships/image" Target="../media/image59.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2.xml"/><Relationship Id="rId1" Type="http://schemas.openxmlformats.org/officeDocument/2006/relationships/tags" Target="../tags/tag65.xml"/><Relationship Id="rId4" Type="http://schemas.openxmlformats.org/officeDocument/2006/relationships/image" Target="../media/image60.gif"/></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34.xml"/><Relationship Id="rId1" Type="http://schemas.openxmlformats.org/officeDocument/2006/relationships/tags" Target="../tags/tag66.xml"/><Relationship Id="rId4" Type="http://schemas.openxmlformats.org/officeDocument/2006/relationships/image" Target="../media/image23.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43.xml"/><Relationship Id="rId1" Type="http://schemas.openxmlformats.org/officeDocument/2006/relationships/tags" Target="../tags/tag67.xml"/><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43.xml"/><Relationship Id="rId1" Type="http://schemas.openxmlformats.org/officeDocument/2006/relationships/tags" Target="../tags/tag68.xml"/><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xml"/><Relationship Id="rId1" Type="http://schemas.openxmlformats.org/officeDocument/2006/relationships/tags" Target="../tags/tag69.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45.xml"/><Relationship Id="rId1" Type="http://schemas.openxmlformats.org/officeDocument/2006/relationships/tags" Target="../tags/tag70.xml"/><Relationship Id="rId4" Type="http://schemas.openxmlformats.org/officeDocument/2006/relationships/image" Target="../media/image24.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4.xml"/><Relationship Id="rId1" Type="http://schemas.openxmlformats.org/officeDocument/2006/relationships/tags" Target="../tags/tag71.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8.xml"/><Relationship Id="rId1" Type="http://schemas.openxmlformats.org/officeDocument/2006/relationships/tags" Target="../tags/tag7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6.xml"/><Relationship Id="rId1" Type="http://schemas.openxmlformats.org/officeDocument/2006/relationships/tags" Target="../tags/tag73.xml"/><Relationship Id="rId4" Type="http://schemas.openxmlformats.org/officeDocument/2006/relationships/image" Target="../media/image61.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2.xml"/><Relationship Id="rId1" Type="http://schemas.openxmlformats.org/officeDocument/2006/relationships/tags" Target="../tags/tag74.xml"/><Relationship Id="rId4" Type="http://schemas.openxmlformats.org/officeDocument/2006/relationships/image" Target="../media/image62.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2.xml"/><Relationship Id="rId1" Type="http://schemas.openxmlformats.org/officeDocument/2006/relationships/tags" Target="../tags/tag75.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2.xml"/><Relationship Id="rId1" Type="http://schemas.openxmlformats.org/officeDocument/2006/relationships/tags" Target="../tags/tag76.xml"/></Relationships>
</file>

<file path=ppt/slides/_rels/slide85.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notesSlide" Target="../notesSlides/notesSlide85.xml"/><Relationship Id="rId7" Type="http://schemas.openxmlformats.org/officeDocument/2006/relationships/image" Target="../media/image66.png"/><Relationship Id="rId12" Type="http://schemas.openxmlformats.org/officeDocument/2006/relationships/image" Target="../media/image71.svg"/><Relationship Id="rId2" Type="http://schemas.openxmlformats.org/officeDocument/2006/relationships/slideLayout" Target="../slideLayouts/slideLayout22.xml"/><Relationship Id="rId1" Type="http://schemas.openxmlformats.org/officeDocument/2006/relationships/tags" Target="../tags/tag77.xml"/><Relationship Id="rId6" Type="http://schemas.openxmlformats.org/officeDocument/2006/relationships/image" Target="../media/image65.svg"/><Relationship Id="rId11" Type="http://schemas.openxmlformats.org/officeDocument/2006/relationships/image" Target="../media/image70.png"/><Relationship Id="rId5" Type="http://schemas.openxmlformats.org/officeDocument/2006/relationships/image" Target="../media/image64.png"/><Relationship Id="rId10" Type="http://schemas.openxmlformats.org/officeDocument/2006/relationships/image" Target="../media/image69.svg"/><Relationship Id="rId4" Type="http://schemas.openxmlformats.org/officeDocument/2006/relationships/image" Target="../media/image63.png"/><Relationship Id="rId9" Type="http://schemas.openxmlformats.org/officeDocument/2006/relationships/image" Target="../media/image68.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34.xml"/><Relationship Id="rId1" Type="http://schemas.openxmlformats.org/officeDocument/2006/relationships/tags" Target="../tags/tag78.xml"/><Relationship Id="rId4" Type="http://schemas.openxmlformats.org/officeDocument/2006/relationships/image" Target="../media/image23.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45.xml"/><Relationship Id="rId1" Type="http://schemas.openxmlformats.org/officeDocument/2006/relationships/tags" Target="../tags/tag79.xml"/><Relationship Id="rId4" Type="http://schemas.openxmlformats.org/officeDocument/2006/relationships/image" Target="../media/image24.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xml"/><Relationship Id="rId1" Type="http://schemas.openxmlformats.org/officeDocument/2006/relationships/tags" Target="../tags/tag80.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4.xml"/><Relationship Id="rId1" Type="http://schemas.openxmlformats.org/officeDocument/2006/relationships/tags" Target="../tags/tag81.xml"/></Relationships>
</file>

<file path=ppt/slides/_rels/slide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0.xml"/><Relationship Id="rId1" Type="http://schemas.openxmlformats.org/officeDocument/2006/relationships/slideLayout" Target="../slideLayouts/slideLayout43.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43.xml"/><Relationship Id="rId1" Type="http://schemas.openxmlformats.org/officeDocument/2006/relationships/tags" Target="../tags/tag82.xml"/><Relationship Id="rId4" Type="http://schemas.openxmlformats.org/officeDocument/2006/relationships/image" Target="../media/image4.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43.xml"/><Relationship Id="rId1" Type="http://schemas.openxmlformats.org/officeDocument/2006/relationships/tags" Target="../tags/tag83.xml"/><Relationship Id="rId4" Type="http://schemas.openxmlformats.org/officeDocument/2006/relationships/image" Target="../media/image4.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43.xml"/><Relationship Id="rId1" Type="http://schemas.openxmlformats.org/officeDocument/2006/relationships/tags" Target="../tags/tag84.xml"/><Relationship Id="rId4" Type="http://schemas.openxmlformats.org/officeDocument/2006/relationships/image" Target="../media/image4.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43.xml"/><Relationship Id="rId1" Type="http://schemas.openxmlformats.org/officeDocument/2006/relationships/tags" Target="../tags/tag85.xml"/><Relationship Id="rId4" Type="http://schemas.openxmlformats.org/officeDocument/2006/relationships/image" Target="../media/image4.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43.xml"/><Relationship Id="rId1" Type="http://schemas.openxmlformats.org/officeDocument/2006/relationships/tags" Target="../tags/tag86.xml"/><Relationship Id="rId4" Type="http://schemas.openxmlformats.org/officeDocument/2006/relationships/image" Target="../media/image4.png"/></Relationships>
</file>

<file path=ppt/slides/_rels/slide9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6.xml"/><Relationship Id="rId1" Type="http://schemas.openxmlformats.org/officeDocument/2006/relationships/slideLayout" Target="../slideLayouts/slideLayout43.xml"/></Relationships>
</file>

<file path=ppt/slides/_rels/slide9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7.xml"/><Relationship Id="rId1" Type="http://schemas.openxmlformats.org/officeDocument/2006/relationships/slideLayout" Target="../slideLayouts/slideLayout43.xml"/></Relationships>
</file>

<file path=ppt/slides/_rels/slide9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8.xml"/><Relationship Id="rId1" Type="http://schemas.openxmlformats.org/officeDocument/2006/relationships/slideLayout" Target="../slideLayouts/slideLayout43.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43.xml"/><Relationship Id="rId1" Type="http://schemas.openxmlformats.org/officeDocument/2006/relationships/tags" Target="../tags/tag87.xml"/><Relationship Id="rId4" Type="http://schemas.openxmlformats.org/officeDocument/2006/relationships/image" Target="../media/image4.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43.xml"/><Relationship Id="rId1" Type="http://schemas.openxmlformats.org/officeDocument/2006/relationships/tags" Target="../tags/tag88.xml"/><Relationship Id="rId4" Type="http://schemas.openxmlformats.org/officeDocument/2006/relationships/image" Target="../media/image4.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43.xml"/><Relationship Id="rId1" Type="http://schemas.openxmlformats.org/officeDocument/2006/relationships/tags" Target="../tags/tag89.xml"/><Relationship Id="rId4" Type="http://schemas.openxmlformats.org/officeDocument/2006/relationships/image" Target="../media/image4.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43.xml"/><Relationship Id="rId1" Type="http://schemas.openxmlformats.org/officeDocument/2006/relationships/tags" Target="../tags/tag90.xml"/><Relationship Id="rId4" Type="http://schemas.openxmlformats.org/officeDocument/2006/relationships/image" Target="../media/image4.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43.xml"/><Relationship Id="rId1" Type="http://schemas.openxmlformats.org/officeDocument/2006/relationships/tags" Target="../tags/tag91.xml"/><Relationship Id="rId4" Type="http://schemas.openxmlformats.org/officeDocument/2006/relationships/image" Target="../media/image4.png"/></Relationships>
</file>

<file path=ppt/slides/_rels/slide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4.xml"/><Relationship Id="rId1" Type="http://schemas.openxmlformats.org/officeDocument/2006/relationships/slideLayout" Target="../slideLayouts/slideLayout43.xml"/></Relationships>
</file>

<file path=ppt/slides/_rels/slide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5.xml"/><Relationship Id="rId1" Type="http://schemas.openxmlformats.org/officeDocument/2006/relationships/slideLayout" Target="../slideLayouts/slideLayout43.xml"/></Relationships>
</file>

<file path=ppt/slides/_rels/slide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6.xml"/><Relationship Id="rId1" Type="http://schemas.openxmlformats.org/officeDocument/2006/relationships/slideLayout" Target="../slideLayouts/slideLayout43.xml"/></Relationships>
</file>

<file path=ppt/slides/_rels/slide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7.xml"/><Relationship Id="rId1" Type="http://schemas.openxmlformats.org/officeDocument/2006/relationships/slideLayout" Target="../slideLayouts/slideLayout43.xml"/></Relationships>
</file>

<file path=ppt/slides/_rels/slide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8.xml"/><Relationship Id="rId1" Type="http://schemas.openxmlformats.org/officeDocument/2006/relationships/slideLayout" Target="../slideLayouts/slideLayout43.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43.xml"/><Relationship Id="rId1" Type="http://schemas.openxmlformats.org/officeDocument/2006/relationships/tags" Target="../tags/tag92.xml"/><Relationship Id="rId4" Type="http://schemas.openxmlformats.org/officeDocument/2006/relationships/image" Target="../media/image4.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1.xml"/><Relationship Id="rId1" Type="http://schemas.openxmlformats.org/officeDocument/2006/relationships/tags" Target="../tags/tag93.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45.xml"/><Relationship Id="rId1" Type="http://schemas.openxmlformats.org/officeDocument/2006/relationships/tags" Target="../tags/tag94.xml"/><Relationship Id="rId5" Type="http://schemas.openxmlformats.org/officeDocument/2006/relationships/hyperlink" Target="https://www.surveymonkey.com/r/FC96WBN" TargetMode="Externa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D4B05B-F465-BCAE-E1E3-092BDADA5F3B}"/>
              </a:ext>
            </a:extLst>
          </p:cNvPr>
          <p:cNvSpPr>
            <a:spLocks noGrp="1"/>
          </p:cNvSpPr>
          <p:nvPr>
            <p:ph type="ctrTitle"/>
          </p:nvPr>
        </p:nvSpPr>
        <p:spPr>
          <a:xfrm>
            <a:off x="382972" y="2298411"/>
            <a:ext cx="5292030" cy="1231106"/>
          </a:xfrm>
        </p:spPr>
        <p:txBody>
          <a:bodyPr/>
          <a:lstStyle/>
          <a:p>
            <a:r>
              <a:rPr lang="en-IN"/>
              <a:t>Introduction to Automation</a:t>
            </a:r>
          </a:p>
        </p:txBody>
      </p:sp>
      <p:sp>
        <p:nvSpPr>
          <p:cNvPr id="5" name="Text Placeholder 4">
            <a:extLst>
              <a:ext uri="{FF2B5EF4-FFF2-40B4-BE49-F238E27FC236}">
                <a16:creationId xmlns:a16="http://schemas.microsoft.com/office/drawing/2014/main" id="{8A94A2A7-4FDE-144F-3587-9E5890E0E9B5}"/>
              </a:ext>
            </a:extLst>
          </p:cNvPr>
          <p:cNvSpPr>
            <a:spLocks noGrp="1"/>
          </p:cNvSpPr>
          <p:nvPr>
            <p:ph type="body" sz="quarter" idx="10"/>
          </p:nvPr>
        </p:nvSpPr>
        <p:spPr/>
        <p:txBody>
          <a:bodyPr/>
          <a:lstStyle/>
          <a:p>
            <a:r>
              <a:rPr lang="en-IN"/>
              <a:t>Copyright 2023 UiPath</a:t>
            </a:r>
          </a:p>
        </p:txBody>
      </p:sp>
    </p:spTree>
    <p:custDataLst>
      <p:tags r:id="rId1"/>
    </p:custDataLst>
    <p:extLst>
      <p:ext uri="{BB962C8B-B14F-4D97-AF65-F5344CB8AC3E}">
        <p14:creationId xmlns:p14="http://schemas.microsoft.com/office/powerpoint/2010/main" val="3141622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5AE2C-0E04-4E16-08CA-AD398A0FBA65}"/>
              </a:ext>
            </a:extLst>
          </p:cNvPr>
          <p:cNvSpPr>
            <a:spLocks noGrp="1"/>
          </p:cNvSpPr>
          <p:nvPr>
            <p:ph type="ctrTitle"/>
          </p:nvPr>
        </p:nvSpPr>
        <p:spPr>
          <a:xfrm>
            <a:off x="382972" y="2298411"/>
            <a:ext cx="5292030" cy="1231106"/>
          </a:xfrm>
        </p:spPr>
        <p:txBody>
          <a:bodyPr/>
          <a:lstStyle/>
          <a:p>
            <a:r>
              <a:rPr lang="en-IN"/>
              <a:t>On your marks, get set, go!</a:t>
            </a:r>
          </a:p>
        </p:txBody>
      </p:sp>
    </p:spTree>
    <p:custDataLst>
      <p:tags r:id="rId1"/>
    </p:custDataLst>
    <p:extLst>
      <p:ext uri="{BB962C8B-B14F-4D97-AF65-F5344CB8AC3E}">
        <p14:creationId xmlns:p14="http://schemas.microsoft.com/office/powerpoint/2010/main" val="2101791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CBB340E-51BC-2CA4-900B-E8BAF6DC8DF8}"/>
              </a:ext>
            </a:extLst>
          </p:cNvPr>
          <p:cNvSpPr>
            <a:spLocks noGrp="1"/>
          </p:cNvSpPr>
          <p:nvPr>
            <p:ph type="title"/>
          </p:nvPr>
        </p:nvSpPr>
        <p:spPr/>
        <p:txBody>
          <a:bodyPr/>
          <a:lstStyle/>
          <a:p>
            <a:r>
              <a:rPr lang="en-US"/>
              <a:t>Course agenda</a:t>
            </a:r>
          </a:p>
        </p:txBody>
      </p:sp>
      <p:sp>
        <p:nvSpPr>
          <p:cNvPr id="5" name="Text Placeholder 4">
            <a:extLst>
              <a:ext uri="{FF2B5EF4-FFF2-40B4-BE49-F238E27FC236}">
                <a16:creationId xmlns:a16="http://schemas.microsoft.com/office/drawing/2014/main" id="{F473660C-70EE-B9BF-60ED-83E5E7A1DA91}"/>
              </a:ext>
            </a:extLst>
          </p:cNvPr>
          <p:cNvSpPr>
            <a:spLocks noGrp="1"/>
          </p:cNvSpPr>
          <p:nvPr>
            <p:ph type="body" sz="quarter" idx="10"/>
          </p:nvPr>
        </p:nvSpPr>
        <p:spPr/>
        <p:txBody>
          <a:bodyPr/>
          <a:lstStyle/>
          <a:p>
            <a:r>
              <a:rPr lang="en-IN"/>
              <a:t>01</a:t>
            </a:r>
          </a:p>
        </p:txBody>
      </p:sp>
      <p:sp>
        <p:nvSpPr>
          <p:cNvPr id="6" name="Text Placeholder 5">
            <a:extLst>
              <a:ext uri="{FF2B5EF4-FFF2-40B4-BE49-F238E27FC236}">
                <a16:creationId xmlns:a16="http://schemas.microsoft.com/office/drawing/2014/main" id="{0892785D-5917-A474-F31C-A6DE0BB2A8A7}"/>
              </a:ext>
            </a:extLst>
          </p:cNvPr>
          <p:cNvSpPr>
            <a:spLocks noGrp="1"/>
          </p:cNvSpPr>
          <p:nvPr>
            <p:ph type="body" sz="quarter" idx="11"/>
          </p:nvPr>
        </p:nvSpPr>
        <p:spPr/>
        <p:txBody>
          <a:bodyPr/>
          <a:lstStyle/>
          <a:p>
            <a:r>
              <a:rPr lang="en-IN"/>
              <a:t>02</a:t>
            </a:r>
          </a:p>
        </p:txBody>
      </p:sp>
      <p:sp>
        <p:nvSpPr>
          <p:cNvPr id="7" name="Text Placeholder 6">
            <a:extLst>
              <a:ext uri="{FF2B5EF4-FFF2-40B4-BE49-F238E27FC236}">
                <a16:creationId xmlns:a16="http://schemas.microsoft.com/office/drawing/2014/main" id="{5EF5AF35-30D5-FD7F-3341-90EC7535083D}"/>
              </a:ext>
            </a:extLst>
          </p:cNvPr>
          <p:cNvSpPr>
            <a:spLocks noGrp="1"/>
          </p:cNvSpPr>
          <p:nvPr>
            <p:ph type="body" sz="quarter" idx="12"/>
          </p:nvPr>
        </p:nvSpPr>
        <p:spPr/>
        <p:txBody>
          <a:bodyPr/>
          <a:lstStyle/>
          <a:p>
            <a:r>
              <a:rPr lang="en-IN"/>
              <a:t>03</a:t>
            </a:r>
          </a:p>
        </p:txBody>
      </p:sp>
      <p:sp>
        <p:nvSpPr>
          <p:cNvPr id="8" name="Text Placeholder 7">
            <a:extLst>
              <a:ext uri="{FF2B5EF4-FFF2-40B4-BE49-F238E27FC236}">
                <a16:creationId xmlns:a16="http://schemas.microsoft.com/office/drawing/2014/main" id="{E96FEF73-20B4-2820-F502-5A390B6956B7}"/>
              </a:ext>
            </a:extLst>
          </p:cNvPr>
          <p:cNvSpPr>
            <a:spLocks noGrp="1"/>
          </p:cNvSpPr>
          <p:nvPr>
            <p:ph type="body" sz="quarter" idx="13"/>
          </p:nvPr>
        </p:nvSpPr>
        <p:spPr/>
        <p:txBody>
          <a:bodyPr/>
          <a:lstStyle/>
          <a:p>
            <a:r>
              <a:rPr lang="en-IN"/>
              <a:t>04</a:t>
            </a:r>
          </a:p>
        </p:txBody>
      </p:sp>
      <p:sp>
        <p:nvSpPr>
          <p:cNvPr id="9" name="Text Placeholder 8">
            <a:extLst>
              <a:ext uri="{FF2B5EF4-FFF2-40B4-BE49-F238E27FC236}">
                <a16:creationId xmlns:a16="http://schemas.microsoft.com/office/drawing/2014/main" id="{A7FBAA0C-B382-656A-645F-DF5A756974FF}"/>
              </a:ext>
            </a:extLst>
          </p:cNvPr>
          <p:cNvSpPr>
            <a:spLocks noGrp="1"/>
          </p:cNvSpPr>
          <p:nvPr>
            <p:ph type="body" sz="quarter" idx="14"/>
          </p:nvPr>
        </p:nvSpPr>
        <p:spPr>
          <a:xfrm>
            <a:off x="1574801" y="1830000"/>
            <a:ext cx="4165600" cy="276999"/>
          </a:xfrm>
        </p:spPr>
        <p:txBody>
          <a:bodyPr/>
          <a:lstStyle/>
          <a:p>
            <a:r>
              <a:rPr lang="en-IN" sz="1800"/>
              <a:t>What is automation?</a:t>
            </a:r>
          </a:p>
        </p:txBody>
      </p:sp>
      <p:sp>
        <p:nvSpPr>
          <p:cNvPr id="10" name="Text Placeholder 9">
            <a:extLst>
              <a:ext uri="{FF2B5EF4-FFF2-40B4-BE49-F238E27FC236}">
                <a16:creationId xmlns:a16="http://schemas.microsoft.com/office/drawing/2014/main" id="{2BF791F7-C327-3B5C-D1A3-655C7DE2CC31}"/>
              </a:ext>
            </a:extLst>
          </p:cNvPr>
          <p:cNvSpPr>
            <a:spLocks noGrp="1"/>
          </p:cNvSpPr>
          <p:nvPr>
            <p:ph type="body" sz="quarter" idx="15"/>
          </p:nvPr>
        </p:nvSpPr>
        <p:spPr>
          <a:xfrm>
            <a:off x="1574801" y="3104233"/>
            <a:ext cx="4165600" cy="276999"/>
          </a:xfrm>
        </p:spPr>
        <p:txBody>
          <a:bodyPr/>
          <a:lstStyle/>
          <a:p>
            <a:r>
              <a:rPr lang="en-US" sz="1800"/>
              <a:t>How can automation help me?</a:t>
            </a:r>
          </a:p>
        </p:txBody>
      </p:sp>
      <p:sp>
        <p:nvSpPr>
          <p:cNvPr id="11" name="Text Placeholder 10">
            <a:extLst>
              <a:ext uri="{FF2B5EF4-FFF2-40B4-BE49-F238E27FC236}">
                <a16:creationId xmlns:a16="http://schemas.microsoft.com/office/drawing/2014/main" id="{78B14397-DBF8-0BFE-D8B6-805D922493D3}"/>
              </a:ext>
            </a:extLst>
          </p:cNvPr>
          <p:cNvSpPr>
            <a:spLocks noGrp="1"/>
          </p:cNvSpPr>
          <p:nvPr>
            <p:ph type="body" sz="quarter" idx="16"/>
          </p:nvPr>
        </p:nvSpPr>
        <p:spPr>
          <a:xfrm>
            <a:off x="1574801" y="4378466"/>
            <a:ext cx="4165600" cy="276999"/>
          </a:xfrm>
        </p:spPr>
        <p:txBody>
          <a:bodyPr/>
          <a:lstStyle/>
          <a:p>
            <a:r>
              <a:rPr lang="en-IN" sz="1800"/>
              <a:t>Configure your first automation</a:t>
            </a:r>
          </a:p>
        </p:txBody>
      </p:sp>
      <p:sp>
        <p:nvSpPr>
          <p:cNvPr id="12" name="Text Placeholder 11">
            <a:extLst>
              <a:ext uri="{FF2B5EF4-FFF2-40B4-BE49-F238E27FC236}">
                <a16:creationId xmlns:a16="http://schemas.microsoft.com/office/drawing/2014/main" id="{21D3CC31-1553-1038-3A89-0A3D107408F3}"/>
              </a:ext>
            </a:extLst>
          </p:cNvPr>
          <p:cNvSpPr>
            <a:spLocks noGrp="1"/>
          </p:cNvSpPr>
          <p:nvPr>
            <p:ph type="body" sz="quarter" idx="17"/>
          </p:nvPr>
        </p:nvSpPr>
        <p:spPr>
          <a:xfrm>
            <a:off x="1574801" y="5652700"/>
            <a:ext cx="4165600" cy="276999"/>
          </a:xfrm>
        </p:spPr>
        <p:txBody>
          <a:bodyPr/>
          <a:lstStyle/>
          <a:p>
            <a:r>
              <a:rPr lang="en-US" sz="1800"/>
              <a:t>How do I team up with a robot?</a:t>
            </a:r>
          </a:p>
        </p:txBody>
      </p:sp>
      <p:sp>
        <p:nvSpPr>
          <p:cNvPr id="13" name="Text Placeholder 12">
            <a:extLst>
              <a:ext uri="{FF2B5EF4-FFF2-40B4-BE49-F238E27FC236}">
                <a16:creationId xmlns:a16="http://schemas.microsoft.com/office/drawing/2014/main" id="{BBFEF6E2-2D1A-27EA-0944-B20E30D11FE9}"/>
              </a:ext>
            </a:extLst>
          </p:cNvPr>
          <p:cNvSpPr>
            <a:spLocks noGrp="1"/>
          </p:cNvSpPr>
          <p:nvPr>
            <p:ph type="body" sz="quarter" idx="18"/>
          </p:nvPr>
        </p:nvSpPr>
        <p:spPr>
          <a:xfrm>
            <a:off x="7643813" y="1691500"/>
            <a:ext cx="3087249" cy="553998"/>
          </a:xfrm>
        </p:spPr>
        <p:txBody>
          <a:bodyPr/>
          <a:lstStyle/>
          <a:p>
            <a:r>
              <a:rPr lang="en-US" sz="1800"/>
              <a:t>How can automation fit into my business?</a:t>
            </a:r>
          </a:p>
        </p:txBody>
      </p:sp>
      <p:sp>
        <p:nvSpPr>
          <p:cNvPr id="14" name="Text Placeholder 13">
            <a:extLst>
              <a:ext uri="{FF2B5EF4-FFF2-40B4-BE49-F238E27FC236}">
                <a16:creationId xmlns:a16="http://schemas.microsoft.com/office/drawing/2014/main" id="{19A76465-0490-1924-C975-E7611703E9F5}"/>
              </a:ext>
            </a:extLst>
          </p:cNvPr>
          <p:cNvSpPr>
            <a:spLocks noGrp="1"/>
          </p:cNvSpPr>
          <p:nvPr>
            <p:ph type="body" sz="quarter" idx="19"/>
          </p:nvPr>
        </p:nvSpPr>
        <p:spPr>
          <a:xfrm>
            <a:off x="7643813" y="2965733"/>
            <a:ext cx="4165600" cy="553998"/>
          </a:xfrm>
        </p:spPr>
        <p:txBody>
          <a:bodyPr/>
          <a:lstStyle/>
          <a:p>
            <a:r>
              <a:rPr lang="en-US" sz="1800"/>
              <a:t>How do I identify automation opportunities?</a:t>
            </a:r>
          </a:p>
        </p:txBody>
      </p:sp>
      <p:sp>
        <p:nvSpPr>
          <p:cNvPr id="15" name="Text Placeholder 14">
            <a:extLst>
              <a:ext uri="{FF2B5EF4-FFF2-40B4-BE49-F238E27FC236}">
                <a16:creationId xmlns:a16="http://schemas.microsoft.com/office/drawing/2014/main" id="{4634BC1B-5D5D-68B9-7EBB-563EC032C3A4}"/>
              </a:ext>
            </a:extLst>
          </p:cNvPr>
          <p:cNvSpPr>
            <a:spLocks noGrp="1"/>
          </p:cNvSpPr>
          <p:nvPr>
            <p:ph type="body" sz="quarter" idx="20"/>
          </p:nvPr>
        </p:nvSpPr>
        <p:spPr>
          <a:xfrm>
            <a:off x="7643813" y="4378466"/>
            <a:ext cx="4165600" cy="276999"/>
          </a:xfrm>
        </p:spPr>
        <p:txBody>
          <a:bodyPr/>
          <a:lstStyle/>
          <a:p>
            <a:r>
              <a:rPr lang="en-IN" sz="1800"/>
              <a:t>Check your knowledge</a:t>
            </a:r>
          </a:p>
        </p:txBody>
      </p:sp>
      <p:sp>
        <p:nvSpPr>
          <p:cNvPr id="16" name="Text Placeholder 15">
            <a:extLst>
              <a:ext uri="{FF2B5EF4-FFF2-40B4-BE49-F238E27FC236}">
                <a16:creationId xmlns:a16="http://schemas.microsoft.com/office/drawing/2014/main" id="{311F5216-DCAD-D3E8-B31C-4BE343862BF2}"/>
              </a:ext>
            </a:extLst>
          </p:cNvPr>
          <p:cNvSpPr>
            <a:spLocks noGrp="1"/>
          </p:cNvSpPr>
          <p:nvPr>
            <p:ph type="body" sz="quarter" idx="21"/>
          </p:nvPr>
        </p:nvSpPr>
        <p:spPr>
          <a:xfrm>
            <a:off x="7643813" y="5652700"/>
            <a:ext cx="4165600" cy="276999"/>
          </a:xfrm>
        </p:spPr>
        <p:txBody>
          <a:bodyPr/>
          <a:lstStyle/>
          <a:p>
            <a:r>
              <a:rPr lang="en-IN" sz="1800"/>
              <a:t>Learning resources</a:t>
            </a:r>
          </a:p>
        </p:txBody>
      </p:sp>
      <p:sp>
        <p:nvSpPr>
          <p:cNvPr id="17" name="Text Placeholder 16">
            <a:extLst>
              <a:ext uri="{FF2B5EF4-FFF2-40B4-BE49-F238E27FC236}">
                <a16:creationId xmlns:a16="http://schemas.microsoft.com/office/drawing/2014/main" id="{8D5BCD09-90C1-52C7-1E90-863B2A6DB54D}"/>
              </a:ext>
            </a:extLst>
          </p:cNvPr>
          <p:cNvSpPr>
            <a:spLocks noGrp="1"/>
          </p:cNvSpPr>
          <p:nvPr>
            <p:ph type="body" sz="quarter" idx="22"/>
          </p:nvPr>
        </p:nvSpPr>
        <p:spPr/>
        <p:txBody>
          <a:bodyPr/>
          <a:lstStyle/>
          <a:p>
            <a:r>
              <a:rPr lang="en-IN"/>
              <a:t>05</a:t>
            </a:r>
          </a:p>
        </p:txBody>
      </p:sp>
      <p:sp>
        <p:nvSpPr>
          <p:cNvPr id="18" name="Text Placeholder 17">
            <a:extLst>
              <a:ext uri="{FF2B5EF4-FFF2-40B4-BE49-F238E27FC236}">
                <a16:creationId xmlns:a16="http://schemas.microsoft.com/office/drawing/2014/main" id="{300620B9-F162-E068-8709-01CD84D40CE3}"/>
              </a:ext>
            </a:extLst>
          </p:cNvPr>
          <p:cNvSpPr>
            <a:spLocks noGrp="1"/>
          </p:cNvSpPr>
          <p:nvPr>
            <p:ph type="body" sz="quarter" idx="23"/>
          </p:nvPr>
        </p:nvSpPr>
        <p:spPr/>
        <p:txBody>
          <a:bodyPr/>
          <a:lstStyle/>
          <a:p>
            <a:r>
              <a:rPr lang="en-IN"/>
              <a:t>06</a:t>
            </a:r>
          </a:p>
        </p:txBody>
      </p:sp>
      <p:sp>
        <p:nvSpPr>
          <p:cNvPr id="20" name="Text Placeholder 19">
            <a:extLst>
              <a:ext uri="{FF2B5EF4-FFF2-40B4-BE49-F238E27FC236}">
                <a16:creationId xmlns:a16="http://schemas.microsoft.com/office/drawing/2014/main" id="{701E6115-3494-44A3-AAC8-C46E68AC16B1}"/>
              </a:ext>
            </a:extLst>
          </p:cNvPr>
          <p:cNvSpPr>
            <a:spLocks noGrp="1"/>
          </p:cNvSpPr>
          <p:nvPr>
            <p:ph type="body" sz="quarter" idx="24"/>
          </p:nvPr>
        </p:nvSpPr>
        <p:spPr/>
        <p:txBody>
          <a:bodyPr/>
          <a:lstStyle/>
          <a:p>
            <a:r>
              <a:rPr lang="en-IN"/>
              <a:t>07</a:t>
            </a:r>
          </a:p>
        </p:txBody>
      </p:sp>
      <p:sp>
        <p:nvSpPr>
          <p:cNvPr id="22" name="Text Placeholder 21">
            <a:extLst>
              <a:ext uri="{FF2B5EF4-FFF2-40B4-BE49-F238E27FC236}">
                <a16:creationId xmlns:a16="http://schemas.microsoft.com/office/drawing/2014/main" id="{79593F0E-5A34-0FD8-E4A8-C52AA8F7FC0C}"/>
              </a:ext>
            </a:extLst>
          </p:cNvPr>
          <p:cNvSpPr>
            <a:spLocks noGrp="1"/>
          </p:cNvSpPr>
          <p:nvPr>
            <p:ph type="body" sz="quarter" idx="25"/>
          </p:nvPr>
        </p:nvSpPr>
        <p:spPr/>
        <p:txBody>
          <a:bodyPr/>
          <a:lstStyle/>
          <a:p>
            <a:r>
              <a:rPr lang="en-IN"/>
              <a:t>08</a:t>
            </a:r>
          </a:p>
        </p:txBody>
      </p:sp>
      <p:pic>
        <p:nvPicPr>
          <p:cNvPr id="3" name="Picture 2" descr="A blue circle with yellow wings&#10;&#10;Description automatically generated">
            <a:extLst>
              <a:ext uri="{FF2B5EF4-FFF2-40B4-BE49-F238E27FC236}">
                <a16:creationId xmlns:a16="http://schemas.microsoft.com/office/drawing/2014/main" id="{42AFC34F-5452-ADA7-1649-EA3C78C6943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950531" y="1285956"/>
            <a:ext cx="857294" cy="787440"/>
          </a:xfrm>
          <a:prstGeom prst="rect">
            <a:avLst/>
          </a:prstGeom>
        </p:spPr>
      </p:pic>
    </p:spTree>
    <p:custDataLst>
      <p:tags r:id="rId1"/>
    </p:custDataLst>
    <p:extLst>
      <p:ext uri="{BB962C8B-B14F-4D97-AF65-F5344CB8AC3E}">
        <p14:creationId xmlns:p14="http://schemas.microsoft.com/office/powerpoint/2010/main" val="3399233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487A1E-431C-08DE-D0CF-6935217097A0}"/>
              </a:ext>
            </a:extLst>
          </p:cNvPr>
          <p:cNvSpPr>
            <a:spLocks noGrp="1"/>
          </p:cNvSpPr>
          <p:nvPr>
            <p:ph type="title"/>
          </p:nvPr>
        </p:nvSpPr>
        <p:spPr/>
        <p:txBody>
          <a:bodyPr/>
          <a:lstStyle/>
          <a:p>
            <a:r>
              <a:rPr lang="en-US"/>
              <a:t>Course objectives</a:t>
            </a:r>
            <a:endParaRPr lang="en-IN"/>
          </a:p>
        </p:txBody>
      </p:sp>
      <p:sp>
        <p:nvSpPr>
          <p:cNvPr id="6" name="Text Placeholder 5">
            <a:extLst>
              <a:ext uri="{FF2B5EF4-FFF2-40B4-BE49-F238E27FC236}">
                <a16:creationId xmlns:a16="http://schemas.microsoft.com/office/drawing/2014/main" id="{405EE506-6A42-D189-F2F9-CC87B0501C43}"/>
              </a:ext>
            </a:extLst>
          </p:cNvPr>
          <p:cNvSpPr>
            <a:spLocks noGrp="1"/>
          </p:cNvSpPr>
          <p:nvPr>
            <p:ph type="body" sz="quarter" idx="10"/>
          </p:nvPr>
        </p:nvSpPr>
        <p:spPr/>
        <p:txBody>
          <a:bodyPr/>
          <a:lstStyle/>
          <a:p>
            <a:r>
              <a:rPr lang="en-IN"/>
              <a:t>01</a:t>
            </a:r>
          </a:p>
        </p:txBody>
      </p:sp>
      <p:sp>
        <p:nvSpPr>
          <p:cNvPr id="7" name="Text Placeholder 6">
            <a:extLst>
              <a:ext uri="{FF2B5EF4-FFF2-40B4-BE49-F238E27FC236}">
                <a16:creationId xmlns:a16="http://schemas.microsoft.com/office/drawing/2014/main" id="{5A2A1628-7270-791F-D0A3-5737EC4B9886}"/>
              </a:ext>
            </a:extLst>
          </p:cNvPr>
          <p:cNvSpPr>
            <a:spLocks noGrp="1"/>
          </p:cNvSpPr>
          <p:nvPr>
            <p:ph type="body" sz="quarter" idx="11"/>
          </p:nvPr>
        </p:nvSpPr>
        <p:spPr/>
        <p:txBody>
          <a:bodyPr/>
          <a:lstStyle/>
          <a:p>
            <a:r>
              <a:rPr lang="en-IN"/>
              <a:t>02</a:t>
            </a:r>
          </a:p>
        </p:txBody>
      </p:sp>
      <p:sp>
        <p:nvSpPr>
          <p:cNvPr id="8" name="Text Placeholder 7">
            <a:extLst>
              <a:ext uri="{FF2B5EF4-FFF2-40B4-BE49-F238E27FC236}">
                <a16:creationId xmlns:a16="http://schemas.microsoft.com/office/drawing/2014/main" id="{3AE57879-C68D-1835-2548-1205F49688EC}"/>
              </a:ext>
            </a:extLst>
          </p:cNvPr>
          <p:cNvSpPr>
            <a:spLocks noGrp="1"/>
          </p:cNvSpPr>
          <p:nvPr>
            <p:ph type="body" sz="quarter" idx="12"/>
          </p:nvPr>
        </p:nvSpPr>
        <p:spPr/>
        <p:txBody>
          <a:bodyPr/>
          <a:lstStyle/>
          <a:p>
            <a:r>
              <a:rPr lang="en-IN"/>
              <a:t>03</a:t>
            </a:r>
          </a:p>
        </p:txBody>
      </p:sp>
      <p:sp>
        <p:nvSpPr>
          <p:cNvPr id="9" name="Text Placeholder 8">
            <a:extLst>
              <a:ext uri="{FF2B5EF4-FFF2-40B4-BE49-F238E27FC236}">
                <a16:creationId xmlns:a16="http://schemas.microsoft.com/office/drawing/2014/main" id="{EA29D0BD-B738-C1E1-9FCC-1793578D2C42}"/>
              </a:ext>
            </a:extLst>
          </p:cNvPr>
          <p:cNvSpPr>
            <a:spLocks noGrp="1"/>
          </p:cNvSpPr>
          <p:nvPr>
            <p:ph type="body" sz="quarter" idx="13"/>
          </p:nvPr>
        </p:nvSpPr>
        <p:spPr/>
        <p:txBody>
          <a:bodyPr/>
          <a:lstStyle/>
          <a:p>
            <a:r>
              <a:rPr lang="en-IN"/>
              <a:t>04</a:t>
            </a:r>
          </a:p>
        </p:txBody>
      </p:sp>
      <p:sp>
        <p:nvSpPr>
          <p:cNvPr id="10" name="Text Placeholder 9">
            <a:extLst>
              <a:ext uri="{FF2B5EF4-FFF2-40B4-BE49-F238E27FC236}">
                <a16:creationId xmlns:a16="http://schemas.microsoft.com/office/drawing/2014/main" id="{941AAF6D-423C-FAE9-5E28-DB408713CBCA}"/>
              </a:ext>
            </a:extLst>
          </p:cNvPr>
          <p:cNvSpPr>
            <a:spLocks noGrp="1"/>
          </p:cNvSpPr>
          <p:nvPr>
            <p:ph type="body" sz="quarter" idx="14"/>
          </p:nvPr>
        </p:nvSpPr>
        <p:spPr>
          <a:xfrm>
            <a:off x="1574800" y="1650732"/>
            <a:ext cx="8199821" cy="615553"/>
          </a:xfrm>
        </p:spPr>
        <p:txBody>
          <a:bodyPr/>
          <a:lstStyle/>
          <a:p>
            <a:r>
              <a:rPr lang="en-US"/>
              <a:t>Describe automation fundamentals, including UiPath automation models, and effectively share the benefits with colleagues across departments.</a:t>
            </a:r>
            <a:endParaRPr lang="en-IN"/>
          </a:p>
        </p:txBody>
      </p:sp>
      <p:sp>
        <p:nvSpPr>
          <p:cNvPr id="11" name="Text Placeholder 10">
            <a:extLst>
              <a:ext uri="{FF2B5EF4-FFF2-40B4-BE49-F238E27FC236}">
                <a16:creationId xmlns:a16="http://schemas.microsoft.com/office/drawing/2014/main" id="{D211D8AC-6B1C-ED19-1475-92837A0513B9}"/>
              </a:ext>
            </a:extLst>
          </p:cNvPr>
          <p:cNvSpPr>
            <a:spLocks noGrp="1"/>
          </p:cNvSpPr>
          <p:nvPr>
            <p:ph type="body" sz="quarter" idx="15"/>
          </p:nvPr>
        </p:nvSpPr>
        <p:spPr>
          <a:xfrm>
            <a:off x="1574801" y="3073319"/>
            <a:ext cx="8410028" cy="307777"/>
          </a:xfrm>
        </p:spPr>
        <p:txBody>
          <a:bodyPr/>
          <a:lstStyle/>
          <a:p>
            <a:r>
              <a:rPr lang="en-US"/>
              <a:t>Create a simple automation project in Studio Web using templates.</a:t>
            </a:r>
            <a:endParaRPr lang="en-IN"/>
          </a:p>
        </p:txBody>
      </p:sp>
      <p:sp>
        <p:nvSpPr>
          <p:cNvPr id="12" name="Text Placeholder 11">
            <a:extLst>
              <a:ext uri="{FF2B5EF4-FFF2-40B4-BE49-F238E27FC236}">
                <a16:creationId xmlns:a16="http://schemas.microsoft.com/office/drawing/2014/main" id="{F7913C5D-4C1A-DBAC-78EC-A3FD65D7BA01}"/>
              </a:ext>
            </a:extLst>
          </p:cNvPr>
          <p:cNvSpPr>
            <a:spLocks noGrp="1"/>
          </p:cNvSpPr>
          <p:nvPr>
            <p:ph type="body" sz="quarter" idx="16"/>
          </p:nvPr>
        </p:nvSpPr>
        <p:spPr>
          <a:xfrm>
            <a:off x="1574800" y="4055301"/>
            <a:ext cx="10234613" cy="923330"/>
          </a:xfrm>
        </p:spPr>
        <p:txBody>
          <a:bodyPr/>
          <a:lstStyle/>
          <a:p>
            <a:r>
              <a:rPr lang="en-US"/>
              <a:t>Describe different collaborative scenarios between humans and robots in an automated enterprise, as well as the roles that support the automation journey and the roles you can take in this context.</a:t>
            </a:r>
          </a:p>
        </p:txBody>
      </p:sp>
      <p:sp>
        <p:nvSpPr>
          <p:cNvPr id="13" name="Text Placeholder 12">
            <a:extLst>
              <a:ext uri="{FF2B5EF4-FFF2-40B4-BE49-F238E27FC236}">
                <a16:creationId xmlns:a16="http://schemas.microsoft.com/office/drawing/2014/main" id="{9C5CD4DD-7279-1E8A-A1E7-31E57DD9D303}"/>
              </a:ext>
            </a:extLst>
          </p:cNvPr>
          <p:cNvSpPr>
            <a:spLocks noGrp="1"/>
          </p:cNvSpPr>
          <p:nvPr>
            <p:ph type="body" sz="quarter" idx="17"/>
          </p:nvPr>
        </p:nvSpPr>
        <p:spPr>
          <a:xfrm>
            <a:off x="1574801" y="5637311"/>
            <a:ext cx="8315434" cy="307777"/>
          </a:xfrm>
        </p:spPr>
        <p:txBody>
          <a:bodyPr>
            <a:noAutofit/>
          </a:bodyPr>
          <a:lstStyle/>
          <a:p>
            <a:r>
              <a:rPr lang="en-US"/>
              <a:t>Assess the applicability of automation for personal tasks and identify potential tasks/processes from daily work that can be automated.</a:t>
            </a:r>
            <a:endParaRPr lang="en-IN"/>
          </a:p>
        </p:txBody>
      </p:sp>
      <p:sp>
        <p:nvSpPr>
          <p:cNvPr id="4" name="TextBox 3">
            <a:extLst>
              <a:ext uri="{FF2B5EF4-FFF2-40B4-BE49-F238E27FC236}">
                <a16:creationId xmlns:a16="http://schemas.microsoft.com/office/drawing/2014/main" id="{6A4BD7C7-B389-CD82-A7DD-A5A25EC1A9ED}"/>
              </a:ext>
            </a:extLst>
          </p:cNvPr>
          <p:cNvSpPr txBox="1"/>
          <p:nvPr/>
        </p:nvSpPr>
        <p:spPr>
          <a:xfrm>
            <a:off x="381000" y="1047600"/>
            <a:ext cx="8043472" cy="307777"/>
          </a:xfrm>
          <a:prstGeom prst="rect">
            <a:avLst/>
          </a:prstGeom>
          <a:noFill/>
        </p:spPr>
        <p:txBody>
          <a:bodyPr wrap="square" lIns="0" tIns="0" rIns="0" bIns="0" rtlCol="0">
            <a:spAutoFit/>
          </a:bodyPr>
          <a:lstStyle/>
          <a:p>
            <a:pPr algn="l"/>
            <a:r>
              <a:rPr lang="en-US" sz="2000">
                <a:latin typeface="Arial"/>
                <a:cs typeface="Arial"/>
              </a:rPr>
              <a:t>At the end of this course, you should be able to:</a:t>
            </a:r>
            <a:endParaRPr lang="en-IN" sz="2000">
              <a:latin typeface="Arial"/>
              <a:cs typeface="Arial"/>
            </a:endParaRPr>
          </a:p>
        </p:txBody>
      </p:sp>
      <p:pic>
        <p:nvPicPr>
          <p:cNvPr id="3" name="Picture 2" descr="A cartoon of a smiling orange and blue object with blue hands&#10;&#10;Description automatically generated with medium confidence">
            <a:extLst>
              <a:ext uri="{FF2B5EF4-FFF2-40B4-BE49-F238E27FC236}">
                <a16:creationId xmlns:a16="http://schemas.microsoft.com/office/drawing/2014/main" id="{4EE96E28-A393-2C3F-0492-B474ED5B93B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220436" y="5025984"/>
            <a:ext cx="1441524" cy="1530429"/>
          </a:xfrm>
          <a:prstGeom prst="rect">
            <a:avLst/>
          </a:prstGeom>
        </p:spPr>
      </p:pic>
    </p:spTree>
    <p:custDataLst>
      <p:tags r:id="rId1"/>
    </p:custDataLst>
    <p:extLst>
      <p:ext uri="{BB962C8B-B14F-4D97-AF65-F5344CB8AC3E}">
        <p14:creationId xmlns:p14="http://schemas.microsoft.com/office/powerpoint/2010/main" val="356262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B4F7579-E683-97C4-FDAC-81A3674D978E}"/>
              </a:ext>
            </a:extLst>
          </p:cNvPr>
          <p:cNvSpPr>
            <a:spLocks noGrp="1"/>
          </p:cNvSpPr>
          <p:nvPr>
            <p:ph type="ctrTitle"/>
          </p:nvPr>
        </p:nvSpPr>
        <p:spPr>
          <a:xfrm>
            <a:off x="382972" y="1313526"/>
            <a:ext cx="5292030" cy="2215991"/>
          </a:xfrm>
        </p:spPr>
        <p:txBody>
          <a:bodyPr/>
          <a:lstStyle/>
          <a:p>
            <a:r>
              <a:rPr lang="en-IN" sz="8000"/>
              <a:t>01</a:t>
            </a:r>
            <a:br>
              <a:rPr lang="en-IN"/>
            </a:br>
            <a:r>
              <a:rPr lang="en-IN"/>
              <a:t>What is  </a:t>
            </a:r>
            <a:br>
              <a:rPr lang="en-IN"/>
            </a:br>
            <a:r>
              <a:rPr lang="en-IN"/>
              <a:t>automation?</a:t>
            </a:r>
          </a:p>
        </p:txBody>
      </p:sp>
    </p:spTree>
    <p:custDataLst>
      <p:tags r:id="rId1"/>
    </p:custDataLst>
    <p:extLst>
      <p:ext uri="{BB962C8B-B14F-4D97-AF65-F5344CB8AC3E}">
        <p14:creationId xmlns:p14="http://schemas.microsoft.com/office/powerpoint/2010/main" val="1663689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FC72F-0F84-16D0-622B-5FE4BB287AED}"/>
              </a:ext>
            </a:extLst>
          </p:cNvPr>
          <p:cNvSpPr>
            <a:spLocks noGrp="1"/>
          </p:cNvSpPr>
          <p:nvPr>
            <p:ph type="title"/>
          </p:nvPr>
        </p:nvSpPr>
        <p:spPr/>
        <p:txBody>
          <a:bodyPr/>
          <a:lstStyle/>
          <a:p>
            <a:r>
              <a:rPr lang="en-IN"/>
              <a:t>Lesson objectives</a:t>
            </a:r>
          </a:p>
        </p:txBody>
      </p:sp>
      <p:sp>
        <p:nvSpPr>
          <p:cNvPr id="14" name="Text Placeholder 13">
            <a:extLst>
              <a:ext uri="{FF2B5EF4-FFF2-40B4-BE49-F238E27FC236}">
                <a16:creationId xmlns:a16="http://schemas.microsoft.com/office/drawing/2014/main" id="{D7759F7A-D645-6E09-52D0-95CAC62F8919}"/>
              </a:ext>
            </a:extLst>
          </p:cNvPr>
          <p:cNvSpPr>
            <a:spLocks noGrp="1"/>
          </p:cNvSpPr>
          <p:nvPr>
            <p:ph type="body" sz="quarter" idx="10"/>
          </p:nvPr>
        </p:nvSpPr>
        <p:spPr/>
        <p:txBody>
          <a:bodyPr/>
          <a:lstStyle/>
          <a:p>
            <a:r>
              <a:rPr lang="en-IN"/>
              <a:t>01</a:t>
            </a:r>
          </a:p>
        </p:txBody>
      </p:sp>
      <p:sp>
        <p:nvSpPr>
          <p:cNvPr id="15" name="Text Placeholder 14">
            <a:extLst>
              <a:ext uri="{FF2B5EF4-FFF2-40B4-BE49-F238E27FC236}">
                <a16:creationId xmlns:a16="http://schemas.microsoft.com/office/drawing/2014/main" id="{1D45910A-679E-1B6A-BCA3-2AF1D90DD2F3}"/>
              </a:ext>
            </a:extLst>
          </p:cNvPr>
          <p:cNvSpPr>
            <a:spLocks noGrp="1"/>
          </p:cNvSpPr>
          <p:nvPr>
            <p:ph type="body" sz="quarter" idx="11"/>
          </p:nvPr>
        </p:nvSpPr>
        <p:spPr/>
        <p:txBody>
          <a:bodyPr/>
          <a:lstStyle/>
          <a:p>
            <a:r>
              <a:rPr lang="en-IN"/>
              <a:t>02</a:t>
            </a:r>
          </a:p>
        </p:txBody>
      </p:sp>
      <p:sp>
        <p:nvSpPr>
          <p:cNvPr id="7" name="Text Placeholder 6">
            <a:extLst>
              <a:ext uri="{FF2B5EF4-FFF2-40B4-BE49-F238E27FC236}">
                <a16:creationId xmlns:a16="http://schemas.microsoft.com/office/drawing/2014/main" id="{44A948EE-BF8C-E306-6069-129D42BAB0FF}"/>
              </a:ext>
            </a:extLst>
          </p:cNvPr>
          <p:cNvSpPr>
            <a:spLocks noGrp="1"/>
          </p:cNvSpPr>
          <p:nvPr>
            <p:ph type="body" sz="quarter" idx="14"/>
          </p:nvPr>
        </p:nvSpPr>
        <p:spPr/>
        <p:txBody>
          <a:bodyPr/>
          <a:lstStyle/>
          <a:p>
            <a:r>
              <a:rPr lang="en-US"/>
              <a:t>Explain what automation is and its benefits.</a:t>
            </a:r>
            <a:endParaRPr lang="en-IN"/>
          </a:p>
        </p:txBody>
      </p:sp>
      <p:sp>
        <p:nvSpPr>
          <p:cNvPr id="8" name="Text Placeholder 7">
            <a:extLst>
              <a:ext uri="{FF2B5EF4-FFF2-40B4-BE49-F238E27FC236}">
                <a16:creationId xmlns:a16="http://schemas.microsoft.com/office/drawing/2014/main" id="{FD4C6C52-EC4E-47E7-2977-2F111A79B565}"/>
              </a:ext>
            </a:extLst>
          </p:cNvPr>
          <p:cNvSpPr>
            <a:spLocks noGrp="1"/>
          </p:cNvSpPr>
          <p:nvPr>
            <p:ph type="body" sz="quarter" idx="15"/>
          </p:nvPr>
        </p:nvSpPr>
        <p:spPr/>
        <p:txBody>
          <a:bodyPr/>
          <a:lstStyle/>
          <a:p>
            <a:r>
              <a:rPr lang="en-US"/>
              <a:t>Differentiate between the various automation categories UiPath offers its users. </a:t>
            </a:r>
            <a:endParaRPr lang="en-IN"/>
          </a:p>
        </p:txBody>
      </p:sp>
      <p:sp>
        <p:nvSpPr>
          <p:cNvPr id="11" name="TextBox 10">
            <a:extLst>
              <a:ext uri="{FF2B5EF4-FFF2-40B4-BE49-F238E27FC236}">
                <a16:creationId xmlns:a16="http://schemas.microsoft.com/office/drawing/2014/main" id="{8972BD9A-8E11-9600-0A4C-1C063A27E6C7}"/>
              </a:ext>
            </a:extLst>
          </p:cNvPr>
          <p:cNvSpPr txBox="1"/>
          <p:nvPr/>
        </p:nvSpPr>
        <p:spPr>
          <a:xfrm>
            <a:off x="381000" y="1047600"/>
            <a:ext cx="8043472" cy="307777"/>
          </a:xfrm>
          <a:prstGeom prst="rect">
            <a:avLst/>
          </a:prstGeom>
          <a:noFill/>
        </p:spPr>
        <p:txBody>
          <a:bodyPr wrap="square" lIns="0" tIns="0" rIns="0" bIns="0" rtlCol="0">
            <a:spAutoFit/>
          </a:bodyPr>
          <a:lstStyle/>
          <a:p>
            <a:pPr algn="l"/>
            <a:r>
              <a:rPr lang="en-US" sz="2000">
                <a:latin typeface="Arial"/>
                <a:cs typeface="Arial"/>
              </a:rPr>
              <a:t>At the end of this lesson, you should be able to:</a:t>
            </a:r>
            <a:endParaRPr lang="en-IN" sz="2000">
              <a:latin typeface="Arial"/>
              <a:cs typeface="Arial"/>
            </a:endParaRPr>
          </a:p>
        </p:txBody>
      </p:sp>
      <p:pic>
        <p:nvPicPr>
          <p:cNvPr id="4" name="Picture 3" descr="A cartoon of a smiling orange and blue object with blue hands&#10;&#10;Description automatically generated with medium confidence">
            <a:extLst>
              <a:ext uri="{FF2B5EF4-FFF2-40B4-BE49-F238E27FC236}">
                <a16:creationId xmlns:a16="http://schemas.microsoft.com/office/drawing/2014/main" id="{8C28F99A-25F4-40BC-6A72-AD3A8B88E2B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220436" y="5025984"/>
            <a:ext cx="1441524" cy="1530429"/>
          </a:xfrm>
          <a:prstGeom prst="rect">
            <a:avLst/>
          </a:prstGeom>
        </p:spPr>
      </p:pic>
    </p:spTree>
    <p:custDataLst>
      <p:tags r:id="rId1"/>
    </p:custDataLst>
    <p:extLst>
      <p:ext uri="{BB962C8B-B14F-4D97-AF65-F5344CB8AC3E}">
        <p14:creationId xmlns:p14="http://schemas.microsoft.com/office/powerpoint/2010/main" val="4278735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C402DA7-8237-029D-6541-CCB58539FF2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761890" y="2188107"/>
            <a:ext cx="6426935" cy="4312172"/>
          </a:xfrm>
          <a:prstGeom prst="rect">
            <a:avLst/>
          </a:prstGeom>
        </p:spPr>
      </p:pic>
      <p:sp>
        <p:nvSpPr>
          <p:cNvPr id="2" name="Title 1">
            <a:extLst>
              <a:ext uri="{FF2B5EF4-FFF2-40B4-BE49-F238E27FC236}">
                <a16:creationId xmlns:a16="http://schemas.microsoft.com/office/drawing/2014/main" id="{AB907A06-EC42-CB41-7D45-8A19EE055092}"/>
              </a:ext>
            </a:extLst>
          </p:cNvPr>
          <p:cNvSpPr>
            <a:spLocks noGrp="1"/>
          </p:cNvSpPr>
          <p:nvPr>
            <p:ph type="title"/>
          </p:nvPr>
        </p:nvSpPr>
        <p:spPr/>
        <p:txBody>
          <a:bodyPr/>
          <a:lstStyle/>
          <a:p>
            <a:r>
              <a:rPr lang="en-IN"/>
              <a:t>Activity time!</a:t>
            </a:r>
          </a:p>
        </p:txBody>
      </p:sp>
      <p:sp>
        <p:nvSpPr>
          <p:cNvPr id="11" name="Content Placeholder 10">
            <a:extLst>
              <a:ext uri="{FF2B5EF4-FFF2-40B4-BE49-F238E27FC236}">
                <a16:creationId xmlns:a16="http://schemas.microsoft.com/office/drawing/2014/main" id="{ECB8C4CF-BB7E-4991-5F8E-5D9BAFBF5424}"/>
              </a:ext>
            </a:extLst>
          </p:cNvPr>
          <p:cNvSpPr>
            <a:spLocks noGrp="1"/>
          </p:cNvSpPr>
          <p:nvPr>
            <p:ph sz="quarter" idx="10"/>
          </p:nvPr>
        </p:nvSpPr>
        <p:spPr>
          <a:xfrm>
            <a:off x="381001" y="1047600"/>
            <a:ext cx="5342400" cy="615553"/>
          </a:xfrm>
        </p:spPr>
        <p:txBody>
          <a:bodyPr/>
          <a:lstStyle/>
          <a:p>
            <a:pPr>
              <a:spcBef>
                <a:spcPts val="0"/>
              </a:spcBef>
              <a:spcAft>
                <a:spcPts val="600"/>
              </a:spcAft>
            </a:pPr>
            <a:r>
              <a:rPr lang="en-US"/>
              <a:t>Name one day-to-day process that has made your life easier since it was automated.</a:t>
            </a:r>
          </a:p>
        </p:txBody>
      </p:sp>
      <p:sp>
        <p:nvSpPr>
          <p:cNvPr id="8" name="Rectangle 7">
            <a:extLst>
              <a:ext uri="{FF2B5EF4-FFF2-40B4-BE49-F238E27FC236}">
                <a16:creationId xmlns:a16="http://schemas.microsoft.com/office/drawing/2014/main" id="{09F19E9E-6337-CC46-F860-B0528B531261}"/>
              </a:ext>
            </a:extLst>
          </p:cNvPr>
          <p:cNvSpPr/>
          <p:nvPr/>
        </p:nvSpPr>
        <p:spPr>
          <a:xfrm>
            <a:off x="381001" y="2013609"/>
            <a:ext cx="5082250" cy="203753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endParaRPr lang="en-IN" sz="1400" b="0" i="0" err="1">
              <a:latin typeface="Arial"/>
              <a:cs typeface="Arial"/>
            </a:endParaRPr>
          </a:p>
        </p:txBody>
      </p:sp>
      <p:pic>
        <p:nvPicPr>
          <p:cNvPr id="9" name="Picture 8" descr="A light bulb with orange lines&#10;&#10;Description automatically generated with low confidence">
            <a:extLst>
              <a:ext uri="{FF2B5EF4-FFF2-40B4-BE49-F238E27FC236}">
                <a16:creationId xmlns:a16="http://schemas.microsoft.com/office/drawing/2014/main" id="{31DB1A5C-0A21-0799-7E42-C3C3B7069C0A}"/>
              </a:ext>
            </a:extLst>
          </p:cNvPr>
          <p:cNvPicPr>
            <a:picLocks noChangeAspect="1"/>
          </p:cNvPicPr>
          <p:nvPr/>
        </p:nvPicPr>
        <p:blipFill>
          <a:blip r:embed="rId5"/>
          <a:stretch>
            <a:fillRect/>
          </a:stretch>
        </p:blipFill>
        <p:spPr>
          <a:xfrm>
            <a:off x="679640" y="2710655"/>
            <a:ext cx="718345" cy="718345"/>
          </a:xfrm>
          <a:prstGeom prst="rect">
            <a:avLst/>
          </a:prstGeom>
        </p:spPr>
      </p:pic>
      <p:sp>
        <p:nvSpPr>
          <p:cNvPr id="10" name="Content Placeholder 10">
            <a:extLst>
              <a:ext uri="{FF2B5EF4-FFF2-40B4-BE49-F238E27FC236}">
                <a16:creationId xmlns:a16="http://schemas.microsoft.com/office/drawing/2014/main" id="{65D44611-0FD7-5399-65FF-3EF97C3C6ED5}"/>
              </a:ext>
            </a:extLst>
          </p:cNvPr>
          <p:cNvSpPr txBox="1">
            <a:spLocks/>
          </p:cNvSpPr>
          <p:nvPr/>
        </p:nvSpPr>
        <p:spPr>
          <a:xfrm>
            <a:off x="2095640" y="2292751"/>
            <a:ext cx="3367611" cy="1461939"/>
          </a:xfrm>
          <a:prstGeom prst="rect">
            <a:avLst/>
          </a:prstGeom>
        </p:spPr>
        <p:txBody>
          <a:bodyPr vert="horz" wrap="square"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spcBef>
                <a:spcPts val="0"/>
              </a:spcBef>
              <a:spcAft>
                <a:spcPts val="600"/>
              </a:spcAft>
              <a:buNone/>
            </a:pPr>
            <a:r>
              <a:rPr lang="en-US"/>
              <a:t>Hints:</a:t>
            </a:r>
          </a:p>
          <a:p>
            <a:pPr marL="173038" lvl="1" indent="-173038">
              <a:spcBef>
                <a:spcPts val="0"/>
              </a:spcBef>
              <a:spcAft>
                <a:spcPts val="600"/>
              </a:spcAft>
              <a:buFont typeface="Arial" panose="020B0604020202020204" pitchFamily="34" charset="0"/>
              <a:buChar char="•"/>
            </a:pPr>
            <a:r>
              <a:rPr lang="en-US"/>
              <a:t>Automatic payments</a:t>
            </a:r>
          </a:p>
          <a:p>
            <a:pPr marL="173038" lvl="1" indent="-173038">
              <a:spcBef>
                <a:spcPts val="0"/>
              </a:spcBef>
              <a:spcAft>
                <a:spcPts val="600"/>
              </a:spcAft>
              <a:buFont typeface="Arial" panose="020B0604020202020204" pitchFamily="34" charset="0"/>
              <a:buChar char="•"/>
            </a:pPr>
            <a:r>
              <a:rPr lang="en-US"/>
              <a:t>Automatic door locks</a:t>
            </a:r>
          </a:p>
          <a:p>
            <a:pPr marL="173038" lvl="1" indent="-173038">
              <a:spcBef>
                <a:spcPts val="0"/>
              </a:spcBef>
              <a:spcAft>
                <a:spcPts val="600"/>
              </a:spcAft>
              <a:buFont typeface="Arial" panose="020B0604020202020204" pitchFamily="34" charset="0"/>
              <a:buChar char="•"/>
            </a:pPr>
            <a:r>
              <a:rPr lang="en-US"/>
              <a:t>Automatic elevators</a:t>
            </a:r>
          </a:p>
        </p:txBody>
      </p:sp>
      <p:cxnSp>
        <p:nvCxnSpPr>
          <p:cNvPr id="13" name="Straight Connector 12">
            <a:extLst>
              <a:ext uri="{FF2B5EF4-FFF2-40B4-BE49-F238E27FC236}">
                <a16:creationId xmlns:a16="http://schemas.microsoft.com/office/drawing/2014/main" id="{0BC54EB9-EFE8-3FF5-FB4C-5636EE70421F}"/>
              </a:ext>
            </a:extLst>
          </p:cNvPr>
          <p:cNvCxnSpPr/>
          <p:nvPr/>
        </p:nvCxnSpPr>
        <p:spPr>
          <a:xfrm>
            <a:off x="1724628" y="2292751"/>
            <a:ext cx="0" cy="1461939"/>
          </a:xfrm>
          <a:prstGeom prst="line">
            <a:avLst/>
          </a:prstGeom>
          <a:ln w="9525" cap="flat" cmpd="sng" algn="ctr">
            <a:solidFill>
              <a:srgbClr val="F6F6F6"/>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1267194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828E939-B692-55B4-8A59-F712F7889FF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806036" y="2208193"/>
            <a:ext cx="8368110" cy="4537779"/>
          </a:xfrm>
          <a:prstGeom prst="rect">
            <a:avLst/>
          </a:prstGeom>
        </p:spPr>
      </p:pic>
      <p:sp>
        <p:nvSpPr>
          <p:cNvPr id="5" name="Title 4">
            <a:extLst>
              <a:ext uri="{FF2B5EF4-FFF2-40B4-BE49-F238E27FC236}">
                <a16:creationId xmlns:a16="http://schemas.microsoft.com/office/drawing/2014/main" id="{F0285F34-A1EF-0E4A-B498-CE6DEC22F41D}"/>
              </a:ext>
            </a:extLst>
          </p:cNvPr>
          <p:cNvSpPr>
            <a:spLocks noGrp="1"/>
          </p:cNvSpPr>
          <p:nvPr>
            <p:ph type="title"/>
          </p:nvPr>
        </p:nvSpPr>
        <p:spPr/>
        <p:txBody>
          <a:bodyPr/>
          <a:lstStyle/>
          <a:p>
            <a:r>
              <a:rPr lang="en-IN"/>
              <a:t>Automation…</a:t>
            </a:r>
          </a:p>
        </p:txBody>
      </p:sp>
      <p:pic>
        <p:nvPicPr>
          <p:cNvPr id="10" name="Picture 9">
            <a:extLst>
              <a:ext uri="{FF2B5EF4-FFF2-40B4-BE49-F238E27FC236}">
                <a16:creationId xmlns:a16="http://schemas.microsoft.com/office/drawing/2014/main" id="{E663C847-83FF-7822-9468-CC9DBC245E4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72769" y="2999782"/>
            <a:ext cx="1416842" cy="1420878"/>
          </a:xfrm>
          <a:prstGeom prst="rect">
            <a:avLst/>
          </a:prstGeom>
        </p:spPr>
      </p:pic>
      <p:sp>
        <p:nvSpPr>
          <p:cNvPr id="11" name="TextBox 10">
            <a:extLst>
              <a:ext uri="{FF2B5EF4-FFF2-40B4-BE49-F238E27FC236}">
                <a16:creationId xmlns:a16="http://schemas.microsoft.com/office/drawing/2014/main" id="{24B751CD-8E0A-9761-5F17-4414DCEE85B2}"/>
              </a:ext>
            </a:extLst>
          </p:cNvPr>
          <p:cNvSpPr txBox="1"/>
          <p:nvPr/>
        </p:nvSpPr>
        <p:spPr>
          <a:xfrm>
            <a:off x="772107" y="3308722"/>
            <a:ext cx="1417504" cy="830997"/>
          </a:xfrm>
          <a:prstGeom prst="rect">
            <a:avLst/>
          </a:prstGeom>
          <a:noFill/>
        </p:spPr>
        <p:txBody>
          <a:bodyPr wrap="square" lIns="91440" tIns="91440" rIns="91440" bIns="91440" rtlCol="0">
            <a:spAutoFit/>
          </a:bodyPr>
          <a:lstStyle/>
          <a:p>
            <a:pPr algn="ctr"/>
            <a:r>
              <a:rPr lang="en-US" sz="1400" b="1" i="0">
                <a:latin typeface="Arial"/>
                <a:cs typeface="Arial"/>
              </a:rPr>
              <a:t>Eliminates repetitive tasks</a:t>
            </a:r>
          </a:p>
        </p:txBody>
      </p:sp>
      <p:pic>
        <p:nvPicPr>
          <p:cNvPr id="12" name="Picture 11">
            <a:extLst>
              <a:ext uri="{FF2B5EF4-FFF2-40B4-BE49-F238E27FC236}">
                <a16:creationId xmlns:a16="http://schemas.microsoft.com/office/drawing/2014/main" id="{B64072E0-D0C5-C109-51A8-779FAB5E09F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454284" y="1201365"/>
            <a:ext cx="1640128" cy="1644801"/>
          </a:xfrm>
          <a:prstGeom prst="rect">
            <a:avLst/>
          </a:prstGeom>
        </p:spPr>
      </p:pic>
      <p:sp>
        <p:nvSpPr>
          <p:cNvPr id="13" name="TextBox 12">
            <a:extLst>
              <a:ext uri="{FF2B5EF4-FFF2-40B4-BE49-F238E27FC236}">
                <a16:creationId xmlns:a16="http://schemas.microsoft.com/office/drawing/2014/main" id="{EBD2BDD8-8F8A-34D7-87C8-21DB78E00760}"/>
              </a:ext>
            </a:extLst>
          </p:cNvPr>
          <p:cNvSpPr txBox="1"/>
          <p:nvPr/>
        </p:nvSpPr>
        <p:spPr>
          <a:xfrm>
            <a:off x="4454284" y="1608266"/>
            <a:ext cx="1574157" cy="830997"/>
          </a:xfrm>
          <a:prstGeom prst="rect">
            <a:avLst/>
          </a:prstGeom>
          <a:noFill/>
        </p:spPr>
        <p:txBody>
          <a:bodyPr wrap="square" lIns="91440" tIns="91440" rIns="91440" bIns="91440" rtlCol="0">
            <a:spAutoFit/>
          </a:bodyPr>
          <a:lstStyle/>
          <a:p>
            <a:pPr algn="ctr"/>
            <a:r>
              <a:rPr lang="en-US" sz="1400" b="1" i="0">
                <a:latin typeface="Arial"/>
                <a:cs typeface="Arial"/>
              </a:rPr>
              <a:t>Frees us to focus on essential work </a:t>
            </a:r>
          </a:p>
        </p:txBody>
      </p:sp>
      <p:pic>
        <p:nvPicPr>
          <p:cNvPr id="14" name="Picture 13">
            <a:extLst>
              <a:ext uri="{FF2B5EF4-FFF2-40B4-BE49-F238E27FC236}">
                <a16:creationId xmlns:a16="http://schemas.microsoft.com/office/drawing/2014/main" id="{39D7957F-B829-0F3F-C03F-F0E1BDF0C91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675494" y="3598259"/>
            <a:ext cx="1640129" cy="1644801"/>
          </a:xfrm>
          <a:prstGeom prst="rect">
            <a:avLst/>
          </a:prstGeom>
        </p:spPr>
      </p:pic>
      <p:sp>
        <p:nvSpPr>
          <p:cNvPr id="15" name="TextBox 14">
            <a:extLst>
              <a:ext uri="{FF2B5EF4-FFF2-40B4-BE49-F238E27FC236}">
                <a16:creationId xmlns:a16="http://schemas.microsoft.com/office/drawing/2014/main" id="{E7960D54-E125-F581-6457-B0EE2AC3BEA6}"/>
              </a:ext>
            </a:extLst>
          </p:cNvPr>
          <p:cNvSpPr txBox="1"/>
          <p:nvPr/>
        </p:nvSpPr>
        <p:spPr>
          <a:xfrm>
            <a:off x="9729891" y="3998490"/>
            <a:ext cx="1574157" cy="830997"/>
          </a:xfrm>
          <a:prstGeom prst="rect">
            <a:avLst/>
          </a:prstGeom>
          <a:noFill/>
        </p:spPr>
        <p:txBody>
          <a:bodyPr wrap="square" lIns="91440" tIns="91440" rIns="91440" bIns="91440" rtlCol="0">
            <a:spAutoFit/>
          </a:bodyPr>
          <a:lstStyle/>
          <a:p>
            <a:pPr algn="ctr"/>
            <a:r>
              <a:rPr lang="en-US" sz="1400" b="1" i="0">
                <a:latin typeface="Arial"/>
                <a:cs typeface="Arial"/>
              </a:rPr>
              <a:t>Leads us to more productive lives </a:t>
            </a:r>
          </a:p>
        </p:txBody>
      </p:sp>
    </p:spTree>
    <p:custDataLst>
      <p:tags r:id="rId1"/>
    </p:custDataLst>
    <p:extLst>
      <p:ext uri="{BB962C8B-B14F-4D97-AF65-F5344CB8AC3E}">
        <p14:creationId xmlns:p14="http://schemas.microsoft.com/office/powerpoint/2010/main" val="3564056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25529AF-D72F-477E-9CC0-910EA4F8B0B5}"/>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968379" y="2777923"/>
            <a:ext cx="8025656" cy="3936721"/>
          </a:xfrm>
          <a:prstGeom prst="rect">
            <a:avLst/>
          </a:prstGeom>
        </p:spPr>
      </p:pic>
      <p:sp>
        <p:nvSpPr>
          <p:cNvPr id="2" name="Title 1">
            <a:extLst>
              <a:ext uri="{FF2B5EF4-FFF2-40B4-BE49-F238E27FC236}">
                <a16:creationId xmlns:a16="http://schemas.microsoft.com/office/drawing/2014/main" id="{E69A3C77-BA08-50D9-00B6-B5B7A0A08B03}"/>
              </a:ext>
            </a:extLst>
          </p:cNvPr>
          <p:cNvSpPr>
            <a:spLocks noGrp="1"/>
          </p:cNvSpPr>
          <p:nvPr>
            <p:ph type="title"/>
          </p:nvPr>
        </p:nvSpPr>
        <p:spPr/>
        <p:txBody>
          <a:bodyPr/>
          <a:lstStyle/>
          <a:p>
            <a:r>
              <a:rPr lang="en-IN"/>
              <a:t>What is automation?</a:t>
            </a:r>
          </a:p>
        </p:txBody>
      </p:sp>
      <p:sp>
        <p:nvSpPr>
          <p:cNvPr id="3" name="Content Placeholder 2">
            <a:extLst>
              <a:ext uri="{FF2B5EF4-FFF2-40B4-BE49-F238E27FC236}">
                <a16:creationId xmlns:a16="http://schemas.microsoft.com/office/drawing/2014/main" id="{A51688B5-232C-728A-0BA4-A31AD9F420AB}"/>
              </a:ext>
            </a:extLst>
          </p:cNvPr>
          <p:cNvSpPr>
            <a:spLocks noGrp="1"/>
          </p:cNvSpPr>
          <p:nvPr>
            <p:ph sz="quarter" idx="10"/>
          </p:nvPr>
        </p:nvSpPr>
        <p:spPr>
          <a:xfrm>
            <a:off x="381001" y="1047599"/>
            <a:ext cx="10134599" cy="1346507"/>
          </a:xfrm>
        </p:spPr>
        <p:txBody>
          <a:bodyPr/>
          <a:lstStyle/>
          <a:p>
            <a:pPr marL="173038" indent="-173038">
              <a:buFont typeface="Arial" panose="020B0604020202020204" pitchFamily="34" charset="0"/>
              <a:buChar char="•"/>
            </a:pPr>
            <a:r>
              <a:rPr lang="en-US"/>
              <a:t>It involves leveraging technology, software, or machinery to carry out tasks.</a:t>
            </a:r>
          </a:p>
          <a:p>
            <a:pPr marL="173038" indent="-173038">
              <a:buFont typeface="Arial" panose="020B0604020202020204" pitchFamily="34" charset="0"/>
              <a:buChar char="•"/>
            </a:pPr>
            <a:r>
              <a:rPr lang="en-US"/>
              <a:t>It minimizes or eliminates the need for constant human intervention.</a:t>
            </a:r>
          </a:p>
          <a:p>
            <a:pPr marL="173038" indent="-173038">
              <a:buFont typeface="Arial" panose="020B0604020202020204" pitchFamily="34" charset="0"/>
              <a:buChar char="•"/>
            </a:pPr>
            <a:r>
              <a:rPr lang="en-US"/>
              <a:t>It allows processes to run smoothly and efficiently.</a:t>
            </a:r>
          </a:p>
        </p:txBody>
      </p:sp>
    </p:spTree>
    <p:custDataLst>
      <p:tags r:id="rId1"/>
    </p:custDataLst>
    <p:extLst>
      <p:ext uri="{BB962C8B-B14F-4D97-AF65-F5344CB8AC3E}">
        <p14:creationId xmlns:p14="http://schemas.microsoft.com/office/powerpoint/2010/main" val="1674413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A3C77-BA08-50D9-00B6-B5B7A0A08B03}"/>
              </a:ext>
            </a:extLst>
          </p:cNvPr>
          <p:cNvSpPr>
            <a:spLocks noGrp="1"/>
          </p:cNvSpPr>
          <p:nvPr>
            <p:ph type="title"/>
          </p:nvPr>
        </p:nvSpPr>
        <p:spPr>
          <a:xfrm>
            <a:off x="381001" y="357721"/>
            <a:ext cx="5174847" cy="690029"/>
          </a:xfrm>
        </p:spPr>
        <p:txBody>
          <a:bodyPr/>
          <a:lstStyle/>
          <a:p>
            <a:r>
              <a:rPr lang="en-IN"/>
              <a:t>Why is automation such a game-changer?</a:t>
            </a:r>
          </a:p>
        </p:txBody>
      </p:sp>
      <p:sp>
        <p:nvSpPr>
          <p:cNvPr id="12" name="Rectangle 11">
            <a:extLst>
              <a:ext uri="{FF2B5EF4-FFF2-40B4-BE49-F238E27FC236}">
                <a16:creationId xmlns:a16="http://schemas.microsoft.com/office/drawing/2014/main" id="{62F37B36-D641-0C7E-97F9-DA212F1FCAC4}"/>
              </a:ext>
            </a:extLst>
          </p:cNvPr>
          <p:cNvSpPr/>
          <p:nvPr/>
        </p:nvSpPr>
        <p:spPr>
          <a:xfrm>
            <a:off x="381002" y="2346347"/>
            <a:ext cx="2918466" cy="103964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t" anchorCtr="0"/>
          <a:lstStyle/>
          <a:p>
            <a:r>
              <a:rPr lang="en-US" sz="1600" i="0">
                <a:solidFill>
                  <a:schemeClr val="bg1"/>
                </a:solidFill>
                <a:latin typeface="Arial"/>
                <a:cs typeface="Arial"/>
              </a:rPr>
              <a:t>It revolutionizes the way businesses and individuals operate.</a:t>
            </a:r>
          </a:p>
        </p:txBody>
      </p:sp>
      <p:sp>
        <p:nvSpPr>
          <p:cNvPr id="14" name="Rectangle 13">
            <a:extLst>
              <a:ext uri="{FF2B5EF4-FFF2-40B4-BE49-F238E27FC236}">
                <a16:creationId xmlns:a16="http://schemas.microsoft.com/office/drawing/2014/main" id="{49C0D12A-56EE-B360-AE3B-F2EDA111072B}"/>
              </a:ext>
            </a:extLst>
          </p:cNvPr>
          <p:cNvSpPr/>
          <p:nvPr/>
        </p:nvSpPr>
        <p:spPr>
          <a:xfrm>
            <a:off x="381000" y="3941766"/>
            <a:ext cx="2918466" cy="1499921"/>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t" anchorCtr="0"/>
          <a:lstStyle/>
          <a:p>
            <a:r>
              <a:rPr lang="en-US" sz="1600" i="0">
                <a:solidFill>
                  <a:schemeClr val="bg1"/>
                </a:solidFill>
                <a:latin typeface="Arial"/>
                <a:cs typeface="Arial"/>
              </a:rPr>
              <a:t>It leads to increased efficiency and improved accuracy by reducing</a:t>
            </a:r>
          </a:p>
          <a:p>
            <a:r>
              <a:rPr lang="en-US" sz="1600" i="0">
                <a:solidFill>
                  <a:schemeClr val="bg1"/>
                </a:solidFill>
                <a:latin typeface="Arial"/>
                <a:cs typeface="Arial"/>
              </a:rPr>
              <a:t>human errors and streamlining processes. </a:t>
            </a:r>
          </a:p>
        </p:txBody>
      </p:sp>
      <p:sp>
        <p:nvSpPr>
          <p:cNvPr id="15" name="Rectangle 14">
            <a:extLst>
              <a:ext uri="{FF2B5EF4-FFF2-40B4-BE49-F238E27FC236}">
                <a16:creationId xmlns:a16="http://schemas.microsoft.com/office/drawing/2014/main" id="{13FB3620-C4B9-659B-4944-90D516667EFC}"/>
              </a:ext>
            </a:extLst>
          </p:cNvPr>
          <p:cNvSpPr/>
          <p:nvPr/>
        </p:nvSpPr>
        <p:spPr>
          <a:xfrm>
            <a:off x="8889357" y="4402038"/>
            <a:ext cx="2918467" cy="1039649"/>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t" anchorCtr="0"/>
          <a:lstStyle/>
          <a:p>
            <a:r>
              <a:rPr lang="en-US" sz="1600" i="0">
                <a:solidFill>
                  <a:schemeClr val="bg1"/>
                </a:solidFill>
                <a:latin typeface="Arial"/>
                <a:cs typeface="Arial"/>
              </a:rPr>
              <a:t>It allows organizations to cut costs, enhance scalability, and provide 24x7 operations..</a:t>
            </a:r>
          </a:p>
        </p:txBody>
      </p:sp>
      <p:sp>
        <p:nvSpPr>
          <p:cNvPr id="16" name="Rectangle 15">
            <a:extLst>
              <a:ext uri="{FF2B5EF4-FFF2-40B4-BE49-F238E27FC236}">
                <a16:creationId xmlns:a16="http://schemas.microsoft.com/office/drawing/2014/main" id="{3E3B68E7-EC22-8FE2-9D13-C49A0EE8C723}"/>
              </a:ext>
            </a:extLst>
          </p:cNvPr>
          <p:cNvSpPr/>
          <p:nvPr/>
        </p:nvSpPr>
        <p:spPr>
          <a:xfrm>
            <a:off x="8889357" y="2351562"/>
            <a:ext cx="2918467" cy="1747462"/>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t" anchorCtr="0"/>
          <a:lstStyle/>
          <a:p>
            <a:r>
              <a:rPr lang="en-US" sz="1600" i="0">
                <a:solidFill>
                  <a:schemeClr val="bg1"/>
                </a:solidFill>
                <a:latin typeface="Arial"/>
                <a:cs typeface="Arial"/>
              </a:rPr>
              <a:t>It takes over repetitive tasks allowing employees to focus on more strategic and creative responsibilities,</a:t>
            </a:r>
          </a:p>
          <a:p>
            <a:r>
              <a:rPr lang="en-US" sz="1600" i="0">
                <a:solidFill>
                  <a:schemeClr val="bg1"/>
                </a:solidFill>
                <a:latin typeface="Arial"/>
                <a:cs typeface="Arial"/>
              </a:rPr>
              <a:t>leading to higher</a:t>
            </a:r>
          </a:p>
          <a:p>
            <a:r>
              <a:rPr lang="en-US" sz="1600" i="0">
                <a:solidFill>
                  <a:schemeClr val="bg1"/>
                </a:solidFill>
                <a:latin typeface="Arial"/>
                <a:cs typeface="Arial"/>
              </a:rPr>
              <a:t>job satisfaction.</a:t>
            </a:r>
          </a:p>
        </p:txBody>
      </p:sp>
      <p:pic>
        <p:nvPicPr>
          <p:cNvPr id="18" name="Picture 17">
            <a:extLst>
              <a:ext uri="{FF2B5EF4-FFF2-40B4-BE49-F238E27FC236}">
                <a16:creationId xmlns:a16="http://schemas.microsoft.com/office/drawing/2014/main" id="{ADC0A51B-D308-78A3-CE03-7B3B90B4E4A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24827" y="2346347"/>
            <a:ext cx="5174847" cy="2920092"/>
          </a:xfrm>
          <a:prstGeom prst="rect">
            <a:avLst/>
          </a:prstGeom>
        </p:spPr>
      </p:pic>
    </p:spTree>
    <p:custDataLst>
      <p:tags r:id="rId1"/>
    </p:custDataLst>
    <p:extLst>
      <p:ext uri="{BB962C8B-B14F-4D97-AF65-F5344CB8AC3E}">
        <p14:creationId xmlns:p14="http://schemas.microsoft.com/office/powerpoint/2010/main" val="2637859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4C341-6194-BFA2-0F0D-B24C208B637D}"/>
              </a:ext>
            </a:extLst>
          </p:cNvPr>
          <p:cNvSpPr>
            <a:spLocks noGrp="1"/>
          </p:cNvSpPr>
          <p:nvPr>
            <p:ph type="title"/>
          </p:nvPr>
        </p:nvSpPr>
        <p:spPr/>
        <p:txBody>
          <a:bodyPr/>
          <a:lstStyle/>
          <a:p>
            <a:r>
              <a:rPr lang="en-IN"/>
              <a:t>The story of work</a:t>
            </a:r>
          </a:p>
        </p:txBody>
      </p:sp>
      <p:sp>
        <p:nvSpPr>
          <p:cNvPr id="3" name="Content Placeholder 2">
            <a:extLst>
              <a:ext uri="{FF2B5EF4-FFF2-40B4-BE49-F238E27FC236}">
                <a16:creationId xmlns:a16="http://schemas.microsoft.com/office/drawing/2014/main" id="{360F2EED-27E3-C5CA-6340-3B96B32F609C}"/>
              </a:ext>
            </a:extLst>
          </p:cNvPr>
          <p:cNvSpPr>
            <a:spLocks noGrp="1"/>
          </p:cNvSpPr>
          <p:nvPr>
            <p:ph sz="quarter" idx="10"/>
          </p:nvPr>
        </p:nvSpPr>
        <p:spPr>
          <a:xfrm>
            <a:off x="381001" y="1047600"/>
            <a:ext cx="11430000" cy="615553"/>
          </a:xfrm>
        </p:spPr>
        <p:txBody>
          <a:bodyPr/>
          <a:lstStyle/>
          <a:p>
            <a:r>
              <a:rPr lang="en-US"/>
              <a:t>Work has evolved throughout history, with people constantly improving their productivity using various tools and gadgets. </a:t>
            </a:r>
            <a:endParaRPr lang="en-IN" sz="1800" i="1">
              <a:solidFill>
                <a:schemeClr val="accent1"/>
              </a:solidFill>
            </a:endParaRPr>
          </a:p>
        </p:txBody>
      </p:sp>
      <p:pic>
        <p:nvPicPr>
          <p:cNvPr id="5" name="Picture 4">
            <a:extLst>
              <a:ext uri="{FF2B5EF4-FFF2-40B4-BE49-F238E27FC236}">
                <a16:creationId xmlns:a16="http://schemas.microsoft.com/office/drawing/2014/main" id="{ADB187CD-DF29-26DC-BFBE-302E012EC856}"/>
              </a:ext>
            </a:extLst>
          </p:cNvPr>
          <p:cNvPicPr>
            <a:picLocks noChangeAspect="1"/>
          </p:cNvPicPr>
          <p:nvPr/>
        </p:nvPicPr>
        <p:blipFill>
          <a:blip r:embed="rId4"/>
          <a:stretch>
            <a:fillRect/>
          </a:stretch>
        </p:blipFill>
        <p:spPr>
          <a:xfrm>
            <a:off x="612774" y="2212579"/>
            <a:ext cx="10963275" cy="4391025"/>
          </a:xfrm>
          <a:prstGeom prst="rect">
            <a:avLst/>
          </a:prstGeom>
        </p:spPr>
      </p:pic>
      <p:sp>
        <p:nvSpPr>
          <p:cNvPr id="4" name="Oval 3">
            <a:extLst>
              <a:ext uri="{FF2B5EF4-FFF2-40B4-BE49-F238E27FC236}">
                <a16:creationId xmlns:a16="http://schemas.microsoft.com/office/drawing/2014/main" id="{77267347-9725-5853-D7D7-0CD59AF32EC0}"/>
              </a:ext>
            </a:extLst>
          </p:cNvPr>
          <p:cNvSpPr/>
          <p:nvPr/>
        </p:nvSpPr>
        <p:spPr>
          <a:xfrm>
            <a:off x="5442770" y="3429000"/>
            <a:ext cx="1103586" cy="1103586"/>
          </a:xfrm>
          <a:prstGeom prst="ellipse">
            <a:avLst/>
          </a:prstGeom>
          <a:solidFill>
            <a:schemeClr val="accent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sp>
        <p:nvSpPr>
          <p:cNvPr id="6" name="Isosceles Triangle 5">
            <a:extLst>
              <a:ext uri="{FF2B5EF4-FFF2-40B4-BE49-F238E27FC236}">
                <a16:creationId xmlns:a16="http://schemas.microsoft.com/office/drawing/2014/main" id="{6AA70EB2-443E-A6D1-3D63-8363D3020C97}"/>
              </a:ext>
            </a:extLst>
          </p:cNvPr>
          <p:cNvSpPr/>
          <p:nvPr/>
        </p:nvSpPr>
        <p:spPr>
          <a:xfrm rot="5400000">
            <a:off x="5795707" y="3765331"/>
            <a:ext cx="499872" cy="430924"/>
          </a:xfrm>
          <a:prstGeom prst="triangle">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Tree>
    <p:custDataLst>
      <p:tags r:id="rId1"/>
    </p:custDataLst>
    <p:extLst>
      <p:ext uri="{BB962C8B-B14F-4D97-AF65-F5344CB8AC3E}">
        <p14:creationId xmlns:p14="http://schemas.microsoft.com/office/powerpoint/2010/main" val="323107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C4FBD2E-06F7-922C-91F9-755CD633FE5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181099" y="2805215"/>
            <a:ext cx="9826625" cy="3618863"/>
          </a:xfrm>
          <a:prstGeom prst="rect">
            <a:avLst/>
          </a:prstGeom>
        </p:spPr>
      </p:pic>
      <p:sp>
        <p:nvSpPr>
          <p:cNvPr id="3" name="Content Placeholder 2">
            <a:extLst>
              <a:ext uri="{FF2B5EF4-FFF2-40B4-BE49-F238E27FC236}">
                <a16:creationId xmlns:a16="http://schemas.microsoft.com/office/drawing/2014/main" id="{099CAA4F-D38C-04CE-D58A-1CC4D4B7188C}"/>
              </a:ext>
            </a:extLst>
          </p:cNvPr>
          <p:cNvSpPr>
            <a:spLocks noGrp="1"/>
          </p:cNvSpPr>
          <p:nvPr>
            <p:ph idx="1"/>
          </p:nvPr>
        </p:nvSpPr>
        <p:spPr>
          <a:xfrm>
            <a:off x="380340" y="1047600"/>
            <a:ext cx="10627384" cy="1974900"/>
          </a:xfrm>
        </p:spPr>
        <p:txBody>
          <a:bodyPr/>
          <a:lstStyle/>
          <a:p>
            <a:pPr marL="182563" indent="-182563">
              <a:buFont typeface="Arial" panose="020B0604020202020204" pitchFamily="34" charset="0"/>
              <a:buChar char="•"/>
            </a:pPr>
            <a:r>
              <a:rPr lang="en-US"/>
              <a:t>With the advent of computers and technology, the need for software robots emerged, leading to the founding of UiPath in 2005.</a:t>
            </a:r>
          </a:p>
          <a:p>
            <a:pPr marL="182563" indent="-182563">
              <a:buFont typeface="Arial" panose="020B0604020202020204" pitchFamily="34" charset="0"/>
              <a:buChar char="•"/>
            </a:pPr>
            <a:r>
              <a:rPr lang="en-US"/>
              <a:t>UiPath now serves global customers and offers a range of capabilities to transform the way we work.</a:t>
            </a:r>
          </a:p>
        </p:txBody>
      </p:sp>
      <p:sp>
        <p:nvSpPr>
          <p:cNvPr id="2" name="Title 1">
            <a:extLst>
              <a:ext uri="{FF2B5EF4-FFF2-40B4-BE49-F238E27FC236}">
                <a16:creationId xmlns:a16="http://schemas.microsoft.com/office/drawing/2014/main" id="{1D56310B-3745-2B63-8C98-34677F74096E}"/>
              </a:ext>
            </a:extLst>
          </p:cNvPr>
          <p:cNvSpPr>
            <a:spLocks noGrp="1"/>
          </p:cNvSpPr>
          <p:nvPr>
            <p:ph type="title"/>
          </p:nvPr>
        </p:nvSpPr>
        <p:spPr/>
        <p:txBody>
          <a:bodyPr/>
          <a:lstStyle/>
          <a:p>
            <a:r>
              <a:rPr lang="en-US"/>
              <a:t>UiPath: where it began</a:t>
            </a:r>
            <a:endParaRPr lang="en-IN"/>
          </a:p>
        </p:txBody>
      </p:sp>
    </p:spTree>
    <p:custDataLst>
      <p:tags r:id="rId1"/>
    </p:custDataLst>
    <p:extLst>
      <p:ext uri="{BB962C8B-B14F-4D97-AF65-F5344CB8AC3E}">
        <p14:creationId xmlns:p14="http://schemas.microsoft.com/office/powerpoint/2010/main" val="4114597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4D531964-430E-68ED-9B69-A7683F71866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10355" y="3273435"/>
            <a:ext cx="1908479" cy="1913916"/>
          </a:xfrm>
          <a:prstGeom prst="rect">
            <a:avLst/>
          </a:prstGeom>
        </p:spPr>
      </p:pic>
      <p:sp>
        <p:nvSpPr>
          <p:cNvPr id="2" name="Title 1">
            <a:extLst>
              <a:ext uri="{FF2B5EF4-FFF2-40B4-BE49-F238E27FC236}">
                <a16:creationId xmlns:a16="http://schemas.microsoft.com/office/drawing/2014/main" id="{039C3C92-495D-7B26-BAFA-EB1388D4EA6C}"/>
              </a:ext>
            </a:extLst>
          </p:cNvPr>
          <p:cNvSpPr>
            <a:spLocks noGrp="1"/>
          </p:cNvSpPr>
          <p:nvPr>
            <p:ph type="title"/>
          </p:nvPr>
        </p:nvSpPr>
        <p:spPr/>
        <p:txBody>
          <a:bodyPr/>
          <a:lstStyle/>
          <a:p>
            <a:r>
              <a:rPr lang="en-IN"/>
              <a:t>Automation categories</a:t>
            </a:r>
          </a:p>
        </p:txBody>
      </p:sp>
      <p:sp>
        <p:nvSpPr>
          <p:cNvPr id="3" name="Content Placeholder 2">
            <a:extLst>
              <a:ext uri="{FF2B5EF4-FFF2-40B4-BE49-F238E27FC236}">
                <a16:creationId xmlns:a16="http://schemas.microsoft.com/office/drawing/2014/main" id="{D2518C0D-2A75-C952-13CE-05A8FD921E7D}"/>
              </a:ext>
            </a:extLst>
          </p:cNvPr>
          <p:cNvSpPr>
            <a:spLocks noGrp="1"/>
          </p:cNvSpPr>
          <p:nvPr>
            <p:ph sz="quarter" idx="10"/>
          </p:nvPr>
        </p:nvSpPr>
        <p:spPr>
          <a:xfrm>
            <a:off x="381001" y="1047600"/>
            <a:ext cx="11222420" cy="615553"/>
          </a:xfrm>
        </p:spPr>
        <p:txBody>
          <a:bodyPr/>
          <a:lstStyle/>
          <a:p>
            <a:r>
              <a:rPr lang="en-US"/>
              <a:t>With UiPath, there are a bunch of automation categories that can help you get things done faster and easier!</a:t>
            </a:r>
            <a:endParaRPr lang="en-IN"/>
          </a:p>
        </p:txBody>
      </p:sp>
      <p:pic>
        <p:nvPicPr>
          <p:cNvPr id="39" name="Picture 38" descr="A blue circle with yellow wings&#10;&#10;Description automatically generated">
            <a:extLst>
              <a:ext uri="{FF2B5EF4-FFF2-40B4-BE49-F238E27FC236}">
                <a16:creationId xmlns:a16="http://schemas.microsoft.com/office/drawing/2014/main" id="{149EC8EB-0365-C113-F8E5-61548A3ED1CC}"/>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319256" y="3557016"/>
            <a:ext cx="1286276" cy="1181468"/>
          </a:xfrm>
          <a:prstGeom prst="rect">
            <a:avLst/>
          </a:prstGeom>
        </p:spPr>
      </p:pic>
      <p:sp>
        <p:nvSpPr>
          <p:cNvPr id="40" name="Rectangle 39">
            <a:extLst>
              <a:ext uri="{FF2B5EF4-FFF2-40B4-BE49-F238E27FC236}">
                <a16:creationId xmlns:a16="http://schemas.microsoft.com/office/drawing/2014/main" id="{D7179071-B231-CE97-909F-664A46C15BE1}"/>
              </a:ext>
            </a:extLst>
          </p:cNvPr>
          <p:cNvSpPr/>
          <p:nvPr/>
        </p:nvSpPr>
        <p:spPr>
          <a:xfrm>
            <a:off x="1171565" y="2654992"/>
            <a:ext cx="2543175" cy="690029"/>
          </a:xfrm>
          <a:prstGeom prst="rect">
            <a:avLst/>
          </a:prstGeom>
          <a:solidFill>
            <a:srgbClr val="F4A700"/>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Robotic Process Automation (RPA)</a:t>
            </a:r>
          </a:p>
        </p:txBody>
      </p:sp>
      <p:sp>
        <p:nvSpPr>
          <p:cNvPr id="41" name="Rectangle 40">
            <a:extLst>
              <a:ext uri="{FF2B5EF4-FFF2-40B4-BE49-F238E27FC236}">
                <a16:creationId xmlns:a16="http://schemas.microsoft.com/office/drawing/2014/main" id="{D4DBF2B0-D236-7D82-F948-3C2204D06F39}"/>
              </a:ext>
            </a:extLst>
          </p:cNvPr>
          <p:cNvSpPr/>
          <p:nvPr/>
        </p:nvSpPr>
        <p:spPr>
          <a:xfrm>
            <a:off x="1171565" y="3852815"/>
            <a:ext cx="2543175" cy="6900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Task Automation</a:t>
            </a:r>
          </a:p>
        </p:txBody>
      </p:sp>
      <p:sp>
        <p:nvSpPr>
          <p:cNvPr id="42" name="Rectangle 41">
            <a:extLst>
              <a:ext uri="{FF2B5EF4-FFF2-40B4-BE49-F238E27FC236}">
                <a16:creationId xmlns:a16="http://schemas.microsoft.com/office/drawing/2014/main" id="{375D4CDE-9EFE-5AEB-6D0D-013A7F31E07E}"/>
              </a:ext>
            </a:extLst>
          </p:cNvPr>
          <p:cNvSpPr/>
          <p:nvPr/>
        </p:nvSpPr>
        <p:spPr>
          <a:xfrm>
            <a:off x="1171565" y="5050638"/>
            <a:ext cx="2543175" cy="69002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Business Process Automation</a:t>
            </a:r>
          </a:p>
        </p:txBody>
      </p:sp>
      <p:cxnSp>
        <p:nvCxnSpPr>
          <p:cNvPr id="48" name="Straight Arrow Connector 47">
            <a:extLst>
              <a:ext uri="{FF2B5EF4-FFF2-40B4-BE49-F238E27FC236}">
                <a16:creationId xmlns:a16="http://schemas.microsoft.com/office/drawing/2014/main" id="{6D2E3456-1473-429C-EC38-2BB4B7C46209}"/>
              </a:ext>
            </a:extLst>
          </p:cNvPr>
          <p:cNvCxnSpPr>
            <a:stCxn id="44" idx="2"/>
            <a:endCxn id="41" idx="3"/>
          </p:cNvCxnSpPr>
          <p:nvPr/>
        </p:nvCxnSpPr>
        <p:spPr>
          <a:xfrm flipH="1">
            <a:off x="3714740" y="4197829"/>
            <a:ext cx="980130" cy="0"/>
          </a:xfrm>
          <a:prstGeom prst="straightConnector1">
            <a:avLst/>
          </a:prstGeom>
          <a:ln w="25400" cap="flat" cmpd="sng" algn="ctr">
            <a:solidFill>
              <a:schemeClr val="bg2"/>
            </a:solidFill>
            <a:prstDash val="solid"/>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50" name="Connector: Elbow 49">
            <a:extLst>
              <a:ext uri="{FF2B5EF4-FFF2-40B4-BE49-F238E27FC236}">
                <a16:creationId xmlns:a16="http://schemas.microsoft.com/office/drawing/2014/main" id="{FB08B740-988B-757E-5FFE-ACFA197E2466}"/>
              </a:ext>
            </a:extLst>
          </p:cNvPr>
          <p:cNvCxnSpPr>
            <a:stCxn id="44" idx="0"/>
            <a:endCxn id="40" idx="3"/>
          </p:cNvCxnSpPr>
          <p:nvPr/>
        </p:nvCxnSpPr>
        <p:spPr>
          <a:xfrm rot="16200000" flipV="1">
            <a:off x="3718054" y="2996694"/>
            <a:ext cx="1085663"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85437271-3897-8A52-B8E0-676E032A4408}"/>
              </a:ext>
            </a:extLst>
          </p:cNvPr>
          <p:cNvSpPr/>
          <p:nvPr/>
        </p:nvSpPr>
        <p:spPr>
          <a:xfrm>
            <a:off x="4694870" y="4085670"/>
            <a:ext cx="224318" cy="2243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54" name="Connector: Elbow 53">
            <a:extLst>
              <a:ext uri="{FF2B5EF4-FFF2-40B4-BE49-F238E27FC236}">
                <a16:creationId xmlns:a16="http://schemas.microsoft.com/office/drawing/2014/main" id="{C0EF2258-9203-8864-74E9-79A7ED343FC8}"/>
              </a:ext>
            </a:extLst>
          </p:cNvPr>
          <p:cNvCxnSpPr>
            <a:stCxn id="44" idx="4"/>
            <a:endCxn id="42" idx="3"/>
          </p:cNvCxnSpPr>
          <p:nvPr/>
        </p:nvCxnSpPr>
        <p:spPr>
          <a:xfrm rot="5400000">
            <a:off x="3718053" y="4306676"/>
            <a:ext cx="1085665"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nvGrpSpPr>
          <p:cNvPr id="62" name="Group 61">
            <a:extLst>
              <a:ext uri="{FF2B5EF4-FFF2-40B4-BE49-F238E27FC236}">
                <a16:creationId xmlns:a16="http://schemas.microsoft.com/office/drawing/2014/main" id="{5486B14C-F306-F8EC-DEAA-E99F8482196F}"/>
              </a:ext>
            </a:extLst>
          </p:cNvPr>
          <p:cNvGrpSpPr/>
          <p:nvPr/>
        </p:nvGrpSpPr>
        <p:grpSpPr>
          <a:xfrm rot="10800000">
            <a:off x="7210001" y="3000007"/>
            <a:ext cx="1204448" cy="2395646"/>
            <a:chOff x="6342029" y="3000007"/>
            <a:chExt cx="1204448" cy="2395646"/>
          </a:xfrm>
        </p:grpSpPr>
        <p:cxnSp>
          <p:nvCxnSpPr>
            <p:cNvPr id="55" name="Straight Arrow Connector 54">
              <a:extLst>
                <a:ext uri="{FF2B5EF4-FFF2-40B4-BE49-F238E27FC236}">
                  <a16:creationId xmlns:a16="http://schemas.microsoft.com/office/drawing/2014/main" id="{A672113D-D468-4FCC-35B2-1A935C3FA4F4}"/>
                </a:ext>
              </a:extLst>
            </p:cNvPr>
            <p:cNvCxnSpPr>
              <a:cxnSpLocks/>
              <a:stCxn id="57" idx="2"/>
            </p:cNvCxnSpPr>
            <p:nvPr/>
          </p:nvCxnSpPr>
          <p:spPr>
            <a:xfrm flipH="1">
              <a:off x="6342029" y="4197829"/>
              <a:ext cx="980130" cy="0"/>
            </a:xfrm>
            <a:prstGeom prst="straightConnector1">
              <a:avLst/>
            </a:prstGeom>
            <a:ln w="25400" cap="flat" cmpd="sng" algn="ctr">
              <a:solidFill>
                <a:schemeClr val="bg2"/>
              </a:solidFill>
              <a:prstDash val="solid"/>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56" name="Connector: Elbow 55">
              <a:extLst>
                <a:ext uri="{FF2B5EF4-FFF2-40B4-BE49-F238E27FC236}">
                  <a16:creationId xmlns:a16="http://schemas.microsoft.com/office/drawing/2014/main" id="{2E0CD5B3-69FC-ADFF-8929-2F0675A391E0}"/>
                </a:ext>
              </a:extLst>
            </p:cNvPr>
            <p:cNvCxnSpPr>
              <a:cxnSpLocks/>
              <a:stCxn id="57" idx="0"/>
            </p:cNvCxnSpPr>
            <p:nvPr/>
          </p:nvCxnSpPr>
          <p:spPr>
            <a:xfrm rot="16200000" flipV="1">
              <a:off x="6345343" y="2996694"/>
              <a:ext cx="1085663"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ED5E1562-C6B0-4C4E-EF8B-DAB420B56B46}"/>
                </a:ext>
              </a:extLst>
            </p:cNvPr>
            <p:cNvSpPr/>
            <p:nvPr/>
          </p:nvSpPr>
          <p:spPr>
            <a:xfrm>
              <a:off x="7322159" y="4085670"/>
              <a:ext cx="224318" cy="2243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58" name="Connector: Elbow 57">
              <a:extLst>
                <a:ext uri="{FF2B5EF4-FFF2-40B4-BE49-F238E27FC236}">
                  <a16:creationId xmlns:a16="http://schemas.microsoft.com/office/drawing/2014/main" id="{A14C19D6-3112-2807-D9C1-56ACFD26DB2A}"/>
                </a:ext>
              </a:extLst>
            </p:cNvPr>
            <p:cNvCxnSpPr>
              <a:cxnSpLocks/>
              <a:stCxn id="57" idx="4"/>
            </p:cNvCxnSpPr>
            <p:nvPr/>
          </p:nvCxnSpPr>
          <p:spPr>
            <a:xfrm rot="5400000">
              <a:off x="6345342" y="4306676"/>
              <a:ext cx="1085665"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sp>
        <p:nvSpPr>
          <p:cNvPr id="66" name="Rectangle 65">
            <a:extLst>
              <a:ext uri="{FF2B5EF4-FFF2-40B4-BE49-F238E27FC236}">
                <a16:creationId xmlns:a16="http://schemas.microsoft.com/office/drawing/2014/main" id="{B4E2DDBC-7310-B14E-B270-54B5D0A67322}"/>
              </a:ext>
            </a:extLst>
          </p:cNvPr>
          <p:cNvSpPr/>
          <p:nvPr/>
        </p:nvSpPr>
        <p:spPr>
          <a:xfrm>
            <a:off x="8414448" y="2654992"/>
            <a:ext cx="2543175" cy="690029"/>
          </a:xfrm>
          <a:prstGeom prst="rect">
            <a:avLst/>
          </a:prstGeom>
          <a:solidFill>
            <a:srgbClr val="95D04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Test Automation</a:t>
            </a:r>
          </a:p>
        </p:txBody>
      </p:sp>
      <p:sp>
        <p:nvSpPr>
          <p:cNvPr id="67" name="Rectangle 66">
            <a:extLst>
              <a:ext uri="{FF2B5EF4-FFF2-40B4-BE49-F238E27FC236}">
                <a16:creationId xmlns:a16="http://schemas.microsoft.com/office/drawing/2014/main" id="{B3F5D008-FF0F-1EC8-5017-4C58A1729493}"/>
              </a:ext>
            </a:extLst>
          </p:cNvPr>
          <p:cNvSpPr/>
          <p:nvPr/>
        </p:nvSpPr>
        <p:spPr>
          <a:xfrm>
            <a:off x="8414448" y="3852815"/>
            <a:ext cx="2543175" cy="690029"/>
          </a:xfrm>
          <a:prstGeom prst="rect">
            <a:avLst/>
          </a:prstGeom>
          <a:solidFill>
            <a:srgbClr val="0BA2B3"/>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AI and Machine Learning Integration</a:t>
            </a:r>
          </a:p>
        </p:txBody>
      </p:sp>
      <p:sp>
        <p:nvSpPr>
          <p:cNvPr id="68" name="Rectangle 67">
            <a:extLst>
              <a:ext uri="{FF2B5EF4-FFF2-40B4-BE49-F238E27FC236}">
                <a16:creationId xmlns:a16="http://schemas.microsoft.com/office/drawing/2014/main" id="{D1521E7E-3E64-8621-64F4-89E78C41A4D2}"/>
              </a:ext>
            </a:extLst>
          </p:cNvPr>
          <p:cNvSpPr/>
          <p:nvPr/>
        </p:nvSpPr>
        <p:spPr>
          <a:xfrm>
            <a:off x="8414448" y="5050638"/>
            <a:ext cx="2543175" cy="690029"/>
          </a:xfrm>
          <a:prstGeom prst="rect">
            <a:avLst/>
          </a:prstGeom>
          <a:solidFill>
            <a:srgbClr val="1168CD"/>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Process Mining and Discovery</a:t>
            </a:r>
          </a:p>
        </p:txBody>
      </p:sp>
    </p:spTree>
    <p:custDataLst>
      <p:tags r:id="rId1"/>
    </p:custDataLst>
    <p:extLst>
      <p:ext uri="{BB962C8B-B14F-4D97-AF65-F5344CB8AC3E}">
        <p14:creationId xmlns:p14="http://schemas.microsoft.com/office/powerpoint/2010/main" val="3473069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0E8FF6-E08E-6A37-2A1F-59229BDB0BD1}"/>
              </a:ext>
            </a:extLst>
          </p:cNvPr>
          <p:cNvSpPr>
            <a:spLocks noGrp="1"/>
          </p:cNvSpPr>
          <p:nvPr>
            <p:ph type="title"/>
          </p:nvPr>
        </p:nvSpPr>
        <p:spPr>
          <a:xfrm>
            <a:off x="381001" y="286469"/>
            <a:ext cx="6608941" cy="690029"/>
          </a:xfrm>
        </p:spPr>
        <p:txBody>
          <a:bodyPr/>
          <a:lstStyle/>
          <a:p>
            <a:r>
              <a:rPr lang="en-IN"/>
              <a:t>Playback time!</a:t>
            </a:r>
          </a:p>
        </p:txBody>
      </p:sp>
      <p:sp>
        <p:nvSpPr>
          <p:cNvPr id="8" name="Rectangle 7">
            <a:extLst>
              <a:ext uri="{FF2B5EF4-FFF2-40B4-BE49-F238E27FC236}">
                <a16:creationId xmlns:a16="http://schemas.microsoft.com/office/drawing/2014/main" id="{3F3A0F0D-754E-6D80-2336-05F7A80864BD}"/>
              </a:ext>
            </a:extLst>
          </p:cNvPr>
          <p:cNvSpPr/>
          <p:nvPr/>
        </p:nvSpPr>
        <p:spPr>
          <a:xfrm>
            <a:off x="8219437" y="1921397"/>
            <a:ext cx="3438280" cy="402799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9" name="Rectangle 8">
            <a:extLst>
              <a:ext uri="{FF2B5EF4-FFF2-40B4-BE49-F238E27FC236}">
                <a16:creationId xmlns:a16="http://schemas.microsoft.com/office/drawing/2014/main" id="{D6CA5F2B-2C09-2D0A-2405-4D1F83DC4245}"/>
              </a:ext>
            </a:extLst>
          </p:cNvPr>
          <p:cNvSpPr/>
          <p:nvPr/>
        </p:nvSpPr>
        <p:spPr>
          <a:xfrm>
            <a:off x="381001" y="1921397"/>
            <a:ext cx="3438280" cy="402799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0" name="Content Placeholder 1">
            <a:extLst>
              <a:ext uri="{FF2B5EF4-FFF2-40B4-BE49-F238E27FC236}">
                <a16:creationId xmlns:a16="http://schemas.microsoft.com/office/drawing/2014/main" id="{6D01D965-7E3D-B12E-0976-0595D3FC4108}"/>
              </a:ext>
            </a:extLst>
          </p:cNvPr>
          <p:cNvSpPr>
            <a:spLocks noGrp="1"/>
          </p:cNvSpPr>
          <p:nvPr>
            <p:ph idx="1"/>
          </p:nvPr>
        </p:nvSpPr>
        <p:spPr>
          <a:xfrm>
            <a:off x="531108" y="2062891"/>
            <a:ext cx="3288173" cy="3206006"/>
          </a:xfrm>
        </p:spPr>
        <p:txBody>
          <a:bodyPr/>
          <a:lstStyle/>
          <a:p>
            <a:pPr marL="173038" indent="-173038">
              <a:buFont typeface="Arial" panose="020B0604020202020204" pitchFamily="34" charset="0"/>
              <a:buChar char="•"/>
            </a:pPr>
            <a:r>
              <a:rPr lang="en-US"/>
              <a:t>Automation transforms work by using robots to tackle repetitive tasks, allowing us to concentrate on high-value activities. </a:t>
            </a:r>
          </a:p>
          <a:p>
            <a:pPr marL="173038" indent="-173038">
              <a:buFont typeface="Arial" panose="020B0604020202020204" pitchFamily="34" charset="0"/>
              <a:buChar char="•"/>
            </a:pPr>
            <a:r>
              <a:rPr lang="en-US"/>
              <a:t>With UiPath, you can deploy robots that automate daily tasks, organizational processes, and app testing. </a:t>
            </a:r>
          </a:p>
        </p:txBody>
      </p:sp>
      <p:pic>
        <p:nvPicPr>
          <p:cNvPr id="11" name="jada.png" descr="jada.png">
            <a:extLst>
              <a:ext uri="{FF2B5EF4-FFF2-40B4-BE49-F238E27FC236}">
                <a16:creationId xmlns:a16="http://schemas.microsoft.com/office/drawing/2014/main" id="{4953D055-4D97-1120-DC8D-F8764A3D7D49}"/>
              </a:ext>
            </a:extLst>
          </p:cNvPr>
          <p:cNvPicPr>
            <a:picLocks noChangeAspect="1"/>
          </p:cNvPicPr>
          <p:nvPr/>
        </p:nvPicPr>
        <p:blipFill>
          <a:blip r:embed="rId4"/>
          <a:stretch>
            <a:fillRect/>
          </a:stretch>
        </p:blipFill>
        <p:spPr>
          <a:xfrm>
            <a:off x="4239318" y="3020992"/>
            <a:ext cx="3710187" cy="3810632"/>
          </a:xfrm>
          <a:prstGeom prst="rect">
            <a:avLst/>
          </a:prstGeom>
          <a:ln w="12700">
            <a:miter lim="400000"/>
          </a:ln>
        </p:spPr>
      </p:pic>
      <p:sp>
        <p:nvSpPr>
          <p:cNvPr id="12" name="Content Placeholder 1">
            <a:extLst>
              <a:ext uri="{FF2B5EF4-FFF2-40B4-BE49-F238E27FC236}">
                <a16:creationId xmlns:a16="http://schemas.microsoft.com/office/drawing/2014/main" id="{98E83ED3-BA30-2A9A-F129-F33B8E9EBBA6}"/>
              </a:ext>
            </a:extLst>
          </p:cNvPr>
          <p:cNvSpPr txBox="1">
            <a:spLocks/>
          </p:cNvSpPr>
          <p:nvPr/>
        </p:nvSpPr>
        <p:spPr>
          <a:xfrm>
            <a:off x="8368591" y="2062891"/>
            <a:ext cx="2916339" cy="3206006"/>
          </a:xfrm>
          <a:prstGeom prst="rect">
            <a:avLst/>
          </a:prstGeom>
        </p:spPr>
        <p:txBody>
          <a:bodyPr vert="horz" wrap="square"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baseline="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3038" indent="-173038">
              <a:buFont typeface="Arial" panose="020B0604020202020204" pitchFamily="34" charset="0"/>
              <a:buChar char="•"/>
            </a:pPr>
            <a:r>
              <a:rPr lang="en-US"/>
              <a:t>Enhance automation   by integrating AI capabilities like language models and        image processing. </a:t>
            </a:r>
          </a:p>
          <a:p>
            <a:pPr marL="173038" indent="-173038">
              <a:buFont typeface="Arial" panose="020B0604020202020204" pitchFamily="34" charset="0"/>
              <a:buChar char="•"/>
            </a:pPr>
            <a:r>
              <a:rPr lang="en-US"/>
              <a:t>Leverage process mining tools to extract insights from data, enabling better informed decision-making.</a:t>
            </a:r>
          </a:p>
        </p:txBody>
      </p:sp>
    </p:spTree>
    <p:custDataLst>
      <p:tags r:id="rId1"/>
    </p:custDataLst>
    <p:extLst>
      <p:ext uri="{BB962C8B-B14F-4D97-AF65-F5344CB8AC3E}">
        <p14:creationId xmlns:p14="http://schemas.microsoft.com/office/powerpoint/2010/main" val="3340647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1428412" cy="307777"/>
          </a:xfrm>
        </p:spPr>
        <p:txBody>
          <a:bodyPr/>
          <a:lstStyle/>
          <a:p>
            <a:r>
              <a:rPr lang="en-US"/>
              <a:t>Match the automation type with the most specific corresponding benefit.</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1/1</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10" name="Rectangle 9">
            <a:extLst>
              <a:ext uri="{FF2B5EF4-FFF2-40B4-BE49-F238E27FC236}">
                <a16:creationId xmlns:a16="http://schemas.microsoft.com/office/drawing/2014/main" id="{40C21CCC-A8DA-8AAE-6BCD-4492B182C94C}"/>
              </a:ext>
            </a:extLst>
          </p:cNvPr>
          <p:cNvSpPr/>
          <p:nvPr/>
        </p:nvSpPr>
        <p:spPr>
          <a:xfrm>
            <a:off x="381001" y="2801566"/>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Test Automation</a:t>
            </a:r>
          </a:p>
        </p:txBody>
      </p:sp>
      <p:sp>
        <p:nvSpPr>
          <p:cNvPr id="11" name="Rectangle 10">
            <a:extLst>
              <a:ext uri="{FF2B5EF4-FFF2-40B4-BE49-F238E27FC236}">
                <a16:creationId xmlns:a16="http://schemas.microsoft.com/office/drawing/2014/main" id="{19756447-5A60-BC78-B321-33949C467573}"/>
              </a:ext>
            </a:extLst>
          </p:cNvPr>
          <p:cNvSpPr/>
          <p:nvPr/>
        </p:nvSpPr>
        <p:spPr>
          <a:xfrm>
            <a:off x="381001" y="3531141"/>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Task Automation</a:t>
            </a:r>
          </a:p>
        </p:txBody>
      </p:sp>
      <p:sp>
        <p:nvSpPr>
          <p:cNvPr id="12" name="Rectangle 11">
            <a:extLst>
              <a:ext uri="{FF2B5EF4-FFF2-40B4-BE49-F238E27FC236}">
                <a16:creationId xmlns:a16="http://schemas.microsoft.com/office/drawing/2014/main" id="{FA122F20-5077-DFE7-C438-F79C8365A035}"/>
              </a:ext>
            </a:extLst>
          </p:cNvPr>
          <p:cNvSpPr/>
          <p:nvPr/>
        </p:nvSpPr>
        <p:spPr>
          <a:xfrm>
            <a:off x="381001" y="4260716"/>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Process Discovery Tools</a:t>
            </a:r>
          </a:p>
        </p:txBody>
      </p:sp>
      <p:sp>
        <p:nvSpPr>
          <p:cNvPr id="13" name="Rectangle 12">
            <a:extLst>
              <a:ext uri="{FF2B5EF4-FFF2-40B4-BE49-F238E27FC236}">
                <a16:creationId xmlns:a16="http://schemas.microsoft.com/office/drawing/2014/main" id="{45C51080-E18E-B160-1481-00515959064E}"/>
              </a:ext>
            </a:extLst>
          </p:cNvPr>
          <p:cNvSpPr/>
          <p:nvPr/>
        </p:nvSpPr>
        <p:spPr>
          <a:xfrm>
            <a:off x="381001" y="4990291"/>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rgbClr val="1D1C1D"/>
                </a:solidFill>
                <a:effectLst/>
                <a:latin typeface="Arial" panose="020B0604020202020204" pitchFamily="34" charset="0"/>
                <a:cs typeface="Arial" panose="020B0604020202020204" pitchFamily="34" charset="0"/>
              </a:rPr>
              <a:t>AI and Machine Learning Integration</a:t>
            </a:r>
            <a:endParaRPr lang="en-IN" sz="1400" b="0" i="0">
              <a:solidFill>
                <a:srgbClr val="1D1C1D"/>
              </a:solidFill>
              <a:effectLst/>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D361EDEE-F0FD-9ECC-5753-055EF998805D}"/>
              </a:ext>
            </a:extLst>
          </p:cNvPr>
          <p:cNvSpPr/>
          <p:nvPr/>
        </p:nvSpPr>
        <p:spPr>
          <a:xfrm>
            <a:off x="381001" y="5719866"/>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Robotic Process Automation (RPA)</a:t>
            </a:r>
          </a:p>
        </p:txBody>
      </p:sp>
      <p:sp>
        <p:nvSpPr>
          <p:cNvPr id="17" name="Rectangle 16">
            <a:extLst>
              <a:ext uri="{FF2B5EF4-FFF2-40B4-BE49-F238E27FC236}">
                <a16:creationId xmlns:a16="http://schemas.microsoft.com/office/drawing/2014/main" id="{2498F7ED-95CC-B287-6881-96BD1E286485}"/>
              </a:ext>
            </a:extLst>
          </p:cNvPr>
          <p:cNvSpPr/>
          <p:nvPr/>
        </p:nvSpPr>
        <p:spPr>
          <a:xfrm>
            <a:off x="3124201" y="2801566"/>
            <a:ext cx="2517842"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DA0D19B7-84EC-3C1E-D91D-FB8958968CA7}"/>
              </a:ext>
            </a:extLst>
          </p:cNvPr>
          <p:cNvSpPr/>
          <p:nvPr/>
        </p:nvSpPr>
        <p:spPr>
          <a:xfrm>
            <a:off x="3124201" y="3531141"/>
            <a:ext cx="2517842"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8CBCAAD9-7C8D-3DFA-E990-9EFC212EE5E5}"/>
              </a:ext>
            </a:extLst>
          </p:cNvPr>
          <p:cNvSpPr/>
          <p:nvPr/>
        </p:nvSpPr>
        <p:spPr>
          <a:xfrm>
            <a:off x="3124201" y="4260716"/>
            <a:ext cx="2517842"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4A947310-31B1-7770-B5B8-A5718962BAC8}"/>
              </a:ext>
            </a:extLst>
          </p:cNvPr>
          <p:cNvSpPr/>
          <p:nvPr/>
        </p:nvSpPr>
        <p:spPr>
          <a:xfrm>
            <a:off x="3124201" y="4990291"/>
            <a:ext cx="2517842"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21" name="Rectangle 20">
            <a:extLst>
              <a:ext uri="{FF2B5EF4-FFF2-40B4-BE49-F238E27FC236}">
                <a16:creationId xmlns:a16="http://schemas.microsoft.com/office/drawing/2014/main" id="{8C03C745-18CD-ECBD-DA2A-22E9868C213C}"/>
              </a:ext>
            </a:extLst>
          </p:cNvPr>
          <p:cNvSpPr/>
          <p:nvPr/>
        </p:nvSpPr>
        <p:spPr>
          <a:xfrm>
            <a:off x="3124201" y="5719866"/>
            <a:ext cx="2517842"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BAE5CDF0-D65C-74C4-6533-223268134F80}"/>
              </a:ext>
            </a:extLst>
          </p:cNvPr>
          <p:cNvSpPr/>
          <p:nvPr/>
        </p:nvSpPr>
        <p:spPr>
          <a:xfrm>
            <a:off x="9289982" y="2801566"/>
            <a:ext cx="2517842"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Automates routine tasks like data entry</a:t>
            </a:r>
            <a:endParaRPr lang="en-IN" sz="1400" b="0" i="0">
              <a:solidFill>
                <a:schemeClr val="bg1"/>
              </a:solidFill>
              <a:effectLst/>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7EBEFD01-CC3D-F97C-9112-7FDE2511B8DB}"/>
              </a:ext>
            </a:extLst>
          </p:cNvPr>
          <p:cNvSpPr/>
          <p:nvPr/>
        </p:nvSpPr>
        <p:spPr>
          <a:xfrm>
            <a:off x="9289982" y="3531141"/>
            <a:ext cx="2517842"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Automates testing of applications and systems</a:t>
            </a:r>
            <a:endParaRPr lang="en-IN" sz="1400" b="0" i="0">
              <a:solidFill>
                <a:schemeClr val="bg1"/>
              </a:solidFill>
              <a:effectLst/>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1CC9BB02-5E14-5B8E-636D-1232EF474E39}"/>
              </a:ext>
            </a:extLst>
          </p:cNvPr>
          <p:cNvSpPr/>
          <p:nvPr/>
        </p:nvSpPr>
        <p:spPr>
          <a:xfrm>
            <a:off x="9289982" y="4260716"/>
            <a:ext cx="2517842"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chemeClr val="bg1"/>
                </a:solidFill>
                <a:effectLst/>
                <a:latin typeface="Arial" panose="020B0604020202020204" pitchFamily="34" charset="0"/>
                <a:cs typeface="Arial" panose="020B0604020202020204" pitchFamily="34" charset="0"/>
              </a:rPr>
              <a:t>Integrates AI into workflows</a:t>
            </a:r>
          </a:p>
        </p:txBody>
      </p:sp>
      <p:sp>
        <p:nvSpPr>
          <p:cNvPr id="25" name="Rectangle 24">
            <a:extLst>
              <a:ext uri="{FF2B5EF4-FFF2-40B4-BE49-F238E27FC236}">
                <a16:creationId xmlns:a16="http://schemas.microsoft.com/office/drawing/2014/main" id="{EC577C98-BBA5-CE3B-31B2-3721429AB9C6}"/>
              </a:ext>
            </a:extLst>
          </p:cNvPr>
          <p:cNvSpPr/>
          <p:nvPr/>
        </p:nvSpPr>
        <p:spPr>
          <a:xfrm>
            <a:off x="9289982" y="4990291"/>
            <a:ext cx="2517842"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Identifies automation opportunities in processes</a:t>
            </a:r>
            <a:endParaRPr lang="en-IN" sz="1400" b="0" i="0">
              <a:solidFill>
                <a:schemeClr val="bg1"/>
              </a:solidFill>
              <a:effectLst/>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6179C9B5-B952-6181-BA0B-24957C786F20}"/>
              </a:ext>
            </a:extLst>
          </p:cNvPr>
          <p:cNvSpPr/>
          <p:nvPr/>
        </p:nvSpPr>
        <p:spPr>
          <a:xfrm>
            <a:off x="9289982" y="5719866"/>
            <a:ext cx="2517842"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Creates software robots mimicking human actions</a:t>
            </a:r>
            <a:endParaRPr lang="en-IN" sz="1400" b="0" i="0">
              <a:solidFill>
                <a:schemeClr val="bg1"/>
              </a:solidFill>
              <a:effectLst/>
              <a:latin typeface="Arial" panose="020B0604020202020204" pitchFamily="34" charset="0"/>
              <a:cs typeface="Arial" panose="020B0604020202020204" pitchFamily="34" charset="0"/>
            </a:endParaRPr>
          </a:p>
        </p:txBody>
      </p:sp>
      <p:pic>
        <p:nvPicPr>
          <p:cNvPr id="3" name="Picture 2" descr="A cartoon orange ball with blue and black legs&#10;&#10;Description automatically generated">
            <a:extLst>
              <a:ext uri="{FF2B5EF4-FFF2-40B4-BE49-F238E27FC236}">
                <a16:creationId xmlns:a16="http://schemas.microsoft.com/office/drawing/2014/main" id="{F3A62418-6267-26A4-A722-86D87E571D1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1144131"/>
            <a:ext cx="1600282" cy="1657435"/>
          </a:xfrm>
          <a:prstGeom prst="rect">
            <a:avLst/>
          </a:prstGeom>
        </p:spPr>
      </p:pic>
    </p:spTree>
    <p:custDataLst>
      <p:tags r:id="rId1"/>
    </p:custDataLst>
    <p:extLst>
      <p:ext uri="{BB962C8B-B14F-4D97-AF65-F5344CB8AC3E}">
        <p14:creationId xmlns:p14="http://schemas.microsoft.com/office/powerpoint/2010/main" val="3995740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1428412" cy="307777"/>
          </a:xfrm>
        </p:spPr>
        <p:txBody>
          <a:bodyPr/>
          <a:lstStyle/>
          <a:p>
            <a:r>
              <a:rPr lang="en-US"/>
              <a:t>Match the automation type with the most specific corresponding benefit.</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1/1</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3" name="Rectangle 2">
            <a:extLst>
              <a:ext uri="{FF2B5EF4-FFF2-40B4-BE49-F238E27FC236}">
                <a16:creationId xmlns:a16="http://schemas.microsoft.com/office/drawing/2014/main" id="{BA2C76F0-7A0E-4A87-9F45-7238C0F9B82F}"/>
              </a:ext>
            </a:extLst>
          </p:cNvPr>
          <p:cNvSpPr/>
          <p:nvPr/>
        </p:nvSpPr>
        <p:spPr>
          <a:xfrm>
            <a:off x="381001" y="2801566"/>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Test Automation</a:t>
            </a:r>
          </a:p>
        </p:txBody>
      </p:sp>
      <p:sp>
        <p:nvSpPr>
          <p:cNvPr id="4" name="Rectangle 3">
            <a:extLst>
              <a:ext uri="{FF2B5EF4-FFF2-40B4-BE49-F238E27FC236}">
                <a16:creationId xmlns:a16="http://schemas.microsoft.com/office/drawing/2014/main" id="{A59BD605-C9A4-A227-C060-99085F535A9C}"/>
              </a:ext>
            </a:extLst>
          </p:cNvPr>
          <p:cNvSpPr/>
          <p:nvPr/>
        </p:nvSpPr>
        <p:spPr>
          <a:xfrm>
            <a:off x="381001" y="3531141"/>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Task Automation</a:t>
            </a:r>
          </a:p>
        </p:txBody>
      </p:sp>
      <p:sp>
        <p:nvSpPr>
          <p:cNvPr id="5" name="Rectangle 4">
            <a:extLst>
              <a:ext uri="{FF2B5EF4-FFF2-40B4-BE49-F238E27FC236}">
                <a16:creationId xmlns:a16="http://schemas.microsoft.com/office/drawing/2014/main" id="{43590019-6EE6-12AB-5696-26CD62881E92}"/>
              </a:ext>
            </a:extLst>
          </p:cNvPr>
          <p:cNvSpPr/>
          <p:nvPr/>
        </p:nvSpPr>
        <p:spPr>
          <a:xfrm>
            <a:off x="381001" y="4260716"/>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Process Discovery Tools</a:t>
            </a:r>
          </a:p>
        </p:txBody>
      </p:sp>
      <p:sp>
        <p:nvSpPr>
          <p:cNvPr id="6" name="Rectangle 5">
            <a:extLst>
              <a:ext uri="{FF2B5EF4-FFF2-40B4-BE49-F238E27FC236}">
                <a16:creationId xmlns:a16="http://schemas.microsoft.com/office/drawing/2014/main" id="{D3E68274-AC59-3E2C-A636-B8451067E247}"/>
              </a:ext>
            </a:extLst>
          </p:cNvPr>
          <p:cNvSpPr/>
          <p:nvPr/>
        </p:nvSpPr>
        <p:spPr>
          <a:xfrm>
            <a:off x="381001" y="4990291"/>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rgbClr val="1D1C1D"/>
                </a:solidFill>
                <a:effectLst/>
                <a:latin typeface="Arial" panose="020B0604020202020204" pitchFamily="34" charset="0"/>
                <a:cs typeface="Arial" panose="020B0604020202020204" pitchFamily="34" charset="0"/>
              </a:rPr>
              <a:t>AI and Machine Learning Integration</a:t>
            </a:r>
            <a:endParaRPr lang="en-IN" sz="1400" b="0" i="0">
              <a:solidFill>
                <a:srgbClr val="1D1C1D"/>
              </a:solidFill>
              <a:effectLst/>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B3FB28FF-DB3D-7871-B86D-77C6B0962BBD}"/>
              </a:ext>
            </a:extLst>
          </p:cNvPr>
          <p:cNvSpPr/>
          <p:nvPr/>
        </p:nvSpPr>
        <p:spPr>
          <a:xfrm>
            <a:off x="381001" y="5719866"/>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Robotic Process Automation (RPA)</a:t>
            </a:r>
          </a:p>
        </p:txBody>
      </p:sp>
      <p:sp>
        <p:nvSpPr>
          <p:cNvPr id="8" name="Rectangle 7">
            <a:extLst>
              <a:ext uri="{FF2B5EF4-FFF2-40B4-BE49-F238E27FC236}">
                <a16:creationId xmlns:a16="http://schemas.microsoft.com/office/drawing/2014/main" id="{0BE0F2E7-15A8-9D34-3994-227A3507A227}"/>
              </a:ext>
            </a:extLst>
          </p:cNvPr>
          <p:cNvSpPr/>
          <p:nvPr/>
        </p:nvSpPr>
        <p:spPr>
          <a:xfrm>
            <a:off x="3124201" y="2801566"/>
            <a:ext cx="2517842"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C0489B9F-3CCD-F04A-253A-F569ECAC01A6}"/>
              </a:ext>
            </a:extLst>
          </p:cNvPr>
          <p:cNvSpPr/>
          <p:nvPr/>
        </p:nvSpPr>
        <p:spPr>
          <a:xfrm>
            <a:off x="3124201" y="3531141"/>
            <a:ext cx="2517842"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8AE2558B-D219-B3EF-8514-ABC942E93C41}"/>
              </a:ext>
            </a:extLst>
          </p:cNvPr>
          <p:cNvSpPr/>
          <p:nvPr/>
        </p:nvSpPr>
        <p:spPr>
          <a:xfrm>
            <a:off x="3124201" y="4260716"/>
            <a:ext cx="2517842"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3A86FCDF-C810-D690-22F2-9490FECFE342}"/>
              </a:ext>
            </a:extLst>
          </p:cNvPr>
          <p:cNvSpPr/>
          <p:nvPr/>
        </p:nvSpPr>
        <p:spPr>
          <a:xfrm>
            <a:off x="3124201" y="4990291"/>
            <a:ext cx="2517842"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7C1DC8BE-F77E-5DA7-B927-2FBA74939ABD}"/>
              </a:ext>
            </a:extLst>
          </p:cNvPr>
          <p:cNvSpPr/>
          <p:nvPr/>
        </p:nvSpPr>
        <p:spPr>
          <a:xfrm>
            <a:off x="3124201" y="5719866"/>
            <a:ext cx="2517842"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A0CDC5A4-E8CC-2CF4-A5AD-275578829F17}"/>
              </a:ext>
            </a:extLst>
          </p:cNvPr>
          <p:cNvSpPr/>
          <p:nvPr/>
        </p:nvSpPr>
        <p:spPr>
          <a:xfrm>
            <a:off x="3124201" y="2801566"/>
            <a:ext cx="2517842"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Automates testing of applications and systems</a:t>
            </a:r>
          </a:p>
        </p:txBody>
      </p:sp>
      <p:sp>
        <p:nvSpPr>
          <p:cNvPr id="14" name="Rectangle 13">
            <a:extLst>
              <a:ext uri="{FF2B5EF4-FFF2-40B4-BE49-F238E27FC236}">
                <a16:creationId xmlns:a16="http://schemas.microsoft.com/office/drawing/2014/main" id="{6858BD5B-B5BE-43BF-F067-90EE53F679F0}"/>
              </a:ext>
            </a:extLst>
          </p:cNvPr>
          <p:cNvSpPr/>
          <p:nvPr/>
        </p:nvSpPr>
        <p:spPr>
          <a:xfrm>
            <a:off x="3124201" y="3531141"/>
            <a:ext cx="2517842"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Automates routine tasks like data entry</a:t>
            </a:r>
          </a:p>
        </p:txBody>
      </p:sp>
      <p:sp>
        <p:nvSpPr>
          <p:cNvPr id="17" name="Rectangle 16">
            <a:extLst>
              <a:ext uri="{FF2B5EF4-FFF2-40B4-BE49-F238E27FC236}">
                <a16:creationId xmlns:a16="http://schemas.microsoft.com/office/drawing/2014/main" id="{F5371F61-CB1E-B66F-1ECE-7E690515DD0E}"/>
              </a:ext>
            </a:extLst>
          </p:cNvPr>
          <p:cNvSpPr/>
          <p:nvPr/>
        </p:nvSpPr>
        <p:spPr>
          <a:xfrm>
            <a:off x="3124201" y="5719866"/>
            <a:ext cx="2517842"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Creates software robots mimicking human actions</a:t>
            </a:r>
          </a:p>
        </p:txBody>
      </p:sp>
      <p:sp>
        <p:nvSpPr>
          <p:cNvPr id="18" name="Rectangle 17">
            <a:extLst>
              <a:ext uri="{FF2B5EF4-FFF2-40B4-BE49-F238E27FC236}">
                <a16:creationId xmlns:a16="http://schemas.microsoft.com/office/drawing/2014/main" id="{DA91FCBA-126D-4751-7F16-DE8ACEAD56F1}"/>
              </a:ext>
            </a:extLst>
          </p:cNvPr>
          <p:cNvSpPr/>
          <p:nvPr/>
        </p:nvSpPr>
        <p:spPr>
          <a:xfrm>
            <a:off x="3124201" y="4990291"/>
            <a:ext cx="2517842"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Integrates AI into workflows</a:t>
            </a:r>
          </a:p>
        </p:txBody>
      </p:sp>
      <p:sp>
        <p:nvSpPr>
          <p:cNvPr id="19" name="Rectangle 18">
            <a:extLst>
              <a:ext uri="{FF2B5EF4-FFF2-40B4-BE49-F238E27FC236}">
                <a16:creationId xmlns:a16="http://schemas.microsoft.com/office/drawing/2014/main" id="{27FD25E9-63A4-7F86-BBC6-50716657ED61}"/>
              </a:ext>
            </a:extLst>
          </p:cNvPr>
          <p:cNvSpPr/>
          <p:nvPr/>
        </p:nvSpPr>
        <p:spPr>
          <a:xfrm>
            <a:off x="3124201" y="4260716"/>
            <a:ext cx="2517842"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Identifies automation opportunities in processes</a:t>
            </a:r>
          </a:p>
        </p:txBody>
      </p:sp>
      <p:pic>
        <p:nvPicPr>
          <p:cNvPr id="20" name="Picture 19" descr="A cartoon orange ball with blue and black legs&#10;&#10;Description automatically generated">
            <a:extLst>
              <a:ext uri="{FF2B5EF4-FFF2-40B4-BE49-F238E27FC236}">
                <a16:creationId xmlns:a16="http://schemas.microsoft.com/office/drawing/2014/main" id="{AEF6AFB0-1664-A736-BDAC-D7B3F721847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flipH="1">
            <a:off x="9748762" y="1144131"/>
            <a:ext cx="1600282" cy="1657435"/>
          </a:xfrm>
          <a:prstGeom prst="rect">
            <a:avLst/>
          </a:prstGeom>
        </p:spPr>
      </p:pic>
    </p:spTree>
    <p:extLst>
      <p:ext uri="{BB962C8B-B14F-4D97-AF65-F5344CB8AC3E}">
        <p14:creationId xmlns:p14="http://schemas.microsoft.com/office/powerpoint/2010/main" val="1484473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95EE2A46-0EF9-37E3-B23F-36128B16621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202240" y="3059640"/>
            <a:ext cx="4195991" cy="3748419"/>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a:extLst>
              <a:ext uri="{FF2B5EF4-FFF2-40B4-BE49-F238E27FC236}">
                <a16:creationId xmlns:a16="http://schemas.microsoft.com/office/drawing/2014/main" id="{0BAC4525-4914-D657-C176-75F96C61E967}"/>
              </a:ext>
            </a:extLst>
          </p:cNvPr>
          <p:cNvSpPr>
            <a:spLocks noGrp="1"/>
          </p:cNvSpPr>
          <p:nvPr>
            <p:ph type="body" sz="quarter" idx="10"/>
          </p:nvPr>
        </p:nvSpPr>
        <p:spPr>
          <a:xfrm>
            <a:off x="1623450" y="1528110"/>
            <a:ext cx="6090942" cy="2266128"/>
          </a:xfrm>
        </p:spPr>
        <p:txBody>
          <a:bodyPr/>
          <a:lstStyle/>
          <a:p>
            <a:r>
              <a:rPr lang="en-US" sz="2800"/>
              <a:t>Automation is an invaluable asset with great benefits. In the next lesson, we'll reveal 10 powerful reasons to adopt automation, showcasing the impact on individuals and businesses. </a:t>
            </a:r>
          </a:p>
          <a:p>
            <a:endParaRPr lang="en-US" sz="2800"/>
          </a:p>
        </p:txBody>
      </p:sp>
      <p:sp>
        <p:nvSpPr>
          <p:cNvPr id="2" name="Text Placeholder 4">
            <a:extLst>
              <a:ext uri="{FF2B5EF4-FFF2-40B4-BE49-F238E27FC236}">
                <a16:creationId xmlns:a16="http://schemas.microsoft.com/office/drawing/2014/main" id="{15C20C44-9CB8-6350-923C-8189B1798CED}"/>
              </a:ext>
            </a:extLst>
          </p:cNvPr>
          <p:cNvSpPr txBox="1">
            <a:spLocks/>
          </p:cNvSpPr>
          <p:nvPr/>
        </p:nvSpPr>
        <p:spPr>
          <a:xfrm>
            <a:off x="1623450" y="4493488"/>
            <a:ext cx="6090942" cy="615553"/>
          </a:xfrm>
          <a:prstGeom prst="rect">
            <a:avLst/>
          </a:prstGeom>
        </p:spPr>
        <p:txBody>
          <a:bodyPr vert="horz" lIns="0" tIns="0" rIns="0" bIns="0" rtlCol="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4000" b="1">
                <a:solidFill>
                  <a:schemeClr val="accent1"/>
                </a:solidFill>
              </a:rPr>
              <a:t>Let’s dive in!</a:t>
            </a:r>
            <a:endParaRPr lang="en-IN" sz="4000" b="1">
              <a:solidFill>
                <a:schemeClr val="accent1"/>
              </a:solidFill>
            </a:endParaRPr>
          </a:p>
        </p:txBody>
      </p:sp>
      <p:sp>
        <p:nvSpPr>
          <p:cNvPr id="4" name="Graphic 9">
            <a:extLst>
              <a:ext uri="{FF2B5EF4-FFF2-40B4-BE49-F238E27FC236}">
                <a16:creationId xmlns:a16="http://schemas.microsoft.com/office/drawing/2014/main" id="{0BB655CC-65BB-FB34-B824-508A92A28232}"/>
              </a:ext>
            </a:extLst>
          </p:cNvPr>
          <p:cNvSpPr/>
          <p:nvPr/>
        </p:nvSpPr>
        <p:spPr>
          <a:xfrm rot="10800000">
            <a:off x="2407532" y="1099594"/>
            <a:ext cx="5914661" cy="1469985"/>
          </a:xfrm>
          <a:custGeom>
            <a:avLst/>
            <a:gdLst>
              <a:gd name="connsiteX0" fmla="*/ 5257800 w 5257800"/>
              <a:gd name="connsiteY0" fmla="*/ 3609975 h 3609975"/>
              <a:gd name="connsiteX1" fmla="*/ 0 w 5257800"/>
              <a:gd name="connsiteY1" fmla="*/ 3609975 h 3609975"/>
              <a:gd name="connsiteX2" fmla="*/ 0 w 5257800"/>
              <a:gd name="connsiteY2" fmla="*/ 0 h 3609975"/>
              <a:gd name="connsiteX0" fmla="*/ 3347978 w 3347978"/>
              <a:gd name="connsiteY0" fmla="*/ 3609975 h 3609975"/>
              <a:gd name="connsiteX1" fmla="*/ 0 w 3347978"/>
              <a:gd name="connsiteY1" fmla="*/ 3609975 h 3609975"/>
              <a:gd name="connsiteX2" fmla="*/ 0 w 3347978"/>
              <a:gd name="connsiteY2" fmla="*/ 0 h 3609975"/>
            </a:gdLst>
            <a:ahLst/>
            <a:cxnLst>
              <a:cxn ang="0">
                <a:pos x="connsiteX0" y="connsiteY0"/>
              </a:cxn>
              <a:cxn ang="0">
                <a:pos x="connsiteX1" y="connsiteY1"/>
              </a:cxn>
              <a:cxn ang="0">
                <a:pos x="connsiteX2" y="connsiteY2"/>
              </a:cxn>
            </a:cxnLst>
            <a:rect l="l" t="t" r="r" b="b"/>
            <a:pathLst>
              <a:path w="3347978" h="3609975">
                <a:moveTo>
                  <a:pt x="3347978" y="3609975"/>
                </a:moveTo>
                <a:lnTo>
                  <a:pt x="0" y="3609975"/>
                </a:lnTo>
                <a:lnTo>
                  <a:pt x="0" y="0"/>
                </a:lnTo>
              </a:path>
            </a:pathLst>
          </a:custGeom>
          <a:noFill/>
          <a:ln w="25400" cap="flat">
            <a:solidFill>
              <a:srgbClr val="FA4616"/>
            </a:solidFill>
            <a:prstDash val="solid"/>
            <a:miter/>
          </a:ln>
        </p:spPr>
        <p:txBody>
          <a:bodyPr rtlCol="0" anchor="ctr"/>
          <a:lstStyle/>
          <a:p>
            <a:endParaRPr lang="en-IN"/>
          </a:p>
        </p:txBody>
      </p:sp>
      <p:grpSp>
        <p:nvGrpSpPr>
          <p:cNvPr id="6" name="Group 5">
            <a:extLst>
              <a:ext uri="{FF2B5EF4-FFF2-40B4-BE49-F238E27FC236}">
                <a16:creationId xmlns:a16="http://schemas.microsoft.com/office/drawing/2014/main" id="{232CF8DC-C28F-553B-BAB3-ACEEC87A424C}"/>
              </a:ext>
            </a:extLst>
          </p:cNvPr>
          <p:cNvGrpSpPr/>
          <p:nvPr/>
        </p:nvGrpSpPr>
        <p:grpSpPr>
          <a:xfrm>
            <a:off x="1628559" y="842014"/>
            <a:ext cx="583702" cy="515160"/>
            <a:chOff x="6404764" y="2129406"/>
            <a:chExt cx="583702" cy="515160"/>
          </a:xfrm>
          <a:solidFill>
            <a:schemeClr val="accent1"/>
          </a:solidFill>
        </p:grpSpPr>
        <p:sp>
          <p:nvSpPr>
            <p:cNvPr id="7" name="Freeform: Shape 6">
              <a:extLst>
                <a:ext uri="{FF2B5EF4-FFF2-40B4-BE49-F238E27FC236}">
                  <a16:creationId xmlns:a16="http://schemas.microsoft.com/office/drawing/2014/main" id="{BB91843E-1F98-8568-5C43-7A20725F68BA}"/>
                </a:ext>
              </a:extLst>
            </p:cNvPr>
            <p:cNvSpPr/>
            <p:nvPr/>
          </p:nvSpPr>
          <p:spPr>
            <a:xfrm>
              <a:off x="6730886" y="2129406"/>
              <a:ext cx="257580" cy="515109"/>
            </a:xfrm>
            <a:custGeom>
              <a:avLst/>
              <a:gdLst>
                <a:gd name="connsiteX0" fmla="*/ 19489 w 257580"/>
                <a:gd name="connsiteY0" fmla="*/ 0 h 515109"/>
                <a:gd name="connsiteX1" fmla="*/ 257580 w 257580"/>
                <a:gd name="connsiteY1" fmla="*/ 0 h 515109"/>
                <a:gd name="connsiteX2" fmla="*/ 257580 w 257580"/>
                <a:gd name="connsiteY2" fmla="*/ 170312 h 515109"/>
                <a:gd name="connsiteX3" fmla="*/ 239363 w 257580"/>
                <a:gd name="connsiteY3" fmla="*/ 333399 h 515109"/>
                <a:gd name="connsiteX4" fmla="*/ 171991 w 257580"/>
                <a:gd name="connsiteY4" fmla="*/ 440563 h 515109"/>
                <a:gd name="connsiteX5" fmla="*/ 46611 w 257580"/>
                <a:gd name="connsiteY5" fmla="*/ 515109 h 515109"/>
                <a:gd name="connsiteX6" fmla="*/ 0 w 257580"/>
                <a:gd name="connsiteY6" fmla="*/ 416799 h 515109"/>
                <a:gd name="connsiteX7" fmla="*/ 102075 w 257580"/>
                <a:gd name="connsiteY7" fmla="*/ 350700 h 515109"/>
                <a:gd name="connsiteX8" fmla="*/ 134693 w 257580"/>
                <a:gd name="connsiteY8" fmla="*/ 237989 h 515109"/>
                <a:gd name="connsiteX9" fmla="*/ 19489 w 257580"/>
                <a:gd name="connsiteY9" fmla="*/ 237989 h 515109"/>
                <a:gd name="connsiteX10" fmla="*/ 19489 w 257580"/>
                <a:gd name="connsiteY10" fmla="*/ 0 h 51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09">
                  <a:moveTo>
                    <a:pt x="19489" y="0"/>
                  </a:moveTo>
                  <a:lnTo>
                    <a:pt x="257580" y="0"/>
                  </a:lnTo>
                  <a:lnTo>
                    <a:pt x="257580" y="170312"/>
                  </a:lnTo>
                  <a:cubicBezTo>
                    <a:pt x="257580" y="239211"/>
                    <a:pt x="251525" y="293607"/>
                    <a:pt x="239363" y="333399"/>
                  </a:cubicBezTo>
                  <a:cubicBezTo>
                    <a:pt x="227202" y="373242"/>
                    <a:pt x="204761" y="408963"/>
                    <a:pt x="171991" y="440563"/>
                  </a:cubicBezTo>
                  <a:cubicBezTo>
                    <a:pt x="139221" y="472213"/>
                    <a:pt x="97445" y="497045"/>
                    <a:pt x="46611" y="515109"/>
                  </a:cubicBezTo>
                  <a:lnTo>
                    <a:pt x="0" y="416799"/>
                  </a:lnTo>
                  <a:cubicBezTo>
                    <a:pt x="47425" y="400974"/>
                    <a:pt x="81467" y="378941"/>
                    <a:pt x="102075" y="350700"/>
                  </a:cubicBezTo>
                  <a:cubicBezTo>
                    <a:pt x="122684" y="322459"/>
                    <a:pt x="133573" y="284905"/>
                    <a:pt x="134693" y="237989"/>
                  </a:cubicBezTo>
                  <a:lnTo>
                    <a:pt x="19489" y="237989"/>
                  </a:lnTo>
                  <a:lnTo>
                    <a:pt x="19489" y="0"/>
                  </a:lnTo>
                  <a:close/>
                </a:path>
              </a:pathLst>
            </a:custGeom>
            <a:grpFill/>
            <a:ln w="5052"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B712A17C-BB44-383D-8929-297EFE329B79}"/>
                </a:ext>
              </a:extLst>
            </p:cNvPr>
            <p:cNvSpPr/>
            <p:nvPr/>
          </p:nvSpPr>
          <p:spPr>
            <a:xfrm>
              <a:off x="6404764" y="2129406"/>
              <a:ext cx="257580" cy="515160"/>
            </a:xfrm>
            <a:custGeom>
              <a:avLst/>
              <a:gdLst>
                <a:gd name="connsiteX0" fmla="*/ 19489 w 257580"/>
                <a:gd name="connsiteY0" fmla="*/ 0 h 515160"/>
                <a:gd name="connsiteX1" fmla="*/ 257580 w 257580"/>
                <a:gd name="connsiteY1" fmla="*/ 0 h 515160"/>
                <a:gd name="connsiteX2" fmla="*/ 257580 w 257580"/>
                <a:gd name="connsiteY2" fmla="*/ 170312 h 515160"/>
                <a:gd name="connsiteX3" fmla="*/ 239363 w 257580"/>
                <a:gd name="connsiteY3" fmla="*/ 333857 h 515160"/>
                <a:gd name="connsiteX4" fmla="*/ 171584 w 257580"/>
                <a:gd name="connsiteY4" fmla="*/ 440614 h 515160"/>
                <a:gd name="connsiteX5" fmla="*/ 46611 w 257580"/>
                <a:gd name="connsiteY5" fmla="*/ 515160 h 515160"/>
                <a:gd name="connsiteX6" fmla="*/ 0 w 257580"/>
                <a:gd name="connsiteY6" fmla="*/ 416850 h 515160"/>
                <a:gd name="connsiteX7" fmla="*/ 102075 w 257580"/>
                <a:gd name="connsiteY7" fmla="*/ 350751 h 515160"/>
                <a:gd name="connsiteX8" fmla="*/ 134693 w 257580"/>
                <a:gd name="connsiteY8" fmla="*/ 238040 h 515160"/>
                <a:gd name="connsiteX9" fmla="*/ 19489 w 257580"/>
                <a:gd name="connsiteY9" fmla="*/ 238040 h 515160"/>
                <a:gd name="connsiteX10" fmla="*/ 19489 w 257580"/>
                <a:gd name="connsiteY10" fmla="*/ 0 h 51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60">
                  <a:moveTo>
                    <a:pt x="19489" y="0"/>
                  </a:moveTo>
                  <a:lnTo>
                    <a:pt x="257580" y="0"/>
                  </a:lnTo>
                  <a:lnTo>
                    <a:pt x="257580" y="170312"/>
                  </a:lnTo>
                  <a:cubicBezTo>
                    <a:pt x="257580" y="239770"/>
                    <a:pt x="251525" y="294268"/>
                    <a:pt x="239363" y="333857"/>
                  </a:cubicBezTo>
                  <a:cubicBezTo>
                    <a:pt x="227202" y="373394"/>
                    <a:pt x="204609" y="408963"/>
                    <a:pt x="171584" y="440614"/>
                  </a:cubicBezTo>
                  <a:cubicBezTo>
                    <a:pt x="138560" y="472264"/>
                    <a:pt x="96885" y="497096"/>
                    <a:pt x="46611" y="515160"/>
                  </a:cubicBezTo>
                  <a:lnTo>
                    <a:pt x="0" y="416850"/>
                  </a:lnTo>
                  <a:cubicBezTo>
                    <a:pt x="47425" y="401025"/>
                    <a:pt x="81467" y="378992"/>
                    <a:pt x="102075" y="350751"/>
                  </a:cubicBezTo>
                  <a:cubicBezTo>
                    <a:pt x="122684" y="322509"/>
                    <a:pt x="133573" y="284956"/>
                    <a:pt x="134693" y="238040"/>
                  </a:cubicBezTo>
                  <a:lnTo>
                    <a:pt x="19489" y="238040"/>
                  </a:lnTo>
                  <a:lnTo>
                    <a:pt x="19489" y="0"/>
                  </a:lnTo>
                  <a:close/>
                </a:path>
              </a:pathLst>
            </a:custGeom>
            <a:grpFill/>
            <a:ln w="5052" cap="flat">
              <a:noFill/>
              <a:prstDash val="solid"/>
              <a:miter/>
            </a:ln>
          </p:spPr>
          <p:txBody>
            <a:bodyPr rtlCol="0" anchor="ctr"/>
            <a:lstStyle/>
            <a:p>
              <a:endParaRPr lang="en-IN"/>
            </a:p>
          </p:txBody>
        </p:sp>
      </p:grpSp>
    </p:spTree>
    <p:custDataLst>
      <p:tags r:id="rId1"/>
    </p:custDataLst>
    <p:extLst>
      <p:ext uri="{BB962C8B-B14F-4D97-AF65-F5344CB8AC3E}">
        <p14:creationId xmlns:p14="http://schemas.microsoft.com/office/powerpoint/2010/main" val="531587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851E-6D60-C7E3-9B63-8A12F89ECCB3}"/>
              </a:ext>
            </a:extLst>
          </p:cNvPr>
          <p:cNvSpPr>
            <a:spLocks noGrp="1"/>
          </p:cNvSpPr>
          <p:nvPr>
            <p:ph type="ctrTitle"/>
          </p:nvPr>
        </p:nvSpPr>
        <p:spPr>
          <a:xfrm>
            <a:off x="382972" y="2296800"/>
            <a:ext cx="5292030" cy="1237729"/>
          </a:xfrm>
        </p:spPr>
        <p:txBody>
          <a:bodyPr/>
          <a:lstStyle/>
          <a:p>
            <a:r>
              <a:rPr lang="en-IN"/>
              <a:t>Discussion</a:t>
            </a:r>
          </a:p>
        </p:txBody>
      </p:sp>
    </p:spTree>
    <p:custDataLst>
      <p:tags r:id="rId1"/>
    </p:custDataLst>
    <p:extLst>
      <p:ext uri="{BB962C8B-B14F-4D97-AF65-F5344CB8AC3E}">
        <p14:creationId xmlns:p14="http://schemas.microsoft.com/office/powerpoint/2010/main" val="2196448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933F-64E0-82C7-7D44-45F07247EC28}"/>
              </a:ext>
            </a:extLst>
          </p:cNvPr>
          <p:cNvSpPr>
            <a:spLocks noGrp="1"/>
          </p:cNvSpPr>
          <p:nvPr>
            <p:ph type="ctrTitle"/>
          </p:nvPr>
        </p:nvSpPr>
        <p:spPr>
          <a:xfrm>
            <a:off x="382971" y="1538941"/>
            <a:ext cx="7075104" cy="2215991"/>
          </a:xfrm>
        </p:spPr>
        <p:txBody>
          <a:bodyPr/>
          <a:lstStyle/>
          <a:p>
            <a:r>
              <a:rPr lang="en-US" sz="8000"/>
              <a:t>02</a:t>
            </a:r>
            <a:br>
              <a:rPr lang="en-US"/>
            </a:br>
            <a:r>
              <a:rPr lang="en-US"/>
              <a:t>How can </a:t>
            </a:r>
            <a:br>
              <a:rPr lang="en-US"/>
            </a:br>
            <a:r>
              <a:rPr lang="en-US"/>
              <a:t>automation help me?</a:t>
            </a:r>
            <a:endParaRPr lang="en-IN"/>
          </a:p>
        </p:txBody>
      </p:sp>
      <p:sp>
        <p:nvSpPr>
          <p:cNvPr id="4" name="Text Placeholder 3">
            <a:extLst>
              <a:ext uri="{FF2B5EF4-FFF2-40B4-BE49-F238E27FC236}">
                <a16:creationId xmlns:a16="http://schemas.microsoft.com/office/drawing/2014/main" id="{1493D02F-4365-CA26-E8FC-B3EEF5F3949E}"/>
              </a:ext>
            </a:extLst>
          </p:cNvPr>
          <p:cNvSpPr>
            <a:spLocks noGrp="1"/>
          </p:cNvSpPr>
          <p:nvPr>
            <p:ph type="body" sz="quarter" idx="10"/>
          </p:nvPr>
        </p:nvSpPr>
        <p:spPr/>
        <p:txBody>
          <a:bodyPr/>
          <a:lstStyle/>
          <a:p>
            <a:endParaRPr lang="en-IN"/>
          </a:p>
        </p:txBody>
      </p:sp>
    </p:spTree>
    <p:extLst>
      <p:ext uri="{BB962C8B-B14F-4D97-AF65-F5344CB8AC3E}">
        <p14:creationId xmlns:p14="http://schemas.microsoft.com/office/powerpoint/2010/main" val="1854063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20C2-D131-56DC-DB5B-0F653A53507B}"/>
              </a:ext>
            </a:extLst>
          </p:cNvPr>
          <p:cNvSpPr>
            <a:spLocks noGrp="1"/>
          </p:cNvSpPr>
          <p:nvPr>
            <p:ph type="title"/>
          </p:nvPr>
        </p:nvSpPr>
        <p:spPr/>
        <p:txBody>
          <a:bodyPr/>
          <a:lstStyle/>
          <a:p>
            <a:r>
              <a:rPr lang="en-IN"/>
              <a:t>Lesson objectives</a:t>
            </a:r>
          </a:p>
        </p:txBody>
      </p:sp>
      <p:sp>
        <p:nvSpPr>
          <p:cNvPr id="5" name="Text Placeholder 4">
            <a:extLst>
              <a:ext uri="{FF2B5EF4-FFF2-40B4-BE49-F238E27FC236}">
                <a16:creationId xmlns:a16="http://schemas.microsoft.com/office/drawing/2014/main" id="{5559949C-7841-7B78-48D4-7958B52EA0B3}"/>
              </a:ext>
            </a:extLst>
          </p:cNvPr>
          <p:cNvSpPr>
            <a:spLocks noGrp="1"/>
          </p:cNvSpPr>
          <p:nvPr>
            <p:ph type="body" sz="quarter" idx="10"/>
          </p:nvPr>
        </p:nvSpPr>
        <p:spPr/>
        <p:txBody>
          <a:bodyPr/>
          <a:lstStyle/>
          <a:p>
            <a:r>
              <a:rPr lang="en-IN"/>
              <a:t>01</a:t>
            </a:r>
          </a:p>
        </p:txBody>
      </p:sp>
      <p:sp>
        <p:nvSpPr>
          <p:cNvPr id="6" name="Text Placeholder 5">
            <a:extLst>
              <a:ext uri="{FF2B5EF4-FFF2-40B4-BE49-F238E27FC236}">
                <a16:creationId xmlns:a16="http://schemas.microsoft.com/office/drawing/2014/main" id="{955EC8BA-8B9B-1AE3-AF65-2CDCC79262E2}"/>
              </a:ext>
            </a:extLst>
          </p:cNvPr>
          <p:cNvSpPr>
            <a:spLocks noGrp="1"/>
          </p:cNvSpPr>
          <p:nvPr>
            <p:ph type="body" sz="quarter" idx="11"/>
          </p:nvPr>
        </p:nvSpPr>
        <p:spPr/>
        <p:txBody>
          <a:bodyPr/>
          <a:lstStyle/>
          <a:p>
            <a:r>
              <a:rPr lang="en-IN"/>
              <a:t>02</a:t>
            </a:r>
          </a:p>
        </p:txBody>
      </p:sp>
      <p:sp>
        <p:nvSpPr>
          <p:cNvPr id="7" name="Text Placeholder 6">
            <a:extLst>
              <a:ext uri="{FF2B5EF4-FFF2-40B4-BE49-F238E27FC236}">
                <a16:creationId xmlns:a16="http://schemas.microsoft.com/office/drawing/2014/main" id="{D8941ECD-8EA3-5A3E-E96E-90A9F58ED131}"/>
              </a:ext>
            </a:extLst>
          </p:cNvPr>
          <p:cNvSpPr>
            <a:spLocks noGrp="1"/>
          </p:cNvSpPr>
          <p:nvPr>
            <p:ph type="body" sz="quarter" idx="14"/>
          </p:nvPr>
        </p:nvSpPr>
        <p:spPr/>
        <p:txBody>
          <a:bodyPr/>
          <a:lstStyle/>
          <a:p>
            <a:r>
              <a:rPr lang="en-US"/>
              <a:t>List the different ways in which you can leverage automation.</a:t>
            </a:r>
            <a:endParaRPr lang="en-IN"/>
          </a:p>
        </p:txBody>
      </p:sp>
      <p:sp>
        <p:nvSpPr>
          <p:cNvPr id="8" name="Text Placeholder 7">
            <a:extLst>
              <a:ext uri="{FF2B5EF4-FFF2-40B4-BE49-F238E27FC236}">
                <a16:creationId xmlns:a16="http://schemas.microsoft.com/office/drawing/2014/main" id="{4A3C422C-9D46-42C3-BC38-AE42A2917862}"/>
              </a:ext>
            </a:extLst>
          </p:cNvPr>
          <p:cNvSpPr>
            <a:spLocks noGrp="1"/>
          </p:cNvSpPr>
          <p:nvPr>
            <p:ph type="body" sz="quarter" idx="15"/>
          </p:nvPr>
        </p:nvSpPr>
        <p:spPr/>
        <p:txBody>
          <a:bodyPr/>
          <a:lstStyle/>
          <a:p>
            <a:r>
              <a:rPr lang="en-US"/>
              <a:t>Describe the benefits of automation for you and your business.</a:t>
            </a:r>
            <a:endParaRPr lang="en-IN"/>
          </a:p>
        </p:txBody>
      </p:sp>
      <p:sp>
        <p:nvSpPr>
          <p:cNvPr id="11" name="TextBox 10">
            <a:extLst>
              <a:ext uri="{FF2B5EF4-FFF2-40B4-BE49-F238E27FC236}">
                <a16:creationId xmlns:a16="http://schemas.microsoft.com/office/drawing/2014/main" id="{4155277D-CAC1-C0C6-80BF-A9CB4698AC2C}"/>
              </a:ext>
            </a:extLst>
          </p:cNvPr>
          <p:cNvSpPr txBox="1"/>
          <p:nvPr/>
        </p:nvSpPr>
        <p:spPr>
          <a:xfrm>
            <a:off x="381000" y="1002780"/>
            <a:ext cx="8043472" cy="492443"/>
          </a:xfrm>
          <a:prstGeom prst="rect">
            <a:avLst/>
          </a:prstGeom>
          <a:noFill/>
        </p:spPr>
        <p:txBody>
          <a:bodyPr wrap="square" lIns="0" tIns="91440" rIns="91440" bIns="91440" rtlCol="0">
            <a:spAutoFit/>
          </a:bodyPr>
          <a:lstStyle/>
          <a:p>
            <a:pPr algn="l"/>
            <a:r>
              <a:rPr lang="en-US" sz="2000">
                <a:latin typeface="Arial"/>
                <a:cs typeface="Arial"/>
              </a:rPr>
              <a:t>At the end of this lesson, you should be able to:</a:t>
            </a:r>
            <a:endParaRPr lang="en-IN" sz="2000">
              <a:latin typeface="Arial"/>
              <a:cs typeface="Arial"/>
            </a:endParaRPr>
          </a:p>
        </p:txBody>
      </p:sp>
      <p:pic>
        <p:nvPicPr>
          <p:cNvPr id="3" name="Picture 2" descr="A cartoon of a smiling orange and blue object with blue hands&#10;&#10;Description automatically generated with medium confidence">
            <a:extLst>
              <a:ext uri="{FF2B5EF4-FFF2-40B4-BE49-F238E27FC236}">
                <a16:creationId xmlns:a16="http://schemas.microsoft.com/office/drawing/2014/main" id="{7C292C04-631C-B914-7AE3-395BCEF3A87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220436" y="5025984"/>
            <a:ext cx="1441524" cy="1530429"/>
          </a:xfrm>
          <a:prstGeom prst="rect">
            <a:avLst/>
          </a:prstGeom>
        </p:spPr>
      </p:pic>
    </p:spTree>
    <p:custDataLst>
      <p:tags r:id="rId1"/>
    </p:custDataLst>
    <p:extLst>
      <p:ext uri="{BB962C8B-B14F-4D97-AF65-F5344CB8AC3E}">
        <p14:creationId xmlns:p14="http://schemas.microsoft.com/office/powerpoint/2010/main" val="3141580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39AA2F1-4E06-3150-796B-1E507317EFFB}"/>
              </a:ext>
            </a:extLst>
          </p:cNvPr>
          <p:cNvPicPr>
            <a:picLocks noChangeAspect="1"/>
          </p:cNvPicPr>
          <p:nvPr/>
        </p:nvPicPr>
        <p:blipFill>
          <a:blip r:embed="rId4"/>
          <a:stretch>
            <a:fillRect/>
          </a:stretch>
        </p:blipFill>
        <p:spPr>
          <a:xfrm>
            <a:off x="3531180" y="1491379"/>
            <a:ext cx="4310728" cy="5008900"/>
          </a:xfrm>
          <a:prstGeom prst="rect">
            <a:avLst/>
          </a:prstGeom>
        </p:spPr>
      </p:pic>
      <p:sp>
        <p:nvSpPr>
          <p:cNvPr id="4" name="Title 3">
            <a:extLst>
              <a:ext uri="{FF2B5EF4-FFF2-40B4-BE49-F238E27FC236}">
                <a16:creationId xmlns:a16="http://schemas.microsoft.com/office/drawing/2014/main" id="{0097BFAD-F249-0814-91E9-9B5250654DF3}"/>
              </a:ext>
            </a:extLst>
          </p:cNvPr>
          <p:cNvSpPr>
            <a:spLocks noGrp="1"/>
          </p:cNvSpPr>
          <p:nvPr>
            <p:ph type="title"/>
          </p:nvPr>
        </p:nvSpPr>
        <p:spPr/>
        <p:txBody>
          <a:bodyPr/>
          <a:lstStyle/>
          <a:p>
            <a:r>
              <a:rPr lang="en-US"/>
              <a:t>Overview</a:t>
            </a:r>
            <a:endParaRPr lang="en-IN"/>
          </a:p>
        </p:txBody>
      </p:sp>
      <p:sp>
        <p:nvSpPr>
          <p:cNvPr id="5" name="Oval 4">
            <a:extLst>
              <a:ext uri="{FF2B5EF4-FFF2-40B4-BE49-F238E27FC236}">
                <a16:creationId xmlns:a16="http://schemas.microsoft.com/office/drawing/2014/main" id="{BC34852C-81C6-EFC7-53D9-B7B2CE59E191}"/>
              </a:ext>
            </a:extLst>
          </p:cNvPr>
          <p:cNvSpPr/>
          <p:nvPr/>
        </p:nvSpPr>
        <p:spPr>
          <a:xfrm>
            <a:off x="8296769" y="2544710"/>
            <a:ext cx="2057400" cy="20574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sp>
        <p:nvSpPr>
          <p:cNvPr id="6" name="Oval 5">
            <a:extLst>
              <a:ext uri="{FF2B5EF4-FFF2-40B4-BE49-F238E27FC236}">
                <a16:creationId xmlns:a16="http://schemas.microsoft.com/office/drawing/2014/main" id="{2C8E2689-7BD6-B913-C0CA-AE3F62CAE2B5}"/>
              </a:ext>
            </a:extLst>
          </p:cNvPr>
          <p:cNvSpPr/>
          <p:nvPr/>
        </p:nvSpPr>
        <p:spPr>
          <a:xfrm>
            <a:off x="1005840" y="2544710"/>
            <a:ext cx="2057400" cy="20574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sp>
        <p:nvSpPr>
          <p:cNvPr id="10" name="TextBox 9">
            <a:extLst>
              <a:ext uri="{FF2B5EF4-FFF2-40B4-BE49-F238E27FC236}">
                <a16:creationId xmlns:a16="http://schemas.microsoft.com/office/drawing/2014/main" id="{AD2F8AB1-EF7A-F300-2BB1-58F9FADBF7C0}"/>
              </a:ext>
            </a:extLst>
          </p:cNvPr>
          <p:cNvSpPr txBox="1"/>
          <p:nvPr/>
        </p:nvSpPr>
        <p:spPr>
          <a:xfrm>
            <a:off x="1229376" y="2942469"/>
            <a:ext cx="1574157" cy="1261884"/>
          </a:xfrm>
          <a:prstGeom prst="rect">
            <a:avLst/>
          </a:prstGeom>
          <a:noFill/>
        </p:spPr>
        <p:txBody>
          <a:bodyPr wrap="square" lIns="91440" tIns="91440" rIns="91440" bIns="91440" rtlCol="0">
            <a:spAutoFit/>
          </a:bodyPr>
          <a:lstStyle/>
          <a:p>
            <a:pPr algn="ctr"/>
            <a:r>
              <a:rPr lang="en-US" sz="1400" b="1" i="0">
                <a:solidFill>
                  <a:schemeClr val="bg1"/>
                </a:solidFill>
                <a:latin typeface="Arial"/>
                <a:cs typeface="Arial"/>
              </a:rPr>
              <a:t>How can automation make my work easier and more efficient?</a:t>
            </a:r>
          </a:p>
        </p:txBody>
      </p:sp>
      <p:sp>
        <p:nvSpPr>
          <p:cNvPr id="14" name="TextBox 13">
            <a:extLst>
              <a:ext uri="{FF2B5EF4-FFF2-40B4-BE49-F238E27FC236}">
                <a16:creationId xmlns:a16="http://schemas.microsoft.com/office/drawing/2014/main" id="{3EF8F8B4-9071-E6A4-78C6-A959FBF77183}"/>
              </a:ext>
            </a:extLst>
          </p:cNvPr>
          <p:cNvSpPr txBox="1"/>
          <p:nvPr/>
        </p:nvSpPr>
        <p:spPr>
          <a:xfrm>
            <a:off x="8538391" y="3157912"/>
            <a:ext cx="1574157" cy="830997"/>
          </a:xfrm>
          <a:prstGeom prst="rect">
            <a:avLst/>
          </a:prstGeom>
          <a:noFill/>
        </p:spPr>
        <p:txBody>
          <a:bodyPr wrap="square" lIns="91440" tIns="91440" rIns="91440" bIns="91440" rtlCol="0">
            <a:spAutoFit/>
          </a:bodyPr>
          <a:lstStyle/>
          <a:p>
            <a:pPr algn="ctr"/>
            <a:r>
              <a:rPr lang="en-US" sz="1400" b="1" i="0">
                <a:solidFill>
                  <a:schemeClr val="bg1"/>
                </a:solidFill>
                <a:latin typeface="Arial"/>
                <a:cs typeface="Arial"/>
              </a:rPr>
              <a:t>What can automation do for me?</a:t>
            </a:r>
          </a:p>
        </p:txBody>
      </p:sp>
    </p:spTree>
    <p:custDataLst>
      <p:tags r:id="rId1"/>
    </p:custDataLst>
    <p:extLst>
      <p:ext uri="{BB962C8B-B14F-4D97-AF65-F5344CB8AC3E}">
        <p14:creationId xmlns:p14="http://schemas.microsoft.com/office/powerpoint/2010/main" val="605314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F49DE-1591-B41A-97EF-7CA9025D759D}"/>
              </a:ext>
            </a:extLst>
          </p:cNvPr>
          <p:cNvSpPr>
            <a:spLocks noGrp="1"/>
          </p:cNvSpPr>
          <p:nvPr>
            <p:ph type="title"/>
          </p:nvPr>
        </p:nvSpPr>
        <p:spPr/>
        <p:txBody>
          <a:bodyPr/>
          <a:lstStyle/>
          <a:p>
            <a:r>
              <a:rPr lang="en-US"/>
              <a:t>How can automation help me?</a:t>
            </a:r>
            <a:endParaRPr lang="en-IN"/>
          </a:p>
        </p:txBody>
      </p:sp>
      <p:sp>
        <p:nvSpPr>
          <p:cNvPr id="3" name="Content Placeholder 2">
            <a:extLst>
              <a:ext uri="{FF2B5EF4-FFF2-40B4-BE49-F238E27FC236}">
                <a16:creationId xmlns:a16="http://schemas.microsoft.com/office/drawing/2014/main" id="{08B6B967-F0F7-A1CE-6414-DAB5DAF3FD0B}"/>
              </a:ext>
            </a:extLst>
          </p:cNvPr>
          <p:cNvSpPr>
            <a:spLocks noGrp="1"/>
          </p:cNvSpPr>
          <p:nvPr>
            <p:ph sz="quarter" idx="10"/>
          </p:nvPr>
        </p:nvSpPr>
        <p:spPr>
          <a:xfrm>
            <a:off x="381001" y="1047600"/>
            <a:ext cx="11430000" cy="307777"/>
          </a:xfrm>
        </p:spPr>
        <p:txBody>
          <a:bodyPr/>
          <a:lstStyle/>
          <a:p>
            <a:r>
              <a:rPr lang="en-US"/>
              <a:t>Here are four compelling reasons why automation can be a game-changer for your work life.</a:t>
            </a:r>
            <a:endParaRPr lang="en-IN"/>
          </a:p>
        </p:txBody>
      </p:sp>
      <p:pic>
        <p:nvPicPr>
          <p:cNvPr id="10" name="Picture 9">
            <a:extLst>
              <a:ext uri="{FF2B5EF4-FFF2-40B4-BE49-F238E27FC236}">
                <a16:creationId xmlns:a16="http://schemas.microsoft.com/office/drawing/2014/main" id="{A520FE00-DB84-B418-AC65-6FDE1311E85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10355" y="3273435"/>
            <a:ext cx="1908479" cy="1913916"/>
          </a:xfrm>
          <a:prstGeom prst="rect">
            <a:avLst/>
          </a:prstGeom>
        </p:spPr>
      </p:pic>
      <p:sp>
        <p:nvSpPr>
          <p:cNvPr id="13" name="Rectangle 12">
            <a:extLst>
              <a:ext uri="{FF2B5EF4-FFF2-40B4-BE49-F238E27FC236}">
                <a16:creationId xmlns:a16="http://schemas.microsoft.com/office/drawing/2014/main" id="{F640E1B7-A9BB-A11E-AEBD-382EE96D26F4}"/>
              </a:ext>
            </a:extLst>
          </p:cNvPr>
          <p:cNvSpPr/>
          <p:nvPr/>
        </p:nvSpPr>
        <p:spPr>
          <a:xfrm>
            <a:off x="1171565" y="2654992"/>
            <a:ext cx="2543175" cy="690029"/>
          </a:xfrm>
          <a:prstGeom prst="rect">
            <a:avLst/>
          </a:prstGeom>
          <a:solidFill>
            <a:srgbClr val="DC2560"/>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Job satisfaction</a:t>
            </a:r>
          </a:p>
        </p:txBody>
      </p:sp>
      <p:sp>
        <p:nvSpPr>
          <p:cNvPr id="16" name="Rectangle 15">
            <a:extLst>
              <a:ext uri="{FF2B5EF4-FFF2-40B4-BE49-F238E27FC236}">
                <a16:creationId xmlns:a16="http://schemas.microsoft.com/office/drawing/2014/main" id="{F05AC09F-2468-E1ED-0BD5-859AE637A0FB}"/>
              </a:ext>
            </a:extLst>
          </p:cNvPr>
          <p:cNvSpPr/>
          <p:nvPr/>
        </p:nvSpPr>
        <p:spPr>
          <a:xfrm>
            <a:off x="1171565" y="5050638"/>
            <a:ext cx="2543175" cy="690029"/>
          </a:xfrm>
          <a:prstGeom prst="rect">
            <a:avLst/>
          </a:prstGeom>
          <a:solidFill>
            <a:srgbClr val="95D04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Skill </a:t>
            </a:r>
            <a:r>
              <a:rPr lang="en-US" sz="1400" b="1">
                <a:solidFill>
                  <a:schemeClr val="bg1"/>
                </a:solidFill>
                <a:latin typeface="Arial"/>
                <a:cs typeface="Arial"/>
              </a:rPr>
              <a:t>d</a:t>
            </a:r>
            <a:r>
              <a:rPr lang="en-US" sz="1400" b="1" i="0">
                <a:solidFill>
                  <a:schemeClr val="bg1"/>
                </a:solidFill>
                <a:latin typeface="Arial"/>
                <a:cs typeface="Arial"/>
              </a:rPr>
              <a:t>evelopment</a:t>
            </a:r>
          </a:p>
        </p:txBody>
      </p:sp>
      <p:cxnSp>
        <p:nvCxnSpPr>
          <p:cNvPr id="27" name="Connector: Elbow 26">
            <a:extLst>
              <a:ext uri="{FF2B5EF4-FFF2-40B4-BE49-F238E27FC236}">
                <a16:creationId xmlns:a16="http://schemas.microsoft.com/office/drawing/2014/main" id="{D90422BA-9506-3646-E81D-833B030BDCBD}"/>
              </a:ext>
            </a:extLst>
          </p:cNvPr>
          <p:cNvCxnSpPr>
            <a:stCxn id="28" idx="0"/>
            <a:endCxn id="13" idx="3"/>
          </p:cNvCxnSpPr>
          <p:nvPr/>
        </p:nvCxnSpPr>
        <p:spPr>
          <a:xfrm rot="16200000" flipV="1">
            <a:off x="3718054" y="2996694"/>
            <a:ext cx="1085663"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sp>
        <p:nvSpPr>
          <p:cNvPr id="28" name="Oval 27">
            <a:extLst>
              <a:ext uri="{FF2B5EF4-FFF2-40B4-BE49-F238E27FC236}">
                <a16:creationId xmlns:a16="http://schemas.microsoft.com/office/drawing/2014/main" id="{7FF9AEEF-17DE-CA30-BC93-84C8F1260D50}"/>
              </a:ext>
            </a:extLst>
          </p:cNvPr>
          <p:cNvSpPr/>
          <p:nvPr/>
        </p:nvSpPr>
        <p:spPr>
          <a:xfrm>
            <a:off x="4694870" y="4085670"/>
            <a:ext cx="224318" cy="2243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32" name="Connector: Elbow 31">
            <a:extLst>
              <a:ext uri="{FF2B5EF4-FFF2-40B4-BE49-F238E27FC236}">
                <a16:creationId xmlns:a16="http://schemas.microsoft.com/office/drawing/2014/main" id="{E1035D5C-4E20-A055-E56C-4EA577632831}"/>
              </a:ext>
            </a:extLst>
          </p:cNvPr>
          <p:cNvCxnSpPr>
            <a:stCxn id="28" idx="4"/>
            <a:endCxn id="16" idx="3"/>
          </p:cNvCxnSpPr>
          <p:nvPr/>
        </p:nvCxnSpPr>
        <p:spPr>
          <a:xfrm rot="5400000">
            <a:off x="3718053" y="4306676"/>
            <a:ext cx="1085665"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nvGrpSpPr>
          <p:cNvPr id="33" name="Group 32">
            <a:extLst>
              <a:ext uri="{FF2B5EF4-FFF2-40B4-BE49-F238E27FC236}">
                <a16:creationId xmlns:a16="http://schemas.microsoft.com/office/drawing/2014/main" id="{B42F2831-E5FE-5D90-7E31-B5606F770E4E}"/>
              </a:ext>
            </a:extLst>
          </p:cNvPr>
          <p:cNvGrpSpPr/>
          <p:nvPr/>
        </p:nvGrpSpPr>
        <p:grpSpPr>
          <a:xfrm rot="10800000">
            <a:off x="7210001" y="3000007"/>
            <a:ext cx="1204447" cy="2395646"/>
            <a:chOff x="6342030" y="3000007"/>
            <a:chExt cx="1204447" cy="2395646"/>
          </a:xfrm>
        </p:grpSpPr>
        <p:cxnSp>
          <p:nvCxnSpPr>
            <p:cNvPr id="35" name="Connector: Elbow 34">
              <a:extLst>
                <a:ext uri="{FF2B5EF4-FFF2-40B4-BE49-F238E27FC236}">
                  <a16:creationId xmlns:a16="http://schemas.microsoft.com/office/drawing/2014/main" id="{FDC6E3E1-6E54-C10F-07C6-66A60C709CEC}"/>
                </a:ext>
              </a:extLst>
            </p:cNvPr>
            <p:cNvCxnSpPr>
              <a:cxnSpLocks/>
              <a:stCxn id="36" idx="0"/>
            </p:cNvCxnSpPr>
            <p:nvPr/>
          </p:nvCxnSpPr>
          <p:spPr>
            <a:xfrm rot="16200000" flipV="1">
              <a:off x="6345343" y="2996694"/>
              <a:ext cx="1085663"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96B2F24F-BD20-B2DC-432E-C9A7457746F6}"/>
                </a:ext>
              </a:extLst>
            </p:cNvPr>
            <p:cNvSpPr/>
            <p:nvPr/>
          </p:nvSpPr>
          <p:spPr>
            <a:xfrm>
              <a:off x="7322159" y="4085670"/>
              <a:ext cx="224318" cy="2243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37" name="Connector: Elbow 36">
              <a:extLst>
                <a:ext uri="{FF2B5EF4-FFF2-40B4-BE49-F238E27FC236}">
                  <a16:creationId xmlns:a16="http://schemas.microsoft.com/office/drawing/2014/main" id="{C2D392AA-7C69-35E0-276B-2328F1CF0FC7}"/>
                </a:ext>
              </a:extLst>
            </p:cNvPr>
            <p:cNvCxnSpPr>
              <a:cxnSpLocks/>
              <a:stCxn id="36" idx="4"/>
            </p:cNvCxnSpPr>
            <p:nvPr/>
          </p:nvCxnSpPr>
          <p:spPr>
            <a:xfrm rot="5400000">
              <a:off x="6345342" y="4306676"/>
              <a:ext cx="1085665"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sp>
        <p:nvSpPr>
          <p:cNvPr id="38" name="Rectangle 37">
            <a:extLst>
              <a:ext uri="{FF2B5EF4-FFF2-40B4-BE49-F238E27FC236}">
                <a16:creationId xmlns:a16="http://schemas.microsoft.com/office/drawing/2014/main" id="{9760C7CB-B69D-735E-9216-65B5C227C435}"/>
              </a:ext>
            </a:extLst>
          </p:cNvPr>
          <p:cNvSpPr/>
          <p:nvPr/>
        </p:nvSpPr>
        <p:spPr>
          <a:xfrm>
            <a:off x="8414448" y="2654992"/>
            <a:ext cx="2543175" cy="690029"/>
          </a:xfrm>
          <a:prstGeom prst="rect">
            <a:avLst/>
          </a:prstGeom>
          <a:solidFill>
            <a:srgbClr val="8B3D8A"/>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Enhanced opportunities</a:t>
            </a:r>
          </a:p>
        </p:txBody>
      </p:sp>
      <p:sp>
        <p:nvSpPr>
          <p:cNvPr id="40" name="Rectangle 39">
            <a:extLst>
              <a:ext uri="{FF2B5EF4-FFF2-40B4-BE49-F238E27FC236}">
                <a16:creationId xmlns:a16="http://schemas.microsoft.com/office/drawing/2014/main" id="{56D43D97-CBBC-D23B-1A49-73902DFE2797}"/>
              </a:ext>
            </a:extLst>
          </p:cNvPr>
          <p:cNvSpPr/>
          <p:nvPr/>
        </p:nvSpPr>
        <p:spPr>
          <a:xfrm>
            <a:off x="8414448" y="5050638"/>
            <a:ext cx="2543175" cy="690029"/>
          </a:xfrm>
          <a:prstGeom prst="rect">
            <a:avLst/>
          </a:prstGeom>
          <a:solidFill>
            <a:srgbClr val="0BA2B3"/>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Reduced stress</a:t>
            </a:r>
          </a:p>
        </p:txBody>
      </p:sp>
      <p:pic>
        <p:nvPicPr>
          <p:cNvPr id="41" name="Picture 40" descr="A cartoon orange ball with blue and black legs&#10;&#10;Description automatically generated">
            <a:extLst>
              <a:ext uri="{FF2B5EF4-FFF2-40B4-BE49-F238E27FC236}">
                <a16:creationId xmlns:a16="http://schemas.microsoft.com/office/drawing/2014/main" id="{DF233F22-BF1B-9644-E20C-C00FD409D49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flipH="1">
            <a:off x="5410664" y="3579428"/>
            <a:ext cx="1410736" cy="1461120"/>
          </a:xfrm>
          <a:prstGeom prst="rect">
            <a:avLst/>
          </a:prstGeom>
        </p:spPr>
      </p:pic>
    </p:spTree>
    <p:custDataLst>
      <p:tags r:id="rId1"/>
    </p:custDataLst>
    <p:extLst>
      <p:ext uri="{BB962C8B-B14F-4D97-AF65-F5344CB8AC3E}">
        <p14:creationId xmlns:p14="http://schemas.microsoft.com/office/powerpoint/2010/main" val="3388594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F49DE-1591-B41A-97EF-7CA9025D759D}"/>
              </a:ext>
            </a:extLst>
          </p:cNvPr>
          <p:cNvSpPr>
            <a:spLocks noGrp="1"/>
          </p:cNvSpPr>
          <p:nvPr>
            <p:ph type="title"/>
          </p:nvPr>
        </p:nvSpPr>
        <p:spPr/>
        <p:txBody>
          <a:bodyPr/>
          <a:lstStyle/>
          <a:p>
            <a:r>
              <a:rPr lang="en-US"/>
              <a:t>How can automation help my organization?</a:t>
            </a:r>
            <a:endParaRPr lang="en-IN"/>
          </a:p>
        </p:txBody>
      </p:sp>
      <p:sp>
        <p:nvSpPr>
          <p:cNvPr id="3" name="Content Placeholder 2">
            <a:extLst>
              <a:ext uri="{FF2B5EF4-FFF2-40B4-BE49-F238E27FC236}">
                <a16:creationId xmlns:a16="http://schemas.microsoft.com/office/drawing/2014/main" id="{08B6B967-F0F7-A1CE-6414-DAB5DAF3FD0B}"/>
              </a:ext>
            </a:extLst>
          </p:cNvPr>
          <p:cNvSpPr>
            <a:spLocks noGrp="1"/>
          </p:cNvSpPr>
          <p:nvPr>
            <p:ph sz="quarter" idx="10"/>
          </p:nvPr>
        </p:nvSpPr>
        <p:spPr>
          <a:xfrm>
            <a:off x="381001" y="1322388"/>
            <a:ext cx="11529348" cy="690029"/>
          </a:xfrm>
        </p:spPr>
        <p:txBody>
          <a:bodyPr/>
          <a:lstStyle/>
          <a:p>
            <a:r>
              <a:rPr lang="en-US"/>
              <a:t>Here are six main reasons for your organization to embrace automation.</a:t>
            </a:r>
            <a:endParaRPr lang="en-IN"/>
          </a:p>
        </p:txBody>
      </p:sp>
      <p:pic>
        <p:nvPicPr>
          <p:cNvPr id="5" name="Picture 4">
            <a:extLst>
              <a:ext uri="{FF2B5EF4-FFF2-40B4-BE49-F238E27FC236}">
                <a16:creationId xmlns:a16="http://schemas.microsoft.com/office/drawing/2014/main" id="{0DE5328F-958F-3558-002F-03895242B29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10355" y="3273435"/>
            <a:ext cx="1908479" cy="1913916"/>
          </a:xfrm>
          <a:prstGeom prst="rect">
            <a:avLst/>
          </a:prstGeom>
        </p:spPr>
      </p:pic>
      <p:pic>
        <p:nvPicPr>
          <p:cNvPr id="8" name="Picture 7" descr="A blue circle with yellow wings&#10;&#10;Description automatically generated">
            <a:extLst>
              <a:ext uri="{FF2B5EF4-FFF2-40B4-BE49-F238E27FC236}">
                <a16:creationId xmlns:a16="http://schemas.microsoft.com/office/drawing/2014/main" id="{8E8EA545-5492-F6AC-B886-E9FC2339F45F}"/>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319256" y="3557016"/>
            <a:ext cx="1286276" cy="1181468"/>
          </a:xfrm>
          <a:prstGeom prst="rect">
            <a:avLst/>
          </a:prstGeom>
        </p:spPr>
      </p:pic>
      <p:sp>
        <p:nvSpPr>
          <p:cNvPr id="10" name="Rectangle 9">
            <a:extLst>
              <a:ext uri="{FF2B5EF4-FFF2-40B4-BE49-F238E27FC236}">
                <a16:creationId xmlns:a16="http://schemas.microsoft.com/office/drawing/2014/main" id="{AE9B7118-5677-FA39-AF89-2FDB1ED5836B}"/>
              </a:ext>
            </a:extLst>
          </p:cNvPr>
          <p:cNvSpPr/>
          <p:nvPr/>
        </p:nvSpPr>
        <p:spPr>
          <a:xfrm>
            <a:off x="1171565" y="2654992"/>
            <a:ext cx="2543175" cy="690029"/>
          </a:xfrm>
          <a:prstGeom prst="rect">
            <a:avLst/>
          </a:prstGeom>
          <a:solidFill>
            <a:srgbClr val="F4A700"/>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Saved cost</a:t>
            </a:r>
          </a:p>
        </p:txBody>
      </p:sp>
      <p:sp>
        <p:nvSpPr>
          <p:cNvPr id="13" name="Rectangle 12">
            <a:extLst>
              <a:ext uri="{FF2B5EF4-FFF2-40B4-BE49-F238E27FC236}">
                <a16:creationId xmlns:a16="http://schemas.microsoft.com/office/drawing/2014/main" id="{223A0BAE-FB85-7302-546D-0EB05147FF19}"/>
              </a:ext>
            </a:extLst>
          </p:cNvPr>
          <p:cNvSpPr/>
          <p:nvPr/>
        </p:nvSpPr>
        <p:spPr>
          <a:xfrm>
            <a:off x="1171565" y="3852815"/>
            <a:ext cx="2543175" cy="6900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Improved accuracy</a:t>
            </a:r>
          </a:p>
        </p:txBody>
      </p:sp>
      <p:sp>
        <p:nvSpPr>
          <p:cNvPr id="14" name="Rectangle 13">
            <a:extLst>
              <a:ext uri="{FF2B5EF4-FFF2-40B4-BE49-F238E27FC236}">
                <a16:creationId xmlns:a16="http://schemas.microsoft.com/office/drawing/2014/main" id="{3A2CAA64-A373-2961-F603-2D9B16E779BC}"/>
              </a:ext>
            </a:extLst>
          </p:cNvPr>
          <p:cNvSpPr/>
          <p:nvPr/>
        </p:nvSpPr>
        <p:spPr>
          <a:xfrm>
            <a:off x="1171565" y="5050638"/>
            <a:ext cx="2543175" cy="69002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Increased efficiency</a:t>
            </a:r>
          </a:p>
        </p:txBody>
      </p:sp>
      <p:cxnSp>
        <p:nvCxnSpPr>
          <p:cNvPr id="15" name="Straight Arrow Connector 14">
            <a:extLst>
              <a:ext uri="{FF2B5EF4-FFF2-40B4-BE49-F238E27FC236}">
                <a16:creationId xmlns:a16="http://schemas.microsoft.com/office/drawing/2014/main" id="{A5B18238-4EDF-D1C9-8F55-0395F4885546}"/>
              </a:ext>
            </a:extLst>
          </p:cNvPr>
          <p:cNvCxnSpPr>
            <a:stCxn id="18" idx="2"/>
            <a:endCxn id="13" idx="3"/>
          </p:cNvCxnSpPr>
          <p:nvPr/>
        </p:nvCxnSpPr>
        <p:spPr>
          <a:xfrm flipH="1">
            <a:off x="3714740" y="4197829"/>
            <a:ext cx="980130" cy="0"/>
          </a:xfrm>
          <a:prstGeom prst="straightConnector1">
            <a:avLst/>
          </a:prstGeom>
          <a:ln w="25400" cap="flat" cmpd="sng" algn="ctr">
            <a:solidFill>
              <a:schemeClr val="bg2"/>
            </a:solidFill>
            <a:prstDash val="solid"/>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95A84BB1-1E98-FF41-038C-40800468F190}"/>
              </a:ext>
            </a:extLst>
          </p:cNvPr>
          <p:cNvCxnSpPr>
            <a:stCxn id="18" idx="0"/>
            <a:endCxn id="10" idx="3"/>
          </p:cNvCxnSpPr>
          <p:nvPr/>
        </p:nvCxnSpPr>
        <p:spPr>
          <a:xfrm rot="16200000" flipV="1">
            <a:off x="3718054" y="2996694"/>
            <a:ext cx="1085663"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23D37F05-EC23-1859-1168-57068297DEFC}"/>
              </a:ext>
            </a:extLst>
          </p:cNvPr>
          <p:cNvSpPr/>
          <p:nvPr/>
        </p:nvSpPr>
        <p:spPr>
          <a:xfrm>
            <a:off x="4694870" y="4085670"/>
            <a:ext cx="224318" cy="2243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19" name="Connector: Elbow 18">
            <a:extLst>
              <a:ext uri="{FF2B5EF4-FFF2-40B4-BE49-F238E27FC236}">
                <a16:creationId xmlns:a16="http://schemas.microsoft.com/office/drawing/2014/main" id="{1EBAD527-4779-10D7-A094-789D45266969}"/>
              </a:ext>
            </a:extLst>
          </p:cNvPr>
          <p:cNvCxnSpPr>
            <a:stCxn id="18" idx="4"/>
            <a:endCxn id="14" idx="3"/>
          </p:cNvCxnSpPr>
          <p:nvPr/>
        </p:nvCxnSpPr>
        <p:spPr>
          <a:xfrm rot="5400000">
            <a:off x="3718053" y="4306676"/>
            <a:ext cx="1085665"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nvGrpSpPr>
          <p:cNvPr id="20" name="Group 19">
            <a:extLst>
              <a:ext uri="{FF2B5EF4-FFF2-40B4-BE49-F238E27FC236}">
                <a16:creationId xmlns:a16="http://schemas.microsoft.com/office/drawing/2014/main" id="{2D84077F-86CC-B962-6EDD-DD78FC9472B8}"/>
              </a:ext>
            </a:extLst>
          </p:cNvPr>
          <p:cNvGrpSpPr/>
          <p:nvPr/>
        </p:nvGrpSpPr>
        <p:grpSpPr>
          <a:xfrm rot="10800000">
            <a:off x="7210001" y="3000007"/>
            <a:ext cx="1204448" cy="2395646"/>
            <a:chOff x="6342029" y="3000007"/>
            <a:chExt cx="1204448" cy="2395646"/>
          </a:xfrm>
        </p:grpSpPr>
        <p:cxnSp>
          <p:nvCxnSpPr>
            <p:cNvPr id="21" name="Straight Arrow Connector 20">
              <a:extLst>
                <a:ext uri="{FF2B5EF4-FFF2-40B4-BE49-F238E27FC236}">
                  <a16:creationId xmlns:a16="http://schemas.microsoft.com/office/drawing/2014/main" id="{DB40EE86-76FD-204A-6889-780402385AB1}"/>
                </a:ext>
              </a:extLst>
            </p:cNvPr>
            <p:cNvCxnSpPr>
              <a:cxnSpLocks/>
              <a:stCxn id="23" idx="2"/>
            </p:cNvCxnSpPr>
            <p:nvPr/>
          </p:nvCxnSpPr>
          <p:spPr>
            <a:xfrm flipH="1">
              <a:off x="6342029" y="4197829"/>
              <a:ext cx="980130" cy="0"/>
            </a:xfrm>
            <a:prstGeom prst="straightConnector1">
              <a:avLst/>
            </a:prstGeom>
            <a:ln w="25400" cap="flat" cmpd="sng" algn="ctr">
              <a:solidFill>
                <a:schemeClr val="bg2"/>
              </a:solidFill>
              <a:prstDash val="solid"/>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78BCFD9C-586D-D27A-8818-2510BA4D2B2D}"/>
                </a:ext>
              </a:extLst>
            </p:cNvPr>
            <p:cNvCxnSpPr>
              <a:cxnSpLocks/>
              <a:stCxn id="23" idx="0"/>
            </p:cNvCxnSpPr>
            <p:nvPr/>
          </p:nvCxnSpPr>
          <p:spPr>
            <a:xfrm rot="16200000" flipV="1">
              <a:off x="6345343" y="2996694"/>
              <a:ext cx="1085663"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94341A03-4C7F-17A4-4F1F-C8E8B5F84947}"/>
                </a:ext>
              </a:extLst>
            </p:cNvPr>
            <p:cNvSpPr/>
            <p:nvPr/>
          </p:nvSpPr>
          <p:spPr>
            <a:xfrm>
              <a:off x="7322159" y="4085670"/>
              <a:ext cx="224318" cy="2243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24" name="Connector: Elbow 23">
              <a:extLst>
                <a:ext uri="{FF2B5EF4-FFF2-40B4-BE49-F238E27FC236}">
                  <a16:creationId xmlns:a16="http://schemas.microsoft.com/office/drawing/2014/main" id="{2A834A8C-BB87-BBCF-C23A-27248C74D610}"/>
                </a:ext>
              </a:extLst>
            </p:cNvPr>
            <p:cNvCxnSpPr>
              <a:cxnSpLocks/>
              <a:stCxn id="23" idx="4"/>
            </p:cNvCxnSpPr>
            <p:nvPr/>
          </p:nvCxnSpPr>
          <p:spPr>
            <a:xfrm rot="5400000">
              <a:off x="6345342" y="4306676"/>
              <a:ext cx="1085665"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sp>
        <p:nvSpPr>
          <p:cNvPr id="25" name="Rectangle 24">
            <a:extLst>
              <a:ext uri="{FF2B5EF4-FFF2-40B4-BE49-F238E27FC236}">
                <a16:creationId xmlns:a16="http://schemas.microsoft.com/office/drawing/2014/main" id="{9177AC9B-6376-1E5F-FE35-A1DB82C17798}"/>
              </a:ext>
            </a:extLst>
          </p:cNvPr>
          <p:cNvSpPr/>
          <p:nvPr/>
        </p:nvSpPr>
        <p:spPr>
          <a:xfrm>
            <a:off x="8414448" y="2654992"/>
            <a:ext cx="2543175" cy="690029"/>
          </a:xfrm>
          <a:prstGeom prst="rect">
            <a:avLst/>
          </a:prstGeom>
          <a:solidFill>
            <a:srgbClr val="95D04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Enhanced compliance</a:t>
            </a:r>
          </a:p>
        </p:txBody>
      </p:sp>
      <p:sp>
        <p:nvSpPr>
          <p:cNvPr id="26" name="Rectangle 25">
            <a:extLst>
              <a:ext uri="{FF2B5EF4-FFF2-40B4-BE49-F238E27FC236}">
                <a16:creationId xmlns:a16="http://schemas.microsoft.com/office/drawing/2014/main" id="{A2E35FC8-3984-D414-A3A8-CDC556FFAD1C}"/>
              </a:ext>
            </a:extLst>
          </p:cNvPr>
          <p:cNvSpPr/>
          <p:nvPr/>
        </p:nvSpPr>
        <p:spPr>
          <a:xfrm>
            <a:off x="8414448" y="3852815"/>
            <a:ext cx="2543175" cy="690029"/>
          </a:xfrm>
          <a:prstGeom prst="rect">
            <a:avLst/>
          </a:prstGeom>
          <a:solidFill>
            <a:srgbClr val="0BA2B3"/>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Improved scalability</a:t>
            </a:r>
          </a:p>
        </p:txBody>
      </p:sp>
      <p:sp>
        <p:nvSpPr>
          <p:cNvPr id="27" name="Rectangle 26">
            <a:extLst>
              <a:ext uri="{FF2B5EF4-FFF2-40B4-BE49-F238E27FC236}">
                <a16:creationId xmlns:a16="http://schemas.microsoft.com/office/drawing/2014/main" id="{5E1FDE62-584C-169F-9AF6-6D7C48460ABA}"/>
              </a:ext>
            </a:extLst>
          </p:cNvPr>
          <p:cNvSpPr/>
          <p:nvPr/>
        </p:nvSpPr>
        <p:spPr>
          <a:xfrm>
            <a:off x="8414448" y="5050638"/>
            <a:ext cx="2543175" cy="690029"/>
          </a:xfrm>
          <a:prstGeom prst="rect">
            <a:avLst/>
          </a:prstGeom>
          <a:solidFill>
            <a:srgbClr val="1168CD"/>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US" sz="1400" b="1" i="0">
                <a:solidFill>
                  <a:schemeClr val="bg1"/>
                </a:solidFill>
                <a:latin typeface="Arial"/>
                <a:cs typeface="Arial"/>
              </a:rPr>
              <a:t>Optimized resource allocation</a:t>
            </a:r>
          </a:p>
        </p:txBody>
      </p:sp>
    </p:spTree>
    <p:custDataLst>
      <p:tags r:id="rId1"/>
    </p:custDataLst>
    <p:extLst>
      <p:ext uri="{BB962C8B-B14F-4D97-AF65-F5344CB8AC3E}">
        <p14:creationId xmlns:p14="http://schemas.microsoft.com/office/powerpoint/2010/main" val="35221095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4C341-6194-BFA2-0F0D-B24C208B637D}"/>
              </a:ext>
            </a:extLst>
          </p:cNvPr>
          <p:cNvSpPr>
            <a:spLocks noGrp="1"/>
          </p:cNvSpPr>
          <p:nvPr>
            <p:ph type="title"/>
          </p:nvPr>
        </p:nvSpPr>
        <p:spPr>
          <a:xfrm>
            <a:off x="381001" y="444807"/>
            <a:ext cx="6608941" cy="690029"/>
          </a:xfrm>
        </p:spPr>
        <p:txBody>
          <a:bodyPr/>
          <a:lstStyle/>
          <a:p>
            <a:r>
              <a:rPr lang="en-US"/>
              <a:t>Common automation use cases</a:t>
            </a:r>
            <a:endParaRPr lang="en-IN"/>
          </a:p>
        </p:txBody>
      </p:sp>
      <p:sp>
        <p:nvSpPr>
          <p:cNvPr id="3" name="Content Placeholder 2">
            <a:extLst>
              <a:ext uri="{FF2B5EF4-FFF2-40B4-BE49-F238E27FC236}">
                <a16:creationId xmlns:a16="http://schemas.microsoft.com/office/drawing/2014/main" id="{360F2EED-27E3-C5CA-6340-3B96B32F609C}"/>
              </a:ext>
            </a:extLst>
          </p:cNvPr>
          <p:cNvSpPr>
            <a:spLocks noGrp="1"/>
          </p:cNvSpPr>
          <p:nvPr>
            <p:ph sz="quarter" idx="10"/>
          </p:nvPr>
        </p:nvSpPr>
        <p:spPr>
          <a:xfrm>
            <a:off x="381001" y="1322388"/>
            <a:ext cx="11430000" cy="307777"/>
          </a:xfrm>
        </p:spPr>
        <p:txBody>
          <a:bodyPr/>
          <a:lstStyle/>
          <a:p>
            <a:r>
              <a:rPr lang="en-US"/>
              <a:t>Let's explore six common examples of how automation can greatly benefit your work.</a:t>
            </a:r>
            <a:endParaRPr lang="en-IN" sz="1800" i="1">
              <a:solidFill>
                <a:schemeClr val="accent1"/>
              </a:solidFill>
            </a:endParaRPr>
          </a:p>
        </p:txBody>
      </p:sp>
      <p:sp>
        <p:nvSpPr>
          <p:cNvPr id="18" name="TextBox 17">
            <a:extLst>
              <a:ext uri="{FF2B5EF4-FFF2-40B4-BE49-F238E27FC236}">
                <a16:creationId xmlns:a16="http://schemas.microsoft.com/office/drawing/2014/main" id="{C494AAD3-0D5F-F37B-CEE5-CE7BB56D0EC3}"/>
              </a:ext>
            </a:extLst>
          </p:cNvPr>
          <p:cNvSpPr txBox="1"/>
          <p:nvPr/>
        </p:nvSpPr>
        <p:spPr>
          <a:xfrm>
            <a:off x="429141" y="4390281"/>
            <a:ext cx="1277915" cy="677108"/>
          </a:xfrm>
          <a:prstGeom prst="rect">
            <a:avLst/>
          </a:prstGeom>
          <a:noFill/>
        </p:spPr>
        <p:txBody>
          <a:bodyPr wrap="none" lIns="91440" tIns="91440" rIns="91440" bIns="91440" rtlCol="0">
            <a:spAutoFit/>
          </a:bodyPr>
          <a:lstStyle/>
          <a:p>
            <a:pPr algn="ctr"/>
            <a:r>
              <a:rPr lang="en-IN" sz="1600" b="1" i="0">
                <a:solidFill>
                  <a:srgbClr val="1D1C1D"/>
                </a:solidFill>
                <a:effectLst/>
                <a:latin typeface="+mj-lt"/>
              </a:rPr>
              <a:t>Payroll</a:t>
            </a:r>
          </a:p>
          <a:p>
            <a:pPr algn="ctr"/>
            <a:r>
              <a:rPr lang="en-IN" sz="1600" b="1">
                <a:solidFill>
                  <a:srgbClr val="1D1C1D"/>
                </a:solidFill>
                <a:latin typeface="+mj-lt"/>
              </a:rPr>
              <a:t>p</a:t>
            </a:r>
            <a:r>
              <a:rPr lang="en-IN" sz="1600" b="1" i="0">
                <a:solidFill>
                  <a:srgbClr val="1D1C1D"/>
                </a:solidFill>
                <a:effectLst/>
                <a:latin typeface="+mj-lt"/>
              </a:rPr>
              <a:t>rocessing</a:t>
            </a:r>
            <a:endParaRPr lang="en-US" sz="1600" b="1">
              <a:solidFill>
                <a:schemeClr val="tx1"/>
              </a:solidFill>
              <a:effectLst/>
              <a:latin typeface="+mj-lt"/>
              <a:cs typeface="Arial"/>
            </a:endParaRPr>
          </a:p>
        </p:txBody>
      </p:sp>
      <p:sp>
        <p:nvSpPr>
          <p:cNvPr id="19" name="TextBox 18">
            <a:extLst>
              <a:ext uri="{FF2B5EF4-FFF2-40B4-BE49-F238E27FC236}">
                <a16:creationId xmlns:a16="http://schemas.microsoft.com/office/drawing/2014/main" id="{0F4CCDFF-E460-ED78-05AB-3451FAB5BBEA}"/>
              </a:ext>
            </a:extLst>
          </p:cNvPr>
          <p:cNvSpPr txBox="1"/>
          <p:nvPr/>
        </p:nvSpPr>
        <p:spPr>
          <a:xfrm>
            <a:off x="2159240" y="4390281"/>
            <a:ext cx="1943161" cy="677108"/>
          </a:xfrm>
          <a:prstGeom prst="rect">
            <a:avLst/>
          </a:prstGeom>
          <a:noFill/>
        </p:spPr>
        <p:txBody>
          <a:bodyPr wrap="none" lIns="91440" tIns="91440" rIns="91440" bIns="91440" rtlCol="0">
            <a:spAutoFit/>
          </a:bodyPr>
          <a:lstStyle/>
          <a:p>
            <a:pPr algn="ctr"/>
            <a:r>
              <a:rPr lang="en-IN" sz="1600" b="1" i="0">
                <a:solidFill>
                  <a:srgbClr val="1D1C1D"/>
                </a:solidFill>
                <a:effectLst/>
                <a:latin typeface="+mj-lt"/>
              </a:rPr>
              <a:t>Client information</a:t>
            </a:r>
          </a:p>
          <a:p>
            <a:pPr algn="ctr"/>
            <a:r>
              <a:rPr lang="en-IN" sz="1600" b="1" i="0">
                <a:solidFill>
                  <a:srgbClr val="1D1C1D"/>
                </a:solidFill>
                <a:effectLst/>
                <a:latin typeface="+mj-lt"/>
              </a:rPr>
              <a:t>update</a:t>
            </a:r>
            <a:endParaRPr lang="en-US" sz="1600" b="1" i="0">
              <a:solidFill>
                <a:schemeClr val="tx1"/>
              </a:solidFill>
              <a:latin typeface="+mj-lt"/>
              <a:cs typeface="Arial"/>
            </a:endParaRPr>
          </a:p>
        </p:txBody>
      </p:sp>
      <p:sp>
        <p:nvSpPr>
          <p:cNvPr id="20" name="TextBox 19">
            <a:extLst>
              <a:ext uri="{FF2B5EF4-FFF2-40B4-BE49-F238E27FC236}">
                <a16:creationId xmlns:a16="http://schemas.microsoft.com/office/drawing/2014/main" id="{FDD3345B-DBEA-30E0-F03E-6E175F651011}"/>
              </a:ext>
            </a:extLst>
          </p:cNvPr>
          <p:cNvSpPr txBox="1"/>
          <p:nvPr/>
        </p:nvSpPr>
        <p:spPr>
          <a:xfrm>
            <a:off x="4607741" y="4390281"/>
            <a:ext cx="1027845" cy="923330"/>
          </a:xfrm>
          <a:prstGeom prst="rect">
            <a:avLst/>
          </a:prstGeom>
          <a:noFill/>
        </p:spPr>
        <p:txBody>
          <a:bodyPr wrap="none" lIns="91440" tIns="91440" rIns="91440" bIns="91440" rtlCol="0">
            <a:spAutoFit/>
          </a:bodyPr>
          <a:lstStyle/>
          <a:p>
            <a:r>
              <a:rPr lang="en-IN" sz="1600" b="1" i="0">
                <a:solidFill>
                  <a:srgbClr val="1D1C1D"/>
                </a:solidFill>
                <a:effectLst/>
                <a:latin typeface="+mj-lt"/>
              </a:rPr>
              <a:t>Contract</a:t>
            </a:r>
          </a:p>
          <a:p>
            <a:r>
              <a:rPr lang="en-IN" sz="1600" b="1">
                <a:solidFill>
                  <a:srgbClr val="1D1C1D"/>
                </a:solidFill>
                <a:latin typeface="+mj-lt"/>
              </a:rPr>
              <a:t>r</a:t>
            </a:r>
            <a:r>
              <a:rPr lang="en-IN" sz="1600" b="1" i="0">
                <a:solidFill>
                  <a:srgbClr val="1D1C1D"/>
                </a:solidFill>
                <a:effectLst/>
                <a:latin typeface="+mj-lt"/>
              </a:rPr>
              <a:t>enewal</a:t>
            </a:r>
          </a:p>
          <a:p>
            <a:r>
              <a:rPr lang="en-IN" sz="1600" b="1">
                <a:solidFill>
                  <a:srgbClr val="1D1C1D"/>
                </a:solidFill>
                <a:latin typeface="+mj-lt"/>
              </a:rPr>
              <a:t>p</a:t>
            </a:r>
            <a:r>
              <a:rPr lang="en-IN" sz="1600" b="1" i="0">
                <a:solidFill>
                  <a:srgbClr val="1D1C1D"/>
                </a:solidFill>
                <a:effectLst/>
                <a:latin typeface="+mj-lt"/>
              </a:rPr>
              <a:t>rocess</a:t>
            </a:r>
            <a:endParaRPr lang="en-US" sz="1600" b="1">
              <a:solidFill>
                <a:schemeClr val="tx1"/>
              </a:solidFill>
              <a:effectLst/>
              <a:latin typeface="+mj-lt"/>
              <a:cs typeface="Arial"/>
            </a:endParaRPr>
          </a:p>
        </p:txBody>
      </p:sp>
      <p:sp>
        <p:nvSpPr>
          <p:cNvPr id="21" name="TextBox 20">
            <a:extLst>
              <a:ext uri="{FF2B5EF4-FFF2-40B4-BE49-F238E27FC236}">
                <a16:creationId xmlns:a16="http://schemas.microsoft.com/office/drawing/2014/main" id="{406D9A74-182D-3C70-5A45-681243EA3361}"/>
              </a:ext>
            </a:extLst>
          </p:cNvPr>
          <p:cNvSpPr txBox="1"/>
          <p:nvPr/>
        </p:nvSpPr>
        <p:spPr>
          <a:xfrm>
            <a:off x="6351589" y="4390281"/>
            <a:ext cx="1519968" cy="923330"/>
          </a:xfrm>
          <a:prstGeom prst="rect">
            <a:avLst/>
          </a:prstGeom>
          <a:noFill/>
        </p:spPr>
        <p:txBody>
          <a:bodyPr wrap="none" lIns="91440" tIns="91440" rIns="91440" bIns="91440" rtlCol="0">
            <a:spAutoFit/>
          </a:bodyPr>
          <a:lstStyle/>
          <a:p>
            <a:pPr algn="ctr"/>
            <a:r>
              <a:rPr lang="en-IN" sz="1600" b="1" i="0">
                <a:solidFill>
                  <a:srgbClr val="1D1C1D"/>
                </a:solidFill>
                <a:effectLst/>
                <a:latin typeface="+mj-lt"/>
              </a:rPr>
              <a:t>Financial</a:t>
            </a:r>
          </a:p>
          <a:p>
            <a:pPr algn="ctr"/>
            <a:r>
              <a:rPr lang="en-IN" sz="1600" b="1">
                <a:solidFill>
                  <a:srgbClr val="1D1C1D"/>
                </a:solidFill>
                <a:latin typeface="+mj-lt"/>
              </a:rPr>
              <a:t>s</a:t>
            </a:r>
            <a:r>
              <a:rPr lang="en-IN" sz="1600" b="1" i="0">
                <a:solidFill>
                  <a:srgbClr val="1D1C1D"/>
                </a:solidFill>
                <a:effectLst/>
                <a:latin typeface="+mj-lt"/>
              </a:rPr>
              <a:t>tatement</a:t>
            </a:r>
          </a:p>
          <a:p>
            <a:pPr algn="ctr"/>
            <a:r>
              <a:rPr lang="en-IN" sz="1600" b="1">
                <a:solidFill>
                  <a:srgbClr val="1D1C1D"/>
                </a:solidFill>
                <a:latin typeface="+mj-lt"/>
              </a:rPr>
              <a:t>r</a:t>
            </a:r>
            <a:r>
              <a:rPr lang="en-IN" sz="1600" b="1" i="0">
                <a:solidFill>
                  <a:srgbClr val="1D1C1D"/>
                </a:solidFill>
                <a:effectLst/>
                <a:latin typeface="+mj-lt"/>
              </a:rPr>
              <a:t>econciliation</a:t>
            </a:r>
          </a:p>
        </p:txBody>
      </p:sp>
      <p:sp>
        <p:nvSpPr>
          <p:cNvPr id="22" name="TextBox 21">
            <a:extLst>
              <a:ext uri="{FF2B5EF4-FFF2-40B4-BE49-F238E27FC236}">
                <a16:creationId xmlns:a16="http://schemas.microsoft.com/office/drawing/2014/main" id="{2D4955F5-253B-487D-9322-372F49CE21EE}"/>
              </a:ext>
            </a:extLst>
          </p:cNvPr>
          <p:cNvSpPr txBox="1"/>
          <p:nvPr/>
        </p:nvSpPr>
        <p:spPr>
          <a:xfrm>
            <a:off x="8428995" y="4390281"/>
            <a:ext cx="1346844" cy="677108"/>
          </a:xfrm>
          <a:prstGeom prst="rect">
            <a:avLst/>
          </a:prstGeom>
          <a:noFill/>
        </p:spPr>
        <p:txBody>
          <a:bodyPr wrap="none" lIns="91440" tIns="91440" rIns="91440" bIns="91440" rtlCol="0">
            <a:spAutoFit/>
          </a:bodyPr>
          <a:lstStyle/>
          <a:p>
            <a:pPr algn="ctr"/>
            <a:r>
              <a:rPr lang="en-IN" sz="1600" b="1" i="0">
                <a:solidFill>
                  <a:srgbClr val="1D1C1D"/>
                </a:solidFill>
                <a:effectLst/>
                <a:latin typeface="+mj-lt"/>
              </a:rPr>
              <a:t>Compliance</a:t>
            </a:r>
          </a:p>
          <a:p>
            <a:pPr algn="ctr"/>
            <a:r>
              <a:rPr lang="en-IN" sz="1600" b="1">
                <a:solidFill>
                  <a:srgbClr val="1D1C1D"/>
                </a:solidFill>
                <a:latin typeface="+mj-lt"/>
              </a:rPr>
              <a:t>r</a:t>
            </a:r>
            <a:r>
              <a:rPr lang="en-IN" sz="1600" b="1" i="0">
                <a:solidFill>
                  <a:srgbClr val="1D1C1D"/>
                </a:solidFill>
                <a:effectLst/>
                <a:latin typeface="+mj-lt"/>
              </a:rPr>
              <a:t>eporting</a:t>
            </a:r>
          </a:p>
        </p:txBody>
      </p:sp>
      <p:sp>
        <p:nvSpPr>
          <p:cNvPr id="23" name="TextBox 22">
            <a:extLst>
              <a:ext uri="{FF2B5EF4-FFF2-40B4-BE49-F238E27FC236}">
                <a16:creationId xmlns:a16="http://schemas.microsoft.com/office/drawing/2014/main" id="{D5B4E27D-AF18-C5CE-49BC-89EA7F34A629}"/>
              </a:ext>
            </a:extLst>
          </p:cNvPr>
          <p:cNvSpPr txBox="1"/>
          <p:nvPr/>
        </p:nvSpPr>
        <p:spPr>
          <a:xfrm>
            <a:off x="10448694" y="4390281"/>
            <a:ext cx="1289135" cy="923330"/>
          </a:xfrm>
          <a:prstGeom prst="rect">
            <a:avLst/>
          </a:prstGeom>
          <a:noFill/>
        </p:spPr>
        <p:txBody>
          <a:bodyPr wrap="none" lIns="91440" tIns="91440" rIns="91440" bIns="91440" rtlCol="0">
            <a:spAutoFit/>
          </a:bodyPr>
          <a:lstStyle/>
          <a:p>
            <a:pPr algn="ctr"/>
            <a:r>
              <a:rPr lang="en-IN" sz="1600" b="1" i="0">
                <a:solidFill>
                  <a:srgbClr val="1D1C1D"/>
                </a:solidFill>
                <a:effectLst/>
                <a:latin typeface="+mj-lt"/>
              </a:rPr>
              <a:t>Customer</a:t>
            </a:r>
          </a:p>
          <a:p>
            <a:pPr algn="ctr"/>
            <a:r>
              <a:rPr lang="en-IN" sz="1600" b="1" i="0">
                <a:solidFill>
                  <a:srgbClr val="1D1C1D"/>
                </a:solidFill>
                <a:effectLst/>
                <a:latin typeface="+mj-lt"/>
              </a:rPr>
              <a:t>complaint</a:t>
            </a:r>
          </a:p>
          <a:p>
            <a:pPr algn="ctr"/>
            <a:r>
              <a:rPr lang="en-IN" sz="1600" b="1" i="0">
                <a:solidFill>
                  <a:srgbClr val="1D1C1D"/>
                </a:solidFill>
                <a:effectLst/>
                <a:latin typeface="+mj-lt"/>
              </a:rPr>
              <a:t>processing</a:t>
            </a:r>
            <a:endParaRPr lang="en-IN" sz="1600" b="1" i="0">
              <a:solidFill>
                <a:schemeClr val="tx1"/>
              </a:solidFill>
              <a:latin typeface="+mj-lt"/>
              <a:cs typeface="Arial"/>
            </a:endParaRPr>
          </a:p>
        </p:txBody>
      </p:sp>
      <p:sp>
        <p:nvSpPr>
          <p:cNvPr id="4" name="Oval 3">
            <a:extLst>
              <a:ext uri="{FF2B5EF4-FFF2-40B4-BE49-F238E27FC236}">
                <a16:creationId xmlns:a16="http://schemas.microsoft.com/office/drawing/2014/main" id="{1278542A-1F86-39E8-57D6-B956B8CDC216}"/>
              </a:ext>
            </a:extLst>
          </p:cNvPr>
          <p:cNvSpPr/>
          <p:nvPr/>
        </p:nvSpPr>
        <p:spPr>
          <a:xfrm>
            <a:off x="381001" y="267002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5" name="Oval 4">
            <a:extLst>
              <a:ext uri="{FF2B5EF4-FFF2-40B4-BE49-F238E27FC236}">
                <a16:creationId xmlns:a16="http://schemas.microsoft.com/office/drawing/2014/main" id="{14E397E1-9CAC-2BBC-6672-9BF016BD6DCD}"/>
              </a:ext>
            </a:extLst>
          </p:cNvPr>
          <p:cNvSpPr/>
          <p:nvPr/>
        </p:nvSpPr>
        <p:spPr>
          <a:xfrm>
            <a:off x="2371846" y="267002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8" name="Oval 7">
            <a:extLst>
              <a:ext uri="{FF2B5EF4-FFF2-40B4-BE49-F238E27FC236}">
                <a16:creationId xmlns:a16="http://schemas.microsoft.com/office/drawing/2014/main" id="{18E6F157-CFCD-8E0B-1A4B-43DEFF2E4177}"/>
              </a:ext>
            </a:extLst>
          </p:cNvPr>
          <p:cNvSpPr/>
          <p:nvPr/>
        </p:nvSpPr>
        <p:spPr>
          <a:xfrm>
            <a:off x="4362691" y="267002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0" name="Oval 9">
            <a:extLst>
              <a:ext uri="{FF2B5EF4-FFF2-40B4-BE49-F238E27FC236}">
                <a16:creationId xmlns:a16="http://schemas.microsoft.com/office/drawing/2014/main" id="{6DA2DD1E-6EB0-AA5C-69AF-F5DDF0C2DB63}"/>
              </a:ext>
            </a:extLst>
          </p:cNvPr>
          <p:cNvSpPr/>
          <p:nvPr/>
        </p:nvSpPr>
        <p:spPr>
          <a:xfrm>
            <a:off x="6352599" y="267002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2" name="Oval 11">
            <a:extLst>
              <a:ext uri="{FF2B5EF4-FFF2-40B4-BE49-F238E27FC236}">
                <a16:creationId xmlns:a16="http://schemas.microsoft.com/office/drawing/2014/main" id="{09A0ACEA-02E2-0A04-2423-89EE5E6A1874}"/>
              </a:ext>
            </a:extLst>
          </p:cNvPr>
          <p:cNvSpPr/>
          <p:nvPr/>
        </p:nvSpPr>
        <p:spPr>
          <a:xfrm>
            <a:off x="8343444" y="267002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4" name="Oval 13">
            <a:extLst>
              <a:ext uri="{FF2B5EF4-FFF2-40B4-BE49-F238E27FC236}">
                <a16:creationId xmlns:a16="http://schemas.microsoft.com/office/drawing/2014/main" id="{DBB7CD74-17FB-682B-CB06-467602EBAAFF}"/>
              </a:ext>
            </a:extLst>
          </p:cNvPr>
          <p:cNvSpPr/>
          <p:nvPr/>
        </p:nvSpPr>
        <p:spPr>
          <a:xfrm>
            <a:off x="10334289" y="267002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7" name="Picture 6" descr="A black square with orange circle and a heart&#10;&#10;Description automatically generated">
            <a:extLst>
              <a:ext uri="{FF2B5EF4-FFF2-40B4-BE49-F238E27FC236}">
                <a16:creationId xmlns:a16="http://schemas.microsoft.com/office/drawing/2014/main" id="{1F2AA342-1B51-D52C-3CCD-FCA8C315D77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772458" y="3121314"/>
            <a:ext cx="641609" cy="633330"/>
          </a:xfrm>
          <a:prstGeom prst="rect">
            <a:avLst/>
          </a:prstGeom>
        </p:spPr>
      </p:pic>
      <p:pic>
        <p:nvPicPr>
          <p:cNvPr id="9" name="Picture 8" descr="A black background with arrows&#10;&#10;Description automatically generated">
            <a:extLst>
              <a:ext uri="{FF2B5EF4-FFF2-40B4-BE49-F238E27FC236}">
                <a16:creationId xmlns:a16="http://schemas.microsoft.com/office/drawing/2014/main" id="{76AC9CA4-272F-FAA8-4A33-09B27EFDA2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763606" y="3057338"/>
            <a:ext cx="716117" cy="720257"/>
          </a:xfrm>
          <a:prstGeom prst="rect">
            <a:avLst/>
          </a:prstGeom>
        </p:spPr>
      </p:pic>
      <p:pic>
        <p:nvPicPr>
          <p:cNvPr id="11" name="Picture 10" descr="A black square with orange and black lines and a red circle&#10;&#10;Description automatically generated">
            <a:extLst>
              <a:ext uri="{FF2B5EF4-FFF2-40B4-BE49-F238E27FC236}">
                <a16:creationId xmlns:a16="http://schemas.microsoft.com/office/drawing/2014/main" id="{165A9B83-3764-5CA6-2C5B-A847991C16F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816928" y="3121314"/>
            <a:ext cx="649887" cy="633330"/>
          </a:xfrm>
          <a:prstGeom prst="rect">
            <a:avLst/>
          </a:prstGeom>
        </p:spPr>
      </p:pic>
      <p:pic>
        <p:nvPicPr>
          <p:cNvPr id="13" name="Picture 12" descr="A black square with red and black text and a check mark&#10;&#10;Description automatically generated">
            <a:extLst>
              <a:ext uri="{FF2B5EF4-FFF2-40B4-BE49-F238E27FC236}">
                <a16:creationId xmlns:a16="http://schemas.microsoft.com/office/drawing/2014/main" id="{A1DF28C1-4FEE-06C4-676C-D2B120CF696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784559" y="3116413"/>
            <a:ext cx="654028" cy="633330"/>
          </a:xfrm>
          <a:prstGeom prst="rect">
            <a:avLst/>
          </a:prstGeom>
        </p:spPr>
      </p:pic>
      <p:pic>
        <p:nvPicPr>
          <p:cNvPr id="15" name="Picture 14" descr="A black rectangular object with red and black lines&#10;&#10;Description automatically generated">
            <a:extLst>
              <a:ext uri="{FF2B5EF4-FFF2-40B4-BE49-F238E27FC236}">
                <a16:creationId xmlns:a16="http://schemas.microsoft.com/office/drawing/2014/main" id="{320940B2-54FF-6ED0-2D89-DD7CDEE821F2}"/>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860262" y="3080663"/>
            <a:ext cx="484311" cy="666446"/>
          </a:xfrm>
          <a:prstGeom prst="rect">
            <a:avLst/>
          </a:prstGeom>
        </p:spPr>
      </p:pic>
      <p:pic>
        <p:nvPicPr>
          <p:cNvPr id="17" name="Picture 16" descr="A black and orange gear with a dollar sign&#10;&#10;Description automatically generated">
            <a:extLst>
              <a:ext uri="{FF2B5EF4-FFF2-40B4-BE49-F238E27FC236}">
                <a16:creationId xmlns:a16="http://schemas.microsoft.com/office/drawing/2014/main" id="{60996876-7681-FD2E-58CB-A14491D94C0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60386" y="3127664"/>
            <a:ext cx="625051" cy="625051"/>
          </a:xfrm>
          <a:prstGeom prst="rect">
            <a:avLst/>
          </a:prstGeom>
        </p:spPr>
      </p:pic>
    </p:spTree>
    <p:custDataLst>
      <p:tags r:id="rId1"/>
    </p:custDataLst>
    <p:extLst>
      <p:ext uri="{BB962C8B-B14F-4D97-AF65-F5344CB8AC3E}">
        <p14:creationId xmlns:p14="http://schemas.microsoft.com/office/powerpoint/2010/main" val="3488189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5B342EA-8EE2-4060-DBD8-9A6647A1039D}"/>
              </a:ext>
            </a:extLst>
          </p:cNvPr>
          <p:cNvSpPr>
            <a:spLocks/>
          </p:cNvSpPr>
          <p:nvPr/>
        </p:nvSpPr>
        <p:spPr>
          <a:xfrm>
            <a:off x="2939970"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24" name="Straight Connector 23">
            <a:extLst>
              <a:ext uri="{FF2B5EF4-FFF2-40B4-BE49-F238E27FC236}">
                <a16:creationId xmlns:a16="http://schemas.microsoft.com/office/drawing/2014/main" id="{A284E689-1C17-5829-11AE-83BC92B2DECC}"/>
              </a:ext>
            </a:extLst>
          </p:cNvPr>
          <p:cNvCxnSpPr>
            <a:cxnSpLocks/>
          </p:cNvCxnSpPr>
          <p:nvPr/>
        </p:nvCxnSpPr>
        <p:spPr>
          <a:xfrm>
            <a:off x="4589360" y="3445970"/>
            <a:ext cx="0" cy="2518586"/>
          </a:xfrm>
          <a:prstGeom prst="line">
            <a:avLst/>
          </a:prstGeom>
          <a:ln w="25400" cap="flat" cmpd="sng" algn="ctr">
            <a:solidFill>
              <a:srgbClr val="1168CD"/>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DDE4C341-6194-BFA2-0F0D-B24C208B637D}"/>
              </a:ext>
            </a:extLst>
          </p:cNvPr>
          <p:cNvSpPr>
            <a:spLocks noGrp="1"/>
          </p:cNvSpPr>
          <p:nvPr>
            <p:ph type="title"/>
          </p:nvPr>
        </p:nvSpPr>
        <p:spPr/>
        <p:txBody>
          <a:bodyPr/>
          <a:lstStyle/>
          <a:p>
            <a:r>
              <a:rPr lang="en-US"/>
              <a:t>Common automation use cases: payroll processing</a:t>
            </a:r>
            <a:endParaRPr lang="en-IN"/>
          </a:p>
        </p:txBody>
      </p:sp>
      <p:sp>
        <p:nvSpPr>
          <p:cNvPr id="4" name="Oval 3">
            <a:extLst>
              <a:ext uri="{FF2B5EF4-FFF2-40B4-BE49-F238E27FC236}">
                <a16:creationId xmlns:a16="http://schemas.microsoft.com/office/drawing/2014/main" id="{9FB5EE26-DD4A-AA42-E330-CA666ABF0CAB}"/>
              </a:ext>
            </a:extLst>
          </p:cNvPr>
          <p:cNvSpPr/>
          <p:nvPr/>
        </p:nvSpPr>
        <p:spPr>
          <a:xfrm>
            <a:off x="381001" y="321403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5" name="Picture 4" descr="A black and orange gear with a dollar sign&#10;&#10;Description automatically generated">
            <a:extLst>
              <a:ext uri="{FF2B5EF4-FFF2-40B4-BE49-F238E27FC236}">
                <a16:creationId xmlns:a16="http://schemas.microsoft.com/office/drawing/2014/main" id="{63B3CC2C-BE7A-5796-2F0E-478A4EAEE8E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0386" y="3671674"/>
            <a:ext cx="625051" cy="625051"/>
          </a:xfrm>
          <a:prstGeom prst="rect">
            <a:avLst/>
          </a:prstGeom>
        </p:spPr>
      </p:pic>
      <p:pic>
        <p:nvPicPr>
          <p:cNvPr id="11" name="Picture 10" descr="A cartoon of a person&#10;&#10;Description automatically generated">
            <a:extLst>
              <a:ext uri="{FF2B5EF4-FFF2-40B4-BE49-F238E27FC236}">
                <a16:creationId xmlns:a16="http://schemas.microsoft.com/office/drawing/2014/main" id="{DEF36365-CA6B-214C-FD42-539E4EE5CD1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981408" y="2024775"/>
            <a:ext cx="1215905" cy="1233852"/>
          </a:xfrm>
          <a:prstGeom prst="rect">
            <a:avLst/>
          </a:prstGeom>
        </p:spPr>
      </p:pic>
      <p:sp>
        <p:nvSpPr>
          <p:cNvPr id="19" name="Rectangle 18">
            <a:extLst>
              <a:ext uri="{FF2B5EF4-FFF2-40B4-BE49-F238E27FC236}">
                <a16:creationId xmlns:a16="http://schemas.microsoft.com/office/drawing/2014/main" id="{E7449485-0404-C0C8-D7CB-FD8EE43DEE83}"/>
              </a:ext>
            </a:extLst>
          </p:cNvPr>
          <p:cNvSpPr/>
          <p:nvPr/>
        </p:nvSpPr>
        <p:spPr>
          <a:xfrm>
            <a:off x="3220720" y="3698958"/>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Extract details from handwritten</a:t>
            </a:r>
          </a:p>
          <a:p>
            <a:pPr algn="ctr"/>
            <a:r>
              <a:rPr lang="en-US" sz="1200" i="0">
                <a:solidFill>
                  <a:srgbClr val="1D1C1D"/>
                </a:solidFill>
                <a:effectLst/>
              </a:rPr>
              <a:t>time sheets</a:t>
            </a:r>
            <a:endParaRPr lang="en-US" sz="1200" i="0">
              <a:latin typeface="Arial"/>
              <a:cs typeface="Arial"/>
            </a:endParaRPr>
          </a:p>
        </p:txBody>
      </p:sp>
      <p:sp>
        <p:nvSpPr>
          <p:cNvPr id="21" name="Rectangle 20">
            <a:extLst>
              <a:ext uri="{FF2B5EF4-FFF2-40B4-BE49-F238E27FC236}">
                <a16:creationId xmlns:a16="http://schemas.microsoft.com/office/drawing/2014/main" id="{DEA7F6EE-B29A-0432-58D9-82E4FF9E92D0}"/>
              </a:ext>
            </a:extLst>
          </p:cNvPr>
          <p:cNvSpPr/>
          <p:nvPr/>
        </p:nvSpPr>
        <p:spPr>
          <a:xfrm>
            <a:off x="3220720" y="4497013"/>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Calculate pay from contracts</a:t>
            </a:r>
          </a:p>
        </p:txBody>
      </p:sp>
      <p:sp>
        <p:nvSpPr>
          <p:cNvPr id="22" name="Rectangle 21">
            <a:extLst>
              <a:ext uri="{FF2B5EF4-FFF2-40B4-BE49-F238E27FC236}">
                <a16:creationId xmlns:a16="http://schemas.microsoft.com/office/drawing/2014/main" id="{D496DD8E-15E6-1DEF-B075-9E6F11B4D3BD}"/>
              </a:ext>
            </a:extLst>
          </p:cNvPr>
          <p:cNvSpPr/>
          <p:nvPr/>
        </p:nvSpPr>
        <p:spPr>
          <a:xfrm>
            <a:off x="3220720" y="5110402"/>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Initiate the payment transaction</a:t>
            </a:r>
          </a:p>
        </p:txBody>
      </p:sp>
      <p:sp>
        <p:nvSpPr>
          <p:cNvPr id="26" name="Rectangle 25">
            <a:extLst>
              <a:ext uri="{FF2B5EF4-FFF2-40B4-BE49-F238E27FC236}">
                <a16:creationId xmlns:a16="http://schemas.microsoft.com/office/drawing/2014/main" id="{6D1B3473-E3CC-1038-183B-9347B72343B7}"/>
              </a:ext>
            </a:extLst>
          </p:cNvPr>
          <p:cNvSpPr/>
          <p:nvPr/>
        </p:nvSpPr>
        <p:spPr>
          <a:xfrm>
            <a:off x="3220720"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1168CD"/>
                </a:solidFill>
                <a:effectLst/>
              </a:rPr>
              <a:t>Task Completed</a:t>
            </a:r>
          </a:p>
        </p:txBody>
      </p:sp>
      <p:sp>
        <p:nvSpPr>
          <p:cNvPr id="29" name="Rectangle 28">
            <a:extLst>
              <a:ext uri="{FF2B5EF4-FFF2-40B4-BE49-F238E27FC236}">
                <a16:creationId xmlns:a16="http://schemas.microsoft.com/office/drawing/2014/main" id="{14FB25F3-AD36-13C1-9772-24A409BA6555}"/>
              </a:ext>
            </a:extLst>
          </p:cNvPr>
          <p:cNvSpPr>
            <a:spLocks/>
          </p:cNvSpPr>
          <p:nvPr/>
        </p:nvSpPr>
        <p:spPr>
          <a:xfrm>
            <a:off x="6846703"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30" name="Straight Connector 29">
            <a:extLst>
              <a:ext uri="{FF2B5EF4-FFF2-40B4-BE49-F238E27FC236}">
                <a16:creationId xmlns:a16="http://schemas.microsoft.com/office/drawing/2014/main" id="{4DBFA469-5942-DFB9-E3A9-86E82D4B417E}"/>
              </a:ext>
            </a:extLst>
          </p:cNvPr>
          <p:cNvCxnSpPr>
            <a:cxnSpLocks/>
          </p:cNvCxnSpPr>
          <p:nvPr/>
        </p:nvCxnSpPr>
        <p:spPr>
          <a:xfrm>
            <a:off x="8496093" y="3445970"/>
            <a:ext cx="0" cy="2518586"/>
          </a:xfrm>
          <a:prstGeom prst="line">
            <a:avLst/>
          </a:prstGeom>
          <a:ln w="25400" cap="flat" cmpd="sng" algn="ctr">
            <a:solidFill>
              <a:srgbClr val="FA4616"/>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3A0B1DD9-3123-1E4A-6E88-E1FC77DFA7EA}"/>
              </a:ext>
            </a:extLst>
          </p:cNvPr>
          <p:cNvSpPr/>
          <p:nvPr/>
        </p:nvSpPr>
        <p:spPr>
          <a:xfrm>
            <a:off x="7127453" y="3698958"/>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Extracts details from handwritten</a:t>
            </a:r>
          </a:p>
          <a:p>
            <a:pPr algn="ctr"/>
            <a:r>
              <a:rPr lang="en-US" sz="1200" i="0">
                <a:solidFill>
                  <a:srgbClr val="1D1C1D"/>
                </a:solidFill>
                <a:effectLst/>
              </a:rPr>
              <a:t>time sheets</a:t>
            </a:r>
          </a:p>
        </p:txBody>
      </p:sp>
      <p:sp>
        <p:nvSpPr>
          <p:cNvPr id="34" name="Rectangle 33">
            <a:extLst>
              <a:ext uri="{FF2B5EF4-FFF2-40B4-BE49-F238E27FC236}">
                <a16:creationId xmlns:a16="http://schemas.microsoft.com/office/drawing/2014/main" id="{B23F6EFE-D9C0-5DDC-20C7-BB2F6A44D12F}"/>
              </a:ext>
            </a:extLst>
          </p:cNvPr>
          <p:cNvSpPr/>
          <p:nvPr/>
        </p:nvSpPr>
        <p:spPr>
          <a:xfrm>
            <a:off x="7127453" y="4497013"/>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Calculates pay from contracts</a:t>
            </a:r>
          </a:p>
        </p:txBody>
      </p:sp>
      <p:sp>
        <p:nvSpPr>
          <p:cNvPr id="35" name="Rectangle 34">
            <a:extLst>
              <a:ext uri="{FF2B5EF4-FFF2-40B4-BE49-F238E27FC236}">
                <a16:creationId xmlns:a16="http://schemas.microsoft.com/office/drawing/2014/main" id="{1C9B97CB-5898-152A-7373-7B3121BF179E}"/>
              </a:ext>
            </a:extLst>
          </p:cNvPr>
          <p:cNvSpPr/>
          <p:nvPr/>
        </p:nvSpPr>
        <p:spPr>
          <a:xfrm>
            <a:off x="7127453" y="5110402"/>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Initiates the payment transaction</a:t>
            </a:r>
          </a:p>
        </p:txBody>
      </p:sp>
      <p:sp>
        <p:nvSpPr>
          <p:cNvPr id="36" name="Rectangle 35">
            <a:extLst>
              <a:ext uri="{FF2B5EF4-FFF2-40B4-BE49-F238E27FC236}">
                <a16:creationId xmlns:a16="http://schemas.microsoft.com/office/drawing/2014/main" id="{DAEA14B7-F783-B50F-A23B-375D49AE3D10}"/>
              </a:ext>
            </a:extLst>
          </p:cNvPr>
          <p:cNvSpPr/>
          <p:nvPr/>
        </p:nvSpPr>
        <p:spPr>
          <a:xfrm>
            <a:off x="7127453"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FA4616"/>
                </a:solidFill>
                <a:effectLst/>
              </a:rPr>
              <a:t>Task Completed</a:t>
            </a:r>
          </a:p>
        </p:txBody>
      </p:sp>
      <p:pic>
        <p:nvPicPr>
          <p:cNvPr id="38" name="Picture 37">
            <a:extLst>
              <a:ext uri="{FF2B5EF4-FFF2-40B4-BE49-F238E27FC236}">
                <a16:creationId xmlns:a16="http://schemas.microsoft.com/office/drawing/2014/main" id="{69E2DB2B-3A6C-54E1-5A9A-A75B7AC7DDF0}"/>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7888140" y="2022268"/>
            <a:ext cx="1215906" cy="1233852"/>
          </a:xfrm>
          <a:prstGeom prst="rect">
            <a:avLst/>
          </a:prstGeom>
        </p:spPr>
      </p:pic>
      <p:pic>
        <p:nvPicPr>
          <p:cNvPr id="6" name="Picture 5">
            <a:extLst>
              <a:ext uri="{FF2B5EF4-FFF2-40B4-BE49-F238E27FC236}">
                <a16:creationId xmlns:a16="http://schemas.microsoft.com/office/drawing/2014/main" id="{59D44B0E-7359-EADB-2218-19C47FD0DA4D}"/>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4537729"/>
            <a:ext cx="281364" cy="286015"/>
          </a:xfrm>
          <a:prstGeom prst="rect">
            <a:avLst/>
          </a:prstGeom>
        </p:spPr>
      </p:pic>
      <p:sp>
        <p:nvSpPr>
          <p:cNvPr id="9" name="TextBox 8">
            <a:extLst>
              <a:ext uri="{FF2B5EF4-FFF2-40B4-BE49-F238E27FC236}">
                <a16:creationId xmlns:a16="http://schemas.microsoft.com/office/drawing/2014/main" id="{7F3C9FF2-236E-CA72-1C24-5FF11490AB0B}"/>
              </a:ext>
            </a:extLst>
          </p:cNvPr>
          <p:cNvSpPr txBox="1"/>
          <p:nvPr/>
        </p:nvSpPr>
        <p:spPr>
          <a:xfrm>
            <a:off x="2939970"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Before</a:t>
            </a:r>
            <a:endParaRPr lang="en-US" sz="1600" b="1">
              <a:solidFill>
                <a:schemeClr val="tx1"/>
              </a:solidFill>
              <a:effectLst/>
              <a:latin typeface="+mj-lt"/>
              <a:cs typeface="Arial"/>
            </a:endParaRPr>
          </a:p>
        </p:txBody>
      </p:sp>
      <p:sp>
        <p:nvSpPr>
          <p:cNvPr id="10" name="TextBox 9">
            <a:extLst>
              <a:ext uri="{FF2B5EF4-FFF2-40B4-BE49-F238E27FC236}">
                <a16:creationId xmlns:a16="http://schemas.microsoft.com/office/drawing/2014/main" id="{77DF7570-474B-24FC-257A-BB34EB011C9C}"/>
              </a:ext>
            </a:extLst>
          </p:cNvPr>
          <p:cNvSpPr txBox="1"/>
          <p:nvPr/>
        </p:nvSpPr>
        <p:spPr>
          <a:xfrm>
            <a:off x="6846703"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After</a:t>
            </a:r>
            <a:endParaRPr lang="en-US" sz="1600" b="1">
              <a:solidFill>
                <a:schemeClr val="tx1"/>
              </a:solidFill>
              <a:effectLst/>
              <a:latin typeface="+mj-lt"/>
              <a:cs typeface="Arial"/>
            </a:endParaRPr>
          </a:p>
        </p:txBody>
      </p:sp>
      <p:pic>
        <p:nvPicPr>
          <p:cNvPr id="12" name="Picture 11">
            <a:extLst>
              <a:ext uri="{FF2B5EF4-FFF2-40B4-BE49-F238E27FC236}">
                <a16:creationId xmlns:a16="http://schemas.microsoft.com/office/drawing/2014/main" id="{BF4E9FE3-5B18-887B-4488-081C3A5FA1D0}"/>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3859766"/>
            <a:ext cx="281364" cy="286015"/>
          </a:xfrm>
          <a:prstGeom prst="rect">
            <a:avLst/>
          </a:prstGeom>
        </p:spPr>
      </p:pic>
      <p:pic>
        <p:nvPicPr>
          <p:cNvPr id="13" name="Picture 12">
            <a:extLst>
              <a:ext uri="{FF2B5EF4-FFF2-40B4-BE49-F238E27FC236}">
                <a16:creationId xmlns:a16="http://schemas.microsoft.com/office/drawing/2014/main" id="{8285F595-59A6-875D-C1D2-D415C8F9411D}"/>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5181601"/>
            <a:ext cx="281364" cy="286015"/>
          </a:xfrm>
          <a:prstGeom prst="rect">
            <a:avLst/>
          </a:prstGeom>
        </p:spPr>
      </p:pic>
    </p:spTree>
    <p:custDataLst>
      <p:tags r:id="rId1"/>
    </p:custDataLst>
    <p:extLst>
      <p:ext uri="{BB962C8B-B14F-4D97-AF65-F5344CB8AC3E}">
        <p14:creationId xmlns:p14="http://schemas.microsoft.com/office/powerpoint/2010/main" val="2506026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4C341-6194-BFA2-0F0D-B24C208B637D}"/>
              </a:ext>
            </a:extLst>
          </p:cNvPr>
          <p:cNvSpPr>
            <a:spLocks noGrp="1"/>
          </p:cNvSpPr>
          <p:nvPr>
            <p:ph type="title"/>
          </p:nvPr>
        </p:nvSpPr>
        <p:spPr/>
        <p:txBody>
          <a:bodyPr/>
          <a:lstStyle/>
          <a:p>
            <a:r>
              <a:rPr lang="en-US"/>
              <a:t>Common automation use cases: client information update</a:t>
            </a:r>
            <a:endParaRPr lang="en-IN"/>
          </a:p>
        </p:txBody>
      </p:sp>
      <p:sp>
        <p:nvSpPr>
          <p:cNvPr id="4" name="Oval 3">
            <a:extLst>
              <a:ext uri="{FF2B5EF4-FFF2-40B4-BE49-F238E27FC236}">
                <a16:creationId xmlns:a16="http://schemas.microsoft.com/office/drawing/2014/main" id="{9FB5EE26-DD4A-AA42-E330-CA666ABF0CAB}"/>
              </a:ext>
            </a:extLst>
          </p:cNvPr>
          <p:cNvSpPr/>
          <p:nvPr/>
        </p:nvSpPr>
        <p:spPr>
          <a:xfrm>
            <a:off x="381001" y="321403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3" name="Picture 2" descr="A black square with orange and black lines and a red circle&#10;&#10;Description automatically generated">
            <a:extLst>
              <a:ext uri="{FF2B5EF4-FFF2-40B4-BE49-F238E27FC236}">
                <a16:creationId xmlns:a16="http://schemas.microsoft.com/office/drawing/2014/main" id="{AA71DA3B-14CD-A03F-F82F-0E0B1CF32F3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5031" y="3656344"/>
            <a:ext cx="649887" cy="633330"/>
          </a:xfrm>
          <a:prstGeom prst="rect">
            <a:avLst/>
          </a:prstGeom>
        </p:spPr>
      </p:pic>
      <p:sp>
        <p:nvSpPr>
          <p:cNvPr id="5" name="Rectangle 4">
            <a:extLst>
              <a:ext uri="{FF2B5EF4-FFF2-40B4-BE49-F238E27FC236}">
                <a16:creationId xmlns:a16="http://schemas.microsoft.com/office/drawing/2014/main" id="{EBC220D1-863E-B8BB-9EDA-D1D2706410DE}"/>
              </a:ext>
            </a:extLst>
          </p:cNvPr>
          <p:cNvSpPr>
            <a:spLocks/>
          </p:cNvSpPr>
          <p:nvPr/>
        </p:nvSpPr>
        <p:spPr>
          <a:xfrm>
            <a:off x="2939970"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10" name="Straight Connector 9">
            <a:extLst>
              <a:ext uri="{FF2B5EF4-FFF2-40B4-BE49-F238E27FC236}">
                <a16:creationId xmlns:a16="http://schemas.microsoft.com/office/drawing/2014/main" id="{DC705B50-C8F4-BA50-CF31-A7E145C646A3}"/>
              </a:ext>
            </a:extLst>
          </p:cNvPr>
          <p:cNvCxnSpPr>
            <a:cxnSpLocks/>
          </p:cNvCxnSpPr>
          <p:nvPr/>
        </p:nvCxnSpPr>
        <p:spPr>
          <a:xfrm>
            <a:off x="4589360" y="3445970"/>
            <a:ext cx="0" cy="2518586"/>
          </a:xfrm>
          <a:prstGeom prst="line">
            <a:avLst/>
          </a:prstGeom>
          <a:ln w="25400" cap="flat" cmpd="sng" algn="ctr">
            <a:solidFill>
              <a:srgbClr val="1168CD"/>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pic>
        <p:nvPicPr>
          <p:cNvPr id="11" name="Picture 10" descr="A cartoon of a person&#10;&#10;Description automatically generated">
            <a:extLst>
              <a:ext uri="{FF2B5EF4-FFF2-40B4-BE49-F238E27FC236}">
                <a16:creationId xmlns:a16="http://schemas.microsoft.com/office/drawing/2014/main" id="{A996B685-D75E-9E26-44BB-E4C4E3F28BA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981408" y="2024775"/>
            <a:ext cx="1215905" cy="1233852"/>
          </a:xfrm>
          <a:prstGeom prst="rect">
            <a:avLst/>
          </a:prstGeom>
        </p:spPr>
      </p:pic>
      <p:sp>
        <p:nvSpPr>
          <p:cNvPr id="12" name="TextBox 11">
            <a:extLst>
              <a:ext uri="{FF2B5EF4-FFF2-40B4-BE49-F238E27FC236}">
                <a16:creationId xmlns:a16="http://schemas.microsoft.com/office/drawing/2014/main" id="{2631F44E-2226-72C0-A068-DBBE1C63D48A}"/>
              </a:ext>
            </a:extLst>
          </p:cNvPr>
          <p:cNvSpPr txBox="1"/>
          <p:nvPr/>
        </p:nvSpPr>
        <p:spPr>
          <a:xfrm>
            <a:off x="2939970"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Before</a:t>
            </a:r>
            <a:endParaRPr lang="en-US" sz="1600" b="1">
              <a:solidFill>
                <a:schemeClr val="tx1"/>
              </a:solidFill>
              <a:effectLst/>
              <a:latin typeface="+mj-lt"/>
              <a:cs typeface="Arial"/>
            </a:endParaRPr>
          </a:p>
        </p:txBody>
      </p:sp>
      <p:sp>
        <p:nvSpPr>
          <p:cNvPr id="13" name="Rectangle 12">
            <a:extLst>
              <a:ext uri="{FF2B5EF4-FFF2-40B4-BE49-F238E27FC236}">
                <a16:creationId xmlns:a16="http://schemas.microsoft.com/office/drawing/2014/main" id="{2EB9502E-5E26-E0C9-4ABB-AD99E36CDE44}"/>
              </a:ext>
            </a:extLst>
          </p:cNvPr>
          <p:cNvSpPr/>
          <p:nvPr/>
        </p:nvSpPr>
        <p:spPr>
          <a:xfrm>
            <a:off x="3220720" y="3980052"/>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Update information from</a:t>
            </a:r>
          </a:p>
          <a:p>
            <a:pPr algn="ctr"/>
            <a:r>
              <a:rPr lang="en-US" sz="1200" i="0">
                <a:solidFill>
                  <a:srgbClr val="1D1C1D"/>
                </a:solidFill>
                <a:effectLst/>
              </a:rPr>
              <a:t>various sources</a:t>
            </a:r>
          </a:p>
        </p:txBody>
      </p:sp>
      <p:sp>
        <p:nvSpPr>
          <p:cNvPr id="19" name="Rectangle 18">
            <a:extLst>
              <a:ext uri="{FF2B5EF4-FFF2-40B4-BE49-F238E27FC236}">
                <a16:creationId xmlns:a16="http://schemas.microsoft.com/office/drawing/2014/main" id="{552AB0E5-40D0-9E33-FB39-CB44543F5284}"/>
              </a:ext>
            </a:extLst>
          </p:cNvPr>
          <p:cNvSpPr/>
          <p:nvPr/>
        </p:nvSpPr>
        <p:spPr>
          <a:xfrm>
            <a:off x="3220720" y="4685774"/>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Make frequent calls to the back-end databases to collect information</a:t>
            </a:r>
          </a:p>
        </p:txBody>
      </p:sp>
      <p:sp>
        <p:nvSpPr>
          <p:cNvPr id="21" name="Rectangle 20">
            <a:extLst>
              <a:ext uri="{FF2B5EF4-FFF2-40B4-BE49-F238E27FC236}">
                <a16:creationId xmlns:a16="http://schemas.microsoft.com/office/drawing/2014/main" id="{C86CCEB6-5930-F5E4-BDA2-0B1FB51007AB}"/>
              </a:ext>
            </a:extLst>
          </p:cNvPr>
          <p:cNvSpPr/>
          <p:nvPr/>
        </p:nvSpPr>
        <p:spPr>
          <a:xfrm>
            <a:off x="3220720"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1168CD"/>
                </a:solidFill>
                <a:effectLst/>
              </a:rPr>
              <a:t>Task Completed</a:t>
            </a:r>
          </a:p>
        </p:txBody>
      </p:sp>
      <p:sp>
        <p:nvSpPr>
          <p:cNvPr id="22" name="Rectangle 21">
            <a:extLst>
              <a:ext uri="{FF2B5EF4-FFF2-40B4-BE49-F238E27FC236}">
                <a16:creationId xmlns:a16="http://schemas.microsoft.com/office/drawing/2014/main" id="{CB0C057F-1ECF-B9E2-00A7-33FB629DE918}"/>
              </a:ext>
            </a:extLst>
          </p:cNvPr>
          <p:cNvSpPr>
            <a:spLocks/>
          </p:cNvSpPr>
          <p:nvPr/>
        </p:nvSpPr>
        <p:spPr>
          <a:xfrm>
            <a:off x="6846703"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23" name="Straight Connector 22">
            <a:extLst>
              <a:ext uri="{FF2B5EF4-FFF2-40B4-BE49-F238E27FC236}">
                <a16:creationId xmlns:a16="http://schemas.microsoft.com/office/drawing/2014/main" id="{181618BB-F8C7-F245-5950-14CBFA2204CB}"/>
              </a:ext>
            </a:extLst>
          </p:cNvPr>
          <p:cNvCxnSpPr>
            <a:cxnSpLocks/>
          </p:cNvCxnSpPr>
          <p:nvPr/>
        </p:nvCxnSpPr>
        <p:spPr>
          <a:xfrm>
            <a:off x="8496093" y="3445970"/>
            <a:ext cx="0" cy="2518586"/>
          </a:xfrm>
          <a:prstGeom prst="line">
            <a:avLst/>
          </a:prstGeom>
          <a:ln w="25400" cap="flat" cmpd="sng" algn="ctr">
            <a:solidFill>
              <a:srgbClr val="FA4616"/>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CB521E0-E588-37B9-7944-F1DD0E88C30E}"/>
              </a:ext>
            </a:extLst>
          </p:cNvPr>
          <p:cNvSpPr txBox="1"/>
          <p:nvPr/>
        </p:nvSpPr>
        <p:spPr>
          <a:xfrm>
            <a:off x="6846703"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After</a:t>
            </a:r>
            <a:endParaRPr lang="en-US" sz="1600" b="1">
              <a:solidFill>
                <a:schemeClr val="tx1"/>
              </a:solidFill>
              <a:effectLst/>
              <a:latin typeface="+mj-lt"/>
              <a:cs typeface="Arial"/>
            </a:endParaRPr>
          </a:p>
        </p:txBody>
      </p:sp>
      <p:sp>
        <p:nvSpPr>
          <p:cNvPr id="25" name="Rectangle 24">
            <a:extLst>
              <a:ext uri="{FF2B5EF4-FFF2-40B4-BE49-F238E27FC236}">
                <a16:creationId xmlns:a16="http://schemas.microsoft.com/office/drawing/2014/main" id="{5F0A69B0-D390-2611-592C-687E45595CC4}"/>
              </a:ext>
            </a:extLst>
          </p:cNvPr>
          <p:cNvSpPr/>
          <p:nvPr/>
        </p:nvSpPr>
        <p:spPr>
          <a:xfrm>
            <a:off x="7127453" y="3980052"/>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Processes requests for information</a:t>
            </a:r>
          </a:p>
          <a:p>
            <a:pPr algn="ctr"/>
            <a:r>
              <a:rPr lang="en-US" sz="1200" i="0">
                <a:solidFill>
                  <a:srgbClr val="1D1C1D"/>
                </a:solidFill>
                <a:effectLst/>
              </a:rPr>
              <a:t>in batches</a:t>
            </a:r>
          </a:p>
        </p:txBody>
      </p:sp>
      <p:sp>
        <p:nvSpPr>
          <p:cNvPr id="26" name="Rectangle 25">
            <a:extLst>
              <a:ext uri="{FF2B5EF4-FFF2-40B4-BE49-F238E27FC236}">
                <a16:creationId xmlns:a16="http://schemas.microsoft.com/office/drawing/2014/main" id="{AFEFBABE-053F-E3A7-6BD7-44F0A8A212F5}"/>
              </a:ext>
            </a:extLst>
          </p:cNvPr>
          <p:cNvSpPr/>
          <p:nvPr/>
        </p:nvSpPr>
        <p:spPr>
          <a:xfrm>
            <a:off x="7127453" y="4685774"/>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Extracts information from the back-end databases</a:t>
            </a:r>
          </a:p>
        </p:txBody>
      </p:sp>
      <p:sp>
        <p:nvSpPr>
          <p:cNvPr id="28" name="Rectangle 27">
            <a:extLst>
              <a:ext uri="{FF2B5EF4-FFF2-40B4-BE49-F238E27FC236}">
                <a16:creationId xmlns:a16="http://schemas.microsoft.com/office/drawing/2014/main" id="{0D81B621-CC97-3AD6-C35F-B76EB4E3B990}"/>
              </a:ext>
            </a:extLst>
          </p:cNvPr>
          <p:cNvSpPr/>
          <p:nvPr/>
        </p:nvSpPr>
        <p:spPr>
          <a:xfrm>
            <a:off x="7127453"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FA4616"/>
                </a:solidFill>
                <a:effectLst/>
              </a:rPr>
              <a:t>Task Completed</a:t>
            </a:r>
          </a:p>
        </p:txBody>
      </p:sp>
      <p:pic>
        <p:nvPicPr>
          <p:cNvPr id="29" name="Picture 28">
            <a:extLst>
              <a:ext uri="{FF2B5EF4-FFF2-40B4-BE49-F238E27FC236}">
                <a16:creationId xmlns:a16="http://schemas.microsoft.com/office/drawing/2014/main" id="{2007B37A-E3EE-5956-EFCA-413261B87593}"/>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7888140" y="2022268"/>
            <a:ext cx="1215906" cy="1233852"/>
          </a:xfrm>
          <a:prstGeom prst="rect">
            <a:avLst/>
          </a:prstGeom>
        </p:spPr>
      </p:pic>
      <p:pic>
        <p:nvPicPr>
          <p:cNvPr id="6" name="Picture 5">
            <a:extLst>
              <a:ext uri="{FF2B5EF4-FFF2-40B4-BE49-F238E27FC236}">
                <a16:creationId xmlns:a16="http://schemas.microsoft.com/office/drawing/2014/main" id="{DF406153-B4A8-8509-479B-BB04F9FA97A1}"/>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4114043"/>
            <a:ext cx="281364" cy="286015"/>
          </a:xfrm>
          <a:prstGeom prst="rect">
            <a:avLst/>
          </a:prstGeom>
        </p:spPr>
      </p:pic>
      <p:pic>
        <p:nvPicPr>
          <p:cNvPr id="7" name="Picture 6">
            <a:extLst>
              <a:ext uri="{FF2B5EF4-FFF2-40B4-BE49-F238E27FC236}">
                <a16:creationId xmlns:a16="http://schemas.microsoft.com/office/drawing/2014/main" id="{3C9896BE-C5BE-7ED1-3914-E97A10D6579B}"/>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4843918"/>
            <a:ext cx="281364" cy="286015"/>
          </a:xfrm>
          <a:prstGeom prst="rect">
            <a:avLst/>
          </a:prstGeom>
        </p:spPr>
      </p:pic>
    </p:spTree>
    <p:custDataLst>
      <p:tags r:id="rId1"/>
    </p:custDataLst>
    <p:extLst>
      <p:ext uri="{BB962C8B-B14F-4D97-AF65-F5344CB8AC3E}">
        <p14:creationId xmlns:p14="http://schemas.microsoft.com/office/powerpoint/2010/main" val="349128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4C341-6194-BFA2-0F0D-B24C208B637D}"/>
              </a:ext>
            </a:extLst>
          </p:cNvPr>
          <p:cNvSpPr>
            <a:spLocks noGrp="1"/>
          </p:cNvSpPr>
          <p:nvPr>
            <p:ph type="title"/>
          </p:nvPr>
        </p:nvSpPr>
        <p:spPr/>
        <p:txBody>
          <a:bodyPr/>
          <a:lstStyle/>
          <a:p>
            <a:r>
              <a:rPr lang="en-US"/>
              <a:t>Common automation use cases: contract renewal process</a:t>
            </a:r>
            <a:endParaRPr lang="en-IN"/>
          </a:p>
        </p:txBody>
      </p:sp>
      <p:sp>
        <p:nvSpPr>
          <p:cNvPr id="4" name="Oval 3">
            <a:extLst>
              <a:ext uri="{FF2B5EF4-FFF2-40B4-BE49-F238E27FC236}">
                <a16:creationId xmlns:a16="http://schemas.microsoft.com/office/drawing/2014/main" id="{9FB5EE26-DD4A-AA42-E330-CA666ABF0CAB}"/>
              </a:ext>
            </a:extLst>
          </p:cNvPr>
          <p:cNvSpPr/>
          <p:nvPr/>
        </p:nvSpPr>
        <p:spPr>
          <a:xfrm>
            <a:off x="381001" y="321403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5" name="Picture 4" descr="A black background with arrows&#10;&#10;Description automatically generated">
            <a:extLst>
              <a:ext uri="{FF2B5EF4-FFF2-40B4-BE49-F238E27FC236}">
                <a16:creationId xmlns:a16="http://schemas.microsoft.com/office/drawing/2014/main" id="{44122698-7A74-F835-8F10-5255664FA32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81916" y="3612880"/>
            <a:ext cx="716117" cy="720257"/>
          </a:xfrm>
          <a:prstGeom prst="rect">
            <a:avLst/>
          </a:prstGeom>
        </p:spPr>
      </p:pic>
      <p:sp>
        <p:nvSpPr>
          <p:cNvPr id="10" name="Rectangle 9">
            <a:extLst>
              <a:ext uri="{FF2B5EF4-FFF2-40B4-BE49-F238E27FC236}">
                <a16:creationId xmlns:a16="http://schemas.microsoft.com/office/drawing/2014/main" id="{FA5C0093-3E94-58BC-4B90-130249F9D8CF}"/>
              </a:ext>
            </a:extLst>
          </p:cNvPr>
          <p:cNvSpPr>
            <a:spLocks/>
          </p:cNvSpPr>
          <p:nvPr/>
        </p:nvSpPr>
        <p:spPr>
          <a:xfrm>
            <a:off x="2939970"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11" name="Straight Connector 10">
            <a:extLst>
              <a:ext uri="{FF2B5EF4-FFF2-40B4-BE49-F238E27FC236}">
                <a16:creationId xmlns:a16="http://schemas.microsoft.com/office/drawing/2014/main" id="{D726E4E8-E630-64B4-8B32-7BC0C7410226}"/>
              </a:ext>
            </a:extLst>
          </p:cNvPr>
          <p:cNvCxnSpPr>
            <a:cxnSpLocks/>
          </p:cNvCxnSpPr>
          <p:nvPr/>
        </p:nvCxnSpPr>
        <p:spPr>
          <a:xfrm>
            <a:off x="4589360" y="3445970"/>
            <a:ext cx="0" cy="2518586"/>
          </a:xfrm>
          <a:prstGeom prst="line">
            <a:avLst/>
          </a:prstGeom>
          <a:ln w="25400" cap="flat" cmpd="sng" algn="ctr">
            <a:solidFill>
              <a:srgbClr val="1168CD"/>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pic>
        <p:nvPicPr>
          <p:cNvPr id="12" name="Picture 11" descr="A cartoon of a person&#10;&#10;Description automatically generated">
            <a:extLst>
              <a:ext uri="{FF2B5EF4-FFF2-40B4-BE49-F238E27FC236}">
                <a16:creationId xmlns:a16="http://schemas.microsoft.com/office/drawing/2014/main" id="{399F6AA7-5033-9063-CDF3-BB4CCEEF14C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981408" y="2024775"/>
            <a:ext cx="1215905" cy="1233852"/>
          </a:xfrm>
          <a:prstGeom prst="rect">
            <a:avLst/>
          </a:prstGeom>
        </p:spPr>
      </p:pic>
      <p:sp>
        <p:nvSpPr>
          <p:cNvPr id="19" name="Rectangle 18">
            <a:extLst>
              <a:ext uri="{FF2B5EF4-FFF2-40B4-BE49-F238E27FC236}">
                <a16:creationId xmlns:a16="http://schemas.microsoft.com/office/drawing/2014/main" id="{48DA61C8-2C40-84A1-B627-DDD63B4C06A1}"/>
              </a:ext>
            </a:extLst>
          </p:cNvPr>
          <p:cNvSpPr/>
          <p:nvPr/>
        </p:nvSpPr>
        <p:spPr>
          <a:xfrm>
            <a:off x="3220720" y="3639377"/>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Communicate with the client</a:t>
            </a:r>
          </a:p>
        </p:txBody>
      </p:sp>
      <p:sp>
        <p:nvSpPr>
          <p:cNvPr id="20" name="Rectangle 19">
            <a:extLst>
              <a:ext uri="{FF2B5EF4-FFF2-40B4-BE49-F238E27FC236}">
                <a16:creationId xmlns:a16="http://schemas.microsoft.com/office/drawing/2014/main" id="{A3F5098B-3CB6-C0A8-91D0-EB96C5C2BDF8}"/>
              </a:ext>
            </a:extLst>
          </p:cNvPr>
          <p:cNvSpPr/>
          <p:nvPr/>
        </p:nvSpPr>
        <p:spPr>
          <a:xfrm>
            <a:off x="3220720" y="4148471"/>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Process the changes from the client</a:t>
            </a:r>
          </a:p>
        </p:txBody>
      </p:sp>
      <p:sp>
        <p:nvSpPr>
          <p:cNvPr id="21" name="Rectangle 20">
            <a:extLst>
              <a:ext uri="{FF2B5EF4-FFF2-40B4-BE49-F238E27FC236}">
                <a16:creationId xmlns:a16="http://schemas.microsoft.com/office/drawing/2014/main" id="{D3C15C25-A5FC-CE7C-D4B4-BADF6BC632DC}"/>
              </a:ext>
            </a:extLst>
          </p:cNvPr>
          <p:cNvSpPr/>
          <p:nvPr/>
        </p:nvSpPr>
        <p:spPr>
          <a:xfrm>
            <a:off x="3220720" y="4657018"/>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Draft the required documents</a:t>
            </a:r>
          </a:p>
        </p:txBody>
      </p:sp>
      <p:sp>
        <p:nvSpPr>
          <p:cNvPr id="22" name="Rectangle 21">
            <a:extLst>
              <a:ext uri="{FF2B5EF4-FFF2-40B4-BE49-F238E27FC236}">
                <a16:creationId xmlns:a16="http://schemas.microsoft.com/office/drawing/2014/main" id="{642FC67A-7DA6-E0B6-5FFB-360FE33EDA52}"/>
              </a:ext>
            </a:extLst>
          </p:cNvPr>
          <p:cNvSpPr/>
          <p:nvPr/>
        </p:nvSpPr>
        <p:spPr>
          <a:xfrm>
            <a:off x="3220720"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1168CD"/>
                </a:solidFill>
                <a:effectLst/>
              </a:rPr>
              <a:t>Task Completed</a:t>
            </a:r>
          </a:p>
        </p:txBody>
      </p:sp>
      <p:sp>
        <p:nvSpPr>
          <p:cNvPr id="23" name="Rectangle 22">
            <a:extLst>
              <a:ext uri="{FF2B5EF4-FFF2-40B4-BE49-F238E27FC236}">
                <a16:creationId xmlns:a16="http://schemas.microsoft.com/office/drawing/2014/main" id="{7E42793E-F96D-E1AD-6289-5F65108C3925}"/>
              </a:ext>
            </a:extLst>
          </p:cNvPr>
          <p:cNvSpPr>
            <a:spLocks/>
          </p:cNvSpPr>
          <p:nvPr/>
        </p:nvSpPr>
        <p:spPr>
          <a:xfrm>
            <a:off x="6846703"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24" name="Straight Connector 23">
            <a:extLst>
              <a:ext uri="{FF2B5EF4-FFF2-40B4-BE49-F238E27FC236}">
                <a16:creationId xmlns:a16="http://schemas.microsoft.com/office/drawing/2014/main" id="{06CAD3BF-C3D6-967F-B22F-CB472CCC3856}"/>
              </a:ext>
            </a:extLst>
          </p:cNvPr>
          <p:cNvCxnSpPr>
            <a:cxnSpLocks/>
          </p:cNvCxnSpPr>
          <p:nvPr/>
        </p:nvCxnSpPr>
        <p:spPr>
          <a:xfrm>
            <a:off x="8496093" y="3445970"/>
            <a:ext cx="0" cy="2518586"/>
          </a:xfrm>
          <a:prstGeom prst="line">
            <a:avLst/>
          </a:prstGeom>
          <a:ln w="25400" cap="flat" cmpd="sng" algn="ctr">
            <a:solidFill>
              <a:srgbClr val="FA4616"/>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C2400180-253B-9897-55D8-26CE0CDB9101}"/>
              </a:ext>
            </a:extLst>
          </p:cNvPr>
          <p:cNvSpPr/>
          <p:nvPr/>
        </p:nvSpPr>
        <p:spPr>
          <a:xfrm>
            <a:off x="7127453"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FA4616"/>
                </a:solidFill>
                <a:effectLst/>
              </a:rPr>
              <a:t>Task Completed</a:t>
            </a:r>
          </a:p>
        </p:txBody>
      </p:sp>
      <p:pic>
        <p:nvPicPr>
          <p:cNvPr id="30" name="Picture 29">
            <a:extLst>
              <a:ext uri="{FF2B5EF4-FFF2-40B4-BE49-F238E27FC236}">
                <a16:creationId xmlns:a16="http://schemas.microsoft.com/office/drawing/2014/main" id="{A1225566-67A5-3F04-32EF-87D66EC86909}"/>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7888140" y="2022268"/>
            <a:ext cx="1215906" cy="1233852"/>
          </a:xfrm>
          <a:prstGeom prst="rect">
            <a:avLst/>
          </a:prstGeom>
        </p:spPr>
      </p:pic>
      <p:sp>
        <p:nvSpPr>
          <p:cNvPr id="32" name="Rectangle 31">
            <a:extLst>
              <a:ext uri="{FF2B5EF4-FFF2-40B4-BE49-F238E27FC236}">
                <a16:creationId xmlns:a16="http://schemas.microsoft.com/office/drawing/2014/main" id="{1E82E932-95A0-1145-EA3B-CB9C85EA6900}"/>
              </a:ext>
            </a:extLst>
          </p:cNvPr>
          <p:cNvSpPr/>
          <p:nvPr/>
        </p:nvSpPr>
        <p:spPr>
          <a:xfrm>
            <a:off x="3220720" y="5165565"/>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Update the changes in</a:t>
            </a:r>
          </a:p>
          <a:p>
            <a:pPr algn="ctr"/>
            <a:r>
              <a:rPr lang="en-US" sz="1200" i="0">
                <a:solidFill>
                  <a:srgbClr val="1D1C1D"/>
                </a:solidFill>
                <a:effectLst/>
              </a:rPr>
              <a:t>internal systems</a:t>
            </a:r>
          </a:p>
        </p:txBody>
      </p:sp>
      <p:sp>
        <p:nvSpPr>
          <p:cNvPr id="33" name="Rectangle 32">
            <a:extLst>
              <a:ext uri="{FF2B5EF4-FFF2-40B4-BE49-F238E27FC236}">
                <a16:creationId xmlns:a16="http://schemas.microsoft.com/office/drawing/2014/main" id="{45685276-685F-57AB-CDBA-3587C4537909}"/>
              </a:ext>
            </a:extLst>
          </p:cNvPr>
          <p:cNvSpPr/>
          <p:nvPr/>
        </p:nvSpPr>
        <p:spPr>
          <a:xfrm>
            <a:off x="7129704" y="3639377"/>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Communicates with the client</a:t>
            </a:r>
          </a:p>
        </p:txBody>
      </p:sp>
      <p:sp>
        <p:nvSpPr>
          <p:cNvPr id="34" name="Rectangle 33">
            <a:extLst>
              <a:ext uri="{FF2B5EF4-FFF2-40B4-BE49-F238E27FC236}">
                <a16:creationId xmlns:a16="http://schemas.microsoft.com/office/drawing/2014/main" id="{2B81EB6E-50F9-786C-7B75-DA54655AADAE}"/>
              </a:ext>
            </a:extLst>
          </p:cNvPr>
          <p:cNvSpPr/>
          <p:nvPr/>
        </p:nvSpPr>
        <p:spPr>
          <a:xfrm>
            <a:off x="7129704" y="4148471"/>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Processes the changes from the client</a:t>
            </a:r>
          </a:p>
        </p:txBody>
      </p:sp>
      <p:sp>
        <p:nvSpPr>
          <p:cNvPr id="35" name="Rectangle 34">
            <a:extLst>
              <a:ext uri="{FF2B5EF4-FFF2-40B4-BE49-F238E27FC236}">
                <a16:creationId xmlns:a16="http://schemas.microsoft.com/office/drawing/2014/main" id="{09E31C3A-1864-A537-DA96-01CE0208A503}"/>
              </a:ext>
            </a:extLst>
          </p:cNvPr>
          <p:cNvSpPr/>
          <p:nvPr/>
        </p:nvSpPr>
        <p:spPr>
          <a:xfrm>
            <a:off x="7129704" y="4657018"/>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Drafts the required documents</a:t>
            </a:r>
          </a:p>
        </p:txBody>
      </p:sp>
      <p:sp>
        <p:nvSpPr>
          <p:cNvPr id="36" name="Rectangle 35">
            <a:extLst>
              <a:ext uri="{FF2B5EF4-FFF2-40B4-BE49-F238E27FC236}">
                <a16:creationId xmlns:a16="http://schemas.microsoft.com/office/drawing/2014/main" id="{C16B6576-E806-B102-B8AB-963C2AD2713B}"/>
              </a:ext>
            </a:extLst>
          </p:cNvPr>
          <p:cNvSpPr/>
          <p:nvPr/>
        </p:nvSpPr>
        <p:spPr>
          <a:xfrm>
            <a:off x="7129704" y="5165565"/>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Updates the changes in</a:t>
            </a:r>
          </a:p>
          <a:p>
            <a:pPr algn="ctr"/>
            <a:r>
              <a:rPr lang="en-US" sz="1200" i="0">
                <a:solidFill>
                  <a:srgbClr val="1D1C1D"/>
                </a:solidFill>
                <a:effectLst/>
              </a:rPr>
              <a:t>internal systems</a:t>
            </a:r>
          </a:p>
        </p:txBody>
      </p:sp>
      <p:pic>
        <p:nvPicPr>
          <p:cNvPr id="6" name="Picture 5">
            <a:extLst>
              <a:ext uri="{FF2B5EF4-FFF2-40B4-BE49-F238E27FC236}">
                <a16:creationId xmlns:a16="http://schemas.microsoft.com/office/drawing/2014/main" id="{E9313812-BF62-A008-178E-BB8A444E8529}"/>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4731984"/>
            <a:ext cx="281364" cy="286015"/>
          </a:xfrm>
          <a:prstGeom prst="rect">
            <a:avLst/>
          </a:prstGeom>
        </p:spPr>
      </p:pic>
      <p:sp>
        <p:nvSpPr>
          <p:cNvPr id="3" name="TextBox 2">
            <a:extLst>
              <a:ext uri="{FF2B5EF4-FFF2-40B4-BE49-F238E27FC236}">
                <a16:creationId xmlns:a16="http://schemas.microsoft.com/office/drawing/2014/main" id="{1063850F-5AB9-B2FC-9B8D-5247D92D7B13}"/>
              </a:ext>
            </a:extLst>
          </p:cNvPr>
          <p:cNvSpPr txBox="1"/>
          <p:nvPr/>
        </p:nvSpPr>
        <p:spPr>
          <a:xfrm>
            <a:off x="2939970"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Before</a:t>
            </a:r>
            <a:endParaRPr lang="en-US" sz="1600" b="1">
              <a:solidFill>
                <a:schemeClr val="tx1"/>
              </a:solidFill>
              <a:effectLst/>
              <a:latin typeface="+mj-lt"/>
              <a:cs typeface="Arial"/>
            </a:endParaRPr>
          </a:p>
        </p:txBody>
      </p:sp>
      <p:sp>
        <p:nvSpPr>
          <p:cNvPr id="7" name="TextBox 6">
            <a:extLst>
              <a:ext uri="{FF2B5EF4-FFF2-40B4-BE49-F238E27FC236}">
                <a16:creationId xmlns:a16="http://schemas.microsoft.com/office/drawing/2014/main" id="{A99D9466-C7D4-0864-FF1C-768E33C3E96F}"/>
              </a:ext>
            </a:extLst>
          </p:cNvPr>
          <p:cNvSpPr txBox="1"/>
          <p:nvPr/>
        </p:nvSpPr>
        <p:spPr>
          <a:xfrm>
            <a:off x="6846703"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After</a:t>
            </a:r>
            <a:endParaRPr lang="en-US" sz="1600" b="1">
              <a:solidFill>
                <a:schemeClr val="tx1"/>
              </a:solidFill>
              <a:effectLst/>
              <a:latin typeface="+mj-lt"/>
              <a:cs typeface="Arial"/>
            </a:endParaRPr>
          </a:p>
        </p:txBody>
      </p:sp>
      <p:pic>
        <p:nvPicPr>
          <p:cNvPr id="13" name="Picture 12">
            <a:extLst>
              <a:ext uri="{FF2B5EF4-FFF2-40B4-BE49-F238E27FC236}">
                <a16:creationId xmlns:a16="http://schemas.microsoft.com/office/drawing/2014/main" id="{79340841-8BBF-A058-3D9D-B5BFF2547C21}"/>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4223437"/>
            <a:ext cx="281364" cy="286015"/>
          </a:xfrm>
          <a:prstGeom prst="rect">
            <a:avLst/>
          </a:prstGeom>
        </p:spPr>
      </p:pic>
      <p:pic>
        <p:nvPicPr>
          <p:cNvPr id="14" name="Picture 13">
            <a:extLst>
              <a:ext uri="{FF2B5EF4-FFF2-40B4-BE49-F238E27FC236}">
                <a16:creationId xmlns:a16="http://schemas.microsoft.com/office/drawing/2014/main" id="{CA86EE15-86B4-F82C-6D4D-C22BE39FA91B}"/>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3698184"/>
            <a:ext cx="281364" cy="286015"/>
          </a:xfrm>
          <a:prstGeom prst="rect">
            <a:avLst/>
          </a:prstGeom>
        </p:spPr>
      </p:pic>
      <p:pic>
        <p:nvPicPr>
          <p:cNvPr id="15" name="Picture 14">
            <a:extLst>
              <a:ext uri="{FF2B5EF4-FFF2-40B4-BE49-F238E27FC236}">
                <a16:creationId xmlns:a16="http://schemas.microsoft.com/office/drawing/2014/main" id="{A3978889-70D0-15A1-D415-E45B04973B1A}"/>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5321352"/>
            <a:ext cx="281364" cy="286015"/>
          </a:xfrm>
          <a:prstGeom prst="rect">
            <a:avLst/>
          </a:prstGeom>
        </p:spPr>
      </p:pic>
    </p:spTree>
    <p:custDataLst>
      <p:tags r:id="rId1"/>
    </p:custDataLst>
    <p:extLst>
      <p:ext uri="{BB962C8B-B14F-4D97-AF65-F5344CB8AC3E}">
        <p14:creationId xmlns:p14="http://schemas.microsoft.com/office/powerpoint/2010/main" val="3671747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4C341-6194-BFA2-0F0D-B24C208B637D}"/>
              </a:ext>
            </a:extLst>
          </p:cNvPr>
          <p:cNvSpPr>
            <a:spLocks noGrp="1"/>
          </p:cNvSpPr>
          <p:nvPr>
            <p:ph type="title"/>
          </p:nvPr>
        </p:nvSpPr>
        <p:spPr/>
        <p:txBody>
          <a:bodyPr/>
          <a:lstStyle/>
          <a:p>
            <a:r>
              <a:rPr lang="en-US"/>
              <a:t>Common automation use cases: financial statement reconciliation</a:t>
            </a:r>
            <a:endParaRPr lang="en-IN"/>
          </a:p>
        </p:txBody>
      </p:sp>
      <p:sp>
        <p:nvSpPr>
          <p:cNvPr id="4" name="Oval 3">
            <a:extLst>
              <a:ext uri="{FF2B5EF4-FFF2-40B4-BE49-F238E27FC236}">
                <a16:creationId xmlns:a16="http://schemas.microsoft.com/office/drawing/2014/main" id="{9FB5EE26-DD4A-AA42-E330-CA666ABF0CAB}"/>
              </a:ext>
            </a:extLst>
          </p:cNvPr>
          <p:cNvSpPr/>
          <p:nvPr/>
        </p:nvSpPr>
        <p:spPr>
          <a:xfrm>
            <a:off x="381001" y="321403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3" name="Picture 2" descr="A black square with red and black text and a check mark&#10;&#10;Description automatically generated">
            <a:extLst>
              <a:ext uri="{FF2B5EF4-FFF2-40B4-BE49-F238E27FC236}">
                <a16:creationId xmlns:a16="http://schemas.microsoft.com/office/drawing/2014/main" id="{4028DBBD-CAF2-8F1C-0289-A5CA80DF033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2961" y="3690628"/>
            <a:ext cx="654028" cy="633330"/>
          </a:xfrm>
          <a:prstGeom prst="rect">
            <a:avLst/>
          </a:prstGeom>
        </p:spPr>
      </p:pic>
      <p:sp>
        <p:nvSpPr>
          <p:cNvPr id="10" name="Rectangle 9">
            <a:extLst>
              <a:ext uri="{FF2B5EF4-FFF2-40B4-BE49-F238E27FC236}">
                <a16:creationId xmlns:a16="http://schemas.microsoft.com/office/drawing/2014/main" id="{A68F4461-DE7E-DD0D-4573-A77015CAD20A}"/>
              </a:ext>
            </a:extLst>
          </p:cNvPr>
          <p:cNvSpPr>
            <a:spLocks/>
          </p:cNvSpPr>
          <p:nvPr/>
        </p:nvSpPr>
        <p:spPr>
          <a:xfrm>
            <a:off x="2939970"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11" name="Straight Connector 10">
            <a:extLst>
              <a:ext uri="{FF2B5EF4-FFF2-40B4-BE49-F238E27FC236}">
                <a16:creationId xmlns:a16="http://schemas.microsoft.com/office/drawing/2014/main" id="{654E856C-229C-04C6-CA70-9CEEFB6D6C85}"/>
              </a:ext>
            </a:extLst>
          </p:cNvPr>
          <p:cNvCxnSpPr>
            <a:cxnSpLocks/>
          </p:cNvCxnSpPr>
          <p:nvPr/>
        </p:nvCxnSpPr>
        <p:spPr>
          <a:xfrm>
            <a:off x="4589360" y="3445970"/>
            <a:ext cx="0" cy="2518586"/>
          </a:xfrm>
          <a:prstGeom prst="line">
            <a:avLst/>
          </a:prstGeom>
          <a:ln w="25400" cap="flat" cmpd="sng" algn="ctr">
            <a:solidFill>
              <a:srgbClr val="1168CD"/>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pic>
        <p:nvPicPr>
          <p:cNvPr id="12" name="Picture 11" descr="A cartoon of a person&#10;&#10;Description automatically generated">
            <a:extLst>
              <a:ext uri="{FF2B5EF4-FFF2-40B4-BE49-F238E27FC236}">
                <a16:creationId xmlns:a16="http://schemas.microsoft.com/office/drawing/2014/main" id="{40DCEC28-E939-7C79-332F-DA61544211E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981408" y="2024775"/>
            <a:ext cx="1215905" cy="1233852"/>
          </a:xfrm>
          <a:prstGeom prst="rect">
            <a:avLst/>
          </a:prstGeom>
        </p:spPr>
      </p:pic>
      <p:sp>
        <p:nvSpPr>
          <p:cNvPr id="19" name="Rectangle 18">
            <a:extLst>
              <a:ext uri="{FF2B5EF4-FFF2-40B4-BE49-F238E27FC236}">
                <a16:creationId xmlns:a16="http://schemas.microsoft.com/office/drawing/2014/main" id="{716541CF-67EB-BAE6-0175-2A74E2F68D79}"/>
              </a:ext>
            </a:extLst>
          </p:cNvPr>
          <p:cNvSpPr/>
          <p:nvPr/>
        </p:nvSpPr>
        <p:spPr>
          <a:xfrm>
            <a:off x="3220720" y="4027444"/>
            <a:ext cx="2763520" cy="7386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Match order, payment, losses, margins with accounts and</a:t>
            </a:r>
          </a:p>
          <a:p>
            <a:pPr algn="ctr"/>
            <a:r>
              <a:rPr lang="en-US" sz="1200" i="0">
                <a:solidFill>
                  <a:srgbClr val="1D1C1D"/>
                </a:solidFill>
                <a:effectLst/>
              </a:rPr>
              <a:t>financial statements</a:t>
            </a:r>
          </a:p>
        </p:txBody>
      </p:sp>
      <p:sp>
        <p:nvSpPr>
          <p:cNvPr id="20" name="Rectangle 19">
            <a:extLst>
              <a:ext uri="{FF2B5EF4-FFF2-40B4-BE49-F238E27FC236}">
                <a16:creationId xmlns:a16="http://schemas.microsoft.com/office/drawing/2014/main" id="{988D51DA-9542-4BE5-0216-EBB224A6B9F7}"/>
              </a:ext>
            </a:extLst>
          </p:cNvPr>
          <p:cNvSpPr/>
          <p:nvPr/>
        </p:nvSpPr>
        <p:spPr>
          <a:xfrm>
            <a:off x="3220720" y="4917832"/>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Record discrepancies if any.</a:t>
            </a:r>
          </a:p>
        </p:txBody>
      </p:sp>
      <p:sp>
        <p:nvSpPr>
          <p:cNvPr id="21" name="Rectangle 20">
            <a:extLst>
              <a:ext uri="{FF2B5EF4-FFF2-40B4-BE49-F238E27FC236}">
                <a16:creationId xmlns:a16="http://schemas.microsoft.com/office/drawing/2014/main" id="{B1DF10DD-69AF-099F-B233-D7669C5C4CBF}"/>
              </a:ext>
            </a:extLst>
          </p:cNvPr>
          <p:cNvSpPr/>
          <p:nvPr/>
        </p:nvSpPr>
        <p:spPr>
          <a:xfrm>
            <a:off x="3220720"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1168CD"/>
                </a:solidFill>
                <a:effectLst/>
              </a:rPr>
              <a:t>Task Completed</a:t>
            </a:r>
          </a:p>
        </p:txBody>
      </p:sp>
      <p:sp>
        <p:nvSpPr>
          <p:cNvPr id="22" name="Rectangle 21">
            <a:extLst>
              <a:ext uri="{FF2B5EF4-FFF2-40B4-BE49-F238E27FC236}">
                <a16:creationId xmlns:a16="http://schemas.microsoft.com/office/drawing/2014/main" id="{1673DE1D-5036-A2D4-AE4D-D9A8D437BF25}"/>
              </a:ext>
            </a:extLst>
          </p:cNvPr>
          <p:cNvSpPr>
            <a:spLocks/>
          </p:cNvSpPr>
          <p:nvPr/>
        </p:nvSpPr>
        <p:spPr>
          <a:xfrm>
            <a:off x="6846703"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23" name="Straight Connector 22">
            <a:extLst>
              <a:ext uri="{FF2B5EF4-FFF2-40B4-BE49-F238E27FC236}">
                <a16:creationId xmlns:a16="http://schemas.microsoft.com/office/drawing/2014/main" id="{3736C94D-C172-CD6B-3FD1-F8FA16ED6F80}"/>
              </a:ext>
            </a:extLst>
          </p:cNvPr>
          <p:cNvCxnSpPr>
            <a:cxnSpLocks/>
          </p:cNvCxnSpPr>
          <p:nvPr/>
        </p:nvCxnSpPr>
        <p:spPr>
          <a:xfrm>
            <a:off x="8496093" y="3445970"/>
            <a:ext cx="0" cy="2518586"/>
          </a:xfrm>
          <a:prstGeom prst="line">
            <a:avLst/>
          </a:prstGeom>
          <a:ln w="25400" cap="flat" cmpd="sng" algn="ctr">
            <a:solidFill>
              <a:srgbClr val="FA4616"/>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E63B5F82-4919-D969-7F31-31CAA8FA4797}"/>
              </a:ext>
            </a:extLst>
          </p:cNvPr>
          <p:cNvSpPr/>
          <p:nvPr/>
        </p:nvSpPr>
        <p:spPr>
          <a:xfrm>
            <a:off x="7127453"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FA4616"/>
                </a:solidFill>
                <a:effectLst/>
              </a:rPr>
              <a:t>Task Completed</a:t>
            </a:r>
          </a:p>
        </p:txBody>
      </p:sp>
      <p:pic>
        <p:nvPicPr>
          <p:cNvPr id="28" name="Picture 27">
            <a:extLst>
              <a:ext uri="{FF2B5EF4-FFF2-40B4-BE49-F238E27FC236}">
                <a16:creationId xmlns:a16="http://schemas.microsoft.com/office/drawing/2014/main" id="{C68D7511-2C4A-4175-CD51-DFE3CC6F5CB9}"/>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7888140" y="2022268"/>
            <a:ext cx="1215906" cy="1233852"/>
          </a:xfrm>
          <a:prstGeom prst="rect">
            <a:avLst/>
          </a:prstGeom>
        </p:spPr>
      </p:pic>
      <p:sp>
        <p:nvSpPr>
          <p:cNvPr id="30" name="Rectangle 29">
            <a:extLst>
              <a:ext uri="{FF2B5EF4-FFF2-40B4-BE49-F238E27FC236}">
                <a16:creationId xmlns:a16="http://schemas.microsoft.com/office/drawing/2014/main" id="{D13CBF1D-4C46-58B0-B216-18BC4461D7C3}"/>
              </a:ext>
            </a:extLst>
          </p:cNvPr>
          <p:cNvSpPr/>
          <p:nvPr/>
        </p:nvSpPr>
        <p:spPr>
          <a:xfrm>
            <a:off x="7114333" y="3777443"/>
            <a:ext cx="2763520" cy="7386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Matches order, payment, losses, margins with accounts and</a:t>
            </a:r>
          </a:p>
          <a:p>
            <a:pPr algn="ctr"/>
            <a:r>
              <a:rPr lang="en-US" sz="1200" i="0">
                <a:solidFill>
                  <a:srgbClr val="1D1C1D"/>
                </a:solidFill>
                <a:effectLst/>
              </a:rPr>
              <a:t>financial statements</a:t>
            </a:r>
          </a:p>
        </p:txBody>
      </p:sp>
      <p:sp>
        <p:nvSpPr>
          <p:cNvPr id="31" name="Rectangle 30">
            <a:extLst>
              <a:ext uri="{FF2B5EF4-FFF2-40B4-BE49-F238E27FC236}">
                <a16:creationId xmlns:a16="http://schemas.microsoft.com/office/drawing/2014/main" id="{B2D0A439-3060-08F5-94DA-7C0F65BD4447}"/>
              </a:ext>
            </a:extLst>
          </p:cNvPr>
          <p:cNvSpPr/>
          <p:nvPr/>
        </p:nvSpPr>
        <p:spPr>
          <a:xfrm>
            <a:off x="7114333" y="4667831"/>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Records discrepancies, if any.</a:t>
            </a:r>
          </a:p>
        </p:txBody>
      </p:sp>
      <p:sp>
        <p:nvSpPr>
          <p:cNvPr id="32" name="Rectangle 31">
            <a:extLst>
              <a:ext uri="{FF2B5EF4-FFF2-40B4-BE49-F238E27FC236}">
                <a16:creationId xmlns:a16="http://schemas.microsoft.com/office/drawing/2014/main" id="{6A0FB9B7-923E-68FF-9B8F-207258276477}"/>
              </a:ext>
            </a:extLst>
          </p:cNvPr>
          <p:cNvSpPr/>
          <p:nvPr/>
        </p:nvSpPr>
        <p:spPr>
          <a:xfrm>
            <a:off x="7114333" y="5188887"/>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Asks for human validation, if required.</a:t>
            </a:r>
          </a:p>
        </p:txBody>
      </p:sp>
      <p:pic>
        <p:nvPicPr>
          <p:cNvPr id="6" name="Picture 5">
            <a:extLst>
              <a:ext uri="{FF2B5EF4-FFF2-40B4-BE49-F238E27FC236}">
                <a16:creationId xmlns:a16="http://schemas.microsoft.com/office/drawing/2014/main" id="{166684EA-E6D8-D7A5-2C82-A208FFC3E5DE}"/>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8194" y="5235647"/>
            <a:ext cx="270512" cy="274504"/>
          </a:xfrm>
          <a:prstGeom prst="rect">
            <a:avLst/>
          </a:prstGeom>
        </p:spPr>
      </p:pic>
      <p:pic>
        <p:nvPicPr>
          <p:cNvPr id="8" name="Picture 7">
            <a:extLst>
              <a:ext uri="{FF2B5EF4-FFF2-40B4-BE49-F238E27FC236}">
                <a16:creationId xmlns:a16="http://schemas.microsoft.com/office/drawing/2014/main" id="{D45162EA-9D58-77ED-5F1B-953FFBA2D012}"/>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6922768" y="4748058"/>
            <a:ext cx="281364" cy="286015"/>
          </a:xfrm>
          <a:prstGeom prst="rect">
            <a:avLst/>
          </a:prstGeom>
        </p:spPr>
      </p:pic>
      <p:pic>
        <p:nvPicPr>
          <p:cNvPr id="9" name="Picture 8">
            <a:extLst>
              <a:ext uri="{FF2B5EF4-FFF2-40B4-BE49-F238E27FC236}">
                <a16:creationId xmlns:a16="http://schemas.microsoft.com/office/drawing/2014/main" id="{A1E9B331-C419-BE21-FB98-F9D541FADA61}"/>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6922768" y="4023907"/>
            <a:ext cx="281364" cy="286015"/>
          </a:xfrm>
          <a:prstGeom prst="rect">
            <a:avLst/>
          </a:prstGeom>
        </p:spPr>
      </p:pic>
      <p:sp>
        <p:nvSpPr>
          <p:cNvPr id="5" name="TextBox 4">
            <a:extLst>
              <a:ext uri="{FF2B5EF4-FFF2-40B4-BE49-F238E27FC236}">
                <a16:creationId xmlns:a16="http://schemas.microsoft.com/office/drawing/2014/main" id="{F960591E-C703-C9DD-128B-C520898F0703}"/>
              </a:ext>
            </a:extLst>
          </p:cNvPr>
          <p:cNvSpPr txBox="1"/>
          <p:nvPr/>
        </p:nvSpPr>
        <p:spPr>
          <a:xfrm>
            <a:off x="2939970"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Before</a:t>
            </a:r>
            <a:endParaRPr lang="en-US" sz="1600" b="1">
              <a:solidFill>
                <a:schemeClr val="tx1"/>
              </a:solidFill>
              <a:effectLst/>
              <a:latin typeface="+mj-lt"/>
              <a:cs typeface="Arial"/>
            </a:endParaRPr>
          </a:p>
        </p:txBody>
      </p:sp>
      <p:sp>
        <p:nvSpPr>
          <p:cNvPr id="7" name="TextBox 6">
            <a:extLst>
              <a:ext uri="{FF2B5EF4-FFF2-40B4-BE49-F238E27FC236}">
                <a16:creationId xmlns:a16="http://schemas.microsoft.com/office/drawing/2014/main" id="{EB8AEA8A-793D-629D-C572-AC08C162C2D9}"/>
              </a:ext>
            </a:extLst>
          </p:cNvPr>
          <p:cNvSpPr txBox="1"/>
          <p:nvPr/>
        </p:nvSpPr>
        <p:spPr>
          <a:xfrm>
            <a:off x="6846703"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After</a:t>
            </a:r>
            <a:endParaRPr lang="en-US" sz="1600" b="1">
              <a:solidFill>
                <a:schemeClr val="tx1"/>
              </a:solidFill>
              <a:effectLst/>
              <a:latin typeface="+mj-lt"/>
              <a:cs typeface="Arial"/>
            </a:endParaRPr>
          </a:p>
        </p:txBody>
      </p:sp>
    </p:spTree>
    <p:custDataLst>
      <p:tags r:id="rId1"/>
    </p:custDataLst>
    <p:extLst>
      <p:ext uri="{BB962C8B-B14F-4D97-AF65-F5344CB8AC3E}">
        <p14:creationId xmlns:p14="http://schemas.microsoft.com/office/powerpoint/2010/main" val="12059405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4C341-6194-BFA2-0F0D-B24C208B637D}"/>
              </a:ext>
            </a:extLst>
          </p:cNvPr>
          <p:cNvSpPr>
            <a:spLocks noGrp="1"/>
          </p:cNvSpPr>
          <p:nvPr>
            <p:ph type="title"/>
          </p:nvPr>
        </p:nvSpPr>
        <p:spPr/>
        <p:txBody>
          <a:bodyPr/>
          <a:lstStyle/>
          <a:p>
            <a:r>
              <a:rPr lang="en-US"/>
              <a:t>Common Automation Use Cases: Compliance Reporting</a:t>
            </a:r>
            <a:endParaRPr lang="en-IN"/>
          </a:p>
        </p:txBody>
      </p:sp>
      <p:sp>
        <p:nvSpPr>
          <p:cNvPr id="4" name="Oval 3">
            <a:extLst>
              <a:ext uri="{FF2B5EF4-FFF2-40B4-BE49-F238E27FC236}">
                <a16:creationId xmlns:a16="http://schemas.microsoft.com/office/drawing/2014/main" id="{9FB5EE26-DD4A-AA42-E330-CA666ABF0CAB}"/>
              </a:ext>
            </a:extLst>
          </p:cNvPr>
          <p:cNvSpPr/>
          <p:nvPr/>
        </p:nvSpPr>
        <p:spPr>
          <a:xfrm>
            <a:off x="381001" y="321403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5" name="Picture 4" descr="A black rectangular object with red and black lines&#10;&#10;Description automatically generated">
            <a:extLst>
              <a:ext uri="{FF2B5EF4-FFF2-40B4-BE49-F238E27FC236}">
                <a16:creationId xmlns:a16="http://schemas.microsoft.com/office/drawing/2014/main" id="{0B310899-B9D5-13C1-D6E5-19C8726759F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7819" y="3637961"/>
            <a:ext cx="484311" cy="666446"/>
          </a:xfrm>
          <a:prstGeom prst="rect">
            <a:avLst/>
          </a:prstGeom>
        </p:spPr>
      </p:pic>
      <p:sp>
        <p:nvSpPr>
          <p:cNvPr id="10" name="Rectangle 9">
            <a:extLst>
              <a:ext uri="{FF2B5EF4-FFF2-40B4-BE49-F238E27FC236}">
                <a16:creationId xmlns:a16="http://schemas.microsoft.com/office/drawing/2014/main" id="{2C0B0325-C810-D185-5171-1DBAAE7E8D78}"/>
              </a:ext>
            </a:extLst>
          </p:cNvPr>
          <p:cNvSpPr>
            <a:spLocks/>
          </p:cNvSpPr>
          <p:nvPr/>
        </p:nvSpPr>
        <p:spPr>
          <a:xfrm>
            <a:off x="2939970"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11" name="Straight Connector 10">
            <a:extLst>
              <a:ext uri="{FF2B5EF4-FFF2-40B4-BE49-F238E27FC236}">
                <a16:creationId xmlns:a16="http://schemas.microsoft.com/office/drawing/2014/main" id="{87907546-2739-5F26-CD94-A3E6A49B7616}"/>
              </a:ext>
            </a:extLst>
          </p:cNvPr>
          <p:cNvCxnSpPr>
            <a:cxnSpLocks/>
          </p:cNvCxnSpPr>
          <p:nvPr/>
        </p:nvCxnSpPr>
        <p:spPr>
          <a:xfrm>
            <a:off x="4589360" y="3445970"/>
            <a:ext cx="0" cy="2518586"/>
          </a:xfrm>
          <a:prstGeom prst="line">
            <a:avLst/>
          </a:prstGeom>
          <a:ln w="25400" cap="flat" cmpd="sng" algn="ctr">
            <a:solidFill>
              <a:srgbClr val="1168CD"/>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pic>
        <p:nvPicPr>
          <p:cNvPr id="12" name="Picture 11" descr="A cartoon of a person&#10;&#10;Description automatically generated">
            <a:extLst>
              <a:ext uri="{FF2B5EF4-FFF2-40B4-BE49-F238E27FC236}">
                <a16:creationId xmlns:a16="http://schemas.microsoft.com/office/drawing/2014/main" id="{34C6991A-0AA6-BE5F-2B5F-952F47E995A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81408" y="2024775"/>
            <a:ext cx="1215905" cy="1233852"/>
          </a:xfrm>
          <a:prstGeom prst="rect">
            <a:avLst/>
          </a:prstGeom>
        </p:spPr>
      </p:pic>
      <p:sp>
        <p:nvSpPr>
          <p:cNvPr id="19" name="Rectangle 18">
            <a:extLst>
              <a:ext uri="{FF2B5EF4-FFF2-40B4-BE49-F238E27FC236}">
                <a16:creationId xmlns:a16="http://schemas.microsoft.com/office/drawing/2014/main" id="{6492BAF1-C9FE-155D-0A00-EA20CB966BC6}"/>
              </a:ext>
            </a:extLst>
          </p:cNvPr>
          <p:cNvSpPr/>
          <p:nvPr/>
        </p:nvSpPr>
        <p:spPr>
          <a:xfrm>
            <a:off x="3220720" y="3772842"/>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Monitor the requirements for</a:t>
            </a:r>
          </a:p>
          <a:p>
            <a:pPr algn="ctr"/>
            <a:r>
              <a:rPr lang="en-US" sz="1200" i="0">
                <a:solidFill>
                  <a:srgbClr val="1D1C1D"/>
                </a:solidFill>
                <a:effectLst/>
              </a:rPr>
              <a:t>each department</a:t>
            </a:r>
          </a:p>
        </p:txBody>
      </p:sp>
      <p:sp>
        <p:nvSpPr>
          <p:cNvPr id="20" name="Rectangle 19">
            <a:extLst>
              <a:ext uri="{FF2B5EF4-FFF2-40B4-BE49-F238E27FC236}">
                <a16:creationId xmlns:a16="http://schemas.microsoft.com/office/drawing/2014/main" id="{524845F6-8A90-8EF2-E1D1-4EB1EA1E7BB1}"/>
              </a:ext>
            </a:extLst>
          </p:cNvPr>
          <p:cNvSpPr/>
          <p:nvPr/>
        </p:nvSpPr>
        <p:spPr>
          <a:xfrm>
            <a:off x="3220720" y="4478564"/>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Follow the internal procedure and audit requirements</a:t>
            </a:r>
          </a:p>
        </p:txBody>
      </p:sp>
      <p:sp>
        <p:nvSpPr>
          <p:cNvPr id="21" name="Rectangle 20">
            <a:extLst>
              <a:ext uri="{FF2B5EF4-FFF2-40B4-BE49-F238E27FC236}">
                <a16:creationId xmlns:a16="http://schemas.microsoft.com/office/drawing/2014/main" id="{75114AD1-5E3D-32C6-A2AF-A76A6E91C82C}"/>
              </a:ext>
            </a:extLst>
          </p:cNvPr>
          <p:cNvSpPr/>
          <p:nvPr/>
        </p:nvSpPr>
        <p:spPr>
          <a:xfrm>
            <a:off x="3220720"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1168CD"/>
                </a:solidFill>
                <a:effectLst/>
              </a:rPr>
              <a:t>Task Completed</a:t>
            </a:r>
          </a:p>
        </p:txBody>
      </p:sp>
      <p:sp>
        <p:nvSpPr>
          <p:cNvPr id="22" name="Rectangle 21">
            <a:extLst>
              <a:ext uri="{FF2B5EF4-FFF2-40B4-BE49-F238E27FC236}">
                <a16:creationId xmlns:a16="http://schemas.microsoft.com/office/drawing/2014/main" id="{7A669334-AC40-D2BE-5A10-32F7BA62B8E7}"/>
              </a:ext>
            </a:extLst>
          </p:cNvPr>
          <p:cNvSpPr>
            <a:spLocks/>
          </p:cNvSpPr>
          <p:nvPr/>
        </p:nvSpPr>
        <p:spPr>
          <a:xfrm>
            <a:off x="6846703"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23" name="Straight Connector 22">
            <a:extLst>
              <a:ext uri="{FF2B5EF4-FFF2-40B4-BE49-F238E27FC236}">
                <a16:creationId xmlns:a16="http://schemas.microsoft.com/office/drawing/2014/main" id="{9824EF4A-893D-CB3B-11CA-9CDC803E756A}"/>
              </a:ext>
            </a:extLst>
          </p:cNvPr>
          <p:cNvCxnSpPr>
            <a:cxnSpLocks/>
          </p:cNvCxnSpPr>
          <p:nvPr/>
        </p:nvCxnSpPr>
        <p:spPr>
          <a:xfrm>
            <a:off x="8496093" y="3445970"/>
            <a:ext cx="0" cy="2518586"/>
          </a:xfrm>
          <a:prstGeom prst="line">
            <a:avLst/>
          </a:prstGeom>
          <a:ln w="25400" cap="flat" cmpd="sng" algn="ctr">
            <a:solidFill>
              <a:srgbClr val="FA4616"/>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708E06AF-D0CB-9944-5CBA-21E7105F8EEB}"/>
              </a:ext>
            </a:extLst>
          </p:cNvPr>
          <p:cNvSpPr/>
          <p:nvPr/>
        </p:nvSpPr>
        <p:spPr>
          <a:xfrm>
            <a:off x="7127453"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FA4616"/>
                </a:solidFill>
                <a:effectLst/>
              </a:rPr>
              <a:t>Task Completed</a:t>
            </a:r>
          </a:p>
        </p:txBody>
      </p:sp>
      <p:pic>
        <p:nvPicPr>
          <p:cNvPr id="26" name="Picture 25">
            <a:extLst>
              <a:ext uri="{FF2B5EF4-FFF2-40B4-BE49-F238E27FC236}">
                <a16:creationId xmlns:a16="http://schemas.microsoft.com/office/drawing/2014/main" id="{2FD880E1-9EB5-41EB-8786-F1F6A52846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7888140" y="2022268"/>
            <a:ext cx="1215906" cy="1233852"/>
          </a:xfrm>
          <a:prstGeom prst="rect">
            <a:avLst/>
          </a:prstGeom>
        </p:spPr>
      </p:pic>
      <p:sp>
        <p:nvSpPr>
          <p:cNvPr id="31" name="Rectangle 30">
            <a:extLst>
              <a:ext uri="{FF2B5EF4-FFF2-40B4-BE49-F238E27FC236}">
                <a16:creationId xmlns:a16="http://schemas.microsoft.com/office/drawing/2014/main" id="{B03C00C4-FD55-0A2B-2CEF-CD818478C7CD}"/>
              </a:ext>
            </a:extLst>
          </p:cNvPr>
          <p:cNvSpPr/>
          <p:nvPr/>
        </p:nvSpPr>
        <p:spPr>
          <a:xfrm>
            <a:off x="3220720" y="5184286"/>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Follow up the reporting to authorities</a:t>
            </a:r>
          </a:p>
        </p:txBody>
      </p:sp>
      <p:sp>
        <p:nvSpPr>
          <p:cNvPr id="32" name="Rectangle 31">
            <a:extLst>
              <a:ext uri="{FF2B5EF4-FFF2-40B4-BE49-F238E27FC236}">
                <a16:creationId xmlns:a16="http://schemas.microsoft.com/office/drawing/2014/main" id="{AACC8192-1DD7-8327-AC24-FD0724ACA02B}"/>
              </a:ext>
            </a:extLst>
          </p:cNvPr>
          <p:cNvSpPr/>
          <p:nvPr/>
        </p:nvSpPr>
        <p:spPr>
          <a:xfrm>
            <a:off x="7127453" y="3559208"/>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Monitors the requirements for</a:t>
            </a:r>
          </a:p>
          <a:p>
            <a:pPr algn="ctr"/>
            <a:r>
              <a:rPr lang="en-US" sz="1200" i="0">
                <a:solidFill>
                  <a:srgbClr val="1D1C1D"/>
                </a:solidFill>
                <a:effectLst/>
              </a:rPr>
              <a:t>each department</a:t>
            </a:r>
          </a:p>
        </p:txBody>
      </p:sp>
      <p:sp>
        <p:nvSpPr>
          <p:cNvPr id="33" name="Rectangle 32">
            <a:extLst>
              <a:ext uri="{FF2B5EF4-FFF2-40B4-BE49-F238E27FC236}">
                <a16:creationId xmlns:a16="http://schemas.microsoft.com/office/drawing/2014/main" id="{219E72FA-24D2-215A-00EC-F4D14B6A3103}"/>
              </a:ext>
            </a:extLst>
          </p:cNvPr>
          <p:cNvSpPr/>
          <p:nvPr/>
        </p:nvSpPr>
        <p:spPr>
          <a:xfrm>
            <a:off x="7127453" y="4171151"/>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Follows the internal procedure and audit requirements</a:t>
            </a:r>
          </a:p>
        </p:txBody>
      </p:sp>
      <p:sp>
        <p:nvSpPr>
          <p:cNvPr id="34" name="Rectangle 33">
            <a:extLst>
              <a:ext uri="{FF2B5EF4-FFF2-40B4-BE49-F238E27FC236}">
                <a16:creationId xmlns:a16="http://schemas.microsoft.com/office/drawing/2014/main" id="{737F2FC9-4955-5BE1-9AEF-09B374A0CF82}"/>
              </a:ext>
            </a:extLst>
          </p:cNvPr>
          <p:cNvSpPr/>
          <p:nvPr/>
        </p:nvSpPr>
        <p:spPr>
          <a:xfrm>
            <a:off x="7127453" y="4783309"/>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91440" rIns="0" bIns="91440" rtlCol="0" anchor="ctr" anchorCtr="0">
            <a:spAutoFit/>
          </a:bodyPr>
          <a:lstStyle/>
          <a:p>
            <a:pPr algn="ctr"/>
            <a:r>
              <a:rPr lang="en-US" sz="1200" i="0">
                <a:solidFill>
                  <a:srgbClr val="1D1C1D"/>
                </a:solidFill>
                <a:effectLst/>
              </a:rPr>
              <a:t>Follow-ups on the reporting</a:t>
            </a:r>
          </a:p>
          <a:p>
            <a:pPr algn="ctr"/>
            <a:r>
              <a:rPr lang="en-US" sz="1200" i="0">
                <a:solidFill>
                  <a:srgbClr val="1D1C1D"/>
                </a:solidFill>
                <a:effectLst/>
              </a:rPr>
              <a:t>to authorities.</a:t>
            </a:r>
          </a:p>
        </p:txBody>
      </p:sp>
      <p:sp>
        <p:nvSpPr>
          <p:cNvPr id="35" name="Rectangle 34">
            <a:extLst>
              <a:ext uri="{FF2B5EF4-FFF2-40B4-BE49-F238E27FC236}">
                <a16:creationId xmlns:a16="http://schemas.microsoft.com/office/drawing/2014/main" id="{D85CC2D6-EC78-66B4-8E27-259213DF4A1C}"/>
              </a:ext>
            </a:extLst>
          </p:cNvPr>
          <p:cNvSpPr/>
          <p:nvPr/>
        </p:nvSpPr>
        <p:spPr>
          <a:xfrm>
            <a:off x="7127453" y="5395467"/>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0" tIns="91440" rIns="0" bIns="91440" rtlCol="0" anchor="ctr" anchorCtr="0">
            <a:spAutoFit/>
          </a:bodyPr>
          <a:lstStyle/>
          <a:p>
            <a:pPr algn="ctr"/>
            <a:r>
              <a:rPr lang="en-US" sz="1200" i="0">
                <a:solidFill>
                  <a:srgbClr val="1D1C1D"/>
                </a:solidFill>
                <a:effectLst/>
              </a:rPr>
              <a:t>Asks for human validation, if required.</a:t>
            </a:r>
          </a:p>
        </p:txBody>
      </p:sp>
      <p:pic>
        <p:nvPicPr>
          <p:cNvPr id="6" name="Picture 5">
            <a:extLst>
              <a:ext uri="{FF2B5EF4-FFF2-40B4-BE49-F238E27FC236}">
                <a16:creationId xmlns:a16="http://schemas.microsoft.com/office/drawing/2014/main" id="{631C9E55-1609-29CF-8ADE-B967A9C92D8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928194" y="5445892"/>
            <a:ext cx="270512" cy="274504"/>
          </a:xfrm>
          <a:prstGeom prst="rect">
            <a:avLst/>
          </a:prstGeom>
        </p:spPr>
      </p:pic>
      <p:pic>
        <p:nvPicPr>
          <p:cNvPr id="8" name="Picture 7">
            <a:extLst>
              <a:ext uri="{FF2B5EF4-FFF2-40B4-BE49-F238E27FC236}">
                <a16:creationId xmlns:a16="http://schemas.microsoft.com/office/drawing/2014/main" id="{1319EEFC-62DD-8F58-E2B2-557AE92CE22F}"/>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4951761"/>
            <a:ext cx="281364" cy="286015"/>
          </a:xfrm>
          <a:prstGeom prst="rect">
            <a:avLst/>
          </a:prstGeom>
        </p:spPr>
      </p:pic>
      <p:pic>
        <p:nvPicPr>
          <p:cNvPr id="9" name="Picture 8">
            <a:extLst>
              <a:ext uri="{FF2B5EF4-FFF2-40B4-BE49-F238E27FC236}">
                <a16:creationId xmlns:a16="http://schemas.microsoft.com/office/drawing/2014/main" id="{89147E1F-7CFE-4033-FD95-07B4BA64469E}"/>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4305870"/>
            <a:ext cx="281364" cy="286015"/>
          </a:xfrm>
          <a:prstGeom prst="rect">
            <a:avLst/>
          </a:prstGeom>
        </p:spPr>
      </p:pic>
      <p:pic>
        <p:nvPicPr>
          <p:cNvPr id="14" name="Picture 13">
            <a:extLst>
              <a:ext uri="{FF2B5EF4-FFF2-40B4-BE49-F238E27FC236}">
                <a16:creationId xmlns:a16="http://schemas.microsoft.com/office/drawing/2014/main" id="{77E02FE9-F490-5AE6-866D-38AAD4A10D27}"/>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6922768" y="3706385"/>
            <a:ext cx="281364" cy="286015"/>
          </a:xfrm>
          <a:prstGeom prst="rect">
            <a:avLst/>
          </a:prstGeom>
        </p:spPr>
      </p:pic>
      <p:sp>
        <p:nvSpPr>
          <p:cNvPr id="3" name="TextBox 2">
            <a:extLst>
              <a:ext uri="{FF2B5EF4-FFF2-40B4-BE49-F238E27FC236}">
                <a16:creationId xmlns:a16="http://schemas.microsoft.com/office/drawing/2014/main" id="{58659F5A-AFB2-7FBD-63EA-43BC8F87D07A}"/>
              </a:ext>
            </a:extLst>
          </p:cNvPr>
          <p:cNvSpPr txBox="1"/>
          <p:nvPr/>
        </p:nvSpPr>
        <p:spPr>
          <a:xfrm>
            <a:off x="2939970"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Before</a:t>
            </a:r>
            <a:endParaRPr lang="en-US" sz="1600" b="1">
              <a:solidFill>
                <a:schemeClr val="tx1"/>
              </a:solidFill>
              <a:effectLst/>
              <a:latin typeface="+mj-lt"/>
              <a:cs typeface="Arial"/>
            </a:endParaRPr>
          </a:p>
        </p:txBody>
      </p:sp>
      <p:sp>
        <p:nvSpPr>
          <p:cNvPr id="7" name="TextBox 6">
            <a:extLst>
              <a:ext uri="{FF2B5EF4-FFF2-40B4-BE49-F238E27FC236}">
                <a16:creationId xmlns:a16="http://schemas.microsoft.com/office/drawing/2014/main" id="{F140D343-9976-F2E4-DE78-C9FCFCED342E}"/>
              </a:ext>
            </a:extLst>
          </p:cNvPr>
          <p:cNvSpPr txBox="1"/>
          <p:nvPr/>
        </p:nvSpPr>
        <p:spPr>
          <a:xfrm>
            <a:off x="6846703"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After</a:t>
            </a:r>
            <a:endParaRPr lang="en-US" sz="1600" b="1">
              <a:solidFill>
                <a:schemeClr val="tx1"/>
              </a:solidFill>
              <a:effectLst/>
              <a:latin typeface="+mj-lt"/>
              <a:cs typeface="Arial"/>
            </a:endParaRPr>
          </a:p>
        </p:txBody>
      </p:sp>
    </p:spTree>
    <p:extLst>
      <p:ext uri="{BB962C8B-B14F-4D97-AF65-F5344CB8AC3E}">
        <p14:creationId xmlns:p14="http://schemas.microsoft.com/office/powerpoint/2010/main" val="2003591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4C341-6194-BFA2-0F0D-B24C208B637D}"/>
              </a:ext>
            </a:extLst>
          </p:cNvPr>
          <p:cNvSpPr>
            <a:spLocks noGrp="1"/>
          </p:cNvSpPr>
          <p:nvPr>
            <p:ph type="title"/>
          </p:nvPr>
        </p:nvSpPr>
        <p:spPr/>
        <p:txBody>
          <a:bodyPr/>
          <a:lstStyle/>
          <a:p>
            <a:r>
              <a:rPr lang="en-US"/>
              <a:t>Common automation use cases: customer complaint processing</a:t>
            </a:r>
            <a:endParaRPr lang="en-IN"/>
          </a:p>
        </p:txBody>
      </p:sp>
      <p:sp>
        <p:nvSpPr>
          <p:cNvPr id="4" name="Oval 3">
            <a:extLst>
              <a:ext uri="{FF2B5EF4-FFF2-40B4-BE49-F238E27FC236}">
                <a16:creationId xmlns:a16="http://schemas.microsoft.com/office/drawing/2014/main" id="{9FB5EE26-DD4A-AA42-E330-CA666ABF0CAB}"/>
              </a:ext>
            </a:extLst>
          </p:cNvPr>
          <p:cNvSpPr/>
          <p:nvPr/>
        </p:nvSpPr>
        <p:spPr>
          <a:xfrm>
            <a:off x="381001" y="3214035"/>
            <a:ext cx="1517949" cy="15179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3" name="Picture 2" descr="A black square with orange circle and a heart&#10;&#10;Description automatically generated">
            <a:extLst>
              <a:ext uri="{FF2B5EF4-FFF2-40B4-BE49-F238E27FC236}">
                <a16:creationId xmlns:a16="http://schemas.microsoft.com/office/drawing/2014/main" id="{EF1B00D0-906E-1159-0BCA-7682491DB11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19170" y="3656344"/>
            <a:ext cx="641609" cy="633330"/>
          </a:xfrm>
          <a:prstGeom prst="rect">
            <a:avLst/>
          </a:prstGeom>
        </p:spPr>
      </p:pic>
      <p:sp>
        <p:nvSpPr>
          <p:cNvPr id="7" name="Rectangle 6">
            <a:extLst>
              <a:ext uri="{FF2B5EF4-FFF2-40B4-BE49-F238E27FC236}">
                <a16:creationId xmlns:a16="http://schemas.microsoft.com/office/drawing/2014/main" id="{EEE76638-F973-B616-54AB-FDC3073D4612}"/>
              </a:ext>
            </a:extLst>
          </p:cNvPr>
          <p:cNvSpPr>
            <a:spLocks/>
          </p:cNvSpPr>
          <p:nvPr/>
        </p:nvSpPr>
        <p:spPr>
          <a:xfrm>
            <a:off x="2939970"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10" name="Straight Connector 9">
            <a:extLst>
              <a:ext uri="{FF2B5EF4-FFF2-40B4-BE49-F238E27FC236}">
                <a16:creationId xmlns:a16="http://schemas.microsoft.com/office/drawing/2014/main" id="{9D0F3466-2869-5CCD-A5A9-EEEE6FFEA949}"/>
              </a:ext>
            </a:extLst>
          </p:cNvPr>
          <p:cNvCxnSpPr>
            <a:cxnSpLocks/>
          </p:cNvCxnSpPr>
          <p:nvPr/>
        </p:nvCxnSpPr>
        <p:spPr>
          <a:xfrm>
            <a:off x="4589360" y="3445970"/>
            <a:ext cx="0" cy="2518586"/>
          </a:xfrm>
          <a:prstGeom prst="line">
            <a:avLst/>
          </a:prstGeom>
          <a:ln w="25400" cap="flat" cmpd="sng" algn="ctr">
            <a:solidFill>
              <a:srgbClr val="1168CD"/>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pic>
        <p:nvPicPr>
          <p:cNvPr id="11" name="Picture 10" descr="A cartoon of a person&#10;&#10;Description automatically generated">
            <a:extLst>
              <a:ext uri="{FF2B5EF4-FFF2-40B4-BE49-F238E27FC236}">
                <a16:creationId xmlns:a16="http://schemas.microsoft.com/office/drawing/2014/main" id="{7B5145F2-86CA-2E3B-5FEF-04B2C9F086B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81408" y="2024775"/>
            <a:ext cx="1215905" cy="1233852"/>
          </a:xfrm>
          <a:prstGeom prst="rect">
            <a:avLst/>
          </a:prstGeom>
        </p:spPr>
      </p:pic>
      <p:sp>
        <p:nvSpPr>
          <p:cNvPr id="13" name="Rectangle 12">
            <a:extLst>
              <a:ext uri="{FF2B5EF4-FFF2-40B4-BE49-F238E27FC236}">
                <a16:creationId xmlns:a16="http://schemas.microsoft.com/office/drawing/2014/main" id="{3FB78E7E-C68B-9F7F-3809-0D3553E999D9}"/>
              </a:ext>
            </a:extLst>
          </p:cNvPr>
          <p:cNvSpPr/>
          <p:nvPr/>
        </p:nvSpPr>
        <p:spPr>
          <a:xfrm>
            <a:off x="3220720" y="3610878"/>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Receive complaint-related calls</a:t>
            </a:r>
          </a:p>
          <a:p>
            <a:pPr algn="ctr"/>
            <a:r>
              <a:rPr lang="en-US" sz="1200" i="0">
                <a:solidFill>
                  <a:srgbClr val="1D1C1D"/>
                </a:solidFill>
                <a:effectLst/>
              </a:rPr>
              <a:t>from customer</a:t>
            </a:r>
          </a:p>
        </p:txBody>
      </p:sp>
      <p:sp>
        <p:nvSpPr>
          <p:cNvPr id="19" name="Rectangle 18">
            <a:extLst>
              <a:ext uri="{FF2B5EF4-FFF2-40B4-BE49-F238E27FC236}">
                <a16:creationId xmlns:a16="http://schemas.microsoft.com/office/drawing/2014/main" id="{F9379FEA-3299-447D-9F17-EC01DA99CA53}"/>
              </a:ext>
            </a:extLst>
          </p:cNvPr>
          <p:cNvSpPr/>
          <p:nvPr/>
        </p:nvSpPr>
        <p:spPr>
          <a:xfrm>
            <a:off x="3220720" y="4257408"/>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Categorize the customer complaint</a:t>
            </a:r>
          </a:p>
        </p:txBody>
      </p:sp>
      <p:sp>
        <p:nvSpPr>
          <p:cNvPr id="20" name="Rectangle 19">
            <a:extLst>
              <a:ext uri="{FF2B5EF4-FFF2-40B4-BE49-F238E27FC236}">
                <a16:creationId xmlns:a16="http://schemas.microsoft.com/office/drawing/2014/main" id="{CD10D6D8-0082-7D71-F039-2BF66A88C913}"/>
              </a:ext>
            </a:extLst>
          </p:cNvPr>
          <p:cNvSpPr/>
          <p:nvPr/>
        </p:nvSpPr>
        <p:spPr>
          <a:xfrm>
            <a:off x="3220720" y="4719272"/>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Analyze the customer complaint</a:t>
            </a:r>
          </a:p>
        </p:txBody>
      </p:sp>
      <p:sp>
        <p:nvSpPr>
          <p:cNvPr id="21" name="Rectangle 20">
            <a:extLst>
              <a:ext uri="{FF2B5EF4-FFF2-40B4-BE49-F238E27FC236}">
                <a16:creationId xmlns:a16="http://schemas.microsoft.com/office/drawing/2014/main" id="{ED05A63B-30AB-39A7-5811-39AEE3366EB2}"/>
              </a:ext>
            </a:extLst>
          </p:cNvPr>
          <p:cNvSpPr/>
          <p:nvPr/>
        </p:nvSpPr>
        <p:spPr>
          <a:xfrm>
            <a:off x="3220720"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1168CD"/>
                </a:solidFill>
                <a:effectLst/>
              </a:rPr>
              <a:t>Task Completed</a:t>
            </a:r>
          </a:p>
        </p:txBody>
      </p:sp>
      <p:sp>
        <p:nvSpPr>
          <p:cNvPr id="22" name="Rectangle 21">
            <a:extLst>
              <a:ext uri="{FF2B5EF4-FFF2-40B4-BE49-F238E27FC236}">
                <a16:creationId xmlns:a16="http://schemas.microsoft.com/office/drawing/2014/main" id="{AAC57D00-5726-0AEA-D51E-687955B20B4E}"/>
              </a:ext>
            </a:extLst>
          </p:cNvPr>
          <p:cNvSpPr>
            <a:spLocks/>
          </p:cNvSpPr>
          <p:nvPr/>
        </p:nvSpPr>
        <p:spPr>
          <a:xfrm>
            <a:off x="6846703" y="1464199"/>
            <a:ext cx="3298784" cy="504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23" name="Straight Connector 22">
            <a:extLst>
              <a:ext uri="{FF2B5EF4-FFF2-40B4-BE49-F238E27FC236}">
                <a16:creationId xmlns:a16="http://schemas.microsoft.com/office/drawing/2014/main" id="{88263608-3379-6612-5EA5-A98BCCDC5BA6}"/>
              </a:ext>
            </a:extLst>
          </p:cNvPr>
          <p:cNvCxnSpPr>
            <a:cxnSpLocks/>
          </p:cNvCxnSpPr>
          <p:nvPr/>
        </p:nvCxnSpPr>
        <p:spPr>
          <a:xfrm>
            <a:off x="8496093" y="3445970"/>
            <a:ext cx="0" cy="2518586"/>
          </a:xfrm>
          <a:prstGeom prst="line">
            <a:avLst/>
          </a:prstGeom>
          <a:ln w="25400" cap="flat" cmpd="sng" algn="ctr">
            <a:solidFill>
              <a:srgbClr val="FA4616"/>
            </a:solidFill>
            <a:prstDash val="solid"/>
            <a:round/>
            <a:headEnd type="oval"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28" name="Rectangle 27">
            <a:extLst>
              <a:ext uri="{FF2B5EF4-FFF2-40B4-BE49-F238E27FC236}">
                <a16:creationId xmlns:a16="http://schemas.microsoft.com/office/drawing/2014/main" id="{D4D828D0-C1BE-1E4A-0A66-969AB2681AE8}"/>
              </a:ext>
            </a:extLst>
          </p:cNvPr>
          <p:cNvSpPr/>
          <p:nvPr/>
        </p:nvSpPr>
        <p:spPr>
          <a:xfrm>
            <a:off x="7127453" y="5964556"/>
            <a:ext cx="2763520" cy="35394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050" b="1" i="0">
                <a:solidFill>
                  <a:srgbClr val="FA4616"/>
                </a:solidFill>
                <a:effectLst/>
              </a:rPr>
              <a:t>Task Completed</a:t>
            </a:r>
          </a:p>
        </p:txBody>
      </p:sp>
      <p:pic>
        <p:nvPicPr>
          <p:cNvPr id="29" name="Picture 28">
            <a:extLst>
              <a:ext uri="{FF2B5EF4-FFF2-40B4-BE49-F238E27FC236}">
                <a16:creationId xmlns:a16="http://schemas.microsoft.com/office/drawing/2014/main" id="{76D97AAE-06EA-8FBC-75A1-BB0E565F7FA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7888140" y="2022268"/>
            <a:ext cx="1215906" cy="1233852"/>
          </a:xfrm>
          <a:prstGeom prst="rect">
            <a:avLst/>
          </a:prstGeom>
        </p:spPr>
      </p:pic>
      <p:sp>
        <p:nvSpPr>
          <p:cNvPr id="31" name="Rectangle 30">
            <a:extLst>
              <a:ext uri="{FF2B5EF4-FFF2-40B4-BE49-F238E27FC236}">
                <a16:creationId xmlns:a16="http://schemas.microsoft.com/office/drawing/2014/main" id="{B9C506CB-E4A1-92B0-A2B6-B77E9BDC9AC1}"/>
              </a:ext>
            </a:extLst>
          </p:cNvPr>
          <p:cNvSpPr/>
          <p:nvPr/>
        </p:nvSpPr>
        <p:spPr>
          <a:xfrm>
            <a:off x="3220720" y="5181136"/>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Suggest practical solutions to</a:t>
            </a:r>
          </a:p>
          <a:p>
            <a:pPr algn="ctr"/>
            <a:r>
              <a:rPr lang="en-US" sz="1200" i="0">
                <a:solidFill>
                  <a:srgbClr val="1D1C1D"/>
                </a:solidFill>
                <a:effectLst/>
              </a:rPr>
              <a:t>the complaint</a:t>
            </a:r>
          </a:p>
        </p:txBody>
      </p:sp>
      <p:sp>
        <p:nvSpPr>
          <p:cNvPr id="32" name="Rectangle 31">
            <a:extLst>
              <a:ext uri="{FF2B5EF4-FFF2-40B4-BE49-F238E27FC236}">
                <a16:creationId xmlns:a16="http://schemas.microsoft.com/office/drawing/2014/main" id="{EC57083B-C164-1C3A-AE5B-4E1E09C78DAB}"/>
              </a:ext>
            </a:extLst>
          </p:cNvPr>
          <p:cNvSpPr/>
          <p:nvPr/>
        </p:nvSpPr>
        <p:spPr>
          <a:xfrm>
            <a:off x="7127453" y="3610878"/>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Receives complaint-related calls</a:t>
            </a:r>
          </a:p>
          <a:p>
            <a:pPr algn="ctr"/>
            <a:r>
              <a:rPr lang="en-US" sz="1200" i="0">
                <a:solidFill>
                  <a:srgbClr val="1D1C1D"/>
                </a:solidFill>
                <a:effectLst/>
              </a:rPr>
              <a:t>from customer</a:t>
            </a:r>
          </a:p>
        </p:txBody>
      </p:sp>
      <p:sp>
        <p:nvSpPr>
          <p:cNvPr id="33" name="Rectangle 32">
            <a:extLst>
              <a:ext uri="{FF2B5EF4-FFF2-40B4-BE49-F238E27FC236}">
                <a16:creationId xmlns:a16="http://schemas.microsoft.com/office/drawing/2014/main" id="{187EE0BF-CF2C-D7EE-04F8-3CEC43537ED2}"/>
              </a:ext>
            </a:extLst>
          </p:cNvPr>
          <p:cNvSpPr/>
          <p:nvPr/>
        </p:nvSpPr>
        <p:spPr>
          <a:xfrm>
            <a:off x="7127453" y="4257408"/>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Categorizes the customer complaint</a:t>
            </a:r>
          </a:p>
        </p:txBody>
      </p:sp>
      <p:sp>
        <p:nvSpPr>
          <p:cNvPr id="34" name="Rectangle 33">
            <a:extLst>
              <a:ext uri="{FF2B5EF4-FFF2-40B4-BE49-F238E27FC236}">
                <a16:creationId xmlns:a16="http://schemas.microsoft.com/office/drawing/2014/main" id="{4A71152A-0B2D-6B4A-15D8-65839EC70BEF}"/>
              </a:ext>
            </a:extLst>
          </p:cNvPr>
          <p:cNvSpPr/>
          <p:nvPr/>
        </p:nvSpPr>
        <p:spPr>
          <a:xfrm>
            <a:off x="7127453" y="4719272"/>
            <a:ext cx="2763520" cy="3693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Analyzes the customer complaint</a:t>
            </a:r>
          </a:p>
        </p:txBody>
      </p:sp>
      <p:sp>
        <p:nvSpPr>
          <p:cNvPr id="35" name="Rectangle 34">
            <a:extLst>
              <a:ext uri="{FF2B5EF4-FFF2-40B4-BE49-F238E27FC236}">
                <a16:creationId xmlns:a16="http://schemas.microsoft.com/office/drawing/2014/main" id="{F5EFF022-F528-3414-91A7-A9D0049D9497}"/>
              </a:ext>
            </a:extLst>
          </p:cNvPr>
          <p:cNvSpPr/>
          <p:nvPr/>
        </p:nvSpPr>
        <p:spPr>
          <a:xfrm>
            <a:off x="7127453" y="5181136"/>
            <a:ext cx="2763520" cy="5539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ctr"/>
            <a:r>
              <a:rPr lang="en-US" sz="1200" i="0">
                <a:solidFill>
                  <a:srgbClr val="1D1C1D"/>
                </a:solidFill>
                <a:effectLst/>
              </a:rPr>
              <a:t>Suggests practical solutions to</a:t>
            </a:r>
          </a:p>
          <a:p>
            <a:pPr algn="ctr"/>
            <a:r>
              <a:rPr lang="en-US" sz="1200" i="0">
                <a:solidFill>
                  <a:srgbClr val="1D1C1D"/>
                </a:solidFill>
                <a:effectLst/>
              </a:rPr>
              <a:t>the complaint</a:t>
            </a:r>
          </a:p>
        </p:txBody>
      </p:sp>
      <p:pic>
        <p:nvPicPr>
          <p:cNvPr id="6" name="Picture 5">
            <a:extLst>
              <a:ext uri="{FF2B5EF4-FFF2-40B4-BE49-F238E27FC236}">
                <a16:creationId xmlns:a16="http://schemas.microsoft.com/office/drawing/2014/main" id="{30AB9724-D63A-C358-FA64-3A1A88827EA0}"/>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922768" y="3763168"/>
            <a:ext cx="281364" cy="286015"/>
          </a:xfrm>
          <a:prstGeom prst="rect">
            <a:avLst/>
          </a:prstGeom>
        </p:spPr>
      </p:pic>
      <p:sp>
        <p:nvSpPr>
          <p:cNvPr id="5" name="TextBox 4">
            <a:extLst>
              <a:ext uri="{FF2B5EF4-FFF2-40B4-BE49-F238E27FC236}">
                <a16:creationId xmlns:a16="http://schemas.microsoft.com/office/drawing/2014/main" id="{482F9D9C-4A12-04A2-3943-472140A30D44}"/>
              </a:ext>
            </a:extLst>
          </p:cNvPr>
          <p:cNvSpPr txBox="1"/>
          <p:nvPr/>
        </p:nvSpPr>
        <p:spPr>
          <a:xfrm>
            <a:off x="2939970"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Before</a:t>
            </a:r>
            <a:endParaRPr lang="en-US" sz="1600" b="1">
              <a:solidFill>
                <a:schemeClr val="tx1"/>
              </a:solidFill>
              <a:effectLst/>
              <a:latin typeface="+mj-lt"/>
              <a:cs typeface="Arial"/>
            </a:endParaRPr>
          </a:p>
        </p:txBody>
      </p:sp>
      <p:sp>
        <p:nvSpPr>
          <p:cNvPr id="8" name="TextBox 7">
            <a:extLst>
              <a:ext uri="{FF2B5EF4-FFF2-40B4-BE49-F238E27FC236}">
                <a16:creationId xmlns:a16="http://schemas.microsoft.com/office/drawing/2014/main" id="{FBE65535-03DB-535E-763C-BDCE4A944A63}"/>
              </a:ext>
            </a:extLst>
          </p:cNvPr>
          <p:cNvSpPr txBox="1"/>
          <p:nvPr/>
        </p:nvSpPr>
        <p:spPr>
          <a:xfrm>
            <a:off x="6846703" y="1566634"/>
            <a:ext cx="3298783"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After</a:t>
            </a:r>
            <a:endParaRPr lang="en-US" sz="1600" b="1">
              <a:solidFill>
                <a:schemeClr val="tx1"/>
              </a:solidFill>
              <a:effectLst/>
              <a:latin typeface="+mj-lt"/>
              <a:cs typeface="Arial"/>
            </a:endParaRPr>
          </a:p>
        </p:txBody>
      </p:sp>
      <p:pic>
        <p:nvPicPr>
          <p:cNvPr id="12" name="Picture 11">
            <a:extLst>
              <a:ext uri="{FF2B5EF4-FFF2-40B4-BE49-F238E27FC236}">
                <a16:creationId xmlns:a16="http://schemas.microsoft.com/office/drawing/2014/main" id="{A3F118A6-2842-FFAF-23FC-28B69DD9FE40}"/>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922768" y="4325712"/>
            <a:ext cx="281364" cy="286015"/>
          </a:xfrm>
          <a:prstGeom prst="rect">
            <a:avLst/>
          </a:prstGeom>
        </p:spPr>
      </p:pic>
      <p:pic>
        <p:nvPicPr>
          <p:cNvPr id="15" name="Picture 14">
            <a:extLst>
              <a:ext uri="{FF2B5EF4-FFF2-40B4-BE49-F238E27FC236}">
                <a16:creationId xmlns:a16="http://schemas.microsoft.com/office/drawing/2014/main" id="{4B8012BE-6584-1EDA-656D-661CD316DDFA}"/>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922768" y="4808706"/>
            <a:ext cx="281364" cy="286015"/>
          </a:xfrm>
          <a:prstGeom prst="rect">
            <a:avLst/>
          </a:prstGeom>
        </p:spPr>
      </p:pic>
      <p:pic>
        <p:nvPicPr>
          <p:cNvPr id="16" name="Picture 15">
            <a:extLst>
              <a:ext uri="{FF2B5EF4-FFF2-40B4-BE49-F238E27FC236}">
                <a16:creationId xmlns:a16="http://schemas.microsoft.com/office/drawing/2014/main" id="{843D6208-166F-556D-E841-795E599CA149}"/>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922768" y="5327309"/>
            <a:ext cx="281364" cy="286015"/>
          </a:xfrm>
          <a:prstGeom prst="rect">
            <a:avLst/>
          </a:prstGeom>
        </p:spPr>
      </p:pic>
    </p:spTree>
    <p:extLst>
      <p:ext uri="{BB962C8B-B14F-4D97-AF65-F5344CB8AC3E}">
        <p14:creationId xmlns:p14="http://schemas.microsoft.com/office/powerpoint/2010/main" val="2884830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0E8FF6-E08E-6A37-2A1F-59229BDB0BD1}"/>
              </a:ext>
            </a:extLst>
          </p:cNvPr>
          <p:cNvSpPr>
            <a:spLocks noGrp="1"/>
          </p:cNvSpPr>
          <p:nvPr>
            <p:ph type="title"/>
          </p:nvPr>
        </p:nvSpPr>
        <p:spPr>
          <a:xfrm>
            <a:off x="381001" y="286469"/>
            <a:ext cx="6608941" cy="690029"/>
          </a:xfrm>
        </p:spPr>
        <p:txBody>
          <a:bodyPr/>
          <a:lstStyle/>
          <a:p>
            <a:r>
              <a:rPr lang="en-IN"/>
              <a:t>Playback time!</a:t>
            </a:r>
          </a:p>
        </p:txBody>
      </p:sp>
      <p:sp>
        <p:nvSpPr>
          <p:cNvPr id="9" name="Rectangle 8">
            <a:extLst>
              <a:ext uri="{FF2B5EF4-FFF2-40B4-BE49-F238E27FC236}">
                <a16:creationId xmlns:a16="http://schemas.microsoft.com/office/drawing/2014/main" id="{D6CA5F2B-2C09-2D0A-2405-4D1F83DC4245}"/>
              </a:ext>
            </a:extLst>
          </p:cNvPr>
          <p:cNvSpPr/>
          <p:nvPr/>
        </p:nvSpPr>
        <p:spPr>
          <a:xfrm>
            <a:off x="381001" y="1921397"/>
            <a:ext cx="3438280" cy="360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0" name="Content Placeholder 1">
            <a:extLst>
              <a:ext uri="{FF2B5EF4-FFF2-40B4-BE49-F238E27FC236}">
                <a16:creationId xmlns:a16="http://schemas.microsoft.com/office/drawing/2014/main" id="{6D01D965-7E3D-B12E-0976-0595D3FC4108}"/>
              </a:ext>
            </a:extLst>
          </p:cNvPr>
          <p:cNvSpPr>
            <a:spLocks noGrp="1"/>
          </p:cNvSpPr>
          <p:nvPr>
            <p:ph idx="1"/>
          </p:nvPr>
        </p:nvSpPr>
        <p:spPr>
          <a:xfrm>
            <a:off x="531108" y="2062892"/>
            <a:ext cx="3288173" cy="3231654"/>
          </a:xfrm>
        </p:spPr>
        <p:txBody>
          <a:bodyPr/>
          <a:lstStyle/>
          <a:p>
            <a:pPr marL="173038" indent="-173038">
              <a:buFont typeface="Arial" panose="020B0604020202020204" pitchFamily="34" charset="0"/>
              <a:buChar char="•"/>
            </a:pPr>
            <a:r>
              <a:rPr lang="en-US"/>
              <a:t>Automation can help businesses by improving:</a:t>
            </a:r>
          </a:p>
          <a:p>
            <a:pPr marL="342900" indent="-169863">
              <a:buFont typeface="Arial" panose="020B0604020202020204" pitchFamily="34" charset="0"/>
              <a:buChar char="-"/>
            </a:pPr>
            <a:r>
              <a:rPr lang="en-US"/>
              <a:t>Savings</a:t>
            </a:r>
          </a:p>
          <a:p>
            <a:pPr marL="342900" indent="-169863">
              <a:buFont typeface="Arial" panose="020B0604020202020204" pitchFamily="34" charset="0"/>
              <a:buChar char="-"/>
            </a:pPr>
            <a:r>
              <a:rPr lang="en-US"/>
              <a:t>Accuracy</a:t>
            </a:r>
          </a:p>
          <a:p>
            <a:pPr marL="342900" indent="-169863">
              <a:buFont typeface="Arial" panose="020B0604020202020204" pitchFamily="34" charset="0"/>
              <a:buChar char="-"/>
            </a:pPr>
            <a:r>
              <a:rPr lang="en-US"/>
              <a:t>Efficiency</a:t>
            </a:r>
          </a:p>
          <a:p>
            <a:pPr marL="342900" indent="-169863">
              <a:buFont typeface="Arial" panose="020B0604020202020204" pitchFamily="34" charset="0"/>
              <a:buChar char="-"/>
            </a:pPr>
            <a:r>
              <a:rPr lang="en-US"/>
              <a:t>Salability</a:t>
            </a:r>
          </a:p>
          <a:p>
            <a:pPr marL="342900" indent="-169863">
              <a:buFont typeface="Arial" panose="020B0604020202020204" pitchFamily="34" charset="0"/>
              <a:buChar char="-"/>
            </a:pPr>
            <a:r>
              <a:rPr lang="en-US"/>
              <a:t>Compliance</a:t>
            </a:r>
          </a:p>
          <a:p>
            <a:pPr marL="342900" indent="-169863">
              <a:buFont typeface="Arial" panose="020B0604020202020204" pitchFamily="34" charset="0"/>
              <a:buChar char="-"/>
            </a:pPr>
            <a:r>
              <a:rPr lang="en-US"/>
              <a:t>Resource allocation</a:t>
            </a:r>
          </a:p>
        </p:txBody>
      </p:sp>
      <p:pic>
        <p:nvPicPr>
          <p:cNvPr id="11" name="jada.png" descr="jada.png">
            <a:extLst>
              <a:ext uri="{FF2B5EF4-FFF2-40B4-BE49-F238E27FC236}">
                <a16:creationId xmlns:a16="http://schemas.microsoft.com/office/drawing/2014/main" id="{4953D055-4D97-1120-DC8D-F8764A3D7D49}"/>
              </a:ext>
            </a:extLst>
          </p:cNvPr>
          <p:cNvPicPr>
            <a:picLocks noChangeAspect="1"/>
          </p:cNvPicPr>
          <p:nvPr/>
        </p:nvPicPr>
        <p:blipFill>
          <a:blip r:embed="rId4"/>
          <a:stretch>
            <a:fillRect/>
          </a:stretch>
        </p:blipFill>
        <p:spPr>
          <a:xfrm>
            <a:off x="4239318" y="3020992"/>
            <a:ext cx="3710187" cy="3810632"/>
          </a:xfrm>
          <a:prstGeom prst="rect">
            <a:avLst/>
          </a:prstGeom>
          <a:ln w="12700">
            <a:miter lim="400000"/>
          </a:ln>
        </p:spPr>
      </p:pic>
      <p:sp>
        <p:nvSpPr>
          <p:cNvPr id="2" name="Rectangle 1">
            <a:extLst>
              <a:ext uri="{FF2B5EF4-FFF2-40B4-BE49-F238E27FC236}">
                <a16:creationId xmlns:a16="http://schemas.microsoft.com/office/drawing/2014/main" id="{9FC4D07F-D475-4B0C-5583-8422562F615E}"/>
              </a:ext>
            </a:extLst>
          </p:cNvPr>
          <p:cNvSpPr/>
          <p:nvPr/>
        </p:nvSpPr>
        <p:spPr>
          <a:xfrm>
            <a:off x="8219437" y="1921397"/>
            <a:ext cx="3438280" cy="360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5" name="Content Placeholder 1">
            <a:extLst>
              <a:ext uri="{FF2B5EF4-FFF2-40B4-BE49-F238E27FC236}">
                <a16:creationId xmlns:a16="http://schemas.microsoft.com/office/drawing/2014/main" id="{C276433E-1C4E-806A-5E72-A508435F86DA}"/>
              </a:ext>
            </a:extLst>
          </p:cNvPr>
          <p:cNvSpPr txBox="1">
            <a:spLocks/>
          </p:cNvSpPr>
          <p:nvPr/>
        </p:nvSpPr>
        <p:spPr>
          <a:xfrm>
            <a:off x="8369544" y="2062892"/>
            <a:ext cx="3288173" cy="2795637"/>
          </a:xfrm>
          <a:prstGeom prst="rect">
            <a:avLst/>
          </a:prstGeom>
        </p:spPr>
        <p:txBody>
          <a:bodyPr vert="horz"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baseline="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3038" indent="-173038">
              <a:buFont typeface="Arial" panose="020B0604020202020204" pitchFamily="34" charset="0"/>
              <a:buChar char="•"/>
            </a:pPr>
            <a:r>
              <a:rPr lang="en-US"/>
              <a:t>Automation can               lead to: </a:t>
            </a:r>
          </a:p>
          <a:p>
            <a:pPr marL="342900" indent="-169863">
              <a:buFont typeface="Arial" panose="020B0604020202020204" pitchFamily="34" charset="0"/>
              <a:buChar char="-"/>
            </a:pPr>
            <a:r>
              <a:rPr lang="en-US"/>
              <a:t>Increased job satisfaction</a:t>
            </a:r>
          </a:p>
          <a:p>
            <a:pPr marL="342900" indent="-169863">
              <a:buFont typeface="Arial" panose="020B0604020202020204" pitchFamily="34" charset="0"/>
              <a:buChar char="-"/>
            </a:pPr>
            <a:r>
              <a:rPr lang="en-US"/>
              <a:t>Better opportunities</a:t>
            </a:r>
          </a:p>
          <a:p>
            <a:pPr marL="342900" indent="-169863">
              <a:buFont typeface="Arial" panose="020B0604020202020204" pitchFamily="34" charset="0"/>
              <a:buChar char="-"/>
            </a:pPr>
            <a:r>
              <a:rPr lang="en-US"/>
              <a:t>Better work–life balance</a:t>
            </a:r>
          </a:p>
          <a:p>
            <a:pPr marL="342900" indent="-169863">
              <a:buFont typeface="Arial" panose="020B0604020202020204" pitchFamily="34" charset="0"/>
              <a:buChar char="-"/>
            </a:pPr>
            <a:r>
              <a:rPr lang="en-US"/>
              <a:t>Reduced stress</a:t>
            </a:r>
          </a:p>
          <a:p>
            <a:endParaRPr lang="en-US"/>
          </a:p>
        </p:txBody>
      </p:sp>
    </p:spTree>
    <p:custDataLst>
      <p:tags r:id="rId1"/>
    </p:custDataLst>
    <p:extLst>
      <p:ext uri="{BB962C8B-B14F-4D97-AF65-F5344CB8AC3E}">
        <p14:creationId xmlns:p14="http://schemas.microsoft.com/office/powerpoint/2010/main" val="2536475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3539430"/>
          </a:xfrm>
        </p:spPr>
        <p:txBody>
          <a:bodyPr/>
          <a:lstStyle/>
          <a:p>
            <a:r>
              <a:rPr lang="en-US"/>
              <a:t>A colleague in your department doubts that automation can improve their workflow. Which three of the following use cases could be used as convincing examples to show that automation can be effectively applied to their tasks or processes?</a:t>
            </a:r>
          </a:p>
          <a:p>
            <a:endParaRPr lang="en-US"/>
          </a:p>
          <a:p>
            <a:r>
              <a:rPr lang="en-US"/>
              <a:t>	Using automation for repetitive data entry tasks.</a:t>
            </a:r>
          </a:p>
          <a:p>
            <a:r>
              <a:rPr lang="en-IN"/>
              <a:t>	</a:t>
            </a:r>
            <a:r>
              <a:rPr lang="en-US"/>
              <a:t>Using automation to generate weekly reports.</a:t>
            </a:r>
          </a:p>
          <a:p>
            <a:r>
              <a:rPr lang="en-US"/>
              <a:t>	Using automation to create original and unique copy.</a:t>
            </a:r>
          </a:p>
          <a:p>
            <a:r>
              <a:rPr lang="en-US"/>
              <a:t>	Using automation for routine system backups.</a:t>
            </a:r>
          </a:p>
          <a:p>
            <a:r>
              <a:rPr lang="en-US"/>
              <a:t>	Using automation to negotiate complex contracts.</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1/1</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3" name="Open Box">
            <a:extLst>
              <a:ext uri="{FF2B5EF4-FFF2-40B4-BE49-F238E27FC236}">
                <a16:creationId xmlns:a16="http://schemas.microsoft.com/office/drawing/2014/main" id="{2F3289DA-B1D3-43BE-C2AD-AAAFD9A154AC}"/>
              </a:ext>
            </a:extLst>
          </p:cNvPr>
          <p:cNvSpPr/>
          <p:nvPr/>
        </p:nvSpPr>
        <p:spPr>
          <a:xfrm>
            <a:off x="379412" y="327294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8B8962F6-E134-CF05-2B3F-572BF42EFD84}"/>
              </a:ext>
            </a:extLst>
          </p:cNvPr>
          <p:cNvSpPr/>
          <p:nvPr/>
        </p:nvSpPr>
        <p:spPr>
          <a:xfrm>
            <a:off x="379412" y="3705765"/>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C0CDE049-0541-4BF6-4E79-EC0CDF4EFC88}"/>
              </a:ext>
            </a:extLst>
          </p:cNvPr>
          <p:cNvSpPr/>
          <p:nvPr/>
        </p:nvSpPr>
        <p:spPr>
          <a:xfrm>
            <a:off x="379412" y="4139502"/>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775B03D-5D36-2B1A-0F05-F9606356B0FB}"/>
              </a:ext>
            </a:extLst>
          </p:cNvPr>
          <p:cNvSpPr/>
          <p:nvPr/>
        </p:nvSpPr>
        <p:spPr>
          <a:xfrm>
            <a:off x="379412" y="457323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pen Box">
            <a:extLst>
              <a:ext uri="{FF2B5EF4-FFF2-40B4-BE49-F238E27FC236}">
                <a16:creationId xmlns:a16="http://schemas.microsoft.com/office/drawing/2014/main" id="{A1D486C3-A9D8-ECFF-AA5E-D817D307FD7C}"/>
              </a:ext>
            </a:extLst>
          </p:cNvPr>
          <p:cNvSpPr/>
          <p:nvPr/>
        </p:nvSpPr>
        <p:spPr>
          <a:xfrm>
            <a:off x="379412" y="5007897"/>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descr="A cartoon orange ball with blue and black legs&#10;&#10;Description automatically generated">
            <a:extLst>
              <a:ext uri="{FF2B5EF4-FFF2-40B4-BE49-F238E27FC236}">
                <a16:creationId xmlns:a16="http://schemas.microsoft.com/office/drawing/2014/main" id="{2DB3B9A4-80BD-FA94-950B-F80D2DED235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1782532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601324" cy="3539430"/>
          </a:xfrm>
        </p:spPr>
        <p:txBody>
          <a:bodyPr/>
          <a:lstStyle/>
          <a:p>
            <a:r>
              <a:rPr lang="en-US"/>
              <a:t>A colleague in your department doubts that automation can improve their workflow. Which of the following use cases could be used as convincing examples to show that automation can be effectively applied to their tasks or processes?</a:t>
            </a:r>
          </a:p>
          <a:p>
            <a:endParaRPr lang="en-US"/>
          </a:p>
          <a:p>
            <a:r>
              <a:rPr lang="en-US"/>
              <a:t>	Using automation for repetitive data entry tasks.</a:t>
            </a:r>
          </a:p>
          <a:p>
            <a:r>
              <a:rPr lang="en-IN"/>
              <a:t>	</a:t>
            </a:r>
            <a:r>
              <a:rPr lang="en-US"/>
              <a:t>Using automation to generate weekly reports.</a:t>
            </a:r>
          </a:p>
          <a:p>
            <a:r>
              <a:rPr lang="en-US"/>
              <a:t>	Using automation to create original and unique copy.</a:t>
            </a:r>
          </a:p>
          <a:p>
            <a:r>
              <a:rPr lang="en-US"/>
              <a:t>	Using automation for routine system backups.</a:t>
            </a:r>
          </a:p>
          <a:p>
            <a:r>
              <a:rPr lang="en-US"/>
              <a:t>	Using automation to negotiate complex contracts.</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1/1</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3" name="Open Box">
            <a:extLst>
              <a:ext uri="{FF2B5EF4-FFF2-40B4-BE49-F238E27FC236}">
                <a16:creationId xmlns:a16="http://schemas.microsoft.com/office/drawing/2014/main" id="{2F3289DA-B1D3-43BE-C2AD-AAAFD9A154AC}"/>
              </a:ext>
            </a:extLst>
          </p:cNvPr>
          <p:cNvSpPr/>
          <p:nvPr/>
        </p:nvSpPr>
        <p:spPr>
          <a:xfrm>
            <a:off x="379412" y="327294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8B8962F6-E134-CF05-2B3F-572BF42EFD84}"/>
              </a:ext>
            </a:extLst>
          </p:cNvPr>
          <p:cNvSpPr/>
          <p:nvPr/>
        </p:nvSpPr>
        <p:spPr>
          <a:xfrm>
            <a:off x="379412" y="3705765"/>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C0CDE049-0541-4BF6-4E79-EC0CDF4EFC88}"/>
              </a:ext>
            </a:extLst>
          </p:cNvPr>
          <p:cNvSpPr/>
          <p:nvPr/>
        </p:nvSpPr>
        <p:spPr>
          <a:xfrm>
            <a:off x="379412" y="4139502"/>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775B03D-5D36-2B1A-0F05-F9606356B0FB}"/>
              </a:ext>
            </a:extLst>
          </p:cNvPr>
          <p:cNvSpPr/>
          <p:nvPr/>
        </p:nvSpPr>
        <p:spPr>
          <a:xfrm>
            <a:off x="379412" y="457323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pen Box">
            <a:extLst>
              <a:ext uri="{FF2B5EF4-FFF2-40B4-BE49-F238E27FC236}">
                <a16:creationId xmlns:a16="http://schemas.microsoft.com/office/drawing/2014/main" id="{A1D486C3-A9D8-ECFF-AA5E-D817D307FD7C}"/>
              </a:ext>
            </a:extLst>
          </p:cNvPr>
          <p:cNvSpPr/>
          <p:nvPr/>
        </p:nvSpPr>
        <p:spPr>
          <a:xfrm>
            <a:off x="379412" y="5007897"/>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Check Mark">
            <a:extLst>
              <a:ext uri="{FF2B5EF4-FFF2-40B4-BE49-F238E27FC236}">
                <a16:creationId xmlns:a16="http://schemas.microsoft.com/office/drawing/2014/main" id="{2AB4768F-4308-9EF9-DA33-7DC456CA392E}"/>
              </a:ext>
            </a:extLst>
          </p:cNvPr>
          <p:cNvSpPr/>
          <p:nvPr/>
        </p:nvSpPr>
        <p:spPr>
          <a:xfrm>
            <a:off x="433955" y="3349357"/>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9" name="Check Mark">
            <a:extLst>
              <a:ext uri="{FF2B5EF4-FFF2-40B4-BE49-F238E27FC236}">
                <a16:creationId xmlns:a16="http://schemas.microsoft.com/office/drawing/2014/main" id="{4CD4BDBF-9C09-82DD-44D6-A20DF7779D72}"/>
              </a:ext>
            </a:extLst>
          </p:cNvPr>
          <p:cNvSpPr/>
          <p:nvPr/>
        </p:nvSpPr>
        <p:spPr>
          <a:xfrm>
            <a:off x="433955" y="3782173"/>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10" name="Check Mark">
            <a:extLst>
              <a:ext uri="{FF2B5EF4-FFF2-40B4-BE49-F238E27FC236}">
                <a16:creationId xmlns:a16="http://schemas.microsoft.com/office/drawing/2014/main" id="{2C046B6E-714C-69F1-5F54-882CEF96C45F}"/>
              </a:ext>
            </a:extLst>
          </p:cNvPr>
          <p:cNvSpPr/>
          <p:nvPr/>
        </p:nvSpPr>
        <p:spPr>
          <a:xfrm>
            <a:off x="439739" y="4649647"/>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11" name="Picture 10" descr="A cartoon orange ball with blue and black legs&#10;&#10;Description automatically generated">
            <a:extLst>
              <a:ext uri="{FF2B5EF4-FFF2-40B4-BE49-F238E27FC236}">
                <a16:creationId xmlns:a16="http://schemas.microsoft.com/office/drawing/2014/main" id="{09E701A9-2A64-936F-2BBF-8B238DEFD25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356835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B6D7D409-2668-0468-53EB-101A32DB093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202240" y="3059640"/>
            <a:ext cx="4195991" cy="374841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4">
            <a:extLst>
              <a:ext uri="{FF2B5EF4-FFF2-40B4-BE49-F238E27FC236}">
                <a16:creationId xmlns:a16="http://schemas.microsoft.com/office/drawing/2014/main" id="{17C724CD-4D3D-D2AD-E575-8A65A3FF78AE}"/>
              </a:ext>
            </a:extLst>
          </p:cNvPr>
          <p:cNvSpPr txBox="1">
            <a:spLocks/>
          </p:cNvSpPr>
          <p:nvPr/>
        </p:nvSpPr>
        <p:spPr>
          <a:xfrm>
            <a:off x="1623450" y="1528110"/>
            <a:ext cx="6090942" cy="1723549"/>
          </a:xfrm>
          <a:prstGeom prst="rect">
            <a:avLst/>
          </a:prstGeom>
        </p:spPr>
        <p:txBody>
          <a:bodyPr vert="horz"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a:t>Automation reduces the need for constant human intervention, but it doesn't leave humans out of the loop entirely.</a:t>
            </a:r>
          </a:p>
        </p:txBody>
      </p:sp>
      <p:sp>
        <p:nvSpPr>
          <p:cNvPr id="8" name="Text Placeholder 4">
            <a:extLst>
              <a:ext uri="{FF2B5EF4-FFF2-40B4-BE49-F238E27FC236}">
                <a16:creationId xmlns:a16="http://schemas.microsoft.com/office/drawing/2014/main" id="{F9320412-FBFF-C729-E911-3F18A6A53C56}"/>
              </a:ext>
            </a:extLst>
          </p:cNvPr>
          <p:cNvSpPr txBox="1">
            <a:spLocks/>
          </p:cNvSpPr>
          <p:nvPr/>
        </p:nvSpPr>
        <p:spPr>
          <a:xfrm>
            <a:off x="1623450" y="3741721"/>
            <a:ext cx="6090942" cy="1846659"/>
          </a:xfrm>
          <a:prstGeom prst="rect">
            <a:avLst/>
          </a:prstGeom>
        </p:spPr>
        <p:txBody>
          <a:bodyPr vert="horz" lIns="0" tIns="0" rIns="0" bIns="0" rtlCol="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4000" b="1">
                <a:solidFill>
                  <a:schemeClr val="accent1"/>
                </a:solidFill>
              </a:rPr>
              <a:t>Now, how about you work on your first attended automation?</a:t>
            </a:r>
          </a:p>
        </p:txBody>
      </p:sp>
      <p:sp>
        <p:nvSpPr>
          <p:cNvPr id="9" name="Graphic 9">
            <a:extLst>
              <a:ext uri="{FF2B5EF4-FFF2-40B4-BE49-F238E27FC236}">
                <a16:creationId xmlns:a16="http://schemas.microsoft.com/office/drawing/2014/main" id="{9F76C382-0574-2822-8D4E-CB4C958B2F3D}"/>
              </a:ext>
            </a:extLst>
          </p:cNvPr>
          <p:cNvSpPr/>
          <p:nvPr/>
        </p:nvSpPr>
        <p:spPr>
          <a:xfrm rot="10800000">
            <a:off x="2407532" y="1099593"/>
            <a:ext cx="5555850" cy="1469985"/>
          </a:xfrm>
          <a:custGeom>
            <a:avLst/>
            <a:gdLst>
              <a:gd name="connsiteX0" fmla="*/ 5257800 w 5257800"/>
              <a:gd name="connsiteY0" fmla="*/ 3609975 h 3609975"/>
              <a:gd name="connsiteX1" fmla="*/ 0 w 5257800"/>
              <a:gd name="connsiteY1" fmla="*/ 3609975 h 3609975"/>
              <a:gd name="connsiteX2" fmla="*/ 0 w 5257800"/>
              <a:gd name="connsiteY2" fmla="*/ 0 h 3609975"/>
              <a:gd name="connsiteX0" fmla="*/ 3347978 w 3347978"/>
              <a:gd name="connsiteY0" fmla="*/ 3609975 h 3609975"/>
              <a:gd name="connsiteX1" fmla="*/ 0 w 3347978"/>
              <a:gd name="connsiteY1" fmla="*/ 3609975 h 3609975"/>
              <a:gd name="connsiteX2" fmla="*/ 0 w 3347978"/>
              <a:gd name="connsiteY2" fmla="*/ 0 h 3609975"/>
            </a:gdLst>
            <a:ahLst/>
            <a:cxnLst>
              <a:cxn ang="0">
                <a:pos x="connsiteX0" y="connsiteY0"/>
              </a:cxn>
              <a:cxn ang="0">
                <a:pos x="connsiteX1" y="connsiteY1"/>
              </a:cxn>
              <a:cxn ang="0">
                <a:pos x="connsiteX2" y="connsiteY2"/>
              </a:cxn>
            </a:cxnLst>
            <a:rect l="l" t="t" r="r" b="b"/>
            <a:pathLst>
              <a:path w="3347978" h="3609975">
                <a:moveTo>
                  <a:pt x="3347978" y="3609975"/>
                </a:moveTo>
                <a:lnTo>
                  <a:pt x="0" y="3609975"/>
                </a:lnTo>
                <a:lnTo>
                  <a:pt x="0" y="0"/>
                </a:lnTo>
              </a:path>
            </a:pathLst>
          </a:custGeom>
          <a:noFill/>
          <a:ln w="25400" cap="flat">
            <a:solidFill>
              <a:srgbClr val="FA4616"/>
            </a:solidFill>
            <a:prstDash val="solid"/>
            <a:miter/>
          </a:ln>
        </p:spPr>
        <p:txBody>
          <a:bodyPr rtlCol="0" anchor="ctr"/>
          <a:lstStyle/>
          <a:p>
            <a:endParaRPr lang="en-IN"/>
          </a:p>
        </p:txBody>
      </p:sp>
      <p:grpSp>
        <p:nvGrpSpPr>
          <p:cNvPr id="10" name="Group 9">
            <a:extLst>
              <a:ext uri="{FF2B5EF4-FFF2-40B4-BE49-F238E27FC236}">
                <a16:creationId xmlns:a16="http://schemas.microsoft.com/office/drawing/2014/main" id="{4B7DCF27-3152-D03A-FA0B-09ECA9A9C843}"/>
              </a:ext>
            </a:extLst>
          </p:cNvPr>
          <p:cNvGrpSpPr/>
          <p:nvPr/>
        </p:nvGrpSpPr>
        <p:grpSpPr>
          <a:xfrm>
            <a:off x="1628559" y="842014"/>
            <a:ext cx="583702" cy="515160"/>
            <a:chOff x="6404764" y="2129406"/>
            <a:chExt cx="583702" cy="515160"/>
          </a:xfrm>
          <a:solidFill>
            <a:schemeClr val="accent1"/>
          </a:solidFill>
        </p:grpSpPr>
        <p:sp>
          <p:nvSpPr>
            <p:cNvPr id="11" name="Freeform: Shape 10">
              <a:extLst>
                <a:ext uri="{FF2B5EF4-FFF2-40B4-BE49-F238E27FC236}">
                  <a16:creationId xmlns:a16="http://schemas.microsoft.com/office/drawing/2014/main" id="{7691D042-9780-5600-7CE5-B1AB9696E93C}"/>
                </a:ext>
              </a:extLst>
            </p:cNvPr>
            <p:cNvSpPr/>
            <p:nvPr/>
          </p:nvSpPr>
          <p:spPr>
            <a:xfrm>
              <a:off x="6730886" y="2129406"/>
              <a:ext cx="257580" cy="515109"/>
            </a:xfrm>
            <a:custGeom>
              <a:avLst/>
              <a:gdLst>
                <a:gd name="connsiteX0" fmla="*/ 19489 w 257580"/>
                <a:gd name="connsiteY0" fmla="*/ 0 h 515109"/>
                <a:gd name="connsiteX1" fmla="*/ 257580 w 257580"/>
                <a:gd name="connsiteY1" fmla="*/ 0 h 515109"/>
                <a:gd name="connsiteX2" fmla="*/ 257580 w 257580"/>
                <a:gd name="connsiteY2" fmla="*/ 170312 h 515109"/>
                <a:gd name="connsiteX3" fmla="*/ 239363 w 257580"/>
                <a:gd name="connsiteY3" fmla="*/ 333399 h 515109"/>
                <a:gd name="connsiteX4" fmla="*/ 171991 w 257580"/>
                <a:gd name="connsiteY4" fmla="*/ 440563 h 515109"/>
                <a:gd name="connsiteX5" fmla="*/ 46611 w 257580"/>
                <a:gd name="connsiteY5" fmla="*/ 515109 h 515109"/>
                <a:gd name="connsiteX6" fmla="*/ 0 w 257580"/>
                <a:gd name="connsiteY6" fmla="*/ 416799 h 515109"/>
                <a:gd name="connsiteX7" fmla="*/ 102075 w 257580"/>
                <a:gd name="connsiteY7" fmla="*/ 350700 h 515109"/>
                <a:gd name="connsiteX8" fmla="*/ 134693 w 257580"/>
                <a:gd name="connsiteY8" fmla="*/ 237989 h 515109"/>
                <a:gd name="connsiteX9" fmla="*/ 19489 w 257580"/>
                <a:gd name="connsiteY9" fmla="*/ 237989 h 515109"/>
                <a:gd name="connsiteX10" fmla="*/ 19489 w 257580"/>
                <a:gd name="connsiteY10" fmla="*/ 0 h 51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09">
                  <a:moveTo>
                    <a:pt x="19489" y="0"/>
                  </a:moveTo>
                  <a:lnTo>
                    <a:pt x="257580" y="0"/>
                  </a:lnTo>
                  <a:lnTo>
                    <a:pt x="257580" y="170312"/>
                  </a:lnTo>
                  <a:cubicBezTo>
                    <a:pt x="257580" y="239211"/>
                    <a:pt x="251525" y="293607"/>
                    <a:pt x="239363" y="333399"/>
                  </a:cubicBezTo>
                  <a:cubicBezTo>
                    <a:pt x="227202" y="373242"/>
                    <a:pt x="204761" y="408963"/>
                    <a:pt x="171991" y="440563"/>
                  </a:cubicBezTo>
                  <a:cubicBezTo>
                    <a:pt x="139221" y="472213"/>
                    <a:pt x="97445" y="497045"/>
                    <a:pt x="46611" y="515109"/>
                  </a:cubicBezTo>
                  <a:lnTo>
                    <a:pt x="0" y="416799"/>
                  </a:lnTo>
                  <a:cubicBezTo>
                    <a:pt x="47425" y="400974"/>
                    <a:pt x="81467" y="378941"/>
                    <a:pt x="102075" y="350700"/>
                  </a:cubicBezTo>
                  <a:cubicBezTo>
                    <a:pt x="122684" y="322459"/>
                    <a:pt x="133573" y="284905"/>
                    <a:pt x="134693" y="237989"/>
                  </a:cubicBezTo>
                  <a:lnTo>
                    <a:pt x="19489" y="237989"/>
                  </a:lnTo>
                  <a:lnTo>
                    <a:pt x="19489" y="0"/>
                  </a:lnTo>
                  <a:close/>
                </a:path>
              </a:pathLst>
            </a:custGeom>
            <a:grpFill/>
            <a:ln w="5052"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13B56A4C-635D-E669-84D6-D83BB38DF5A3}"/>
                </a:ext>
              </a:extLst>
            </p:cNvPr>
            <p:cNvSpPr/>
            <p:nvPr/>
          </p:nvSpPr>
          <p:spPr>
            <a:xfrm>
              <a:off x="6404764" y="2129406"/>
              <a:ext cx="257580" cy="515160"/>
            </a:xfrm>
            <a:custGeom>
              <a:avLst/>
              <a:gdLst>
                <a:gd name="connsiteX0" fmla="*/ 19489 w 257580"/>
                <a:gd name="connsiteY0" fmla="*/ 0 h 515160"/>
                <a:gd name="connsiteX1" fmla="*/ 257580 w 257580"/>
                <a:gd name="connsiteY1" fmla="*/ 0 h 515160"/>
                <a:gd name="connsiteX2" fmla="*/ 257580 w 257580"/>
                <a:gd name="connsiteY2" fmla="*/ 170312 h 515160"/>
                <a:gd name="connsiteX3" fmla="*/ 239363 w 257580"/>
                <a:gd name="connsiteY3" fmla="*/ 333857 h 515160"/>
                <a:gd name="connsiteX4" fmla="*/ 171584 w 257580"/>
                <a:gd name="connsiteY4" fmla="*/ 440614 h 515160"/>
                <a:gd name="connsiteX5" fmla="*/ 46611 w 257580"/>
                <a:gd name="connsiteY5" fmla="*/ 515160 h 515160"/>
                <a:gd name="connsiteX6" fmla="*/ 0 w 257580"/>
                <a:gd name="connsiteY6" fmla="*/ 416850 h 515160"/>
                <a:gd name="connsiteX7" fmla="*/ 102075 w 257580"/>
                <a:gd name="connsiteY7" fmla="*/ 350751 h 515160"/>
                <a:gd name="connsiteX8" fmla="*/ 134693 w 257580"/>
                <a:gd name="connsiteY8" fmla="*/ 238040 h 515160"/>
                <a:gd name="connsiteX9" fmla="*/ 19489 w 257580"/>
                <a:gd name="connsiteY9" fmla="*/ 238040 h 515160"/>
                <a:gd name="connsiteX10" fmla="*/ 19489 w 257580"/>
                <a:gd name="connsiteY10" fmla="*/ 0 h 51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60">
                  <a:moveTo>
                    <a:pt x="19489" y="0"/>
                  </a:moveTo>
                  <a:lnTo>
                    <a:pt x="257580" y="0"/>
                  </a:lnTo>
                  <a:lnTo>
                    <a:pt x="257580" y="170312"/>
                  </a:lnTo>
                  <a:cubicBezTo>
                    <a:pt x="257580" y="239770"/>
                    <a:pt x="251525" y="294268"/>
                    <a:pt x="239363" y="333857"/>
                  </a:cubicBezTo>
                  <a:cubicBezTo>
                    <a:pt x="227202" y="373394"/>
                    <a:pt x="204609" y="408963"/>
                    <a:pt x="171584" y="440614"/>
                  </a:cubicBezTo>
                  <a:cubicBezTo>
                    <a:pt x="138560" y="472264"/>
                    <a:pt x="96885" y="497096"/>
                    <a:pt x="46611" y="515160"/>
                  </a:cubicBezTo>
                  <a:lnTo>
                    <a:pt x="0" y="416850"/>
                  </a:lnTo>
                  <a:cubicBezTo>
                    <a:pt x="47425" y="401025"/>
                    <a:pt x="81467" y="378992"/>
                    <a:pt x="102075" y="350751"/>
                  </a:cubicBezTo>
                  <a:cubicBezTo>
                    <a:pt x="122684" y="322509"/>
                    <a:pt x="133573" y="284956"/>
                    <a:pt x="134693" y="238040"/>
                  </a:cubicBezTo>
                  <a:lnTo>
                    <a:pt x="19489" y="238040"/>
                  </a:lnTo>
                  <a:lnTo>
                    <a:pt x="19489" y="0"/>
                  </a:lnTo>
                  <a:close/>
                </a:path>
              </a:pathLst>
            </a:custGeom>
            <a:grpFill/>
            <a:ln w="5052" cap="flat">
              <a:noFill/>
              <a:prstDash val="solid"/>
              <a:miter/>
            </a:ln>
          </p:spPr>
          <p:txBody>
            <a:bodyPr rtlCol="0" anchor="ctr"/>
            <a:lstStyle/>
            <a:p>
              <a:endParaRPr lang="en-IN"/>
            </a:p>
          </p:txBody>
        </p:sp>
      </p:grpSp>
    </p:spTree>
    <p:custDataLst>
      <p:tags r:id="rId1"/>
    </p:custDataLst>
    <p:extLst>
      <p:ext uri="{BB962C8B-B14F-4D97-AF65-F5344CB8AC3E}">
        <p14:creationId xmlns:p14="http://schemas.microsoft.com/office/powerpoint/2010/main" val="4287052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851E-6D60-C7E3-9B63-8A12F89ECCB3}"/>
              </a:ext>
            </a:extLst>
          </p:cNvPr>
          <p:cNvSpPr>
            <a:spLocks noGrp="1"/>
          </p:cNvSpPr>
          <p:nvPr>
            <p:ph type="ctrTitle"/>
          </p:nvPr>
        </p:nvSpPr>
        <p:spPr/>
        <p:txBody>
          <a:bodyPr/>
          <a:lstStyle/>
          <a:p>
            <a:r>
              <a:rPr lang="en-IN"/>
              <a:t>Discussion</a:t>
            </a:r>
          </a:p>
        </p:txBody>
      </p:sp>
    </p:spTree>
    <p:extLst>
      <p:ext uri="{BB962C8B-B14F-4D97-AF65-F5344CB8AC3E}">
        <p14:creationId xmlns:p14="http://schemas.microsoft.com/office/powerpoint/2010/main" val="9052403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933F-64E0-82C7-7D44-45F07247EC28}"/>
              </a:ext>
            </a:extLst>
          </p:cNvPr>
          <p:cNvSpPr>
            <a:spLocks noGrp="1"/>
          </p:cNvSpPr>
          <p:nvPr>
            <p:ph type="ctrTitle"/>
          </p:nvPr>
        </p:nvSpPr>
        <p:spPr>
          <a:xfrm>
            <a:off x="382971" y="1538941"/>
            <a:ext cx="7075104" cy="2215991"/>
          </a:xfrm>
        </p:spPr>
        <p:txBody>
          <a:bodyPr/>
          <a:lstStyle/>
          <a:p>
            <a:r>
              <a:rPr lang="en-US" sz="8000"/>
              <a:t>03</a:t>
            </a:r>
            <a:br>
              <a:rPr lang="en-US"/>
            </a:br>
            <a:r>
              <a:rPr lang="en-US"/>
              <a:t>Configure your first automation</a:t>
            </a:r>
            <a:endParaRPr lang="en-IN"/>
          </a:p>
        </p:txBody>
      </p:sp>
      <p:sp>
        <p:nvSpPr>
          <p:cNvPr id="4" name="Text Placeholder 3">
            <a:extLst>
              <a:ext uri="{FF2B5EF4-FFF2-40B4-BE49-F238E27FC236}">
                <a16:creationId xmlns:a16="http://schemas.microsoft.com/office/drawing/2014/main" id="{1493D02F-4365-CA26-E8FC-B3EEF5F3949E}"/>
              </a:ext>
            </a:extLst>
          </p:cNvPr>
          <p:cNvSpPr>
            <a:spLocks noGrp="1"/>
          </p:cNvSpPr>
          <p:nvPr>
            <p:ph type="body" sz="quarter" idx="10"/>
          </p:nvPr>
        </p:nvSpPr>
        <p:spPr/>
        <p:txBody>
          <a:bodyPr/>
          <a:lstStyle/>
          <a:p>
            <a:endParaRPr lang="en-IN"/>
          </a:p>
        </p:txBody>
      </p:sp>
    </p:spTree>
    <p:extLst>
      <p:ext uri="{BB962C8B-B14F-4D97-AF65-F5344CB8AC3E}">
        <p14:creationId xmlns:p14="http://schemas.microsoft.com/office/powerpoint/2010/main" val="28907488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20C2-D131-56DC-DB5B-0F653A53507B}"/>
              </a:ext>
            </a:extLst>
          </p:cNvPr>
          <p:cNvSpPr>
            <a:spLocks noGrp="1"/>
          </p:cNvSpPr>
          <p:nvPr>
            <p:ph type="title"/>
          </p:nvPr>
        </p:nvSpPr>
        <p:spPr/>
        <p:txBody>
          <a:bodyPr/>
          <a:lstStyle/>
          <a:p>
            <a:r>
              <a:rPr lang="en-IN"/>
              <a:t>Lesson objectives</a:t>
            </a:r>
          </a:p>
        </p:txBody>
      </p:sp>
      <p:sp>
        <p:nvSpPr>
          <p:cNvPr id="5" name="Text Placeholder 4">
            <a:extLst>
              <a:ext uri="{FF2B5EF4-FFF2-40B4-BE49-F238E27FC236}">
                <a16:creationId xmlns:a16="http://schemas.microsoft.com/office/drawing/2014/main" id="{5559949C-7841-7B78-48D4-7958B52EA0B3}"/>
              </a:ext>
            </a:extLst>
          </p:cNvPr>
          <p:cNvSpPr>
            <a:spLocks noGrp="1"/>
          </p:cNvSpPr>
          <p:nvPr>
            <p:ph type="body" sz="quarter" idx="10"/>
          </p:nvPr>
        </p:nvSpPr>
        <p:spPr/>
        <p:txBody>
          <a:bodyPr/>
          <a:lstStyle/>
          <a:p>
            <a:r>
              <a:rPr lang="en-IN"/>
              <a:t>01</a:t>
            </a:r>
          </a:p>
        </p:txBody>
      </p:sp>
      <p:sp>
        <p:nvSpPr>
          <p:cNvPr id="7" name="Text Placeholder 6">
            <a:extLst>
              <a:ext uri="{FF2B5EF4-FFF2-40B4-BE49-F238E27FC236}">
                <a16:creationId xmlns:a16="http://schemas.microsoft.com/office/drawing/2014/main" id="{D8941ECD-8EA3-5A3E-E96E-90A9F58ED131}"/>
              </a:ext>
            </a:extLst>
          </p:cNvPr>
          <p:cNvSpPr>
            <a:spLocks noGrp="1"/>
          </p:cNvSpPr>
          <p:nvPr>
            <p:ph type="body" sz="quarter" idx="14"/>
          </p:nvPr>
        </p:nvSpPr>
        <p:spPr/>
        <p:txBody>
          <a:bodyPr/>
          <a:lstStyle/>
          <a:p>
            <a:r>
              <a:rPr lang="en-US"/>
              <a:t>Configure a template project in UiPath Studio Web.</a:t>
            </a:r>
            <a:endParaRPr lang="en-IN"/>
          </a:p>
        </p:txBody>
      </p:sp>
      <p:sp>
        <p:nvSpPr>
          <p:cNvPr id="11" name="TextBox 10">
            <a:extLst>
              <a:ext uri="{FF2B5EF4-FFF2-40B4-BE49-F238E27FC236}">
                <a16:creationId xmlns:a16="http://schemas.microsoft.com/office/drawing/2014/main" id="{4155277D-CAC1-C0C6-80BF-A9CB4698AC2C}"/>
              </a:ext>
            </a:extLst>
          </p:cNvPr>
          <p:cNvSpPr txBox="1"/>
          <p:nvPr/>
        </p:nvSpPr>
        <p:spPr>
          <a:xfrm>
            <a:off x="381000" y="1002780"/>
            <a:ext cx="8043472" cy="492443"/>
          </a:xfrm>
          <a:prstGeom prst="rect">
            <a:avLst/>
          </a:prstGeom>
          <a:noFill/>
        </p:spPr>
        <p:txBody>
          <a:bodyPr wrap="square" lIns="0" tIns="91440" rIns="91440" bIns="91440" rtlCol="0">
            <a:spAutoFit/>
          </a:bodyPr>
          <a:lstStyle/>
          <a:p>
            <a:pPr algn="l"/>
            <a:r>
              <a:rPr lang="en-US" sz="2000">
                <a:latin typeface="Arial"/>
                <a:cs typeface="Arial"/>
              </a:rPr>
              <a:t>At the end of this lesson, you should be able to:</a:t>
            </a:r>
            <a:endParaRPr lang="en-IN" sz="2000" err="1">
              <a:latin typeface="Arial"/>
              <a:cs typeface="Arial"/>
            </a:endParaRPr>
          </a:p>
        </p:txBody>
      </p:sp>
      <p:pic>
        <p:nvPicPr>
          <p:cNvPr id="3" name="Picture 2" descr="A cartoon of a smiling orange and blue object with blue hands&#10;&#10;Description automatically generated with medium confidence">
            <a:extLst>
              <a:ext uri="{FF2B5EF4-FFF2-40B4-BE49-F238E27FC236}">
                <a16:creationId xmlns:a16="http://schemas.microsoft.com/office/drawing/2014/main" id="{EDAD9EDD-A30F-F116-D122-D720BB60C10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220436" y="5025984"/>
            <a:ext cx="1441524" cy="1530429"/>
          </a:xfrm>
          <a:prstGeom prst="rect">
            <a:avLst/>
          </a:prstGeom>
        </p:spPr>
      </p:pic>
    </p:spTree>
    <p:extLst>
      <p:ext uri="{BB962C8B-B14F-4D97-AF65-F5344CB8AC3E}">
        <p14:creationId xmlns:p14="http://schemas.microsoft.com/office/powerpoint/2010/main" val="604410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197628EC-339F-76B2-2D24-D7F20CDED79E}"/>
              </a:ext>
            </a:extLst>
          </p:cNvPr>
          <p:cNvCxnSpPr>
            <a:stCxn id="12" idx="4"/>
            <a:endCxn id="20" idx="0"/>
          </p:cNvCxnSpPr>
          <p:nvPr/>
        </p:nvCxnSpPr>
        <p:spPr>
          <a:xfrm flipH="1">
            <a:off x="909576" y="3217021"/>
            <a:ext cx="2335" cy="1960603"/>
          </a:xfrm>
          <a:prstGeom prst="line">
            <a:avLst/>
          </a:prstGeom>
          <a:ln w="25400" cap="flat" cmpd="sng" algn="ctr">
            <a:solidFill>
              <a:srgbClr val="E3E3E3"/>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 name="Title 3">
            <a:extLst>
              <a:ext uri="{FF2B5EF4-FFF2-40B4-BE49-F238E27FC236}">
                <a16:creationId xmlns:a16="http://schemas.microsoft.com/office/drawing/2014/main" id="{0097BFAD-F249-0814-91E9-9B5250654DF3}"/>
              </a:ext>
            </a:extLst>
          </p:cNvPr>
          <p:cNvSpPr>
            <a:spLocks noGrp="1"/>
          </p:cNvSpPr>
          <p:nvPr>
            <p:ph type="title"/>
          </p:nvPr>
        </p:nvSpPr>
        <p:spPr/>
        <p:txBody>
          <a:bodyPr/>
          <a:lstStyle/>
          <a:p>
            <a:r>
              <a:rPr lang="en-US"/>
              <a:t>The use-case context</a:t>
            </a:r>
            <a:endParaRPr lang="en-IN"/>
          </a:p>
        </p:txBody>
      </p:sp>
      <p:sp>
        <p:nvSpPr>
          <p:cNvPr id="7" name="Content Placeholder 2">
            <a:extLst>
              <a:ext uri="{FF2B5EF4-FFF2-40B4-BE49-F238E27FC236}">
                <a16:creationId xmlns:a16="http://schemas.microsoft.com/office/drawing/2014/main" id="{864CBBDC-727D-8E09-8291-010133837A88}"/>
              </a:ext>
            </a:extLst>
          </p:cNvPr>
          <p:cNvSpPr txBox="1">
            <a:spLocks/>
          </p:cNvSpPr>
          <p:nvPr/>
        </p:nvSpPr>
        <p:spPr>
          <a:xfrm>
            <a:off x="381001" y="1004400"/>
            <a:ext cx="11430000" cy="615553"/>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Taylor, a Sales Analyst, is responsible for tracking and analyzing Sales Opportunities to improve sales strategies and forecast future trends.</a:t>
            </a:r>
          </a:p>
        </p:txBody>
      </p:sp>
      <p:sp>
        <p:nvSpPr>
          <p:cNvPr id="12" name="Oval 11">
            <a:extLst>
              <a:ext uri="{FF2B5EF4-FFF2-40B4-BE49-F238E27FC236}">
                <a16:creationId xmlns:a16="http://schemas.microsoft.com/office/drawing/2014/main" id="{50BA69AB-3CFE-DA21-F4D8-7E7BAA929FC2}"/>
              </a:ext>
            </a:extLst>
          </p:cNvPr>
          <p:cNvSpPr/>
          <p:nvPr/>
        </p:nvSpPr>
        <p:spPr>
          <a:xfrm>
            <a:off x="383336" y="2159872"/>
            <a:ext cx="1057149" cy="10571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6" name="Oval 15">
            <a:extLst>
              <a:ext uri="{FF2B5EF4-FFF2-40B4-BE49-F238E27FC236}">
                <a16:creationId xmlns:a16="http://schemas.microsoft.com/office/drawing/2014/main" id="{A2FBA0BD-118C-AEC0-78F4-0CF80404CF29}"/>
              </a:ext>
            </a:extLst>
          </p:cNvPr>
          <p:cNvSpPr/>
          <p:nvPr/>
        </p:nvSpPr>
        <p:spPr>
          <a:xfrm>
            <a:off x="381001" y="3668748"/>
            <a:ext cx="1057149" cy="10571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17" name="Graphic 16">
            <a:extLst>
              <a:ext uri="{FF2B5EF4-FFF2-40B4-BE49-F238E27FC236}">
                <a16:creationId xmlns:a16="http://schemas.microsoft.com/office/drawing/2014/main" id="{352CCA52-6757-DB73-7118-FF4D0B96D5E7}"/>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46269" y="3934016"/>
            <a:ext cx="526612" cy="526612"/>
          </a:xfrm>
          <a:prstGeom prst="rect">
            <a:avLst/>
          </a:prstGeom>
        </p:spPr>
      </p:pic>
      <p:sp>
        <p:nvSpPr>
          <p:cNvPr id="20" name="Oval 19">
            <a:extLst>
              <a:ext uri="{FF2B5EF4-FFF2-40B4-BE49-F238E27FC236}">
                <a16:creationId xmlns:a16="http://schemas.microsoft.com/office/drawing/2014/main" id="{415F7F09-EAD7-1514-F320-B671962DCEC9}"/>
              </a:ext>
            </a:extLst>
          </p:cNvPr>
          <p:cNvSpPr/>
          <p:nvPr/>
        </p:nvSpPr>
        <p:spPr>
          <a:xfrm>
            <a:off x="381001" y="5177624"/>
            <a:ext cx="1057149" cy="1057149"/>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22" name="Content Placeholder 2">
            <a:extLst>
              <a:ext uri="{FF2B5EF4-FFF2-40B4-BE49-F238E27FC236}">
                <a16:creationId xmlns:a16="http://schemas.microsoft.com/office/drawing/2014/main" id="{108941F3-E4A6-7ED3-A91B-E42FFC2DF5F4}"/>
              </a:ext>
            </a:extLst>
          </p:cNvPr>
          <p:cNvSpPr txBox="1">
            <a:spLocks/>
          </p:cNvSpPr>
          <p:nvPr/>
        </p:nvSpPr>
        <p:spPr>
          <a:xfrm>
            <a:off x="2004649" y="2253223"/>
            <a:ext cx="3050745" cy="615553"/>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1. Extract data from the Sales Opportunities table.</a:t>
            </a:r>
          </a:p>
        </p:txBody>
      </p:sp>
      <p:sp>
        <p:nvSpPr>
          <p:cNvPr id="23" name="Content Placeholder 2">
            <a:extLst>
              <a:ext uri="{FF2B5EF4-FFF2-40B4-BE49-F238E27FC236}">
                <a16:creationId xmlns:a16="http://schemas.microsoft.com/office/drawing/2014/main" id="{B741AAB2-36E1-04B9-62C3-3E1547286DD8}"/>
              </a:ext>
            </a:extLst>
          </p:cNvPr>
          <p:cNvSpPr txBox="1">
            <a:spLocks/>
          </p:cNvSpPr>
          <p:nvPr/>
        </p:nvSpPr>
        <p:spPr>
          <a:xfrm>
            <a:off x="2004649" y="3836637"/>
            <a:ext cx="3050745" cy="615553"/>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2. Insert the data into a spreadsheet.</a:t>
            </a:r>
          </a:p>
        </p:txBody>
      </p:sp>
      <p:sp>
        <p:nvSpPr>
          <p:cNvPr id="24" name="Content Placeholder 2">
            <a:extLst>
              <a:ext uri="{FF2B5EF4-FFF2-40B4-BE49-F238E27FC236}">
                <a16:creationId xmlns:a16="http://schemas.microsoft.com/office/drawing/2014/main" id="{BC7A37C0-51F1-8C7B-144E-C60A56C04212}"/>
              </a:ext>
            </a:extLst>
          </p:cNvPr>
          <p:cNvSpPr txBox="1">
            <a:spLocks/>
          </p:cNvSpPr>
          <p:nvPr/>
        </p:nvSpPr>
        <p:spPr>
          <a:xfrm>
            <a:off x="2004649" y="5357645"/>
            <a:ext cx="3050745" cy="615553"/>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3. Email the spreadsheet to the management team.</a:t>
            </a:r>
          </a:p>
        </p:txBody>
      </p:sp>
      <p:sp>
        <p:nvSpPr>
          <p:cNvPr id="27" name="Isosceles Triangle 26">
            <a:extLst>
              <a:ext uri="{FF2B5EF4-FFF2-40B4-BE49-F238E27FC236}">
                <a16:creationId xmlns:a16="http://schemas.microsoft.com/office/drawing/2014/main" id="{0709234A-BCDB-34FA-F87E-99D19E9019FE}"/>
              </a:ext>
            </a:extLst>
          </p:cNvPr>
          <p:cNvSpPr/>
          <p:nvPr/>
        </p:nvSpPr>
        <p:spPr>
          <a:xfrm rot="10800000">
            <a:off x="833097" y="3398507"/>
            <a:ext cx="152958" cy="83782"/>
          </a:xfrm>
          <a:prstGeom prst="triangle">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28" name="Isosceles Triangle 27">
            <a:extLst>
              <a:ext uri="{FF2B5EF4-FFF2-40B4-BE49-F238E27FC236}">
                <a16:creationId xmlns:a16="http://schemas.microsoft.com/office/drawing/2014/main" id="{3C528381-A348-7654-BB4D-8D9731BA37C8}"/>
              </a:ext>
            </a:extLst>
          </p:cNvPr>
          <p:cNvSpPr/>
          <p:nvPr/>
        </p:nvSpPr>
        <p:spPr>
          <a:xfrm rot="10800000">
            <a:off x="833097" y="4907383"/>
            <a:ext cx="152958" cy="83782"/>
          </a:xfrm>
          <a:prstGeom prst="triangle">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30" name="Graphic 29">
            <a:extLst>
              <a:ext uri="{FF2B5EF4-FFF2-40B4-BE49-F238E27FC236}">
                <a16:creationId xmlns:a16="http://schemas.microsoft.com/office/drawing/2014/main" id="{1EE0EEA1-2DF7-09C5-9C2D-0E3BA617B2CB}"/>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46269" y="2425140"/>
            <a:ext cx="526612" cy="526612"/>
          </a:xfrm>
          <a:prstGeom prst="rect">
            <a:avLst/>
          </a:prstGeom>
        </p:spPr>
      </p:pic>
      <p:pic>
        <p:nvPicPr>
          <p:cNvPr id="32" name="Graphic 31">
            <a:extLst>
              <a:ext uri="{FF2B5EF4-FFF2-40B4-BE49-F238E27FC236}">
                <a16:creationId xmlns:a16="http://schemas.microsoft.com/office/drawing/2014/main" id="{BF2E0840-276A-8846-16C0-CF1CA8FA7F43}"/>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24256" y="5431225"/>
            <a:ext cx="556245" cy="556245"/>
          </a:xfrm>
          <a:prstGeom prst="rect">
            <a:avLst/>
          </a:prstGeom>
        </p:spPr>
      </p:pic>
      <p:pic>
        <p:nvPicPr>
          <p:cNvPr id="34" name="Graphic 33">
            <a:extLst>
              <a:ext uri="{FF2B5EF4-FFF2-40B4-BE49-F238E27FC236}">
                <a16:creationId xmlns:a16="http://schemas.microsoft.com/office/drawing/2014/main" id="{B88539C2-7304-425F-45BC-DA4F24706B08}"/>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133432" y="2212579"/>
            <a:ext cx="3833065" cy="3956171"/>
          </a:xfrm>
          <a:prstGeom prst="rect">
            <a:avLst/>
          </a:prstGeom>
        </p:spPr>
      </p:pic>
    </p:spTree>
    <p:extLst>
      <p:ext uri="{BB962C8B-B14F-4D97-AF65-F5344CB8AC3E}">
        <p14:creationId xmlns:p14="http://schemas.microsoft.com/office/powerpoint/2010/main" val="11954687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97BFAD-F249-0814-91E9-9B5250654DF3}"/>
              </a:ext>
            </a:extLst>
          </p:cNvPr>
          <p:cNvSpPr>
            <a:spLocks noGrp="1"/>
          </p:cNvSpPr>
          <p:nvPr>
            <p:ph type="title"/>
          </p:nvPr>
        </p:nvSpPr>
        <p:spPr/>
        <p:txBody>
          <a:bodyPr/>
          <a:lstStyle/>
          <a:p>
            <a:r>
              <a:rPr lang="en-US"/>
              <a:t>How do I go about this?</a:t>
            </a:r>
            <a:endParaRPr lang="en-IN"/>
          </a:p>
        </p:txBody>
      </p:sp>
      <p:sp>
        <p:nvSpPr>
          <p:cNvPr id="7" name="Content Placeholder 2">
            <a:extLst>
              <a:ext uri="{FF2B5EF4-FFF2-40B4-BE49-F238E27FC236}">
                <a16:creationId xmlns:a16="http://schemas.microsoft.com/office/drawing/2014/main" id="{864CBBDC-727D-8E09-8291-010133837A88}"/>
              </a:ext>
            </a:extLst>
          </p:cNvPr>
          <p:cNvSpPr txBox="1">
            <a:spLocks/>
          </p:cNvSpPr>
          <p:nvPr/>
        </p:nvSpPr>
        <p:spPr>
          <a:xfrm>
            <a:off x="381001" y="1004400"/>
            <a:ext cx="11430000" cy="615553"/>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buFont typeface="+mj-lt"/>
              <a:buAutoNum type="arabicPeriod"/>
            </a:pPr>
            <a:r>
              <a:rPr lang="en-US"/>
              <a:t>To set up an UiPath account, visit </a:t>
            </a:r>
            <a:r>
              <a:rPr lang="en-US">
                <a:solidFill>
                  <a:srgbClr val="FA4616"/>
                </a:solidFill>
                <a:hlinkClick r:id="rId3">
                  <a:extLst>
                    <a:ext uri="{A12FA001-AC4F-418D-AE19-62706E023703}">
                      <ahyp:hlinkClr xmlns:ahyp="http://schemas.microsoft.com/office/drawing/2018/hyperlinkcolor" val="tx"/>
                    </a:ext>
                  </a:extLst>
                </a:hlinkClick>
              </a:rPr>
              <a:t>https://www.uipath.com/</a:t>
            </a:r>
            <a:r>
              <a:rPr lang="en-US"/>
              <a:t> and click the </a:t>
            </a:r>
            <a:r>
              <a:rPr lang="en-US" b="1"/>
              <a:t>Try UiPath Free</a:t>
            </a:r>
            <a:r>
              <a:rPr lang="en-US"/>
              <a:t> button located at the upper right corner of the page.</a:t>
            </a:r>
          </a:p>
        </p:txBody>
      </p:sp>
      <p:sp>
        <p:nvSpPr>
          <p:cNvPr id="2" name="Content Placeholder 2">
            <a:extLst>
              <a:ext uri="{FF2B5EF4-FFF2-40B4-BE49-F238E27FC236}">
                <a16:creationId xmlns:a16="http://schemas.microsoft.com/office/drawing/2014/main" id="{3F44B219-EB5F-B5C7-8378-774F3B2E3F5C}"/>
              </a:ext>
            </a:extLst>
          </p:cNvPr>
          <p:cNvSpPr txBox="1">
            <a:spLocks/>
          </p:cNvSpPr>
          <p:nvPr/>
        </p:nvSpPr>
        <p:spPr>
          <a:xfrm>
            <a:off x="381001" y="5355243"/>
            <a:ext cx="11430000" cy="615553"/>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buFont typeface="+mj-lt"/>
              <a:buAutoNum type="arabicPeriod" startAt="2"/>
            </a:pPr>
            <a:r>
              <a:rPr lang="en-US"/>
              <a:t>Refer to the </a:t>
            </a:r>
            <a:r>
              <a:rPr lang="en-US" b="1"/>
              <a:t>Configure your first </a:t>
            </a:r>
            <a:r>
              <a:rPr lang="en-US" b="1" err="1"/>
              <a:t>automation_Step</a:t>
            </a:r>
            <a:r>
              <a:rPr lang="en-US" b="1"/>
              <a:t>-by-Step Instructions</a:t>
            </a:r>
            <a:r>
              <a:rPr lang="en-US"/>
              <a:t> PDF file for complete instructions on how to perform the automation.</a:t>
            </a:r>
            <a:endParaRPr lang="en-US" b="1"/>
          </a:p>
        </p:txBody>
      </p:sp>
      <p:pic>
        <p:nvPicPr>
          <p:cNvPr id="8" name="Picture 7">
            <a:extLst>
              <a:ext uri="{FF2B5EF4-FFF2-40B4-BE49-F238E27FC236}">
                <a16:creationId xmlns:a16="http://schemas.microsoft.com/office/drawing/2014/main" id="{98DAB738-3771-DBE2-CFFD-D4CA2990850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420786" y="2012970"/>
            <a:ext cx="5276174" cy="2995555"/>
          </a:xfrm>
          <a:prstGeom prst="rect">
            <a:avLst/>
          </a:prstGeom>
          <a:ln w="25400">
            <a:solidFill>
              <a:srgbClr val="F6F6F6"/>
            </a:solidFill>
          </a:ln>
        </p:spPr>
      </p:pic>
      <p:sp>
        <p:nvSpPr>
          <p:cNvPr id="10" name="Rectangle 9">
            <a:extLst>
              <a:ext uri="{FF2B5EF4-FFF2-40B4-BE49-F238E27FC236}">
                <a16:creationId xmlns:a16="http://schemas.microsoft.com/office/drawing/2014/main" id="{368E5097-EF82-7106-E144-89C3D6A1322E}"/>
              </a:ext>
            </a:extLst>
          </p:cNvPr>
          <p:cNvSpPr/>
          <p:nvPr/>
        </p:nvSpPr>
        <p:spPr>
          <a:xfrm>
            <a:off x="7937319" y="2028606"/>
            <a:ext cx="684711" cy="252000"/>
          </a:xfrm>
          <a:prstGeom prst="rect">
            <a:avLst/>
          </a:prstGeom>
          <a:noFill/>
          <a:ln w="254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Tree>
    <p:extLst>
      <p:ext uri="{BB962C8B-B14F-4D97-AF65-F5344CB8AC3E}">
        <p14:creationId xmlns:p14="http://schemas.microsoft.com/office/powerpoint/2010/main" val="2519301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17C724CD-4D3D-D2AD-E575-8A65A3FF78AE}"/>
              </a:ext>
            </a:extLst>
          </p:cNvPr>
          <p:cNvSpPr txBox="1">
            <a:spLocks/>
          </p:cNvSpPr>
          <p:nvPr/>
        </p:nvSpPr>
        <p:spPr>
          <a:xfrm>
            <a:off x="1623450" y="1528110"/>
            <a:ext cx="6090942" cy="2154436"/>
          </a:xfrm>
          <a:prstGeom prst="rect">
            <a:avLst/>
          </a:prstGeom>
        </p:spPr>
        <p:txBody>
          <a:bodyPr vert="horz"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a:t>Congrats on configuring and publishing your first automation! In our next lesson, we'll explore six models of collaboration between humans and robots. </a:t>
            </a:r>
          </a:p>
        </p:txBody>
      </p:sp>
      <p:sp>
        <p:nvSpPr>
          <p:cNvPr id="8" name="Text Placeholder 4">
            <a:extLst>
              <a:ext uri="{FF2B5EF4-FFF2-40B4-BE49-F238E27FC236}">
                <a16:creationId xmlns:a16="http://schemas.microsoft.com/office/drawing/2014/main" id="{F9320412-FBFF-C729-E911-3F18A6A53C56}"/>
              </a:ext>
            </a:extLst>
          </p:cNvPr>
          <p:cNvSpPr txBox="1">
            <a:spLocks/>
          </p:cNvSpPr>
          <p:nvPr/>
        </p:nvSpPr>
        <p:spPr>
          <a:xfrm>
            <a:off x="1623450" y="4172608"/>
            <a:ext cx="6090942" cy="1359346"/>
          </a:xfrm>
          <a:prstGeom prst="rect">
            <a:avLst/>
          </a:prstGeom>
        </p:spPr>
        <p:txBody>
          <a:bodyPr vert="horz" lIns="0" tIns="0" rIns="0" bIns="0" rtlCol="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4000" b="1">
                <a:solidFill>
                  <a:schemeClr val="accent1"/>
                </a:solidFill>
              </a:rPr>
              <a:t>Curious?</a:t>
            </a:r>
          </a:p>
          <a:p>
            <a:r>
              <a:rPr lang="en-US" sz="4000" b="1">
                <a:solidFill>
                  <a:schemeClr val="accent1"/>
                </a:solidFill>
              </a:rPr>
              <a:t>Let’s find out!</a:t>
            </a:r>
          </a:p>
        </p:txBody>
      </p:sp>
      <p:sp>
        <p:nvSpPr>
          <p:cNvPr id="9" name="Graphic 9">
            <a:extLst>
              <a:ext uri="{FF2B5EF4-FFF2-40B4-BE49-F238E27FC236}">
                <a16:creationId xmlns:a16="http://schemas.microsoft.com/office/drawing/2014/main" id="{9F76C382-0574-2822-8D4E-CB4C958B2F3D}"/>
              </a:ext>
            </a:extLst>
          </p:cNvPr>
          <p:cNvSpPr/>
          <p:nvPr/>
        </p:nvSpPr>
        <p:spPr>
          <a:xfrm rot="10800000">
            <a:off x="2407532" y="1099593"/>
            <a:ext cx="5555850" cy="1469985"/>
          </a:xfrm>
          <a:custGeom>
            <a:avLst/>
            <a:gdLst>
              <a:gd name="connsiteX0" fmla="*/ 5257800 w 5257800"/>
              <a:gd name="connsiteY0" fmla="*/ 3609975 h 3609975"/>
              <a:gd name="connsiteX1" fmla="*/ 0 w 5257800"/>
              <a:gd name="connsiteY1" fmla="*/ 3609975 h 3609975"/>
              <a:gd name="connsiteX2" fmla="*/ 0 w 5257800"/>
              <a:gd name="connsiteY2" fmla="*/ 0 h 3609975"/>
              <a:gd name="connsiteX0" fmla="*/ 3347978 w 3347978"/>
              <a:gd name="connsiteY0" fmla="*/ 3609975 h 3609975"/>
              <a:gd name="connsiteX1" fmla="*/ 0 w 3347978"/>
              <a:gd name="connsiteY1" fmla="*/ 3609975 h 3609975"/>
              <a:gd name="connsiteX2" fmla="*/ 0 w 3347978"/>
              <a:gd name="connsiteY2" fmla="*/ 0 h 3609975"/>
            </a:gdLst>
            <a:ahLst/>
            <a:cxnLst>
              <a:cxn ang="0">
                <a:pos x="connsiteX0" y="connsiteY0"/>
              </a:cxn>
              <a:cxn ang="0">
                <a:pos x="connsiteX1" y="connsiteY1"/>
              </a:cxn>
              <a:cxn ang="0">
                <a:pos x="connsiteX2" y="connsiteY2"/>
              </a:cxn>
            </a:cxnLst>
            <a:rect l="l" t="t" r="r" b="b"/>
            <a:pathLst>
              <a:path w="3347978" h="3609975">
                <a:moveTo>
                  <a:pt x="3347978" y="3609975"/>
                </a:moveTo>
                <a:lnTo>
                  <a:pt x="0" y="3609975"/>
                </a:lnTo>
                <a:lnTo>
                  <a:pt x="0" y="0"/>
                </a:lnTo>
              </a:path>
            </a:pathLst>
          </a:custGeom>
          <a:noFill/>
          <a:ln w="25400" cap="flat">
            <a:solidFill>
              <a:srgbClr val="FA4616"/>
            </a:solidFill>
            <a:prstDash val="solid"/>
            <a:miter/>
          </a:ln>
        </p:spPr>
        <p:txBody>
          <a:bodyPr rtlCol="0" anchor="ctr"/>
          <a:lstStyle/>
          <a:p>
            <a:endParaRPr lang="en-IN"/>
          </a:p>
        </p:txBody>
      </p:sp>
      <p:grpSp>
        <p:nvGrpSpPr>
          <p:cNvPr id="10" name="Group 9">
            <a:extLst>
              <a:ext uri="{FF2B5EF4-FFF2-40B4-BE49-F238E27FC236}">
                <a16:creationId xmlns:a16="http://schemas.microsoft.com/office/drawing/2014/main" id="{4B7DCF27-3152-D03A-FA0B-09ECA9A9C843}"/>
              </a:ext>
            </a:extLst>
          </p:cNvPr>
          <p:cNvGrpSpPr/>
          <p:nvPr/>
        </p:nvGrpSpPr>
        <p:grpSpPr>
          <a:xfrm>
            <a:off x="1628559" y="842014"/>
            <a:ext cx="583702" cy="515160"/>
            <a:chOff x="6404764" y="2129406"/>
            <a:chExt cx="583702" cy="515160"/>
          </a:xfrm>
          <a:solidFill>
            <a:schemeClr val="accent1"/>
          </a:solidFill>
        </p:grpSpPr>
        <p:sp>
          <p:nvSpPr>
            <p:cNvPr id="11" name="Freeform: Shape 10">
              <a:extLst>
                <a:ext uri="{FF2B5EF4-FFF2-40B4-BE49-F238E27FC236}">
                  <a16:creationId xmlns:a16="http://schemas.microsoft.com/office/drawing/2014/main" id="{7691D042-9780-5600-7CE5-B1AB9696E93C}"/>
                </a:ext>
              </a:extLst>
            </p:cNvPr>
            <p:cNvSpPr/>
            <p:nvPr/>
          </p:nvSpPr>
          <p:spPr>
            <a:xfrm>
              <a:off x="6730886" y="2129406"/>
              <a:ext cx="257580" cy="515109"/>
            </a:xfrm>
            <a:custGeom>
              <a:avLst/>
              <a:gdLst>
                <a:gd name="connsiteX0" fmla="*/ 19489 w 257580"/>
                <a:gd name="connsiteY0" fmla="*/ 0 h 515109"/>
                <a:gd name="connsiteX1" fmla="*/ 257580 w 257580"/>
                <a:gd name="connsiteY1" fmla="*/ 0 h 515109"/>
                <a:gd name="connsiteX2" fmla="*/ 257580 w 257580"/>
                <a:gd name="connsiteY2" fmla="*/ 170312 h 515109"/>
                <a:gd name="connsiteX3" fmla="*/ 239363 w 257580"/>
                <a:gd name="connsiteY3" fmla="*/ 333399 h 515109"/>
                <a:gd name="connsiteX4" fmla="*/ 171991 w 257580"/>
                <a:gd name="connsiteY4" fmla="*/ 440563 h 515109"/>
                <a:gd name="connsiteX5" fmla="*/ 46611 w 257580"/>
                <a:gd name="connsiteY5" fmla="*/ 515109 h 515109"/>
                <a:gd name="connsiteX6" fmla="*/ 0 w 257580"/>
                <a:gd name="connsiteY6" fmla="*/ 416799 h 515109"/>
                <a:gd name="connsiteX7" fmla="*/ 102075 w 257580"/>
                <a:gd name="connsiteY7" fmla="*/ 350700 h 515109"/>
                <a:gd name="connsiteX8" fmla="*/ 134693 w 257580"/>
                <a:gd name="connsiteY8" fmla="*/ 237989 h 515109"/>
                <a:gd name="connsiteX9" fmla="*/ 19489 w 257580"/>
                <a:gd name="connsiteY9" fmla="*/ 237989 h 515109"/>
                <a:gd name="connsiteX10" fmla="*/ 19489 w 257580"/>
                <a:gd name="connsiteY10" fmla="*/ 0 h 51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09">
                  <a:moveTo>
                    <a:pt x="19489" y="0"/>
                  </a:moveTo>
                  <a:lnTo>
                    <a:pt x="257580" y="0"/>
                  </a:lnTo>
                  <a:lnTo>
                    <a:pt x="257580" y="170312"/>
                  </a:lnTo>
                  <a:cubicBezTo>
                    <a:pt x="257580" y="239211"/>
                    <a:pt x="251525" y="293607"/>
                    <a:pt x="239363" y="333399"/>
                  </a:cubicBezTo>
                  <a:cubicBezTo>
                    <a:pt x="227202" y="373242"/>
                    <a:pt x="204761" y="408963"/>
                    <a:pt x="171991" y="440563"/>
                  </a:cubicBezTo>
                  <a:cubicBezTo>
                    <a:pt x="139221" y="472213"/>
                    <a:pt x="97445" y="497045"/>
                    <a:pt x="46611" y="515109"/>
                  </a:cubicBezTo>
                  <a:lnTo>
                    <a:pt x="0" y="416799"/>
                  </a:lnTo>
                  <a:cubicBezTo>
                    <a:pt x="47425" y="400974"/>
                    <a:pt x="81467" y="378941"/>
                    <a:pt x="102075" y="350700"/>
                  </a:cubicBezTo>
                  <a:cubicBezTo>
                    <a:pt x="122684" y="322459"/>
                    <a:pt x="133573" y="284905"/>
                    <a:pt x="134693" y="237989"/>
                  </a:cubicBezTo>
                  <a:lnTo>
                    <a:pt x="19489" y="237989"/>
                  </a:lnTo>
                  <a:lnTo>
                    <a:pt x="19489" y="0"/>
                  </a:lnTo>
                  <a:close/>
                </a:path>
              </a:pathLst>
            </a:custGeom>
            <a:grpFill/>
            <a:ln w="5052"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13B56A4C-635D-E669-84D6-D83BB38DF5A3}"/>
                </a:ext>
              </a:extLst>
            </p:cNvPr>
            <p:cNvSpPr/>
            <p:nvPr/>
          </p:nvSpPr>
          <p:spPr>
            <a:xfrm>
              <a:off x="6404764" y="2129406"/>
              <a:ext cx="257580" cy="515160"/>
            </a:xfrm>
            <a:custGeom>
              <a:avLst/>
              <a:gdLst>
                <a:gd name="connsiteX0" fmla="*/ 19489 w 257580"/>
                <a:gd name="connsiteY0" fmla="*/ 0 h 515160"/>
                <a:gd name="connsiteX1" fmla="*/ 257580 w 257580"/>
                <a:gd name="connsiteY1" fmla="*/ 0 h 515160"/>
                <a:gd name="connsiteX2" fmla="*/ 257580 w 257580"/>
                <a:gd name="connsiteY2" fmla="*/ 170312 h 515160"/>
                <a:gd name="connsiteX3" fmla="*/ 239363 w 257580"/>
                <a:gd name="connsiteY3" fmla="*/ 333857 h 515160"/>
                <a:gd name="connsiteX4" fmla="*/ 171584 w 257580"/>
                <a:gd name="connsiteY4" fmla="*/ 440614 h 515160"/>
                <a:gd name="connsiteX5" fmla="*/ 46611 w 257580"/>
                <a:gd name="connsiteY5" fmla="*/ 515160 h 515160"/>
                <a:gd name="connsiteX6" fmla="*/ 0 w 257580"/>
                <a:gd name="connsiteY6" fmla="*/ 416850 h 515160"/>
                <a:gd name="connsiteX7" fmla="*/ 102075 w 257580"/>
                <a:gd name="connsiteY7" fmla="*/ 350751 h 515160"/>
                <a:gd name="connsiteX8" fmla="*/ 134693 w 257580"/>
                <a:gd name="connsiteY8" fmla="*/ 238040 h 515160"/>
                <a:gd name="connsiteX9" fmla="*/ 19489 w 257580"/>
                <a:gd name="connsiteY9" fmla="*/ 238040 h 515160"/>
                <a:gd name="connsiteX10" fmla="*/ 19489 w 257580"/>
                <a:gd name="connsiteY10" fmla="*/ 0 h 51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60">
                  <a:moveTo>
                    <a:pt x="19489" y="0"/>
                  </a:moveTo>
                  <a:lnTo>
                    <a:pt x="257580" y="0"/>
                  </a:lnTo>
                  <a:lnTo>
                    <a:pt x="257580" y="170312"/>
                  </a:lnTo>
                  <a:cubicBezTo>
                    <a:pt x="257580" y="239770"/>
                    <a:pt x="251525" y="294268"/>
                    <a:pt x="239363" y="333857"/>
                  </a:cubicBezTo>
                  <a:cubicBezTo>
                    <a:pt x="227202" y="373394"/>
                    <a:pt x="204609" y="408963"/>
                    <a:pt x="171584" y="440614"/>
                  </a:cubicBezTo>
                  <a:cubicBezTo>
                    <a:pt x="138560" y="472264"/>
                    <a:pt x="96885" y="497096"/>
                    <a:pt x="46611" y="515160"/>
                  </a:cubicBezTo>
                  <a:lnTo>
                    <a:pt x="0" y="416850"/>
                  </a:lnTo>
                  <a:cubicBezTo>
                    <a:pt x="47425" y="401025"/>
                    <a:pt x="81467" y="378992"/>
                    <a:pt x="102075" y="350751"/>
                  </a:cubicBezTo>
                  <a:cubicBezTo>
                    <a:pt x="122684" y="322509"/>
                    <a:pt x="133573" y="284956"/>
                    <a:pt x="134693" y="238040"/>
                  </a:cubicBezTo>
                  <a:lnTo>
                    <a:pt x="19489" y="238040"/>
                  </a:lnTo>
                  <a:lnTo>
                    <a:pt x="19489" y="0"/>
                  </a:lnTo>
                  <a:close/>
                </a:path>
              </a:pathLst>
            </a:custGeom>
            <a:grpFill/>
            <a:ln w="5052" cap="flat">
              <a:noFill/>
              <a:prstDash val="solid"/>
              <a:miter/>
            </a:ln>
          </p:spPr>
          <p:txBody>
            <a:bodyPr rtlCol="0" anchor="ctr"/>
            <a:lstStyle/>
            <a:p>
              <a:endParaRPr lang="en-IN"/>
            </a:p>
          </p:txBody>
        </p:sp>
      </p:grpSp>
      <p:pic>
        <p:nvPicPr>
          <p:cNvPr id="2" name="Picture 2">
            <a:extLst>
              <a:ext uri="{FF2B5EF4-FFF2-40B4-BE49-F238E27FC236}">
                <a16:creationId xmlns:a16="http://schemas.microsoft.com/office/drawing/2014/main" id="{F9807DC5-7BEB-F089-ED66-67A675A58B6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202240" y="3059640"/>
            <a:ext cx="4195991" cy="374841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1414266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851E-6D60-C7E3-9B63-8A12F89ECCB3}"/>
              </a:ext>
            </a:extLst>
          </p:cNvPr>
          <p:cNvSpPr>
            <a:spLocks noGrp="1"/>
          </p:cNvSpPr>
          <p:nvPr>
            <p:ph type="ctrTitle"/>
          </p:nvPr>
        </p:nvSpPr>
        <p:spPr/>
        <p:txBody>
          <a:bodyPr/>
          <a:lstStyle/>
          <a:p>
            <a:r>
              <a:rPr lang="en-IN"/>
              <a:t>Discussion</a:t>
            </a:r>
          </a:p>
        </p:txBody>
      </p:sp>
    </p:spTree>
    <p:custDataLst>
      <p:tags r:id="rId1"/>
    </p:custDataLst>
    <p:extLst>
      <p:ext uri="{BB962C8B-B14F-4D97-AF65-F5344CB8AC3E}">
        <p14:creationId xmlns:p14="http://schemas.microsoft.com/office/powerpoint/2010/main" val="12095492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933F-64E0-82C7-7D44-45F07247EC28}"/>
              </a:ext>
            </a:extLst>
          </p:cNvPr>
          <p:cNvSpPr>
            <a:spLocks noGrp="1"/>
          </p:cNvSpPr>
          <p:nvPr>
            <p:ph type="ctrTitle"/>
          </p:nvPr>
        </p:nvSpPr>
        <p:spPr>
          <a:xfrm>
            <a:off x="382971" y="1538941"/>
            <a:ext cx="7075104" cy="2215991"/>
          </a:xfrm>
        </p:spPr>
        <p:txBody>
          <a:bodyPr/>
          <a:lstStyle/>
          <a:p>
            <a:r>
              <a:rPr lang="en-US" sz="8000"/>
              <a:t>04</a:t>
            </a:r>
            <a:br>
              <a:rPr lang="en-US"/>
            </a:br>
            <a:r>
              <a:rPr lang="en-US"/>
              <a:t>How do I team up</a:t>
            </a:r>
            <a:br>
              <a:rPr lang="en-US"/>
            </a:br>
            <a:r>
              <a:rPr lang="en-US"/>
              <a:t>with a robot?</a:t>
            </a:r>
            <a:endParaRPr lang="en-IN"/>
          </a:p>
        </p:txBody>
      </p:sp>
      <p:sp>
        <p:nvSpPr>
          <p:cNvPr id="4" name="Text Placeholder 3">
            <a:extLst>
              <a:ext uri="{FF2B5EF4-FFF2-40B4-BE49-F238E27FC236}">
                <a16:creationId xmlns:a16="http://schemas.microsoft.com/office/drawing/2014/main" id="{1493D02F-4365-CA26-E8FC-B3EEF5F3949E}"/>
              </a:ext>
            </a:extLst>
          </p:cNvPr>
          <p:cNvSpPr>
            <a:spLocks noGrp="1"/>
          </p:cNvSpPr>
          <p:nvPr>
            <p:ph type="body" sz="quarter" idx="10"/>
          </p:nvPr>
        </p:nvSpPr>
        <p:spPr/>
        <p:txBody>
          <a:bodyPr/>
          <a:lstStyle/>
          <a:p>
            <a:endParaRPr lang="en-IN"/>
          </a:p>
        </p:txBody>
      </p:sp>
    </p:spTree>
    <p:custDataLst>
      <p:tags r:id="rId1"/>
    </p:custDataLst>
    <p:extLst>
      <p:ext uri="{BB962C8B-B14F-4D97-AF65-F5344CB8AC3E}">
        <p14:creationId xmlns:p14="http://schemas.microsoft.com/office/powerpoint/2010/main" val="27719046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20C2-D131-56DC-DB5B-0F653A53507B}"/>
              </a:ext>
            </a:extLst>
          </p:cNvPr>
          <p:cNvSpPr>
            <a:spLocks noGrp="1"/>
          </p:cNvSpPr>
          <p:nvPr>
            <p:ph type="title"/>
          </p:nvPr>
        </p:nvSpPr>
        <p:spPr/>
        <p:txBody>
          <a:bodyPr/>
          <a:lstStyle/>
          <a:p>
            <a:r>
              <a:rPr lang="en-IN"/>
              <a:t>Lesson objectives</a:t>
            </a:r>
          </a:p>
        </p:txBody>
      </p:sp>
      <p:sp>
        <p:nvSpPr>
          <p:cNvPr id="5" name="Text Placeholder 4">
            <a:extLst>
              <a:ext uri="{FF2B5EF4-FFF2-40B4-BE49-F238E27FC236}">
                <a16:creationId xmlns:a16="http://schemas.microsoft.com/office/drawing/2014/main" id="{5559949C-7841-7B78-48D4-7958B52EA0B3}"/>
              </a:ext>
            </a:extLst>
          </p:cNvPr>
          <p:cNvSpPr>
            <a:spLocks noGrp="1"/>
          </p:cNvSpPr>
          <p:nvPr>
            <p:ph type="body" sz="quarter" idx="10"/>
          </p:nvPr>
        </p:nvSpPr>
        <p:spPr/>
        <p:txBody>
          <a:bodyPr/>
          <a:lstStyle/>
          <a:p>
            <a:r>
              <a:rPr lang="en-IN"/>
              <a:t>01</a:t>
            </a:r>
          </a:p>
        </p:txBody>
      </p:sp>
      <p:sp>
        <p:nvSpPr>
          <p:cNvPr id="7" name="Text Placeholder 6">
            <a:extLst>
              <a:ext uri="{FF2B5EF4-FFF2-40B4-BE49-F238E27FC236}">
                <a16:creationId xmlns:a16="http://schemas.microsoft.com/office/drawing/2014/main" id="{D8941ECD-8EA3-5A3E-E96E-90A9F58ED131}"/>
              </a:ext>
            </a:extLst>
          </p:cNvPr>
          <p:cNvSpPr>
            <a:spLocks noGrp="1"/>
          </p:cNvSpPr>
          <p:nvPr>
            <p:ph type="body" sz="quarter" idx="14"/>
          </p:nvPr>
        </p:nvSpPr>
        <p:spPr/>
        <p:txBody>
          <a:bodyPr/>
          <a:lstStyle/>
          <a:p>
            <a:r>
              <a:rPr lang="en-US"/>
              <a:t>Differentiate between multiple scenarios in which a robot and a human can work together.</a:t>
            </a:r>
            <a:endParaRPr lang="en-IN"/>
          </a:p>
        </p:txBody>
      </p:sp>
      <p:sp>
        <p:nvSpPr>
          <p:cNvPr id="11" name="TextBox 10">
            <a:extLst>
              <a:ext uri="{FF2B5EF4-FFF2-40B4-BE49-F238E27FC236}">
                <a16:creationId xmlns:a16="http://schemas.microsoft.com/office/drawing/2014/main" id="{4155277D-CAC1-C0C6-80BF-A9CB4698AC2C}"/>
              </a:ext>
            </a:extLst>
          </p:cNvPr>
          <p:cNvSpPr txBox="1"/>
          <p:nvPr/>
        </p:nvSpPr>
        <p:spPr>
          <a:xfrm>
            <a:off x="381000" y="1002780"/>
            <a:ext cx="8043472" cy="492443"/>
          </a:xfrm>
          <a:prstGeom prst="rect">
            <a:avLst/>
          </a:prstGeom>
          <a:noFill/>
        </p:spPr>
        <p:txBody>
          <a:bodyPr wrap="square" lIns="0" tIns="91440" rIns="91440" bIns="91440" rtlCol="0">
            <a:spAutoFit/>
          </a:bodyPr>
          <a:lstStyle/>
          <a:p>
            <a:pPr algn="l"/>
            <a:r>
              <a:rPr lang="en-US" sz="2000">
                <a:latin typeface="Arial"/>
                <a:cs typeface="Arial"/>
              </a:rPr>
              <a:t>At the end of this lesson, you should be able to:</a:t>
            </a:r>
            <a:endParaRPr lang="en-IN" sz="2000" err="1">
              <a:latin typeface="Arial"/>
              <a:cs typeface="Arial"/>
            </a:endParaRPr>
          </a:p>
        </p:txBody>
      </p:sp>
      <p:pic>
        <p:nvPicPr>
          <p:cNvPr id="3" name="Picture 2" descr="A cartoon of a smiling orange and blue object with blue hands&#10;&#10;Description automatically generated with medium confidence">
            <a:extLst>
              <a:ext uri="{FF2B5EF4-FFF2-40B4-BE49-F238E27FC236}">
                <a16:creationId xmlns:a16="http://schemas.microsoft.com/office/drawing/2014/main" id="{76F25B9E-EC34-603A-5DE3-896A7E80C4C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220436" y="5025984"/>
            <a:ext cx="1441524" cy="1530429"/>
          </a:xfrm>
          <a:prstGeom prst="rect">
            <a:avLst/>
          </a:prstGeom>
        </p:spPr>
      </p:pic>
    </p:spTree>
    <p:custDataLst>
      <p:tags r:id="rId1"/>
    </p:custDataLst>
    <p:extLst>
      <p:ext uri="{BB962C8B-B14F-4D97-AF65-F5344CB8AC3E}">
        <p14:creationId xmlns:p14="http://schemas.microsoft.com/office/powerpoint/2010/main" val="31029184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2DDD08-1ECD-1609-69CB-424EEBE4B79C}"/>
              </a:ext>
            </a:extLst>
          </p:cNvPr>
          <p:cNvSpPr txBox="1">
            <a:spLocks/>
          </p:cNvSpPr>
          <p:nvPr/>
        </p:nvSpPr>
        <p:spPr>
          <a:xfrm rot="10800000" flipV="1">
            <a:off x="358416" y="850737"/>
            <a:ext cx="2216203" cy="3327402"/>
          </a:xfrm>
          <a:custGeom>
            <a:avLst/>
            <a:gdLst>
              <a:gd name="connsiteX0" fmla="*/ 2102941 w 2589323"/>
              <a:gd name="connsiteY0" fmla="*/ 0 h 3887604"/>
              <a:gd name="connsiteX1" fmla="*/ 0 w 2589323"/>
              <a:gd name="connsiteY1" fmla="*/ 0 h 3887604"/>
              <a:gd name="connsiteX2" fmla="*/ 2572469 w 2589323"/>
              <a:gd name="connsiteY2" fmla="*/ 3880959 h 3887604"/>
              <a:gd name="connsiteX3" fmla="*/ 2589323 w 2589323"/>
              <a:gd name="connsiteY3" fmla="*/ 3887604 h 3887604"/>
              <a:gd name="connsiteX4" fmla="*/ 2589323 w 2589323"/>
              <a:gd name="connsiteY4" fmla="*/ 1346791 h 3887604"/>
              <a:gd name="connsiteX5" fmla="*/ 2584538 w 2589323"/>
              <a:gd name="connsiteY5" fmla="*/ 1341526 h 3887604"/>
              <a:gd name="connsiteX6" fmla="*/ 2102941 w 2589323"/>
              <a:gd name="connsiteY6" fmla="*/ 0 h 388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9323" h="3887604">
                <a:moveTo>
                  <a:pt x="2102941" y="0"/>
                </a:moveTo>
                <a:lnTo>
                  <a:pt x="0" y="0"/>
                </a:lnTo>
                <a:cubicBezTo>
                  <a:pt x="0" y="1744650"/>
                  <a:pt x="1060736" y="3241550"/>
                  <a:pt x="2572469" y="3880959"/>
                </a:cubicBezTo>
                <a:lnTo>
                  <a:pt x="2589323" y="3887604"/>
                </a:lnTo>
                <a:lnTo>
                  <a:pt x="2589323" y="1346791"/>
                </a:lnTo>
                <a:lnTo>
                  <a:pt x="2584538" y="1341526"/>
                </a:lnTo>
                <a:cubicBezTo>
                  <a:pt x="2283674" y="976964"/>
                  <a:pt x="2102941" y="509588"/>
                  <a:pt x="2102941" y="0"/>
                </a:cubicBezTo>
                <a:close/>
              </a:path>
            </a:pathLst>
          </a:custGeom>
          <a:solidFill>
            <a:schemeClr val="bg1">
              <a:alpha val="3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8" name="Text Placeholder 49">
            <a:extLst>
              <a:ext uri="{FF2B5EF4-FFF2-40B4-BE49-F238E27FC236}">
                <a16:creationId xmlns:a16="http://schemas.microsoft.com/office/drawing/2014/main" id="{D2EBC1CF-4474-97D7-E642-0F78907B0374}"/>
              </a:ext>
            </a:extLst>
          </p:cNvPr>
          <p:cNvSpPr txBox="1">
            <a:spLocks/>
          </p:cNvSpPr>
          <p:nvPr/>
        </p:nvSpPr>
        <p:spPr>
          <a:xfrm>
            <a:off x="8665222" y="3863504"/>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3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4" name="Title 3">
            <a:extLst>
              <a:ext uri="{FF2B5EF4-FFF2-40B4-BE49-F238E27FC236}">
                <a16:creationId xmlns:a16="http://schemas.microsoft.com/office/drawing/2014/main" id="{0097BFAD-F249-0814-91E9-9B5250654DF3}"/>
              </a:ext>
            </a:extLst>
          </p:cNvPr>
          <p:cNvSpPr>
            <a:spLocks noGrp="1"/>
          </p:cNvSpPr>
          <p:nvPr>
            <p:ph type="title"/>
          </p:nvPr>
        </p:nvSpPr>
        <p:spPr/>
        <p:txBody>
          <a:bodyPr/>
          <a:lstStyle/>
          <a:p>
            <a:r>
              <a:rPr lang="en-US"/>
              <a:t>Overview</a:t>
            </a:r>
            <a:endParaRPr lang="en-IN"/>
          </a:p>
        </p:txBody>
      </p:sp>
      <p:sp>
        <p:nvSpPr>
          <p:cNvPr id="7" name="Content Placeholder 2">
            <a:extLst>
              <a:ext uri="{FF2B5EF4-FFF2-40B4-BE49-F238E27FC236}">
                <a16:creationId xmlns:a16="http://schemas.microsoft.com/office/drawing/2014/main" id="{864CBBDC-727D-8E09-8291-010133837A88}"/>
              </a:ext>
            </a:extLst>
          </p:cNvPr>
          <p:cNvSpPr txBox="1">
            <a:spLocks/>
          </p:cNvSpPr>
          <p:nvPr/>
        </p:nvSpPr>
        <p:spPr>
          <a:xfrm>
            <a:off x="381001" y="1004400"/>
            <a:ext cx="11430000" cy="615553"/>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Let’s meet our range of automation robots and discover how they can collaborate with us to streamline our work processes.</a:t>
            </a:r>
          </a:p>
        </p:txBody>
      </p:sp>
      <p:pic>
        <p:nvPicPr>
          <p:cNvPr id="2" name="Picture 1">
            <a:extLst>
              <a:ext uri="{FF2B5EF4-FFF2-40B4-BE49-F238E27FC236}">
                <a16:creationId xmlns:a16="http://schemas.microsoft.com/office/drawing/2014/main" id="{8DB320A6-7549-9D3B-D42B-EA93579D573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167268" y="2212468"/>
            <a:ext cx="7622775" cy="4287811"/>
          </a:xfrm>
          <a:prstGeom prst="rect">
            <a:avLst/>
          </a:prstGeom>
        </p:spPr>
      </p:pic>
    </p:spTree>
    <p:custDataLst>
      <p:tags r:id="rId1"/>
    </p:custDataLst>
    <p:extLst>
      <p:ext uri="{BB962C8B-B14F-4D97-AF65-F5344CB8AC3E}">
        <p14:creationId xmlns:p14="http://schemas.microsoft.com/office/powerpoint/2010/main" val="11036902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80337-2473-0AA7-4B60-A2AB8E426CF7}"/>
              </a:ext>
            </a:extLst>
          </p:cNvPr>
          <p:cNvSpPr>
            <a:spLocks noGrp="1"/>
          </p:cNvSpPr>
          <p:nvPr>
            <p:ph type="title"/>
          </p:nvPr>
        </p:nvSpPr>
        <p:spPr/>
        <p:txBody>
          <a:bodyPr/>
          <a:lstStyle/>
          <a:p>
            <a:r>
              <a:rPr lang="en-US"/>
              <a:t>How do I work with a robot?</a:t>
            </a:r>
            <a:endParaRPr lang="en-IN"/>
          </a:p>
        </p:txBody>
      </p:sp>
      <p:sp>
        <p:nvSpPr>
          <p:cNvPr id="4" name="Content Placeholder 1">
            <a:extLst>
              <a:ext uri="{FF2B5EF4-FFF2-40B4-BE49-F238E27FC236}">
                <a16:creationId xmlns:a16="http://schemas.microsoft.com/office/drawing/2014/main" id="{B2AA7B98-5346-7B36-7263-B55BCDFF3A3C}"/>
              </a:ext>
            </a:extLst>
          </p:cNvPr>
          <p:cNvSpPr txBox="1">
            <a:spLocks/>
          </p:cNvSpPr>
          <p:nvPr/>
        </p:nvSpPr>
        <p:spPr>
          <a:xfrm>
            <a:off x="7785137" y="1390083"/>
            <a:ext cx="3530646" cy="760857"/>
          </a:xfrm>
          <a:prstGeom prst="rect">
            <a:avLst/>
          </a:prstGeom>
        </p:spPr>
        <p:txBody>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UiPath robots come in more than one flavor.</a:t>
            </a:r>
          </a:p>
        </p:txBody>
      </p:sp>
      <p:sp>
        <p:nvSpPr>
          <p:cNvPr id="5" name="Rectangle 4">
            <a:extLst>
              <a:ext uri="{FF2B5EF4-FFF2-40B4-BE49-F238E27FC236}">
                <a16:creationId xmlns:a16="http://schemas.microsoft.com/office/drawing/2014/main" id="{95554650-FD9E-A2F8-534C-3501234FBE55}"/>
              </a:ext>
            </a:extLst>
          </p:cNvPr>
          <p:cNvSpPr/>
          <p:nvPr/>
        </p:nvSpPr>
        <p:spPr>
          <a:xfrm>
            <a:off x="426597" y="1390083"/>
            <a:ext cx="6772855" cy="483488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normAutofit/>
          </a:bodyPr>
          <a:lstStyle/>
          <a:p>
            <a:pPr algn="ctr"/>
            <a:endParaRPr lang="en-US" sz="2000">
              <a:solidFill>
                <a:schemeClr val="bg1"/>
              </a:solidFill>
              <a:latin typeface="Arial"/>
              <a:cs typeface="Arial"/>
            </a:endParaRPr>
          </a:p>
          <a:p>
            <a:pPr algn="ctr"/>
            <a:endParaRPr lang="en-US" sz="2000" b="0" i="0">
              <a:solidFill>
                <a:schemeClr val="bg1"/>
              </a:solidFill>
              <a:latin typeface="Arial"/>
              <a:cs typeface="Arial"/>
            </a:endParaRPr>
          </a:p>
        </p:txBody>
      </p:sp>
      <p:grpSp>
        <p:nvGrpSpPr>
          <p:cNvPr id="32" name="Group 31">
            <a:extLst>
              <a:ext uri="{FF2B5EF4-FFF2-40B4-BE49-F238E27FC236}">
                <a16:creationId xmlns:a16="http://schemas.microsoft.com/office/drawing/2014/main" id="{8311CB37-F1B6-8599-2AAB-81B77878FA1E}"/>
              </a:ext>
            </a:extLst>
          </p:cNvPr>
          <p:cNvGrpSpPr/>
          <p:nvPr/>
        </p:nvGrpSpPr>
        <p:grpSpPr>
          <a:xfrm>
            <a:off x="873042" y="2005971"/>
            <a:ext cx="6051513" cy="1195836"/>
            <a:chOff x="719678" y="2376361"/>
            <a:chExt cx="6051513" cy="1195836"/>
          </a:xfrm>
        </p:grpSpPr>
        <p:sp>
          <p:nvSpPr>
            <p:cNvPr id="13" name="TextBox 12">
              <a:extLst>
                <a:ext uri="{FF2B5EF4-FFF2-40B4-BE49-F238E27FC236}">
                  <a16:creationId xmlns:a16="http://schemas.microsoft.com/office/drawing/2014/main" id="{2DC5B264-FDC3-410E-77DF-4B8E1232F82D}"/>
                </a:ext>
              </a:extLst>
            </p:cNvPr>
            <p:cNvSpPr txBox="1"/>
            <p:nvPr/>
          </p:nvSpPr>
          <p:spPr>
            <a:xfrm>
              <a:off x="2106592" y="2383879"/>
              <a:ext cx="4664599" cy="1107996"/>
            </a:xfrm>
            <a:prstGeom prst="rect">
              <a:avLst/>
            </a:prstGeom>
            <a:noFill/>
          </p:spPr>
          <p:txBody>
            <a:bodyPr wrap="square" lIns="91440" tIns="91440" rIns="91440" bIns="91440" rtlCol="0">
              <a:spAutoFit/>
            </a:bodyPr>
            <a:lstStyle/>
            <a:p>
              <a:r>
                <a:rPr lang="en-US" sz="2000" b="0" i="0">
                  <a:solidFill>
                    <a:schemeClr val="bg1"/>
                  </a:solidFill>
                  <a:latin typeface="Arial"/>
                  <a:cs typeface="Arial"/>
                </a:rPr>
                <a:t>A robot is a programmable machine that executes automations that</a:t>
              </a:r>
            </a:p>
            <a:p>
              <a:r>
                <a:rPr lang="en-US" sz="2000" b="0" i="0">
                  <a:solidFill>
                    <a:schemeClr val="bg1"/>
                  </a:solidFill>
                  <a:latin typeface="Arial"/>
                  <a:cs typeface="Arial"/>
                </a:rPr>
                <a:t>people build.</a:t>
              </a:r>
            </a:p>
          </p:txBody>
        </p:sp>
        <p:sp>
          <p:nvSpPr>
            <p:cNvPr id="10" name="Oval 9">
              <a:extLst>
                <a:ext uri="{FF2B5EF4-FFF2-40B4-BE49-F238E27FC236}">
                  <a16:creationId xmlns:a16="http://schemas.microsoft.com/office/drawing/2014/main" id="{1020FFF9-B882-BD9C-DE37-7FF76F857D80}"/>
                </a:ext>
              </a:extLst>
            </p:cNvPr>
            <p:cNvSpPr/>
            <p:nvPr/>
          </p:nvSpPr>
          <p:spPr>
            <a:xfrm>
              <a:off x="719678" y="2376361"/>
              <a:ext cx="1195836" cy="1195836"/>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6" name="Picture 5" descr="A cartoon orange ball with blue and black legs&#10;&#10;Description automatically generated">
              <a:extLst>
                <a:ext uri="{FF2B5EF4-FFF2-40B4-BE49-F238E27FC236}">
                  <a16:creationId xmlns:a16="http://schemas.microsoft.com/office/drawing/2014/main" id="{3FAE14D3-9B91-8E4C-811E-8112C35AF60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50984" y="2491003"/>
              <a:ext cx="933223" cy="966552"/>
            </a:xfrm>
            <a:prstGeom prst="rect">
              <a:avLst/>
            </a:prstGeom>
          </p:spPr>
        </p:pic>
      </p:grpSp>
      <p:grpSp>
        <p:nvGrpSpPr>
          <p:cNvPr id="33" name="Group 32">
            <a:extLst>
              <a:ext uri="{FF2B5EF4-FFF2-40B4-BE49-F238E27FC236}">
                <a16:creationId xmlns:a16="http://schemas.microsoft.com/office/drawing/2014/main" id="{18CF358C-76E4-6ACC-A937-47F5173C620E}"/>
              </a:ext>
            </a:extLst>
          </p:cNvPr>
          <p:cNvGrpSpPr/>
          <p:nvPr/>
        </p:nvGrpSpPr>
        <p:grpSpPr>
          <a:xfrm>
            <a:off x="873042" y="4315299"/>
            <a:ext cx="5884915" cy="1195200"/>
            <a:chOff x="873042" y="4368882"/>
            <a:chExt cx="5884915" cy="1195200"/>
          </a:xfrm>
        </p:grpSpPr>
        <p:sp>
          <p:nvSpPr>
            <p:cNvPr id="9" name="Oval 8">
              <a:extLst>
                <a:ext uri="{FF2B5EF4-FFF2-40B4-BE49-F238E27FC236}">
                  <a16:creationId xmlns:a16="http://schemas.microsoft.com/office/drawing/2014/main" id="{45A322B0-8861-039E-A1F3-E9F46A255533}"/>
                </a:ext>
              </a:extLst>
            </p:cNvPr>
            <p:cNvSpPr/>
            <p:nvPr/>
          </p:nvSpPr>
          <p:spPr>
            <a:xfrm>
              <a:off x="5562757" y="4368882"/>
              <a:ext cx="1195200" cy="1195200"/>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5" name="TextBox 14">
              <a:extLst>
                <a:ext uri="{FF2B5EF4-FFF2-40B4-BE49-F238E27FC236}">
                  <a16:creationId xmlns:a16="http://schemas.microsoft.com/office/drawing/2014/main" id="{45B1E3C5-9B60-FD83-AF91-627119554ABF}"/>
                </a:ext>
              </a:extLst>
            </p:cNvPr>
            <p:cNvSpPr txBox="1"/>
            <p:nvPr/>
          </p:nvSpPr>
          <p:spPr>
            <a:xfrm>
              <a:off x="873042" y="4561412"/>
              <a:ext cx="4284708" cy="800219"/>
            </a:xfrm>
            <a:prstGeom prst="rect">
              <a:avLst/>
            </a:prstGeom>
            <a:noFill/>
          </p:spPr>
          <p:txBody>
            <a:bodyPr wrap="square" lIns="91440" tIns="91440" rIns="91440" bIns="91440" rtlCol="0">
              <a:spAutoFit/>
            </a:bodyPr>
            <a:lstStyle/>
            <a:p>
              <a:r>
                <a:rPr lang="en-US" sz="2000" b="0" i="0">
                  <a:solidFill>
                    <a:schemeClr val="bg1"/>
                  </a:solidFill>
                  <a:latin typeface="Arial"/>
                  <a:cs typeface="Arial"/>
                </a:rPr>
                <a:t>An automation is a series of steps that tell the robot what to do.</a:t>
              </a:r>
            </a:p>
          </p:txBody>
        </p:sp>
        <p:pic>
          <p:nvPicPr>
            <p:cNvPr id="17" name="Graphic 16">
              <a:extLst>
                <a:ext uri="{FF2B5EF4-FFF2-40B4-BE49-F238E27FC236}">
                  <a16:creationId xmlns:a16="http://schemas.microsoft.com/office/drawing/2014/main" id="{23AF70EE-20F7-DEAA-0195-F845057F50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12616" y="4618792"/>
              <a:ext cx="711110" cy="711110"/>
            </a:xfrm>
            <a:prstGeom prst="rect">
              <a:avLst/>
            </a:prstGeom>
          </p:spPr>
        </p:pic>
      </p:grpSp>
      <p:sp>
        <p:nvSpPr>
          <p:cNvPr id="18" name="TextBox 17">
            <a:extLst>
              <a:ext uri="{FF2B5EF4-FFF2-40B4-BE49-F238E27FC236}">
                <a16:creationId xmlns:a16="http://schemas.microsoft.com/office/drawing/2014/main" id="{5B679477-D823-C373-2E90-36E358260616}"/>
              </a:ext>
            </a:extLst>
          </p:cNvPr>
          <p:cNvSpPr txBox="1"/>
          <p:nvPr/>
        </p:nvSpPr>
        <p:spPr>
          <a:xfrm>
            <a:off x="8192190" y="3678659"/>
            <a:ext cx="2328336"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Attended robots</a:t>
            </a:r>
          </a:p>
        </p:txBody>
      </p:sp>
      <p:sp>
        <p:nvSpPr>
          <p:cNvPr id="19" name="Oval 18">
            <a:extLst>
              <a:ext uri="{FF2B5EF4-FFF2-40B4-BE49-F238E27FC236}">
                <a16:creationId xmlns:a16="http://schemas.microsoft.com/office/drawing/2014/main" id="{32B49110-E318-FF13-F692-019DD91CBDB3}"/>
              </a:ext>
            </a:extLst>
          </p:cNvPr>
          <p:cNvSpPr/>
          <p:nvPr/>
        </p:nvSpPr>
        <p:spPr>
          <a:xfrm>
            <a:off x="8757155" y="2339959"/>
            <a:ext cx="1195837" cy="1195837"/>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24" name="TextBox 23">
            <a:extLst>
              <a:ext uri="{FF2B5EF4-FFF2-40B4-BE49-F238E27FC236}">
                <a16:creationId xmlns:a16="http://schemas.microsoft.com/office/drawing/2014/main" id="{5B6C3280-4ADE-554C-7C3F-554070571661}"/>
              </a:ext>
            </a:extLst>
          </p:cNvPr>
          <p:cNvSpPr txBox="1"/>
          <p:nvPr/>
        </p:nvSpPr>
        <p:spPr>
          <a:xfrm>
            <a:off x="8192190" y="5794081"/>
            <a:ext cx="2328336" cy="430887"/>
          </a:xfrm>
          <a:prstGeom prst="rect">
            <a:avLst/>
          </a:prstGeom>
          <a:noFill/>
        </p:spPr>
        <p:txBody>
          <a:bodyPr wrap="square" lIns="91440" tIns="91440" rIns="91440" bIns="91440" rtlCol="0">
            <a:spAutoFit/>
          </a:bodyPr>
          <a:lstStyle/>
          <a:p>
            <a:pPr algn="ctr"/>
            <a:r>
              <a:rPr lang="en-IN" sz="1600" b="1" i="0">
                <a:solidFill>
                  <a:srgbClr val="1D1C1D"/>
                </a:solidFill>
                <a:effectLst/>
                <a:latin typeface="+mj-lt"/>
              </a:rPr>
              <a:t>Unattended robots</a:t>
            </a:r>
          </a:p>
        </p:txBody>
      </p:sp>
      <p:sp>
        <p:nvSpPr>
          <p:cNvPr id="25" name="Oval 24">
            <a:extLst>
              <a:ext uri="{FF2B5EF4-FFF2-40B4-BE49-F238E27FC236}">
                <a16:creationId xmlns:a16="http://schemas.microsoft.com/office/drawing/2014/main" id="{511B85D5-305A-A34B-7963-E1AD2332F3CC}"/>
              </a:ext>
            </a:extLst>
          </p:cNvPr>
          <p:cNvSpPr/>
          <p:nvPr/>
        </p:nvSpPr>
        <p:spPr>
          <a:xfrm>
            <a:off x="8757155" y="4455381"/>
            <a:ext cx="1195837" cy="1195837"/>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pic>
        <p:nvPicPr>
          <p:cNvPr id="28" name="Graphic 27">
            <a:extLst>
              <a:ext uri="{FF2B5EF4-FFF2-40B4-BE49-F238E27FC236}">
                <a16:creationId xmlns:a16="http://schemas.microsoft.com/office/drawing/2014/main" id="{DD049B37-FFA8-9B59-62CE-6D073B88A5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95391" y="4596099"/>
            <a:ext cx="914400" cy="914400"/>
          </a:xfrm>
          <a:prstGeom prst="rect">
            <a:avLst/>
          </a:prstGeom>
        </p:spPr>
      </p:pic>
      <p:pic>
        <p:nvPicPr>
          <p:cNvPr id="30" name="Graphic 29">
            <a:extLst>
              <a:ext uri="{FF2B5EF4-FFF2-40B4-BE49-F238E27FC236}">
                <a16:creationId xmlns:a16="http://schemas.microsoft.com/office/drawing/2014/main" id="{41A38FB4-A827-E1CF-B66A-AAD549E9B1A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95391" y="2480677"/>
            <a:ext cx="914400" cy="914400"/>
          </a:xfrm>
          <a:prstGeom prst="rect">
            <a:avLst/>
          </a:prstGeom>
        </p:spPr>
      </p:pic>
      <p:cxnSp>
        <p:nvCxnSpPr>
          <p:cNvPr id="35" name="Straight Connector 34">
            <a:extLst>
              <a:ext uri="{FF2B5EF4-FFF2-40B4-BE49-F238E27FC236}">
                <a16:creationId xmlns:a16="http://schemas.microsoft.com/office/drawing/2014/main" id="{7A10A264-4043-CE67-373F-AA0D6EDCC187}"/>
              </a:ext>
            </a:extLst>
          </p:cNvPr>
          <p:cNvCxnSpPr/>
          <p:nvPr/>
        </p:nvCxnSpPr>
        <p:spPr>
          <a:xfrm>
            <a:off x="873042" y="3807525"/>
            <a:ext cx="5884915" cy="0"/>
          </a:xfrm>
          <a:prstGeom prst="line">
            <a:avLst/>
          </a:prstGeom>
          <a:ln w="9525" cap="flat" cmpd="sng" algn="ctr">
            <a:solidFill>
              <a:srgbClr val="DC4226"/>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12521535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Unattended robots</a:t>
            </a:r>
          </a:p>
        </p:txBody>
      </p:sp>
      <p:graphicFrame>
        <p:nvGraphicFramePr>
          <p:cNvPr id="3" name="Content Placeholder 13">
            <a:extLst>
              <a:ext uri="{FF2B5EF4-FFF2-40B4-BE49-F238E27FC236}">
                <a16:creationId xmlns:a16="http://schemas.microsoft.com/office/drawing/2014/main" id="{1BEF433D-D6B0-F957-E7B9-F755067A1C98}"/>
              </a:ext>
            </a:extLst>
          </p:cNvPr>
          <p:cNvGraphicFramePr>
            <a:graphicFrameLocks/>
          </p:cNvGraphicFramePr>
          <p:nvPr>
            <p:extLst>
              <p:ext uri="{D42A27DB-BD31-4B8C-83A1-F6EECF244321}">
                <p14:modId xmlns:p14="http://schemas.microsoft.com/office/powerpoint/2010/main" val="3788880476"/>
              </p:ext>
            </p:extLst>
          </p:nvPr>
        </p:nvGraphicFramePr>
        <p:xfrm>
          <a:off x="380999" y="1322388"/>
          <a:ext cx="11367306" cy="3514422"/>
        </p:xfrm>
        <a:graphic>
          <a:graphicData uri="http://schemas.openxmlformats.org/drawingml/2006/table">
            <a:tbl>
              <a:tblPr firstRow="1" bandRow="1">
                <a:tableStyleId>{7E9639D4-E3E2-4D34-9284-5A2195B3D0D7}</a:tableStyleId>
              </a:tblPr>
              <a:tblGrid>
                <a:gridCol w="3021958">
                  <a:extLst>
                    <a:ext uri="{9D8B030D-6E8A-4147-A177-3AD203B41FA5}">
                      <a16:colId xmlns:a16="http://schemas.microsoft.com/office/drawing/2014/main" val="100086855"/>
                    </a:ext>
                  </a:extLst>
                </a:gridCol>
                <a:gridCol w="8345348">
                  <a:extLst>
                    <a:ext uri="{9D8B030D-6E8A-4147-A177-3AD203B41FA5}">
                      <a16:colId xmlns:a16="http://schemas.microsoft.com/office/drawing/2014/main" val="2335256841"/>
                    </a:ext>
                  </a:extLst>
                </a:gridCol>
              </a:tblGrid>
              <a:tr h="690411">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chemeClr val="tx1"/>
                        </a:solidFill>
                        <a:effectLst/>
                        <a:uLnTx/>
                        <a:uFillTx/>
                        <a:latin typeface="Arial"/>
                        <a:ea typeface="+mn-ea"/>
                        <a:cs typeface="+mn-cs"/>
                      </a:endParaRPr>
                    </a:p>
                  </a:txBody>
                  <a:tcPr marL="105903" marR="105903" anchor="ctr">
                    <a:lnL w="9525" cap="flat" cmpd="sng" algn="ctr">
                      <a:noFill/>
                      <a:prstDash val="solid"/>
                    </a:lnL>
                    <a:lnR w="12700" cap="flat" cmpd="sng" algn="ctr">
                      <a:solidFill>
                        <a:schemeClr val="bg1"/>
                      </a:solidFill>
                      <a:prstDash val="solid"/>
                      <a:round/>
                      <a:headEnd type="none" w="med" len="med"/>
                      <a:tailEnd type="none" w="med" len="med"/>
                    </a:lnR>
                    <a:lnT w="9525" cap="flat" cmpd="sng" algn="ctr">
                      <a:noFill/>
                      <a:prstDash val="soli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a:ln>
                            <a:noFill/>
                          </a:ln>
                          <a:effectLst/>
                          <a:uLnTx/>
                          <a:uFillTx/>
                        </a:rPr>
                        <a:t>Unattended robots: </a:t>
                      </a:r>
                      <a:r>
                        <a:rPr lang="en-US" sz="1800" u="none" strike="noStrike" kern="1200" cap="none" spc="0" normalizeH="0" baseline="0" noProof="0">
                          <a:ln>
                            <a:noFill/>
                          </a:ln>
                          <a:effectLst/>
                          <a:uLnTx/>
                          <a:uFillTx/>
                        </a:rPr>
                        <a:t>what</a:t>
                      </a:r>
                      <a:r>
                        <a:rPr kumimoji="0" lang="en-US" sz="1800" u="none" strike="noStrike" kern="1200" cap="none" spc="0" normalizeH="0" baseline="0" noProof="0">
                          <a:ln>
                            <a:noFill/>
                          </a:ln>
                          <a:effectLst/>
                          <a:uLnTx/>
                          <a:uFillTx/>
                        </a:rPr>
                        <a:t> they are</a:t>
                      </a:r>
                    </a:p>
                  </a:txBody>
                  <a:tcPr marL="105903" marR="105903" anchor="ctr">
                    <a:lnL w="12700" cap="flat" cmpd="sng" algn="ctr">
                      <a:solidFill>
                        <a:schemeClr val="bg1"/>
                      </a:solidFill>
                      <a:prstDash val="solid"/>
                      <a:round/>
                      <a:headEnd type="none" w="med" len="med"/>
                      <a:tailEnd type="none" w="med" len="med"/>
                    </a:lnL>
                    <a:lnR>
                      <a:noFill/>
                    </a:lnR>
                    <a:lnT w="9525" cap="flat" cmpd="sng" algn="ctr">
                      <a:noFill/>
                      <a:prstDash val="soli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510907341"/>
                  </a:ext>
                </a:extLst>
              </a:tr>
              <a:tr h="6904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a:ln>
                            <a:noFill/>
                          </a:ln>
                          <a:effectLst/>
                          <a:uLnTx/>
                          <a:uFillTx/>
                        </a:rPr>
                        <a:t>What they do…</a:t>
                      </a:r>
                    </a:p>
                  </a:txBody>
                  <a:tcPr marL="105903" marR="105903" anchor="ctr">
                    <a:lnL w="9525" cap="flat" cmpd="sng" algn="ctr">
                      <a:noFill/>
                      <a:prstDash val="soli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effectLst/>
                          <a:uLnTx/>
                          <a:uFillTx/>
                        </a:rPr>
                        <a:t>Operate with minimal human intervention</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effectLst/>
                          <a:uLnTx/>
                          <a:uFillTx/>
                        </a:rPr>
                        <a:t>Execute fully automated processes</a:t>
                      </a:r>
                    </a:p>
                  </a:txBody>
                  <a:tcPr marL="105903" marR="105903"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5103068"/>
                  </a:ext>
                </a:extLst>
              </a:tr>
              <a:tr h="6904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a:ln>
                            <a:noFill/>
                          </a:ln>
                          <a:effectLst/>
                          <a:uLnTx/>
                          <a:uFillTx/>
                        </a:rPr>
                        <a:t>Where they are deployed on…</a:t>
                      </a:r>
                    </a:p>
                  </a:txBody>
                  <a:tcPr marL="105903" marR="105903" anchor="ctr">
                    <a:lnL w="9525" cap="flat" cmpd="sng" algn="ctr">
                      <a:noFill/>
                      <a:prstDash val="soli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Workstations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Servers,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Mainframes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Web services</a:t>
                      </a:r>
                    </a:p>
                  </a:txBody>
                  <a:tcPr marL="105903" marR="105903"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5594835"/>
                  </a:ext>
                </a:extLst>
              </a:tr>
              <a:tr h="6904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a:ln>
                            <a:noFill/>
                          </a:ln>
                          <a:effectLst/>
                          <a:uLnTx/>
                          <a:uFillTx/>
                        </a:rPr>
                        <a:t>How they are triggered…</a:t>
                      </a:r>
                    </a:p>
                  </a:txBody>
                  <a:tcPr marL="105903" marR="105903" anchor="ctr">
                    <a:lnL w="9525" cap="flat" cmpd="sng" algn="ctr">
                      <a:noFill/>
                      <a:prstDash val="soli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Via an automation management tool (UiPath Orchestrator)</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Based on a set schedule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By any activity or event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By another robot</a:t>
                      </a:r>
                    </a:p>
                  </a:txBody>
                  <a:tcPr marL="105903" marR="105903"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5537706"/>
                  </a:ext>
                </a:extLst>
              </a:tr>
            </a:tbl>
          </a:graphicData>
        </a:graphic>
      </p:graphicFrame>
      <p:pic>
        <p:nvPicPr>
          <p:cNvPr id="5" name="Picture 4" descr="A blue circle with yellow wings&#10;&#10;Description automatically generated">
            <a:extLst>
              <a:ext uri="{FF2B5EF4-FFF2-40B4-BE49-F238E27FC236}">
                <a16:creationId xmlns:a16="http://schemas.microsoft.com/office/drawing/2014/main" id="{B2FC9AA5-516B-C560-0120-FA68E987038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682912" y="848540"/>
            <a:ext cx="1286276" cy="1181468"/>
          </a:xfrm>
          <a:prstGeom prst="rect">
            <a:avLst/>
          </a:prstGeom>
        </p:spPr>
      </p:pic>
    </p:spTree>
    <p:custDataLst>
      <p:tags r:id="rId1"/>
    </p:custDataLst>
    <p:extLst>
      <p:ext uri="{BB962C8B-B14F-4D97-AF65-F5344CB8AC3E}">
        <p14:creationId xmlns:p14="http://schemas.microsoft.com/office/powerpoint/2010/main" val="5067296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Attended robots</a:t>
            </a:r>
          </a:p>
        </p:txBody>
      </p:sp>
      <p:graphicFrame>
        <p:nvGraphicFramePr>
          <p:cNvPr id="3" name="Content Placeholder 13">
            <a:extLst>
              <a:ext uri="{FF2B5EF4-FFF2-40B4-BE49-F238E27FC236}">
                <a16:creationId xmlns:a16="http://schemas.microsoft.com/office/drawing/2014/main" id="{56CEE6C2-9C77-6EEA-8D8B-2D7D84F26C6A}"/>
              </a:ext>
            </a:extLst>
          </p:cNvPr>
          <p:cNvGraphicFramePr>
            <a:graphicFrameLocks/>
          </p:cNvGraphicFramePr>
          <p:nvPr>
            <p:extLst>
              <p:ext uri="{D42A27DB-BD31-4B8C-83A1-F6EECF244321}">
                <p14:modId xmlns:p14="http://schemas.microsoft.com/office/powerpoint/2010/main" val="2077360704"/>
              </p:ext>
            </p:extLst>
          </p:nvPr>
        </p:nvGraphicFramePr>
        <p:xfrm>
          <a:off x="380999" y="1322388"/>
          <a:ext cx="11367306" cy="3514422"/>
        </p:xfrm>
        <a:graphic>
          <a:graphicData uri="http://schemas.openxmlformats.org/drawingml/2006/table">
            <a:tbl>
              <a:tblPr firstRow="1" bandRow="1">
                <a:tableStyleId>{7E9639D4-E3E2-4D34-9284-5A2195B3D0D7}</a:tableStyleId>
              </a:tblPr>
              <a:tblGrid>
                <a:gridCol w="3021958">
                  <a:extLst>
                    <a:ext uri="{9D8B030D-6E8A-4147-A177-3AD203B41FA5}">
                      <a16:colId xmlns:a16="http://schemas.microsoft.com/office/drawing/2014/main" val="100086855"/>
                    </a:ext>
                  </a:extLst>
                </a:gridCol>
                <a:gridCol w="8345348">
                  <a:extLst>
                    <a:ext uri="{9D8B030D-6E8A-4147-A177-3AD203B41FA5}">
                      <a16:colId xmlns:a16="http://schemas.microsoft.com/office/drawing/2014/main" val="2335256841"/>
                    </a:ext>
                  </a:extLst>
                </a:gridCol>
              </a:tblGrid>
              <a:tr h="690411">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chemeClr val="tx1"/>
                        </a:solidFill>
                        <a:effectLst/>
                        <a:uLnTx/>
                        <a:uFillTx/>
                        <a:latin typeface="Arial"/>
                        <a:ea typeface="+mn-ea"/>
                        <a:cs typeface="+mn-cs"/>
                      </a:endParaRPr>
                    </a:p>
                  </a:txBody>
                  <a:tcPr marL="105903" marR="105903" anchor="ctr">
                    <a:lnL w="9525" cap="flat" cmpd="sng" algn="ctr">
                      <a:noFill/>
                      <a:prstDash val="solid"/>
                    </a:lnL>
                    <a:lnR w="12700" cap="flat" cmpd="sng" algn="ctr">
                      <a:solidFill>
                        <a:schemeClr val="bg1"/>
                      </a:solidFill>
                      <a:prstDash val="solid"/>
                      <a:round/>
                      <a:headEnd type="none" w="med" len="med"/>
                      <a:tailEnd type="none" w="med" len="med"/>
                    </a:lnR>
                    <a:lnT w="9525" cap="flat" cmpd="sng" algn="ctr">
                      <a:noFill/>
                      <a:prstDash val="soli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a:ln>
                            <a:noFill/>
                          </a:ln>
                          <a:effectLst/>
                          <a:uLnTx/>
                          <a:uFillTx/>
                        </a:rPr>
                        <a:t>Attended robots: </a:t>
                      </a:r>
                      <a:r>
                        <a:rPr lang="en-US" sz="1800" u="none" strike="noStrike" kern="1200" cap="none" spc="0" normalizeH="0" baseline="0" noProof="0">
                          <a:ln>
                            <a:noFill/>
                          </a:ln>
                          <a:effectLst/>
                          <a:uLnTx/>
                          <a:uFillTx/>
                        </a:rPr>
                        <a:t>what</a:t>
                      </a:r>
                      <a:r>
                        <a:rPr kumimoji="0" lang="en-US" sz="1800" u="none" strike="noStrike" kern="1200" cap="none" spc="0" normalizeH="0" baseline="0" noProof="0">
                          <a:ln>
                            <a:noFill/>
                          </a:ln>
                          <a:effectLst/>
                          <a:uLnTx/>
                          <a:uFillTx/>
                        </a:rPr>
                        <a:t> they are</a:t>
                      </a:r>
                    </a:p>
                  </a:txBody>
                  <a:tcPr marL="105903" marR="105903" anchor="ctr">
                    <a:lnL w="12700" cap="flat" cmpd="sng" algn="ctr">
                      <a:solidFill>
                        <a:schemeClr val="bg1"/>
                      </a:solidFill>
                      <a:prstDash val="solid"/>
                      <a:round/>
                      <a:headEnd type="none" w="med" len="med"/>
                      <a:tailEnd type="none" w="med" len="med"/>
                    </a:lnL>
                    <a:lnR>
                      <a:noFill/>
                    </a:lnR>
                    <a:lnT w="9525" cap="flat" cmpd="sng" algn="ctr">
                      <a:noFill/>
                      <a:prstDash val="soli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510907341"/>
                  </a:ext>
                </a:extLst>
              </a:tr>
              <a:tr h="121055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a:ln>
                            <a:noFill/>
                          </a:ln>
                          <a:effectLst/>
                          <a:uLnTx/>
                          <a:uFillTx/>
                        </a:rPr>
                        <a:t>What they do…</a:t>
                      </a:r>
                    </a:p>
                  </a:txBody>
                  <a:tcPr marL="105903" marR="105903" anchor="ctr">
                    <a:lnL w="9525" cap="flat" cmpd="sng" algn="ctr">
                      <a:noFill/>
                      <a:prstDash val="soli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effectLst/>
                          <a:uLnTx/>
                          <a:uFillTx/>
                        </a:rPr>
                        <a:t>Operate on your computer</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effectLst/>
                          <a:uLnTx/>
                          <a:uFillTx/>
                        </a:rPr>
                        <a:t>Become your trusted ally</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effectLst/>
                          <a:uLnTx/>
                          <a:uFillTx/>
                        </a:rPr>
                        <a:t>Enhance both quality and productivity</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effectLst/>
                          <a:uLnTx/>
                          <a:uFillTx/>
                        </a:rPr>
                        <a:t>Take charge of repetitive tasks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effectLst/>
                          <a:uLnTx/>
                          <a:uFillTx/>
                        </a:rPr>
                        <a:t>Enable you to accelerate processes promptly</a:t>
                      </a:r>
                    </a:p>
                  </a:txBody>
                  <a:tcPr marL="105903" marR="105903"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5103068"/>
                  </a:ext>
                </a:extLst>
              </a:tr>
              <a:tr h="6904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a:ln>
                            <a:noFill/>
                          </a:ln>
                          <a:effectLst/>
                          <a:uLnTx/>
                          <a:uFillTx/>
                        </a:rPr>
                        <a:t>Where they are deployed on…</a:t>
                      </a:r>
                    </a:p>
                  </a:txBody>
                  <a:tcPr marL="105903" marR="105903" anchor="ctr">
                    <a:lnL w="9525" cap="flat" cmpd="sng" algn="ctr">
                      <a:noFill/>
                      <a:prstDash val="soli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On your PC</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Laptop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Departmental server</a:t>
                      </a:r>
                    </a:p>
                  </a:txBody>
                  <a:tcPr marL="105903" marR="105903"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5594835"/>
                  </a:ext>
                </a:extLst>
              </a:tr>
              <a:tr h="6904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u="none" strike="noStrike" kern="1200" cap="none" spc="0" normalizeH="0" baseline="0" noProof="0">
                          <a:ln>
                            <a:noFill/>
                          </a:ln>
                          <a:effectLst/>
                          <a:uLnTx/>
                          <a:uFillTx/>
                        </a:rPr>
                        <a:t>How they are triggered…</a:t>
                      </a:r>
                    </a:p>
                  </a:txBody>
                  <a:tcPr marL="105903" marR="105903" anchor="ctr">
                    <a:lnL w="9525" cap="flat" cmpd="sng" algn="ctr">
                      <a:noFill/>
                      <a:prstDash val="solid"/>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By the user</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u="none" strike="noStrike" kern="1200" cap="none" spc="0" normalizeH="0" baseline="0" noProof="0">
                          <a:ln>
                            <a:noFill/>
                          </a:ln>
                          <a:solidFill>
                            <a:schemeClr val="tx1"/>
                          </a:solidFill>
                          <a:effectLst/>
                          <a:uLnTx/>
                          <a:uFillTx/>
                          <a:latin typeface="+mn-lt"/>
                          <a:ea typeface="+mn-ea"/>
                          <a:cs typeface="+mn-cs"/>
                        </a:rPr>
                        <a:t>By certain events on the user's machine</a:t>
                      </a:r>
                    </a:p>
                  </a:txBody>
                  <a:tcPr marL="105903" marR="105903"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15537706"/>
                  </a:ext>
                </a:extLst>
              </a:tr>
            </a:tbl>
          </a:graphicData>
        </a:graphic>
      </p:graphicFrame>
      <p:pic>
        <p:nvPicPr>
          <p:cNvPr id="5" name="Picture 4" descr="A blue circle with yellow wings&#10;&#10;Description automatically generated">
            <a:extLst>
              <a:ext uri="{FF2B5EF4-FFF2-40B4-BE49-F238E27FC236}">
                <a16:creationId xmlns:a16="http://schemas.microsoft.com/office/drawing/2014/main" id="{0FE77F1E-CEDF-1A03-58A7-211DD451A53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682912" y="848540"/>
            <a:ext cx="1286276" cy="1181468"/>
          </a:xfrm>
          <a:prstGeom prst="rect">
            <a:avLst/>
          </a:prstGeom>
        </p:spPr>
      </p:pic>
    </p:spTree>
    <p:custDataLst>
      <p:tags r:id="rId1"/>
    </p:custDataLst>
    <p:extLst>
      <p:ext uri="{BB962C8B-B14F-4D97-AF65-F5344CB8AC3E}">
        <p14:creationId xmlns:p14="http://schemas.microsoft.com/office/powerpoint/2010/main" val="29377956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6B7B59-83B4-BD86-FC80-55725457EE7C}"/>
              </a:ext>
            </a:extLst>
          </p:cNvPr>
          <p:cNvSpPr>
            <a:spLocks noGrp="1"/>
          </p:cNvSpPr>
          <p:nvPr>
            <p:ph type="title"/>
          </p:nvPr>
        </p:nvSpPr>
        <p:spPr/>
        <p:txBody>
          <a:bodyPr/>
          <a:lstStyle/>
          <a:p>
            <a:r>
              <a:rPr lang="en-IN"/>
              <a:t>Poll time</a:t>
            </a:r>
          </a:p>
        </p:txBody>
      </p:sp>
      <p:sp>
        <p:nvSpPr>
          <p:cNvPr id="5" name="Check OFF">
            <a:extLst>
              <a:ext uri="{FF2B5EF4-FFF2-40B4-BE49-F238E27FC236}">
                <a16:creationId xmlns:a16="http://schemas.microsoft.com/office/drawing/2014/main" id="{F4CF18B7-9D3C-F125-394D-909380EEADA1}"/>
              </a:ext>
            </a:extLst>
          </p:cNvPr>
          <p:cNvSpPr/>
          <p:nvPr/>
        </p:nvSpPr>
        <p:spPr>
          <a:xfrm>
            <a:off x="364947" y="5114110"/>
            <a:ext cx="264831" cy="264831"/>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Check OFF">
            <a:extLst>
              <a:ext uri="{FF2B5EF4-FFF2-40B4-BE49-F238E27FC236}">
                <a16:creationId xmlns:a16="http://schemas.microsoft.com/office/drawing/2014/main" id="{FE2C2413-604F-1ABC-FC03-3D15DA299A13}"/>
              </a:ext>
            </a:extLst>
          </p:cNvPr>
          <p:cNvSpPr/>
          <p:nvPr/>
        </p:nvSpPr>
        <p:spPr>
          <a:xfrm>
            <a:off x="364947" y="5525557"/>
            <a:ext cx="264831" cy="264831"/>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Content Placeholder 1">
            <a:extLst>
              <a:ext uri="{FF2B5EF4-FFF2-40B4-BE49-F238E27FC236}">
                <a16:creationId xmlns:a16="http://schemas.microsoft.com/office/drawing/2014/main" id="{D3DCE58E-37D4-C678-B3B7-D8A0D9C2B05D}"/>
              </a:ext>
            </a:extLst>
          </p:cNvPr>
          <p:cNvSpPr>
            <a:spLocks noGrp="1"/>
          </p:cNvSpPr>
          <p:nvPr>
            <p:ph sz="quarter" idx="16"/>
          </p:nvPr>
        </p:nvSpPr>
        <p:spPr>
          <a:xfrm>
            <a:off x="381002" y="987240"/>
            <a:ext cx="5341141" cy="4821833"/>
          </a:xfrm>
        </p:spPr>
        <p:txBody>
          <a:bodyPr/>
          <a:lstStyle/>
          <a:p>
            <a:r>
              <a:rPr lang="en-US" sz="1700"/>
              <a:t>A company is looking to develop a robot to assist with their onboarding process. The robot's tasks would include:</a:t>
            </a:r>
          </a:p>
          <a:p>
            <a:pPr marL="285750" indent="-285750">
              <a:buFont typeface="Arial" panose="020B0604020202020204" pitchFamily="34" charset="0"/>
              <a:buChar char="•"/>
            </a:pPr>
            <a:r>
              <a:rPr lang="en-US" sz="1700"/>
              <a:t>Entering the employee's information into the company portal</a:t>
            </a:r>
          </a:p>
          <a:p>
            <a:pPr marL="285750" indent="-285750">
              <a:buFont typeface="Arial" panose="020B0604020202020204" pitchFamily="34" charset="0"/>
              <a:buChar char="•"/>
            </a:pPr>
            <a:r>
              <a:rPr lang="en-US" sz="1700"/>
              <a:t>Sending out a welcome email with the login credentials</a:t>
            </a:r>
          </a:p>
          <a:p>
            <a:pPr marL="285750" indent="-285750">
              <a:buFont typeface="Arial" panose="020B0604020202020204" pitchFamily="34" charset="0"/>
              <a:buChar char="•"/>
            </a:pPr>
            <a:r>
              <a:rPr lang="en-US" sz="1700"/>
              <a:t>Creating an HR profile and sharing training materials based on the job profile</a:t>
            </a:r>
          </a:p>
          <a:p>
            <a:pPr marL="285750" indent="-285750">
              <a:buFont typeface="Arial" panose="020B0604020202020204" pitchFamily="34" charset="0"/>
              <a:buChar char="•"/>
            </a:pPr>
            <a:r>
              <a:rPr lang="en-US" sz="1700"/>
              <a:t>Scheduling a meeting for supervisor and employee to review onboarding and answer questions.</a:t>
            </a:r>
          </a:p>
          <a:p>
            <a:r>
              <a:rPr lang="en-US" sz="1700"/>
              <a:t>Which type of automation is best suited for this use case?</a:t>
            </a:r>
          </a:p>
          <a:p>
            <a:r>
              <a:rPr lang="en-US" sz="1700"/>
              <a:t>      Attended automation     </a:t>
            </a:r>
          </a:p>
          <a:p>
            <a:r>
              <a:rPr lang="en-US" sz="1700"/>
              <a:t>      Unattended automation</a:t>
            </a:r>
          </a:p>
        </p:txBody>
      </p:sp>
      <p:pic>
        <p:nvPicPr>
          <p:cNvPr id="7" name="Picture 6">
            <a:extLst>
              <a:ext uri="{FF2B5EF4-FFF2-40B4-BE49-F238E27FC236}">
                <a16:creationId xmlns:a16="http://schemas.microsoft.com/office/drawing/2014/main" id="{5B4CFB1C-E79A-82F4-D8D3-6FB46363E37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flipH="1">
            <a:off x="6583680" y="1710343"/>
            <a:ext cx="4495800" cy="4702805"/>
          </a:xfrm>
          <a:prstGeom prst="rect">
            <a:avLst/>
          </a:prstGeom>
        </p:spPr>
      </p:pic>
    </p:spTree>
    <p:custDataLst>
      <p:tags r:id="rId1"/>
    </p:custDataLst>
    <p:extLst>
      <p:ext uri="{BB962C8B-B14F-4D97-AF65-F5344CB8AC3E}">
        <p14:creationId xmlns:p14="http://schemas.microsoft.com/office/powerpoint/2010/main" val="1850262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Automation models</a:t>
            </a:r>
          </a:p>
        </p:txBody>
      </p:sp>
      <p:sp>
        <p:nvSpPr>
          <p:cNvPr id="3" name="Content Placeholder 2">
            <a:extLst>
              <a:ext uri="{FF2B5EF4-FFF2-40B4-BE49-F238E27FC236}">
                <a16:creationId xmlns:a16="http://schemas.microsoft.com/office/drawing/2014/main" id="{A2B605EC-3894-1256-ADC9-DEC92FB80F22}"/>
              </a:ext>
            </a:extLst>
          </p:cNvPr>
          <p:cNvSpPr>
            <a:spLocks noGrp="1"/>
          </p:cNvSpPr>
          <p:nvPr>
            <p:ph sz="quarter" idx="10"/>
          </p:nvPr>
        </p:nvSpPr>
        <p:spPr>
          <a:xfrm>
            <a:off x="381001" y="1004400"/>
            <a:ext cx="11430000" cy="307777"/>
          </a:xfrm>
        </p:spPr>
        <p:txBody>
          <a:bodyPr/>
          <a:lstStyle/>
          <a:p>
            <a:r>
              <a:rPr lang="en-US"/>
              <a:t>There are six automation models tailored to meet a broad spectrum of automation needs.</a:t>
            </a:r>
          </a:p>
        </p:txBody>
      </p:sp>
      <p:pic>
        <p:nvPicPr>
          <p:cNvPr id="6" name="Picture 5">
            <a:extLst>
              <a:ext uri="{FF2B5EF4-FFF2-40B4-BE49-F238E27FC236}">
                <a16:creationId xmlns:a16="http://schemas.microsoft.com/office/drawing/2014/main" id="{2FDCADA1-7F94-896C-0124-B6F693D8703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49970" y="2962884"/>
            <a:ext cx="1908479" cy="1913916"/>
          </a:xfrm>
          <a:prstGeom prst="rect">
            <a:avLst/>
          </a:prstGeom>
        </p:spPr>
      </p:pic>
      <p:pic>
        <p:nvPicPr>
          <p:cNvPr id="7" name="Picture 6" descr="A blue circle with yellow wings&#10;&#10;Description automatically generated">
            <a:extLst>
              <a:ext uri="{FF2B5EF4-FFF2-40B4-BE49-F238E27FC236}">
                <a16:creationId xmlns:a16="http://schemas.microsoft.com/office/drawing/2014/main" id="{356A66C4-2BBD-D374-09DA-A3DF594C69DC}"/>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258871" y="3246465"/>
            <a:ext cx="1286276" cy="1181468"/>
          </a:xfrm>
          <a:prstGeom prst="rect">
            <a:avLst/>
          </a:prstGeom>
        </p:spPr>
      </p:pic>
      <p:sp>
        <p:nvSpPr>
          <p:cNvPr id="12" name="Rectangle 11">
            <a:extLst>
              <a:ext uri="{FF2B5EF4-FFF2-40B4-BE49-F238E27FC236}">
                <a16:creationId xmlns:a16="http://schemas.microsoft.com/office/drawing/2014/main" id="{EB802E33-F538-A1F7-D0AD-4FB1B28F58D7}"/>
              </a:ext>
            </a:extLst>
          </p:cNvPr>
          <p:cNvSpPr/>
          <p:nvPr/>
        </p:nvSpPr>
        <p:spPr>
          <a:xfrm>
            <a:off x="1111180" y="2344441"/>
            <a:ext cx="2543175" cy="690029"/>
          </a:xfrm>
          <a:prstGeom prst="rect">
            <a:avLst/>
          </a:prstGeom>
          <a:solidFill>
            <a:srgbClr val="F4A700"/>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IN" sz="1400" b="1" i="0">
                <a:solidFill>
                  <a:schemeClr val="bg1"/>
                </a:solidFill>
                <a:latin typeface="Arial"/>
                <a:cs typeface="Arial"/>
              </a:rPr>
              <a:t>Model 1: Fully</a:t>
            </a:r>
          </a:p>
          <a:p>
            <a:pPr algn="ctr"/>
            <a:r>
              <a:rPr lang="en-IN" sz="1400" b="1" i="0">
                <a:solidFill>
                  <a:schemeClr val="bg1"/>
                </a:solidFill>
                <a:latin typeface="Arial"/>
                <a:cs typeface="Arial"/>
              </a:rPr>
              <a:t>Unattended</a:t>
            </a:r>
          </a:p>
        </p:txBody>
      </p:sp>
      <p:sp>
        <p:nvSpPr>
          <p:cNvPr id="13" name="Rectangle 12">
            <a:extLst>
              <a:ext uri="{FF2B5EF4-FFF2-40B4-BE49-F238E27FC236}">
                <a16:creationId xmlns:a16="http://schemas.microsoft.com/office/drawing/2014/main" id="{F69D1319-ECB3-A842-8B1C-6819D023F2E1}"/>
              </a:ext>
            </a:extLst>
          </p:cNvPr>
          <p:cNvSpPr/>
          <p:nvPr/>
        </p:nvSpPr>
        <p:spPr>
          <a:xfrm>
            <a:off x="1111180" y="3542264"/>
            <a:ext cx="2543175" cy="690029"/>
          </a:xfrm>
          <a:prstGeom prst="rect">
            <a:avLst/>
          </a:prstGeom>
          <a:solidFill>
            <a:srgbClr val="DC2560"/>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IN" sz="1400" b="1" i="0">
                <a:solidFill>
                  <a:schemeClr val="bg1"/>
                </a:solidFill>
                <a:latin typeface="Arial"/>
                <a:cs typeface="Arial"/>
              </a:rPr>
              <a:t>Model 2: Partially Unattended</a:t>
            </a:r>
          </a:p>
        </p:txBody>
      </p:sp>
      <p:sp>
        <p:nvSpPr>
          <p:cNvPr id="14" name="Rectangle 13">
            <a:extLst>
              <a:ext uri="{FF2B5EF4-FFF2-40B4-BE49-F238E27FC236}">
                <a16:creationId xmlns:a16="http://schemas.microsoft.com/office/drawing/2014/main" id="{6D752782-BE92-97B1-5EA4-882B32846791}"/>
              </a:ext>
            </a:extLst>
          </p:cNvPr>
          <p:cNvSpPr/>
          <p:nvPr/>
        </p:nvSpPr>
        <p:spPr>
          <a:xfrm>
            <a:off x="1111180" y="4740087"/>
            <a:ext cx="2543175" cy="690029"/>
          </a:xfrm>
          <a:prstGeom prst="rect">
            <a:avLst/>
          </a:prstGeom>
          <a:solidFill>
            <a:srgbClr val="8B3D8A"/>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IN" sz="1400" b="1" i="0">
                <a:solidFill>
                  <a:schemeClr val="bg1"/>
                </a:solidFill>
                <a:latin typeface="Arial"/>
                <a:cs typeface="Arial"/>
              </a:rPr>
              <a:t>Model 3: Human in</a:t>
            </a:r>
          </a:p>
          <a:p>
            <a:pPr algn="ctr"/>
            <a:r>
              <a:rPr lang="en-IN" sz="1400" b="1" i="0">
                <a:solidFill>
                  <a:schemeClr val="bg1"/>
                </a:solidFill>
                <a:latin typeface="Arial"/>
                <a:cs typeface="Arial"/>
              </a:rPr>
              <a:t>the loop</a:t>
            </a:r>
          </a:p>
        </p:txBody>
      </p:sp>
      <p:cxnSp>
        <p:nvCxnSpPr>
          <p:cNvPr id="15" name="Straight Arrow Connector 14">
            <a:extLst>
              <a:ext uri="{FF2B5EF4-FFF2-40B4-BE49-F238E27FC236}">
                <a16:creationId xmlns:a16="http://schemas.microsoft.com/office/drawing/2014/main" id="{45883C23-448D-D17C-406B-8A5449E4B7D6}"/>
              </a:ext>
            </a:extLst>
          </p:cNvPr>
          <p:cNvCxnSpPr>
            <a:stCxn id="17" idx="2"/>
            <a:endCxn id="13" idx="3"/>
          </p:cNvCxnSpPr>
          <p:nvPr/>
        </p:nvCxnSpPr>
        <p:spPr>
          <a:xfrm flipH="1">
            <a:off x="3654355" y="3887278"/>
            <a:ext cx="980130" cy="0"/>
          </a:xfrm>
          <a:prstGeom prst="straightConnector1">
            <a:avLst/>
          </a:prstGeom>
          <a:ln w="25400" cap="flat" cmpd="sng" algn="ctr">
            <a:solidFill>
              <a:schemeClr val="bg2"/>
            </a:solidFill>
            <a:prstDash val="solid"/>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6" name="Connector: Elbow 15">
            <a:extLst>
              <a:ext uri="{FF2B5EF4-FFF2-40B4-BE49-F238E27FC236}">
                <a16:creationId xmlns:a16="http://schemas.microsoft.com/office/drawing/2014/main" id="{74C29D5E-937F-D0B7-D727-76D1DB162CB4}"/>
              </a:ext>
            </a:extLst>
          </p:cNvPr>
          <p:cNvCxnSpPr>
            <a:stCxn id="17" idx="0"/>
            <a:endCxn id="12" idx="3"/>
          </p:cNvCxnSpPr>
          <p:nvPr/>
        </p:nvCxnSpPr>
        <p:spPr>
          <a:xfrm rot="16200000" flipV="1">
            <a:off x="3657669" y="2686143"/>
            <a:ext cx="1085663"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B02281CE-5891-D0C8-FB02-8DD0ED3000A2}"/>
              </a:ext>
            </a:extLst>
          </p:cNvPr>
          <p:cNvSpPr/>
          <p:nvPr/>
        </p:nvSpPr>
        <p:spPr>
          <a:xfrm>
            <a:off x="4634485" y="3775119"/>
            <a:ext cx="224318" cy="22431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18" name="Connector: Elbow 17">
            <a:extLst>
              <a:ext uri="{FF2B5EF4-FFF2-40B4-BE49-F238E27FC236}">
                <a16:creationId xmlns:a16="http://schemas.microsoft.com/office/drawing/2014/main" id="{6BC10B1C-6A72-A067-CDFB-37C528885451}"/>
              </a:ext>
            </a:extLst>
          </p:cNvPr>
          <p:cNvCxnSpPr>
            <a:stCxn id="17" idx="4"/>
            <a:endCxn id="14" idx="3"/>
          </p:cNvCxnSpPr>
          <p:nvPr/>
        </p:nvCxnSpPr>
        <p:spPr>
          <a:xfrm rot="5400000">
            <a:off x="3657668" y="3996125"/>
            <a:ext cx="1085665"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FA65090B-904B-D254-48CB-AEF6B66C5128}"/>
              </a:ext>
            </a:extLst>
          </p:cNvPr>
          <p:cNvGrpSpPr/>
          <p:nvPr/>
        </p:nvGrpSpPr>
        <p:grpSpPr>
          <a:xfrm rot="10800000">
            <a:off x="7149616" y="2689456"/>
            <a:ext cx="1204448" cy="2395646"/>
            <a:chOff x="6342029" y="3000007"/>
            <a:chExt cx="1204448" cy="2395646"/>
          </a:xfrm>
        </p:grpSpPr>
        <p:cxnSp>
          <p:nvCxnSpPr>
            <p:cNvPr id="20" name="Straight Arrow Connector 19">
              <a:extLst>
                <a:ext uri="{FF2B5EF4-FFF2-40B4-BE49-F238E27FC236}">
                  <a16:creationId xmlns:a16="http://schemas.microsoft.com/office/drawing/2014/main" id="{943B723D-6226-769C-9036-E16FA15514EB}"/>
                </a:ext>
              </a:extLst>
            </p:cNvPr>
            <p:cNvCxnSpPr>
              <a:cxnSpLocks/>
              <a:stCxn id="23" idx="2"/>
            </p:cNvCxnSpPr>
            <p:nvPr/>
          </p:nvCxnSpPr>
          <p:spPr>
            <a:xfrm flipH="1">
              <a:off x="6342029" y="4197829"/>
              <a:ext cx="980130" cy="0"/>
            </a:xfrm>
            <a:prstGeom prst="straightConnector1">
              <a:avLst/>
            </a:prstGeom>
            <a:ln w="25400" cap="flat" cmpd="sng" algn="ctr">
              <a:solidFill>
                <a:schemeClr val="bg2"/>
              </a:solidFill>
              <a:prstDash val="solid"/>
              <a:round/>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2" name="Connector: Elbow 21">
              <a:extLst>
                <a:ext uri="{FF2B5EF4-FFF2-40B4-BE49-F238E27FC236}">
                  <a16:creationId xmlns:a16="http://schemas.microsoft.com/office/drawing/2014/main" id="{C2A4E31E-896C-11B9-E6F1-475813E956BC}"/>
                </a:ext>
              </a:extLst>
            </p:cNvPr>
            <p:cNvCxnSpPr>
              <a:cxnSpLocks/>
              <a:stCxn id="23" idx="0"/>
            </p:cNvCxnSpPr>
            <p:nvPr/>
          </p:nvCxnSpPr>
          <p:spPr>
            <a:xfrm rot="16200000" flipV="1">
              <a:off x="6345343" y="2996694"/>
              <a:ext cx="1085663"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C5913601-18CF-120B-0AE4-126BB2FE770A}"/>
                </a:ext>
              </a:extLst>
            </p:cNvPr>
            <p:cNvSpPr/>
            <p:nvPr/>
          </p:nvSpPr>
          <p:spPr>
            <a:xfrm>
              <a:off x="7322159" y="4085670"/>
              <a:ext cx="224318" cy="224318"/>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cxnSp>
          <p:nvCxnSpPr>
            <p:cNvPr id="24" name="Connector: Elbow 23">
              <a:extLst>
                <a:ext uri="{FF2B5EF4-FFF2-40B4-BE49-F238E27FC236}">
                  <a16:creationId xmlns:a16="http://schemas.microsoft.com/office/drawing/2014/main" id="{4141AC09-9CB9-39FE-6349-0484030E749A}"/>
                </a:ext>
              </a:extLst>
            </p:cNvPr>
            <p:cNvCxnSpPr>
              <a:cxnSpLocks/>
              <a:stCxn id="23" idx="4"/>
            </p:cNvCxnSpPr>
            <p:nvPr/>
          </p:nvCxnSpPr>
          <p:spPr>
            <a:xfrm rot="5400000">
              <a:off x="6345342" y="4306676"/>
              <a:ext cx="1085665" cy="1092289"/>
            </a:xfrm>
            <a:prstGeom prst="bentConnector2">
              <a:avLst/>
            </a:prstGeom>
            <a:ln w="25400" cap="flat" cmpd="sng" algn="ctr">
              <a:solidFill>
                <a:schemeClr val="bg2"/>
              </a:solidFill>
              <a:prstDash val="solid"/>
              <a:round/>
              <a:headEnd type="none" w="med" len="med"/>
              <a:tailEnd type="triangle" w="lg" len="lg"/>
            </a:ln>
            <a:effectLst/>
          </p:spPr>
          <p:style>
            <a:lnRef idx="2">
              <a:schemeClr val="accent1"/>
            </a:lnRef>
            <a:fillRef idx="0">
              <a:schemeClr val="accent1"/>
            </a:fillRef>
            <a:effectRef idx="1">
              <a:schemeClr val="accent1"/>
            </a:effectRef>
            <a:fontRef idx="minor">
              <a:schemeClr val="tx1"/>
            </a:fontRef>
          </p:style>
        </p:cxnSp>
      </p:grpSp>
      <p:sp>
        <p:nvSpPr>
          <p:cNvPr id="25" name="Rectangle 24">
            <a:extLst>
              <a:ext uri="{FF2B5EF4-FFF2-40B4-BE49-F238E27FC236}">
                <a16:creationId xmlns:a16="http://schemas.microsoft.com/office/drawing/2014/main" id="{DDBE4884-19A7-FA56-043B-F742E4F0118F}"/>
              </a:ext>
            </a:extLst>
          </p:cNvPr>
          <p:cNvSpPr/>
          <p:nvPr/>
        </p:nvSpPr>
        <p:spPr>
          <a:xfrm>
            <a:off x="8354063" y="2344441"/>
            <a:ext cx="2543175" cy="690029"/>
          </a:xfrm>
          <a:prstGeom prst="rect">
            <a:avLst/>
          </a:prstGeom>
          <a:solidFill>
            <a:srgbClr val="95D04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IN" sz="1400" b="1" i="0">
                <a:solidFill>
                  <a:schemeClr val="bg1"/>
                </a:solidFill>
                <a:latin typeface="Arial"/>
                <a:cs typeface="Arial"/>
              </a:rPr>
              <a:t>Model 4: Attended,</a:t>
            </a:r>
          </a:p>
          <a:p>
            <a:pPr algn="ctr"/>
            <a:r>
              <a:rPr lang="en-IN" sz="1400" b="1" i="0">
                <a:solidFill>
                  <a:schemeClr val="bg1"/>
                </a:solidFill>
                <a:latin typeface="Arial"/>
                <a:cs typeface="Arial"/>
              </a:rPr>
              <a:t>interval</a:t>
            </a:r>
          </a:p>
        </p:txBody>
      </p:sp>
      <p:sp>
        <p:nvSpPr>
          <p:cNvPr id="26" name="Rectangle 25">
            <a:extLst>
              <a:ext uri="{FF2B5EF4-FFF2-40B4-BE49-F238E27FC236}">
                <a16:creationId xmlns:a16="http://schemas.microsoft.com/office/drawing/2014/main" id="{70C79B3C-B48C-3F27-C1CD-844F97BB49C7}"/>
              </a:ext>
            </a:extLst>
          </p:cNvPr>
          <p:cNvSpPr/>
          <p:nvPr/>
        </p:nvSpPr>
        <p:spPr>
          <a:xfrm>
            <a:off x="8354063" y="3542264"/>
            <a:ext cx="2543175" cy="690029"/>
          </a:xfrm>
          <a:prstGeom prst="rect">
            <a:avLst/>
          </a:prstGeom>
          <a:solidFill>
            <a:srgbClr val="0BA2B3"/>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IN" sz="1400" b="1" i="0">
                <a:solidFill>
                  <a:schemeClr val="bg1"/>
                </a:solidFill>
                <a:latin typeface="Arial"/>
                <a:cs typeface="Arial"/>
              </a:rPr>
              <a:t>Model 5: Attended in tandem</a:t>
            </a:r>
          </a:p>
        </p:txBody>
      </p:sp>
      <p:sp>
        <p:nvSpPr>
          <p:cNvPr id="27" name="Rectangle 26">
            <a:extLst>
              <a:ext uri="{FF2B5EF4-FFF2-40B4-BE49-F238E27FC236}">
                <a16:creationId xmlns:a16="http://schemas.microsoft.com/office/drawing/2014/main" id="{40140C99-66D2-2591-DB20-668DB6FFA75B}"/>
              </a:ext>
            </a:extLst>
          </p:cNvPr>
          <p:cNvSpPr/>
          <p:nvPr/>
        </p:nvSpPr>
        <p:spPr>
          <a:xfrm>
            <a:off x="8354063" y="4740087"/>
            <a:ext cx="2543175" cy="690029"/>
          </a:xfrm>
          <a:prstGeom prst="rect">
            <a:avLst/>
          </a:prstGeom>
          <a:solidFill>
            <a:srgbClr val="1168CD"/>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pPr algn="ctr"/>
            <a:r>
              <a:rPr lang="en-IN" sz="1400" b="1" i="0">
                <a:solidFill>
                  <a:schemeClr val="bg1"/>
                </a:solidFill>
                <a:latin typeface="Arial"/>
                <a:cs typeface="Arial"/>
              </a:rPr>
              <a:t>Model 6: Hybrid automation</a:t>
            </a:r>
          </a:p>
        </p:txBody>
      </p:sp>
    </p:spTree>
    <p:custDataLst>
      <p:tags r:id="rId1"/>
    </p:custDataLst>
    <p:extLst>
      <p:ext uri="{BB962C8B-B14F-4D97-AF65-F5344CB8AC3E}">
        <p14:creationId xmlns:p14="http://schemas.microsoft.com/office/powerpoint/2010/main" val="23719468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a:extLst>
              <a:ext uri="{FF2B5EF4-FFF2-40B4-BE49-F238E27FC236}">
                <a16:creationId xmlns:a16="http://schemas.microsoft.com/office/drawing/2014/main" id="{C9421952-BEB3-B515-D2C5-929D964CFBA1}"/>
              </a:ext>
            </a:extLst>
          </p:cNvPr>
          <p:cNvSpPr/>
          <p:nvPr/>
        </p:nvSpPr>
        <p:spPr>
          <a:xfrm>
            <a:off x="1241612" y="3326659"/>
            <a:ext cx="1679200" cy="1679200"/>
          </a:xfrm>
          <a:prstGeom prst="ellipse">
            <a:avLst/>
          </a:prstGeom>
          <a:solidFill>
            <a:srgbClr val="F6F6F6"/>
          </a:solidFill>
          <a:ln w="444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1. Fully unattended: What it does</a:t>
            </a:r>
          </a:p>
        </p:txBody>
      </p:sp>
      <p:sp>
        <p:nvSpPr>
          <p:cNvPr id="3" name="Content Placeholder 2">
            <a:extLst>
              <a:ext uri="{FF2B5EF4-FFF2-40B4-BE49-F238E27FC236}">
                <a16:creationId xmlns:a16="http://schemas.microsoft.com/office/drawing/2014/main" id="{A2B605EC-3894-1256-ADC9-DEC92FB80F22}"/>
              </a:ext>
            </a:extLst>
          </p:cNvPr>
          <p:cNvSpPr>
            <a:spLocks noGrp="1"/>
          </p:cNvSpPr>
          <p:nvPr>
            <p:ph sz="quarter" idx="10"/>
          </p:nvPr>
        </p:nvSpPr>
        <p:spPr>
          <a:xfrm>
            <a:off x="381001" y="1004400"/>
            <a:ext cx="11430000" cy="307777"/>
          </a:xfrm>
        </p:spPr>
        <p:txBody>
          <a:bodyPr/>
          <a:lstStyle/>
          <a:p>
            <a:r>
              <a:rPr lang="en-US"/>
              <a:t>In this automation model, the unattended robot:</a:t>
            </a:r>
          </a:p>
        </p:txBody>
      </p:sp>
      <p:grpSp>
        <p:nvGrpSpPr>
          <p:cNvPr id="7" name="Group 6">
            <a:extLst>
              <a:ext uri="{FF2B5EF4-FFF2-40B4-BE49-F238E27FC236}">
                <a16:creationId xmlns:a16="http://schemas.microsoft.com/office/drawing/2014/main" id="{56A8EDD5-FF4B-F29A-DA3E-F191B3B9D9E4}"/>
              </a:ext>
            </a:extLst>
          </p:cNvPr>
          <p:cNvGrpSpPr/>
          <p:nvPr/>
        </p:nvGrpSpPr>
        <p:grpSpPr>
          <a:xfrm>
            <a:off x="5448298" y="1921968"/>
            <a:ext cx="5467350" cy="3252897"/>
            <a:chOff x="5448298" y="1119502"/>
            <a:chExt cx="5467350" cy="3637173"/>
          </a:xfrm>
        </p:grpSpPr>
        <p:sp>
          <p:nvSpPr>
            <p:cNvPr id="8" name="Rectangle 7">
              <a:extLst>
                <a:ext uri="{FF2B5EF4-FFF2-40B4-BE49-F238E27FC236}">
                  <a16:creationId xmlns:a16="http://schemas.microsoft.com/office/drawing/2014/main" id="{97DEAD92-4EDA-A5F3-94AE-4EF913E5C96E}"/>
                </a:ext>
              </a:extLst>
            </p:cNvPr>
            <p:cNvSpPr/>
            <p:nvPr/>
          </p:nvSpPr>
          <p:spPr>
            <a:xfrm>
              <a:off x="5448298" y="2485651"/>
              <a:ext cx="5467350" cy="904875"/>
            </a:xfrm>
            <a:prstGeom prst="rect">
              <a:avLst/>
            </a:prstGeom>
            <a:solidFill>
              <a:srgbClr val="DC25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Is centrally managed by a workflow orchestrator</a:t>
              </a:r>
            </a:p>
            <a:p>
              <a:pPr algn="ctr"/>
              <a:r>
                <a:rPr lang="en-US" sz="1600">
                  <a:latin typeface="Arial" panose="020B0604020202020204" pitchFamily="34" charset="0"/>
                  <a:cs typeface="Arial" panose="020B0604020202020204" pitchFamily="34" charset="0"/>
                </a:rPr>
                <a:t>for 24x7 operation.</a:t>
              </a:r>
              <a:endParaRPr lang="en-IN" sz="160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E4FD22DA-365B-FC9E-E334-D514A9097805}"/>
                </a:ext>
              </a:extLst>
            </p:cNvPr>
            <p:cNvSpPr/>
            <p:nvPr/>
          </p:nvSpPr>
          <p:spPr>
            <a:xfrm>
              <a:off x="5448298" y="3851800"/>
              <a:ext cx="5467350" cy="904875"/>
            </a:xfrm>
            <a:prstGeom prst="rect">
              <a:avLst/>
            </a:prstGeom>
            <a:solidFill>
              <a:srgbClr val="8B3D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Executes the process consistently and alerts</a:t>
              </a:r>
            </a:p>
            <a:p>
              <a:pPr algn="ctr"/>
              <a:r>
                <a:rPr lang="en-US" sz="1600">
                  <a:latin typeface="Arial" panose="020B0604020202020204" pitchFamily="34" charset="0"/>
                  <a:cs typeface="Arial" panose="020B0604020202020204" pitchFamily="34" charset="0"/>
                </a:rPr>
                <a:t>exceptions if any.</a:t>
              </a:r>
              <a:endParaRPr lang="en-IN" sz="160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BB598384-47EC-2352-1D9B-321F48D9D1BC}"/>
                </a:ext>
              </a:extLst>
            </p:cNvPr>
            <p:cNvSpPr/>
            <p:nvPr/>
          </p:nvSpPr>
          <p:spPr>
            <a:xfrm>
              <a:off x="5448298" y="1119502"/>
              <a:ext cx="5467350" cy="904875"/>
            </a:xfrm>
            <a:prstGeom prst="rect">
              <a:avLst/>
            </a:prstGeom>
            <a:solidFill>
              <a:srgbClr val="95D0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Launches automatically based on triggers</a:t>
              </a:r>
            </a:p>
            <a:p>
              <a:pPr algn="ctr"/>
              <a:r>
                <a:rPr lang="en-US" sz="1600">
                  <a:latin typeface="Arial" panose="020B0604020202020204" pitchFamily="34" charset="0"/>
                  <a:cs typeface="Arial" panose="020B0604020202020204" pitchFamily="34" charset="0"/>
                </a:rPr>
                <a:t>or schedules.</a:t>
              </a:r>
              <a:endParaRPr lang="en-IN" sz="1600">
                <a:latin typeface="Arial" panose="020B0604020202020204" pitchFamily="34" charset="0"/>
                <a:cs typeface="Arial" panose="020B0604020202020204" pitchFamily="34" charset="0"/>
              </a:endParaRPr>
            </a:p>
          </p:txBody>
        </p:sp>
      </p:grpSp>
      <p:pic>
        <p:nvPicPr>
          <p:cNvPr id="12" name="Graphic 11">
            <a:extLst>
              <a:ext uri="{FF2B5EF4-FFF2-40B4-BE49-F238E27FC236}">
                <a16:creationId xmlns:a16="http://schemas.microsoft.com/office/drawing/2014/main" id="{B664DB54-3877-5748-75C7-B69D3A1D44E5}"/>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50193" y="3596640"/>
            <a:ext cx="1062037" cy="1062037"/>
          </a:xfrm>
          <a:prstGeom prst="rect">
            <a:avLst/>
          </a:prstGeom>
        </p:spPr>
      </p:pic>
      <p:cxnSp>
        <p:nvCxnSpPr>
          <p:cNvPr id="13" name="Connector: Elbow 12">
            <a:extLst>
              <a:ext uri="{FF2B5EF4-FFF2-40B4-BE49-F238E27FC236}">
                <a16:creationId xmlns:a16="http://schemas.microsoft.com/office/drawing/2014/main" id="{E8F779E0-9730-DB05-0084-019798C1D047}"/>
              </a:ext>
            </a:extLst>
          </p:cNvPr>
          <p:cNvCxnSpPr>
            <a:cxnSpLocks/>
            <a:stCxn id="17" idx="6"/>
            <a:endCxn id="11" idx="1"/>
          </p:cNvCxnSpPr>
          <p:nvPr/>
        </p:nvCxnSpPr>
        <p:spPr>
          <a:xfrm flipV="1">
            <a:off x="2920812" y="2326605"/>
            <a:ext cx="2527486" cy="1839654"/>
          </a:xfrm>
          <a:prstGeom prst="bentConnector3">
            <a:avLst>
              <a:gd name="adj1" fmla="val 50000"/>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50DFAA0D-401D-6DF8-FDB7-45AE7303D9B5}"/>
              </a:ext>
            </a:extLst>
          </p:cNvPr>
          <p:cNvCxnSpPr>
            <a:cxnSpLocks/>
            <a:stCxn id="17" idx="6"/>
            <a:endCxn id="8" idx="1"/>
          </p:cNvCxnSpPr>
          <p:nvPr/>
        </p:nvCxnSpPr>
        <p:spPr>
          <a:xfrm flipV="1">
            <a:off x="2920812" y="3548417"/>
            <a:ext cx="2527486" cy="617842"/>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282F8C8E-3ADD-DDF3-2B01-A5D7BB18C1A7}"/>
              </a:ext>
            </a:extLst>
          </p:cNvPr>
          <p:cNvCxnSpPr>
            <a:cxnSpLocks/>
            <a:stCxn id="17" idx="6"/>
            <a:endCxn id="10" idx="1"/>
          </p:cNvCxnSpPr>
          <p:nvPr/>
        </p:nvCxnSpPr>
        <p:spPr>
          <a:xfrm>
            <a:off x="2920812" y="4166259"/>
            <a:ext cx="2527486" cy="603970"/>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3185989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1. Fully unattended: A real-life scenario</a:t>
            </a:r>
          </a:p>
        </p:txBody>
      </p:sp>
      <p:grpSp>
        <p:nvGrpSpPr>
          <p:cNvPr id="3" name="Group 2">
            <a:extLst>
              <a:ext uri="{FF2B5EF4-FFF2-40B4-BE49-F238E27FC236}">
                <a16:creationId xmlns:a16="http://schemas.microsoft.com/office/drawing/2014/main" id="{611C9A65-5E2E-7DF7-AD7F-A452AE6A5EC4}"/>
              </a:ext>
            </a:extLst>
          </p:cNvPr>
          <p:cNvGrpSpPr/>
          <p:nvPr/>
        </p:nvGrpSpPr>
        <p:grpSpPr>
          <a:xfrm>
            <a:off x="1904498" y="3827926"/>
            <a:ext cx="1901186" cy="1648724"/>
            <a:chOff x="2351637" y="652732"/>
            <a:chExt cx="1901186" cy="1648724"/>
          </a:xfrm>
        </p:grpSpPr>
        <p:sp>
          <p:nvSpPr>
            <p:cNvPr id="4" name="Rectangle 3">
              <a:extLst>
                <a:ext uri="{FF2B5EF4-FFF2-40B4-BE49-F238E27FC236}">
                  <a16:creationId xmlns:a16="http://schemas.microsoft.com/office/drawing/2014/main" id="{3CAB7B23-62F8-B208-CB94-352FEE15EFFC}"/>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5" name="Rectangle 4">
              <a:extLst>
                <a:ext uri="{FF2B5EF4-FFF2-40B4-BE49-F238E27FC236}">
                  <a16:creationId xmlns:a16="http://schemas.microsoft.com/office/drawing/2014/main" id="{C15F2732-2B27-B3F3-5FD6-12EEE8CAD8CB}"/>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Collate all</a:t>
              </a:r>
            </a:p>
            <a:p>
              <a:pPr algn="ctr"/>
              <a:r>
                <a:rPr lang="en-US" sz="1350">
                  <a:solidFill>
                    <a:schemeClr val="tx1"/>
                  </a:solidFill>
                  <a:latin typeface="Arial" panose="020B0604020202020204" pitchFamily="34" charset="0"/>
                  <a:cs typeface="Arial" panose="020B0604020202020204" pitchFamily="34" charset="0"/>
                </a:rPr>
                <a:t>relevant sales</a:t>
              </a:r>
            </a:p>
            <a:p>
              <a:pPr algn="ctr"/>
              <a:r>
                <a:rPr lang="en-US" sz="1350">
                  <a:solidFill>
                    <a:schemeClr val="tx1"/>
                  </a:solidFill>
                  <a:latin typeface="Arial" panose="020B0604020202020204" pitchFamily="34" charset="0"/>
                  <a:cs typeface="Arial" panose="020B0604020202020204" pitchFamily="34" charset="0"/>
                </a:rPr>
                <a:t>data from</a:t>
              </a:r>
            </a:p>
            <a:p>
              <a:pPr algn="ctr"/>
              <a:r>
                <a:rPr lang="en-US" sz="1350">
                  <a:solidFill>
                    <a:schemeClr val="tx1"/>
                  </a:solidFill>
                  <a:latin typeface="Arial" panose="020B0604020202020204" pitchFamily="34" charset="0"/>
                  <a:cs typeface="Arial" panose="020B0604020202020204" pitchFamily="34" charset="0"/>
                </a:rPr>
                <a:t>multiple systems </a:t>
              </a:r>
              <a:endParaRPr lang="en-IN" sz="1350">
                <a:solidFill>
                  <a:schemeClr val="tx1"/>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A3D18622-0B95-981B-2010-36CED67DC178}"/>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5CC2A3A7-B091-225D-D8BD-05F4417442F8}"/>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FE240289-AF1F-5D6D-9FF4-A3C5456D1DF2}"/>
              </a:ext>
            </a:extLst>
          </p:cNvPr>
          <p:cNvGrpSpPr/>
          <p:nvPr/>
        </p:nvGrpSpPr>
        <p:grpSpPr>
          <a:xfrm>
            <a:off x="3949383" y="3827926"/>
            <a:ext cx="1901186" cy="1648724"/>
            <a:chOff x="2351637" y="652732"/>
            <a:chExt cx="1901186" cy="1648724"/>
          </a:xfrm>
        </p:grpSpPr>
        <p:sp>
          <p:nvSpPr>
            <p:cNvPr id="9" name="Rectangle 8">
              <a:extLst>
                <a:ext uri="{FF2B5EF4-FFF2-40B4-BE49-F238E27FC236}">
                  <a16:creationId xmlns:a16="http://schemas.microsoft.com/office/drawing/2014/main" id="{18E1AECB-CBEE-D73D-B703-EAD81FBDEDC2}"/>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0" name="Rectangle 9">
              <a:extLst>
                <a:ext uri="{FF2B5EF4-FFF2-40B4-BE49-F238E27FC236}">
                  <a16:creationId xmlns:a16="http://schemas.microsoft.com/office/drawing/2014/main" id="{1DC6147F-E6C6-ADBB-9D88-13D013D9790F}"/>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Aggregate</a:t>
              </a:r>
            </a:p>
            <a:p>
              <a:pPr algn="ctr"/>
              <a:r>
                <a:rPr lang="en-US" sz="1350">
                  <a:solidFill>
                    <a:schemeClr val="tx1"/>
                  </a:solidFill>
                  <a:latin typeface="Arial" panose="020B0604020202020204" pitchFamily="34" charset="0"/>
                  <a:cs typeface="Arial" panose="020B0604020202020204" pitchFamily="34" charset="0"/>
                </a:rPr>
                <a:t>data  </a:t>
              </a:r>
              <a:endParaRPr lang="en-IN" sz="1350">
                <a:solidFill>
                  <a:schemeClr val="tx1"/>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B0C0E9B7-8689-0282-1006-913CD4781F7C}"/>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B85A9B12-B4DB-C535-A858-D3A14E2C016D}"/>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88D8CB20-F4CC-9925-51CD-010ED117A353}"/>
              </a:ext>
            </a:extLst>
          </p:cNvPr>
          <p:cNvGrpSpPr/>
          <p:nvPr/>
        </p:nvGrpSpPr>
        <p:grpSpPr>
          <a:xfrm>
            <a:off x="5994268" y="3827926"/>
            <a:ext cx="1901186" cy="1648724"/>
            <a:chOff x="2351637" y="652732"/>
            <a:chExt cx="1901186" cy="1648724"/>
          </a:xfrm>
        </p:grpSpPr>
        <p:sp>
          <p:nvSpPr>
            <p:cNvPr id="15" name="Rectangle 14">
              <a:extLst>
                <a:ext uri="{FF2B5EF4-FFF2-40B4-BE49-F238E27FC236}">
                  <a16:creationId xmlns:a16="http://schemas.microsoft.com/office/drawing/2014/main" id="{18B6413F-365A-BB9B-7018-1AFFBA5ECE75}"/>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6" name="Rectangle 15">
              <a:extLst>
                <a:ext uri="{FF2B5EF4-FFF2-40B4-BE49-F238E27FC236}">
                  <a16:creationId xmlns:a16="http://schemas.microsoft.com/office/drawing/2014/main" id="{1B0559C3-2FA7-DD74-688D-B7CFE3A471CE}"/>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Check data</a:t>
              </a:r>
            </a:p>
            <a:p>
              <a:pPr algn="ctr"/>
              <a:r>
                <a:rPr lang="en-US" sz="1350">
                  <a:solidFill>
                    <a:schemeClr val="tx1"/>
                  </a:solidFill>
                  <a:latin typeface="Arial" panose="020B0604020202020204" pitchFamily="34" charset="0"/>
                  <a:cs typeface="Arial" panose="020B0604020202020204" pitchFamily="34" charset="0"/>
                </a:rPr>
                <a:t>integrity and</a:t>
              </a:r>
            </a:p>
            <a:p>
              <a:pPr algn="ctr"/>
              <a:r>
                <a:rPr lang="en-US" sz="1350">
                  <a:solidFill>
                    <a:schemeClr val="tx1"/>
                  </a:solidFill>
                  <a:latin typeface="Arial" panose="020B0604020202020204" pitchFamily="34" charset="0"/>
                  <a:cs typeface="Arial" panose="020B0604020202020204" pitchFamily="34" charset="0"/>
                </a:rPr>
                <a:t>quality. Pass</a:t>
              </a:r>
            </a:p>
            <a:p>
              <a:pPr algn="ctr"/>
              <a:r>
                <a:rPr lang="en-US" sz="1350">
                  <a:solidFill>
                    <a:schemeClr val="tx1"/>
                  </a:solidFill>
                  <a:latin typeface="Arial" panose="020B0604020202020204" pitchFamily="34" charset="0"/>
                  <a:cs typeface="Arial" panose="020B0604020202020204" pitchFamily="34" charset="0"/>
                </a:rPr>
                <a:t>back exceptions</a:t>
              </a:r>
            </a:p>
            <a:p>
              <a:pPr algn="ctr"/>
              <a:r>
                <a:rPr lang="en-US" sz="1350">
                  <a:solidFill>
                    <a:schemeClr val="tx1"/>
                  </a:solidFill>
                  <a:latin typeface="Arial" panose="020B0604020202020204" pitchFamily="34" charset="0"/>
                  <a:cs typeface="Arial" panose="020B0604020202020204" pitchFamily="34" charset="0"/>
                </a:rPr>
                <a:t>where required</a:t>
              </a:r>
              <a:endParaRPr lang="en-IN" sz="1350">
                <a:solidFill>
                  <a:schemeClr val="tx1"/>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EC4A4E7F-A1B9-1C1C-401B-4D189836C3BC}"/>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CB202045-F67B-41C8-5E57-5A1D476EAEF5}"/>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9541E374-73AA-C23E-5266-34FB0BC80453}"/>
              </a:ext>
            </a:extLst>
          </p:cNvPr>
          <p:cNvGrpSpPr/>
          <p:nvPr/>
        </p:nvGrpSpPr>
        <p:grpSpPr>
          <a:xfrm>
            <a:off x="10084039" y="3827926"/>
            <a:ext cx="1637754" cy="1648724"/>
            <a:chOff x="2351637" y="652732"/>
            <a:chExt cx="1637754" cy="1648724"/>
          </a:xfrm>
        </p:grpSpPr>
        <p:sp>
          <p:nvSpPr>
            <p:cNvPr id="20" name="Rectangle 19">
              <a:extLst>
                <a:ext uri="{FF2B5EF4-FFF2-40B4-BE49-F238E27FC236}">
                  <a16:creationId xmlns:a16="http://schemas.microsoft.com/office/drawing/2014/main" id="{7076C717-B886-E1E3-1360-B74026B4743F}"/>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1" name="Rectangle 20">
              <a:extLst>
                <a:ext uri="{FF2B5EF4-FFF2-40B4-BE49-F238E27FC236}">
                  <a16:creationId xmlns:a16="http://schemas.microsoft.com/office/drawing/2014/main" id="{E50CF82B-885F-2191-5928-B3314A832E3A}"/>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Create and </a:t>
              </a:r>
            </a:p>
            <a:p>
              <a:pPr algn="ctr"/>
              <a:r>
                <a:rPr lang="en-US" sz="1350">
                  <a:solidFill>
                    <a:schemeClr val="tx1"/>
                  </a:solidFill>
                  <a:latin typeface="Arial" panose="020B0604020202020204" pitchFamily="34" charset="0"/>
                  <a:cs typeface="Arial" panose="020B0604020202020204" pitchFamily="34" charset="0"/>
                </a:rPr>
                <a:t>send report</a:t>
              </a:r>
              <a:endParaRPr lang="en-IN" sz="1350">
                <a:solidFill>
                  <a:schemeClr val="tx1"/>
                </a:solidFill>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1BEA5742-A257-AD3C-C149-B44D721BB15D}"/>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3" name="Group 22">
            <a:extLst>
              <a:ext uri="{FF2B5EF4-FFF2-40B4-BE49-F238E27FC236}">
                <a16:creationId xmlns:a16="http://schemas.microsoft.com/office/drawing/2014/main" id="{44BB7BA3-050A-E27B-3F99-BD55C877BD6F}"/>
              </a:ext>
            </a:extLst>
          </p:cNvPr>
          <p:cNvGrpSpPr/>
          <p:nvPr/>
        </p:nvGrpSpPr>
        <p:grpSpPr>
          <a:xfrm>
            <a:off x="8039153" y="3827926"/>
            <a:ext cx="1901186" cy="1648724"/>
            <a:chOff x="2351637" y="652732"/>
            <a:chExt cx="1901186" cy="1648724"/>
          </a:xfrm>
        </p:grpSpPr>
        <p:sp>
          <p:nvSpPr>
            <p:cNvPr id="24" name="Rectangle 23">
              <a:extLst>
                <a:ext uri="{FF2B5EF4-FFF2-40B4-BE49-F238E27FC236}">
                  <a16:creationId xmlns:a16="http://schemas.microsoft.com/office/drawing/2014/main" id="{40893A2F-85A3-0E4B-C12A-49F97448857A}"/>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5" name="Rectangle 24">
              <a:extLst>
                <a:ext uri="{FF2B5EF4-FFF2-40B4-BE49-F238E27FC236}">
                  <a16:creationId xmlns:a16="http://schemas.microsoft.com/office/drawing/2014/main" id="{1583D88A-9704-2CAF-C662-0AFADDE0CDCF}"/>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Verify</a:t>
              </a:r>
            </a:p>
            <a:p>
              <a:pPr algn="ctr"/>
              <a:r>
                <a:rPr lang="en-US" sz="1350">
                  <a:solidFill>
                    <a:schemeClr val="tx1"/>
                  </a:solidFill>
                  <a:latin typeface="Arial" panose="020B0604020202020204" pitchFamily="34" charset="0"/>
                  <a:cs typeface="Arial" panose="020B0604020202020204" pitchFamily="34" charset="0"/>
                </a:rPr>
                <a:t>data</a:t>
              </a:r>
              <a:endParaRPr lang="en-IN" sz="1350">
                <a:solidFill>
                  <a:schemeClr val="tx1"/>
                </a:solidFill>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91F4D183-8FAE-379A-1ACD-02189AC9FC11}"/>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Arrow Connector 26">
              <a:extLst>
                <a:ext uri="{FF2B5EF4-FFF2-40B4-BE49-F238E27FC236}">
                  <a16:creationId xmlns:a16="http://schemas.microsoft.com/office/drawing/2014/main" id="{F23553C2-AA31-6C6E-58EE-032ED1B0A9CE}"/>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Oval 27">
            <a:extLst>
              <a:ext uri="{FF2B5EF4-FFF2-40B4-BE49-F238E27FC236}">
                <a16:creationId xmlns:a16="http://schemas.microsoft.com/office/drawing/2014/main" id="{53C9B5C8-5B27-65F4-1C30-F9FB79549B02}"/>
              </a:ext>
            </a:extLst>
          </p:cNvPr>
          <p:cNvSpPr/>
          <p:nvPr/>
        </p:nvSpPr>
        <p:spPr>
          <a:xfrm>
            <a:off x="557921" y="1940486"/>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9" name="Oval 28">
            <a:extLst>
              <a:ext uri="{FF2B5EF4-FFF2-40B4-BE49-F238E27FC236}">
                <a16:creationId xmlns:a16="http://schemas.microsoft.com/office/drawing/2014/main" id="{A0999CF3-DE8E-79E9-9DF8-8F657CA906DC}"/>
              </a:ext>
            </a:extLst>
          </p:cNvPr>
          <p:cNvSpPr/>
          <p:nvPr/>
        </p:nvSpPr>
        <p:spPr>
          <a:xfrm>
            <a:off x="557921" y="4135856"/>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pic>
        <p:nvPicPr>
          <p:cNvPr id="30" name="Graphic 29">
            <a:extLst>
              <a:ext uri="{FF2B5EF4-FFF2-40B4-BE49-F238E27FC236}">
                <a16:creationId xmlns:a16="http://schemas.microsoft.com/office/drawing/2014/main" id="{83CA807F-D1FC-3D09-0811-A8B73D6D943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64887" y="4224536"/>
            <a:ext cx="830282" cy="830282"/>
          </a:xfrm>
          <a:prstGeom prst="rect">
            <a:avLst/>
          </a:prstGeom>
        </p:spPr>
      </p:pic>
      <p:pic>
        <p:nvPicPr>
          <p:cNvPr id="31" name="Graphic 30">
            <a:extLst>
              <a:ext uri="{FF2B5EF4-FFF2-40B4-BE49-F238E27FC236}">
                <a16:creationId xmlns:a16="http://schemas.microsoft.com/office/drawing/2014/main" id="{90D9987C-FF96-C9FF-9493-819C1E878A73}"/>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61685" y="2044250"/>
            <a:ext cx="800114" cy="800114"/>
          </a:xfrm>
          <a:prstGeom prst="rect">
            <a:avLst/>
          </a:prstGeom>
        </p:spPr>
      </p:pic>
    </p:spTree>
    <p:custDataLst>
      <p:tags r:id="rId1"/>
    </p:custDataLst>
    <p:extLst>
      <p:ext uri="{BB962C8B-B14F-4D97-AF65-F5344CB8AC3E}">
        <p14:creationId xmlns:p14="http://schemas.microsoft.com/office/powerpoint/2010/main" val="20142280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2. Partially unattended: What it does</a:t>
            </a:r>
          </a:p>
        </p:txBody>
      </p:sp>
      <p:sp>
        <p:nvSpPr>
          <p:cNvPr id="3" name="Content Placeholder 2">
            <a:extLst>
              <a:ext uri="{FF2B5EF4-FFF2-40B4-BE49-F238E27FC236}">
                <a16:creationId xmlns:a16="http://schemas.microsoft.com/office/drawing/2014/main" id="{A2B605EC-3894-1256-ADC9-DEC92FB80F22}"/>
              </a:ext>
            </a:extLst>
          </p:cNvPr>
          <p:cNvSpPr>
            <a:spLocks noGrp="1"/>
          </p:cNvSpPr>
          <p:nvPr>
            <p:ph sz="quarter" idx="10"/>
          </p:nvPr>
        </p:nvSpPr>
        <p:spPr>
          <a:xfrm>
            <a:off x="381001" y="1069200"/>
            <a:ext cx="11430000" cy="307777"/>
          </a:xfrm>
        </p:spPr>
        <p:txBody>
          <a:bodyPr/>
          <a:lstStyle/>
          <a:p>
            <a:r>
              <a:rPr lang="en-US"/>
              <a:t>In this automation model, the partially unattended robot can:</a:t>
            </a:r>
          </a:p>
        </p:txBody>
      </p:sp>
      <p:sp>
        <p:nvSpPr>
          <p:cNvPr id="4" name="Oval 3">
            <a:extLst>
              <a:ext uri="{FF2B5EF4-FFF2-40B4-BE49-F238E27FC236}">
                <a16:creationId xmlns:a16="http://schemas.microsoft.com/office/drawing/2014/main" id="{CFBF9A21-A25E-5B8A-DB97-2ABCF4080D1F}"/>
              </a:ext>
            </a:extLst>
          </p:cNvPr>
          <p:cNvSpPr/>
          <p:nvPr/>
        </p:nvSpPr>
        <p:spPr>
          <a:xfrm>
            <a:off x="1257937" y="3329467"/>
            <a:ext cx="1677600" cy="1677600"/>
          </a:xfrm>
          <a:prstGeom prst="ellipse">
            <a:avLst/>
          </a:prstGeom>
          <a:solidFill>
            <a:srgbClr val="F6F6F6"/>
          </a:solidFill>
          <a:ln w="444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6" name="Rectangle 5">
            <a:extLst>
              <a:ext uri="{FF2B5EF4-FFF2-40B4-BE49-F238E27FC236}">
                <a16:creationId xmlns:a16="http://schemas.microsoft.com/office/drawing/2014/main" id="{B92C739C-D39C-2786-C739-4746FFB64978}"/>
              </a:ext>
            </a:extLst>
          </p:cNvPr>
          <p:cNvSpPr/>
          <p:nvPr/>
        </p:nvSpPr>
        <p:spPr>
          <a:xfrm>
            <a:off x="5463538" y="2911197"/>
            <a:ext cx="5467350" cy="610313"/>
          </a:xfrm>
          <a:prstGeom prst="rect">
            <a:avLst/>
          </a:prstGeom>
          <a:solidFill>
            <a:srgbClr val="DC25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Handle preparatory work and process initiation.</a:t>
            </a:r>
            <a:endParaRPr lang="en-IN" sz="1600">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9B920B64-8EAE-44CB-E1C6-710CA1180084}"/>
              </a:ext>
            </a:extLst>
          </p:cNvPr>
          <p:cNvSpPr/>
          <p:nvPr/>
        </p:nvSpPr>
        <p:spPr>
          <a:xfrm>
            <a:off x="5463538" y="4800927"/>
            <a:ext cx="5467350" cy="610313"/>
          </a:xfrm>
          <a:prstGeom prst="rect">
            <a:avLst/>
          </a:prstGeom>
          <a:solidFill>
            <a:srgbClr val="0BA2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Provide data validation and assurance.</a:t>
            </a:r>
          </a:p>
        </p:txBody>
      </p:sp>
      <p:sp>
        <p:nvSpPr>
          <p:cNvPr id="8" name="Rectangle 7">
            <a:extLst>
              <a:ext uri="{FF2B5EF4-FFF2-40B4-BE49-F238E27FC236}">
                <a16:creationId xmlns:a16="http://schemas.microsoft.com/office/drawing/2014/main" id="{01F88305-7D34-6BB9-C1F1-17355A761EC6}"/>
              </a:ext>
            </a:extLst>
          </p:cNvPr>
          <p:cNvSpPr/>
          <p:nvPr/>
        </p:nvSpPr>
        <p:spPr>
          <a:xfrm>
            <a:off x="5463538" y="3856062"/>
            <a:ext cx="5467350" cy="610313"/>
          </a:xfrm>
          <a:prstGeom prst="rect">
            <a:avLst/>
          </a:prstGeom>
          <a:solidFill>
            <a:srgbClr val="8B3D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Program complex business rules.</a:t>
            </a:r>
          </a:p>
        </p:txBody>
      </p:sp>
      <p:sp>
        <p:nvSpPr>
          <p:cNvPr id="9" name="Rectangle 8">
            <a:extLst>
              <a:ext uri="{FF2B5EF4-FFF2-40B4-BE49-F238E27FC236}">
                <a16:creationId xmlns:a16="http://schemas.microsoft.com/office/drawing/2014/main" id="{1FEF2C71-B5F4-AC35-1C2F-95E28837CE33}"/>
              </a:ext>
            </a:extLst>
          </p:cNvPr>
          <p:cNvSpPr/>
          <p:nvPr/>
        </p:nvSpPr>
        <p:spPr>
          <a:xfrm>
            <a:off x="5463538" y="1995728"/>
            <a:ext cx="5467350" cy="610313"/>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Take over scheduled tasks or upon your instruction.</a:t>
            </a:r>
            <a:endParaRPr lang="en-IN" sz="1600">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B764AF17-C1FB-539C-60F0-3CB23607AF0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62740" y="3599720"/>
            <a:ext cx="1062037" cy="1062037"/>
          </a:xfrm>
          <a:prstGeom prst="rect">
            <a:avLst/>
          </a:prstGeom>
        </p:spPr>
      </p:pic>
      <p:cxnSp>
        <p:nvCxnSpPr>
          <p:cNvPr id="11" name="Connector: Elbow 10">
            <a:extLst>
              <a:ext uri="{FF2B5EF4-FFF2-40B4-BE49-F238E27FC236}">
                <a16:creationId xmlns:a16="http://schemas.microsoft.com/office/drawing/2014/main" id="{9C19A2B7-6F42-0A7D-577C-E93DE96299F2}"/>
              </a:ext>
            </a:extLst>
          </p:cNvPr>
          <p:cNvCxnSpPr>
            <a:cxnSpLocks/>
            <a:stCxn id="4" idx="6"/>
            <a:endCxn id="9" idx="1"/>
          </p:cNvCxnSpPr>
          <p:nvPr/>
        </p:nvCxnSpPr>
        <p:spPr>
          <a:xfrm flipV="1">
            <a:off x="2935537" y="2300885"/>
            <a:ext cx="2528001" cy="1867382"/>
          </a:xfrm>
          <a:prstGeom prst="bentConnector3">
            <a:avLst>
              <a:gd name="adj1" fmla="val 50000"/>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E4CE48B6-6D35-21D2-9238-4B8F7501EEEB}"/>
              </a:ext>
            </a:extLst>
          </p:cNvPr>
          <p:cNvCxnSpPr>
            <a:cxnSpLocks/>
            <a:stCxn id="4" idx="6"/>
            <a:endCxn id="6" idx="1"/>
          </p:cNvCxnSpPr>
          <p:nvPr/>
        </p:nvCxnSpPr>
        <p:spPr>
          <a:xfrm flipV="1">
            <a:off x="2935537" y="3216354"/>
            <a:ext cx="2528001" cy="951913"/>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BA54631F-9967-C605-6830-39EE944CD65E}"/>
              </a:ext>
            </a:extLst>
          </p:cNvPr>
          <p:cNvCxnSpPr>
            <a:cxnSpLocks/>
            <a:stCxn id="4" idx="6"/>
            <a:endCxn id="8" idx="1"/>
          </p:cNvCxnSpPr>
          <p:nvPr/>
        </p:nvCxnSpPr>
        <p:spPr>
          <a:xfrm flipV="1">
            <a:off x="2935537" y="4161219"/>
            <a:ext cx="2528001" cy="7048"/>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285D8033-320E-0955-4F7A-E828CEE3F1F8}"/>
              </a:ext>
            </a:extLst>
          </p:cNvPr>
          <p:cNvCxnSpPr>
            <a:cxnSpLocks/>
            <a:stCxn id="4" idx="6"/>
            <a:endCxn id="7" idx="1"/>
          </p:cNvCxnSpPr>
          <p:nvPr/>
        </p:nvCxnSpPr>
        <p:spPr>
          <a:xfrm>
            <a:off x="2935537" y="4168267"/>
            <a:ext cx="2528001" cy="937817"/>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EC57845F-EA1A-6775-3E66-13C98DD5F3C9}"/>
              </a:ext>
            </a:extLst>
          </p:cNvPr>
          <p:cNvSpPr/>
          <p:nvPr/>
        </p:nvSpPr>
        <p:spPr>
          <a:xfrm>
            <a:off x="5463538" y="5745792"/>
            <a:ext cx="5467350" cy="610313"/>
          </a:xfrm>
          <a:prstGeom prst="rect">
            <a:avLst/>
          </a:prstGeom>
          <a:solidFill>
            <a:srgbClr val="1168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Notify you only in case of exceptions.</a:t>
            </a:r>
          </a:p>
        </p:txBody>
      </p:sp>
      <p:cxnSp>
        <p:nvCxnSpPr>
          <p:cNvPr id="16" name="Connector: Elbow 15">
            <a:extLst>
              <a:ext uri="{FF2B5EF4-FFF2-40B4-BE49-F238E27FC236}">
                <a16:creationId xmlns:a16="http://schemas.microsoft.com/office/drawing/2014/main" id="{DB997DBA-996E-73B3-6AAA-18174D82A43C}"/>
              </a:ext>
            </a:extLst>
          </p:cNvPr>
          <p:cNvCxnSpPr>
            <a:cxnSpLocks/>
            <a:stCxn id="4" idx="6"/>
            <a:endCxn id="15" idx="1"/>
          </p:cNvCxnSpPr>
          <p:nvPr/>
        </p:nvCxnSpPr>
        <p:spPr>
          <a:xfrm>
            <a:off x="2935537" y="4168267"/>
            <a:ext cx="2528001" cy="1882682"/>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8581291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2. Partially unattended: A real-life scenario</a:t>
            </a:r>
          </a:p>
        </p:txBody>
      </p:sp>
      <p:grpSp>
        <p:nvGrpSpPr>
          <p:cNvPr id="3" name="Group 2">
            <a:extLst>
              <a:ext uri="{FF2B5EF4-FFF2-40B4-BE49-F238E27FC236}">
                <a16:creationId xmlns:a16="http://schemas.microsoft.com/office/drawing/2014/main" id="{D6930314-E344-A72E-CCCF-115210C8E4AF}"/>
              </a:ext>
            </a:extLst>
          </p:cNvPr>
          <p:cNvGrpSpPr/>
          <p:nvPr/>
        </p:nvGrpSpPr>
        <p:grpSpPr>
          <a:xfrm>
            <a:off x="1780552" y="1704076"/>
            <a:ext cx="2476214" cy="1648724"/>
            <a:chOff x="2351637" y="652732"/>
            <a:chExt cx="2476214" cy="1648724"/>
          </a:xfrm>
        </p:grpSpPr>
        <p:sp>
          <p:nvSpPr>
            <p:cNvPr id="4" name="Rectangle 3">
              <a:extLst>
                <a:ext uri="{FF2B5EF4-FFF2-40B4-BE49-F238E27FC236}">
                  <a16:creationId xmlns:a16="http://schemas.microsoft.com/office/drawing/2014/main" id="{F1C9521E-E88A-9B11-21ED-D65CEC14C0DA}"/>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5" name="Rectangle 4">
              <a:extLst>
                <a:ext uri="{FF2B5EF4-FFF2-40B4-BE49-F238E27FC236}">
                  <a16:creationId xmlns:a16="http://schemas.microsoft.com/office/drawing/2014/main" id="{097D563F-D223-E83A-179F-4346174DF793}"/>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Collate all</a:t>
              </a:r>
            </a:p>
            <a:p>
              <a:pPr algn="ctr"/>
              <a:r>
                <a:rPr lang="en-US" sz="1350">
                  <a:solidFill>
                    <a:schemeClr val="tx1"/>
                  </a:solidFill>
                  <a:latin typeface="Arial" panose="020B0604020202020204" pitchFamily="34" charset="0"/>
                  <a:cs typeface="Arial" panose="020B0604020202020204" pitchFamily="34" charset="0"/>
                </a:rPr>
                <a:t>relevant</a:t>
              </a:r>
            </a:p>
            <a:p>
              <a:pPr algn="ctr"/>
              <a:r>
                <a:rPr lang="en-US" sz="1350">
                  <a:solidFill>
                    <a:schemeClr val="tx1"/>
                  </a:solidFill>
                  <a:latin typeface="Arial" panose="020B0604020202020204" pitchFamily="34" charset="0"/>
                  <a:cs typeface="Arial" panose="020B0604020202020204" pitchFamily="34" charset="0"/>
                </a:rPr>
                <a:t>appraisal</a:t>
              </a:r>
            </a:p>
            <a:p>
              <a:pPr algn="ctr"/>
              <a:r>
                <a:rPr lang="en-US" sz="1350">
                  <a:solidFill>
                    <a:schemeClr val="tx1"/>
                  </a:solidFill>
                  <a:latin typeface="Arial" panose="020B0604020202020204" pitchFamily="34" charset="0"/>
                  <a:cs typeface="Arial" panose="020B0604020202020204" pitchFamily="34" charset="0"/>
                </a:rPr>
                <a:t>information</a:t>
              </a:r>
              <a:endParaRPr lang="en-IN" sz="1350">
                <a:solidFill>
                  <a:schemeClr val="tx1"/>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9269F5ED-C959-C0B6-80B0-2F0F4FC54E19}"/>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369D858A-F044-79F0-47E1-8B0B5789F5F0}"/>
                </a:ext>
              </a:extLst>
            </p:cNvPr>
            <p:cNvCxnSpPr>
              <a:cxnSpLocks/>
            </p:cNvCxnSpPr>
            <p:nvPr/>
          </p:nvCxnSpPr>
          <p:spPr>
            <a:xfrm>
              <a:off x="3989391" y="1535502"/>
              <a:ext cx="8384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C8A9DC6E-7E5C-C218-035E-F1D4CE3F24CD}"/>
              </a:ext>
            </a:extLst>
          </p:cNvPr>
          <p:cNvGrpSpPr/>
          <p:nvPr/>
        </p:nvGrpSpPr>
        <p:grpSpPr>
          <a:xfrm>
            <a:off x="4494860" y="1704076"/>
            <a:ext cx="1637754" cy="1912156"/>
            <a:chOff x="2351637" y="652732"/>
            <a:chExt cx="1637754" cy="1912156"/>
          </a:xfrm>
        </p:grpSpPr>
        <p:sp>
          <p:nvSpPr>
            <p:cNvPr id="9" name="Rectangle 8">
              <a:extLst>
                <a:ext uri="{FF2B5EF4-FFF2-40B4-BE49-F238E27FC236}">
                  <a16:creationId xmlns:a16="http://schemas.microsoft.com/office/drawing/2014/main" id="{731E1636-7CA2-BB73-E1AE-F2C270709AA3}"/>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0" name="Rectangle 9">
              <a:extLst>
                <a:ext uri="{FF2B5EF4-FFF2-40B4-BE49-F238E27FC236}">
                  <a16:creationId xmlns:a16="http://schemas.microsoft.com/office/drawing/2014/main" id="{9BE061CF-8E6F-4A18-FAE8-F758ECD8CB02}"/>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Trigger</a:t>
              </a:r>
            </a:p>
            <a:p>
              <a:pPr algn="ctr"/>
              <a:r>
                <a:rPr lang="en-US" sz="1350">
                  <a:solidFill>
                    <a:schemeClr val="tx1"/>
                  </a:solidFill>
                  <a:latin typeface="Arial" panose="020B0604020202020204" pitchFamily="34" charset="0"/>
                  <a:cs typeface="Arial" panose="020B0604020202020204" pitchFamily="34" charset="0"/>
                </a:rPr>
                <a:t>automation</a:t>
              </a:r>
            </a:p>
            <a:p>
              <a:pPr algn="ctr"/>
              <a:r>
                <a:rPr lang="en-US" sz="1350">
                  <a:solidFill>
                    <a:schemeClr val="tx1"/>
                  </a:solidFill>
                  <a:latin typeface="Arial" panose="020B0604020202020204" pitchFamily="34" charset="0"/>
                  <a:cs typeface="Arial" panose="020B0604020202020204" pitchFamily="34" charset="0"/>
                </a:rPr>
                <a:t>via keystroke</a:t>
              </a:r>
              <a:endParaRPr lang="en-IN" sz="1350">
                <a:solidFill>
                  <a:schemeClr val="tx1"/>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02979774-166C-15E1-1784-11471F1E2D43}"/>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4BB8AED9-1C3F-0AA6-BF97-929FC97004BC}"/>
                </a:ext>
              </a:extLst>
            </p:cNvPr>
            <p:cNvCxnSpPr>
              <a:cxnSpLocks/>
            </p:cNvCxnSpPr>
            <p:nvPr/>
          </p:nvCxnSpPr>
          <p:spPr>
            <a:xfrm rot="5400000">
              <a:off x="3100450" y="243317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CE332F2B-5D69-5059-D9CF-0AA5134E0EF0}"/>
              </a:ext>
            </a:extLst>
          </p:cNvPr>
          <p:cNvGrpSpPr/>
          <p:nvPr/>
        </p:nvGrpSpPr>
        <p:grpSpPr>
          <a:xfrm>
            <a:off x="4522927" y="3846346"/>
            <a:ext cx="2540344" cy="1648724"/>
            <a:chOff x="2351637" y="652732"/>
            <a:chExt cx="2540344" cy="1648724"/>
          </a:xfrm>
        </p:grpSpPr>
        <p:sp>
          <p:nvSpPr>
            <p:cNvPr id="15" name="Rectangle 14">
              <a:extLst>
                <a:ext uri="{FF2B5EF4-FFF2-40B4-BE49-F238E27FC236}">
                  <a16:creationId xmlns:a16="http://schemas.microsoft.com/office/drawing/2014/main" id="{88D35336-26A2-8ECB-D66F-5B423061D215}"/>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6" name="Rectangle 15">
              <a:extLst>
                <a:ext uri="{FF2B5EF4-FFF2-40B4-BE49-F238E27FC236}">
                  <a16:creationId xmlns:a16="http://schemas.microsoft.com/office/drawing/2014/main" id="{6CA1CFD1-A1AC-DC6D-1127-142B10126B82}"/>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Order</a:t>
              </a:r>
            </a:p>
            <a:p>
              <a:pPr algn="ctr"/>
              <a:r>
                <a:rPr lang="en-US" sz="1350">
                  <a:solidFill>
                    <a:schemeClr val="tx1"/>
                  </a:solidFill>
                  <a:latin typeface="Arial" panose="020B0604020202020204" pitchFamily="34" charset="0"/>
                  <a:cs typeface="Arial" panose="020B0604020202020204" pitchFamily="34" charset="0"/>
                </a:rPr>
                <a:t>appraisal</a:t>
              </a:r>
              <a:endParaRPr lang="en-IN" sz="1350">
                <a:solidFill>
                  <a:schemeClr val="tx1"/>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C70D13C6-DCE4-AF77-FD90-4E2B977D6E86}"/>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C7CA24AA-8E2B-87B0-5EB9-AA3DA395203D}"/>
                </a:ext>
              </a:extLst>
            </p:cNvPr>
            <p:cNvCxnSpPr>
              <a:cxnSpLocks/>
            </p:cNvCxnSpPr>
            <p:nvPr/>
          </p:nvCxnSpPr>
          <p:spPr>
            <a:xfrm>
              <a:off x="3989391" y="1535502"/>
              <a:ext cx="9025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6D57F3D1-273C-EC64-AE00-CE56C825DC55}"/>
              </a:ext>
            </a:extLst>
          </p:cNvPr>
          <p:cNvGrpSpPr/>
          <p:nvPr/>
        </p:nvGrpSpPr>
        <p:grpSpPr>
          <a:xfrm>
            <a:off x="10020485" y="3493216"/>
            <a:ext cx="1674554" cy="1924405"/>
            <a:chOff x="2351637" y="268892"/>
            <a:chExt cx="1674554" cy="1924405"/>
          </a:xfrm>
        </p:grpSpPr>
        <p:sp>
          <p:nvSpPr>
            <p:cNvPr id="20" name="Rectangle 19">
              <a:extLst>
                <a:ext uri="{FF2B5EF4-FFF2-40B4-BE49-F238E27FC236}">
                  <a16:creationId xmlns:a16="http://schemas.microsoft.com/office/drawing/2014/main" id="{BE43924D-4905-6D50-5B74-81CB5E549C86}"/>
                </a:ext>
              </a:extLst>
            </p:cNvPr>
            <p:cNvSpPr/>
            <p:nvPr/>
          </p:nvSpPr>
          <p:spPr>
            <a:xfrm>
              <a:off x="2485626" y="532324"/>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1" name="Rectangle 20">
              <a:extLst>
                <a:ext uri="{FF2B5EF4-FFF2-40B4-BE49-F238E27FC236}">
                  <a16:creationId xmlns:a16="http://schemas.microsoft.com/office/drawing/2014/main" id="{E356C344-D8DC-6BB9-FB3F-9723F591F063}"/>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Pass to</a:t>
              </a:r>
            </a:p>
            <a:p>
              <a:pPr algn="ctr"/>
              <a:r>
                <a:rPr lang="en-US" sz="1350">
                  <a:solidFill>
                    <a:schemeClr val="tx1"/>
                  </a:solidFill>
                  <a:latin typeface="Arial" panose="020B0604020202020204" pitchFamily="34" charset="0"/>
                  <a:cs typeface="Arial" panose="020B0604020202020204" pitchFamily="34" charset="0"/>
                </a:rPr>
                <a:t>advisor</a:t>
              </a:r>
              <a:endParaRPr lang="en-IN" sz="1350">
                <a:solidFill>
                  <a:schemeClr val="tx1"/>
                </a:solidFill>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0E8EFBFE-9CDD-7EC8-5F8B-26CAEBD78E53}"/>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Arrow Connector 22">
              <a:extLst>
                <a:ext uri="{FF2B5EF4-FFF2-40B4-BE49-F238E27FC236}">
                  <a16:creationId xmlns:a16="http://schemas.microsoft.com/office/drawing/2014/main" id="{509FBA46-F52D-3C72-E70E-C5620EA7F9F0}"/>
                </a:ext>
              </a:extLst>
            </p:cNvPr>
            <p:cNvCxnSpPr>
              <a:cxnSpLocks/>
            </p:cNvCxnSpPr>
            <p:nvPr/>
          </p:nvCxnSpPr>
          <p:spPr>
            <a:xfrm rot="16200000">
              <a:off x="3124192" y="400608"/>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652FA0E2-A358-E1BB-3EC4-A6833224AC5E}"/>
              </a:ext>
            </a:extLst>
          </p:cNvPr>
          <p:cNvGrpSpPr/>
          <p:nvPr/>
        </p:nvGrpSpPr>
        <p:grpSpPr>
          <a:xfrm>
            <a:off x="7240077" y="3846346"/>
            <a:ext cx="2558578" cy="1648724"/>
            <a:chOff x="2351637" y="652732"/>
            <a:chExt cx="2558578" cy="1648724"/>
          </a:xfrm>
        </p:grpSpPr>
        <p:sp>
          <p:nvSpPr>
            <p:cNvPr id="25" name="Rectangle 24">
              <a:extLst>
                <a:ext uri="{FF2B5EF4-FFF2-40B4-BE49-F238E27FC236}">
                  <a16:creationId xmlns:a16="http://schemas.microsoft.com/office/drawing/2014/main" id="{A769D8E2-0137-4928-D836-EEF71E7202DD}"/>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6" name="Rectangle 25">
              <a:extLst>
                <a:ext uri="{FF2B5EF4-FFF2-40B4-BE49-F238E27FC236}">
                  <a16:creationId xmlns:a16="http://schemas.microsoft.com/office/drawing/2014/main" id="{E727D626-FF0C-5EBB-01FC-CA9E7B6E250B}"/>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Gather</a:t>
              </a:r>
            </a:p>
            <a:p>
              <a:pPr algn="ctr"/>
              <a:r>
                <a:rPr lang="en-US" sz="1350">
                  <a:solidFill>
                    <a:schemeClr val="tx1"/>
                  </a:solidFill>
                  <a:latin typeface="Arial" panose="020B0604020202020204" pitchFamily="34" charset="0"/>
                  <a:cs typeface="Arial" panose="020B0604020202020204" pitchFamily="34" charset="0"/>
                </a:rPr>
                <a:t>appraisal</a:t>
              </a:r>
            </a:p>
            <a:p>
              <a:pPr algn="ctr"/>
              <a:r>
                <a:rPr lang="en-US" sz="1350">
                  <a:solidFill>
                    <a:schemeClr val="tx1"/>
                  </a:solidFill>
                  <a:latin typeface="Arial" panose="020B0604020202020204" pitchFamily="34" charset="0"/>
                  <a:cs typeface="Arial" panose="020B0604020202020204" pitchFamily="34" charset="0"/>
                </a:rPr>
                <a:t>information</a:t>
              </a:r>
              <a:endParaRPr lang="en-IN" sz="1350">
                <a:solidFill>
                  <a:schemeClr val="tx1"/>
                </a:solidFill>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5F29E901-8698-C949-B2F7-D48D9417B5A8}"/>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Arrow Connector 27">
              <a:extLst>
                <a:ext uri="{FF2B5EF4-FFF2-40B4-BE49-F238E27FC236}">
                  <a16:creationId xmlns:a16="http://schemas.microsoft.com/office/drawing/2014/main" id="{6AB5C8F6-13C2-FCCB-6D48-14D54B580B60}"/>
                </a:ext>
              </a:extLst>
            </p:cNvPr>
            <p:cNvCxnSpPr>
              <a:cxnSpLocks/>
            </p:cNvCxnSpPr>
            <p:nvPr/>
          </p:nvCxnSpPr>
          <p:spPr>
            <a:xfrm>
              <a:off x="3989391" y="1535502"/>
              <a:ext cx="92082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D70E96D8-B50E-03D7-60CE-C913DB6A5DA5}"/>
              </a:ext>
            </a:extLst>
          </p:cNvPr>
          <p:cNvSpPr/>
          <p:nvPr/>
        </p:nvSpPr>
        <p:spPr>
          <a:xfrm>
            <a:off x="557921" y="1932198"/>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30" name="Oval 29">
            <a:extLst>
              <a:ext uri="{FF2B5EF4-FFF2-40B4-BE49-F238E27FC236}">
                <a16:creationId xmlns:a16="http://schemas.microsoft.com/office/drawing/2014/main" id="{66FE5FB9-A361-995E-FD87-2070EC706F50}"/>
              </a:ext>
            </a:extLst>
          </p:cNvPr>
          <p:cNvSpPr/>
          <p:nvPr/>
        </p:nvSpPr>
        <p:spPr>
          <a:xfrm>
            <a:off x="557921" y="4127568"/>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pic>
        <p:nvPicPr>
          <p:cNvPr id="31" name="Graphic 30">
            <a:extLst>
              <a:ext uri="{FF2B5EF4-FFF2-40B4-BE49-F238E27FC236}">
                <a16:creationId xmlns:a16="http://schemas.microsoft.com/office/drawing/2014/main" id="{B508FD92-5299-2E23-472E-AF93FD60783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64887" y="4216248"/>
            <a:ext cx="830282" cy="830282"/>
          </a:xfrm>
          <a:prstGeom prst="rect">
            <a:avLst/>
          </a:prstGeom>
        </p:spPr>
      </p:pic>
      <p:pic>
        <p:nvPicPr>
          <p:cNvPr id="32" name="Graphic 31">
            <a:extLst>
              <a:ext uri="{FF2B5EF4-FFF2-40B4-BE49-F238E27FC236}">
                <a16:creationId xmlns:a16="http://schemas.microsoft.com/office/drawing/2014/main" id="{5BC3CA55-A6A1-72C8-4089-07DF154FDA44}"/>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61685" y="2035962"/>
            <a:ext cx="800114" cy="800114"/>
          </a:xfrm>
          <a:prstGeom prst="rect">
            <a:avLst/>
          </a:prstGeom>
        </p:spPr>
      </p:pic>
      <p:grpSp>
        <p:nvGrpSpPr>
          <p:cNvPr id="33" name="Group 32">
            <a:extLst>
              <a:ext uri="{FF2B5EF4-FFF2-40B4-BE49-F238E27FC236}">
                <a16:creationId xmlns:a16="http://schemas.microsoft.com/office/drawing/2014/main" id="{84EA9752-CFA0-3BE0-CE0F-FA596C7908ED}"/>
              </a:ext>
            </a:extLst>
          </p:cNvPr>
          <p:cNvGrpSpPr/>
          <p:nvPr/>
        </p:nvGrpSpPr>
        <p:grpSpPr>
          <a:xfrm>
            <a:off x="10040443" y="1704076"/>
            <a:ext cx="1637754" cy="1648724"/>
            <a:chOff x="2351637" y="652732"/>
            <a:chExt cx="1637754" cy="1648724"/>
          </a:xfrm>
        </p:grpSpPr>
        <p:sp>
          <p:nvSpPr>
            <p:cNvPr id="34" name="Rectangle 33">
              <a:extLst>
                <a:ext uri="{FF2B5EF4-FFF2-40B4-BE49-F238E27FC236}">
                  <a16:creationId xmlns:a16="http://schemas.microsoft.com/office/drawing/2014/main" id="{9695314D-7936-52AF-AE9F-7C21FEAF16F1}"/>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35" name="Rectangle 34">
              <a:extLst>
                <a:ext uri="{FF2B5EF4-FFF2-40B4-BE49-F238E27FC236}">
                  <a16:creationId xmlns:a16="http://schemas.microsoft.com/office/drawing/2014/main" id="{4C17755E-109A-3762-E3C0-EA161DCE44FD}"/>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Review</a:t>
              </a:r>
            </a:p>
            <a:p>
              <a:pPr algn="ctr"/>
              <a:r>
                <a:rPr lang="en-US" sz="1350">
                  <a:solidFill>
                    <a:schemeClr val="tx1"/>
                  </a:solidFill>
                  <a:latin typeface="Arial" panose="020B0604020202020204" pitchFamily="34" charset="0"/>
                  <a:cs typeface="Arial" panose="020B0604020202020204" pitchFamily="34" charset="0"/>
                </a:rPr>
                <a:t>appraisal</a:t>
              </a:r>
              <a:endParaRPr lang="en-IN" sz="1350">
                <a:solidFill>
                  <a:schemeClr val="tx1"/>
                </a:solidFill>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F8426105-0C58-F733-1C61-311BF686C30B}"/>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custDataLst>
      <p:tags r:id="rId1"/>
    </p:custDataLst>
    <p:extLst>
      <p:ext uri="{BB962C8B-B14F-4D97-AF65-F5344CB8AC3E}">
        <p14:creationId xmlns:p14="http://schemas.microsoft.com/office/powerpoint/2010/main" val="29043980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US"/>
              <a:t>3. Human in the loop</a:t>
            </a:r>
            <a:r>
              <a:rPr lang="en-IN"/>
              <a:t>: What it does</a:t>
            </a:r>
          </a:p>
        </p:txBody>
      </p:sp>
      <p:sp>
        <p:nvSpPr>
          <p:cNvPr id="3" name="Content Placeholder 2">
            <a:extLst>
              <a:ext uri="{FF2B5EF4-FFF2-40B4-BE49-F238E27FC236}">
                <a16:creationId xmlns:a16="http://schemas.microsoft.com/office/drawing/2014/main" id="{A2B605EC-3894-1256-ADC9-DEC92FB80F22}"/>
              </a:ext>
            </a:extLst>
          </p:cNvPr>
          <p:cNvSpPr>
            <a:spLocks noGrp="1"/>
          </p:cNvSpPr>
          <p:nvPr>
            <p:ph sz="quarter" idx="10"/>
          </p:nvPr>
        </p:nvSpPr>
        <p:spPr>
          <a:xfrm>
            <a:off x="381001" y="1004400"/>
            <a:ext cx="11430000" cy="307777"/>
          </a:xfrm>
        </p:spPr>
        <p:txBody>
          <a:bodyPr/>
          <a:lstStyle/>
          <a:p>
            <a:r>
              <a:rPr lang="en-US"/>
              <a:t>In this model, the unattended robot can:</a:t>
            </a:r>
          </a:p>
        </p:txBody>
      </p:sp>
      <p:sp>
        <p:nvSpPr>
          <p:cNvPr id="4" name="Oval 3">
            <a:extLst>
              <a:ext uri="{FF2B5EF4-FFF2-40B4-BE49-F238E27FC236}">
                <a16:creationId xmlns:a16="http://schemas.microsoft.com/office/drawing/2014/main" id="{2014571E-FB20-1D00-0656-01B9E1EB466D}"/>
              </a:ext>
            </a:extLst>
          </p:cNvPr>
          <p:cNvSpPr/>
          <p:nvPr/>
        </p:nvSpPr>
        <p:spPr>
          <a:xfrm>
            <a:off x="1241612" y="3326659"/>
            <a:ext cx="1679200" cy="1679200"/>
          </a:xfrm>
          <a:prstGeom prst="ellipse">
            <a:avLst/>
          </a:prstGeom>
          <a:solidFill>
            <a:srgbClr val="F6F6F6"/>
          </a:solidFill>
          <a:ln w="444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grpSp>
        <p:nvGrpSpPr>
          <p:cNvPr id="6" name="Group 5">
            <a:extLst>
              <a:ext uri="{FF2B5EF4-FFF2-40B4-BE49-F238E27FC236}">
                <a16:creationId xmlns:a16="http://schemas.microsoft.com/office/drawing/2014/main" id="{DDFF33B1-8668-F3D5-11CE-0C6C70C0F81E}"/>
              </a:ext>
            </a:extLst>
          </p:cNvPr>
          <p:cNvGrpSpPr/>
          <p:nvPr/>
        </p:nvGrpSpPr>
        <p:grpSpPr>
          <a:xfrm>
            <a:off x="5448298" y="1921968"/>
            <a:ext cx="5467350" cy="4474709"/>
            <a:chOff x="5448298" y="1119502"/>
            <a:chExt cx="5467350" cy="5003322"/>
          </a:xfrm>
        </p:grpSpPr>
        <p:sp>
          <p:nvSpPr>
            <p:cNvPr id="7" name="Rectangle 6">
              <a:extLst>
                <a:ext uri="{FF2B5EF4-FFF2-40B4-BE49-F238E27FC236}">
                  <a16:creationId xmlns:a16="http://schemas.microsoft.com/office/drawing/2014/main" id="{A087CEE6-E3A3-CC9E-E03C-C2FAB1E1F5D6}"/>
                </a:ext>
              </a:extLst>
            </p:cNvPr>
            <p:cNvSpPr/>
            <p:nvPr/>
          </p:nvSpPr>
          <p:spPr>
            <a:xfrm>
              <a:off x="5448298" y="2485651"/>
              <a:ext cx="5467350" cy="904875"/>
            </a:xfrm>
            <a:prstGeom prst="rect">
              <a:avLst/>
            </a:prstGeom>
            <a:solidFill>
              <a:srgbClr val="DC25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Request your input when needed.</a:t>
              </a:r>
            </a:p>
          </p:txBody>
        </p:sp>
        <p:sp>
          <p:nvSpPr>
            <p:cNvPr id="8" name="Rectangle 7">
              <a:extLst>
                <a:ext uri="{FF2B5EF4-FFF2-40B4-BE49-F238E27FC236}">
                  <a16:creationId xmlns:a16="http://schemas.microsoft.com/office/drawing/2014/main" id="{0C92AD82-58D2-E853-4C5A-EDA49FA22EA6}"/>
                </a:ext>
              </a:extLst>
            </p:cNvPr>
            <p:cNvSpPr/>
            <p:nvPr/>
          </p:nvSpPr>
          <p:spPr>
            <a:xfrm>
              <a:off x="5448298" y="5217949"/>
              <a:ext cx="5467350" cy="904875"/>
            </a:xfrm>
            <a:prstGeom prst="rect">
              <a:avLst/>
            </a:prstGeom>
            <a:solidFill>
              <a:srgbClr val="1168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Repeat this cycle as required within the process.</a:t>
              </a:r>
            </a:p>
          </p:txBody>
        </p:sp>
        <p:sp>
          <p:nvSpPr>
            <p:cNvPr id="9" name="Rectangle 8">
              <a:extLst>
                <a:ext uri="{FF2B5EF4-FFF2-40B4-BE49-F238E27FC236}">
                  <a16:creationId xmlns:a16="http://schemas.microsoft.com/office/drawing/2014/main" id="{89AB5568-4B21-D06F-F471-1ACDF847A669}"/>
                </a:ext>
              </a:extLst>
            </p:cNvPr>
            <p:cNvSpPr/>
            <p:nvPr/>
          </p:nvSpPr>
          <p:spPr>
            <a:xfrm>
              <a:off x="5448298" y="3851800"/>
              <a:ext cx="5467350" cy="904875"/>
            </a:xfrm>
            <a:prstGeom prst="rect">
              <a:avLst/>
            </a:prstGeom>
            <a:solidFill>
              <a:srgbClr val="8B3D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Resume the process after you've completed your task.</a:t>
              </a:r>
            </a:p>
          </p:txBody>
        </p:sp>
        <p:sp>
          <p:nvSpPr>
            <p:cNvPr id="10" name="Rectangle 9">
              <a:extLst>
                <a:ext uri="{FF2B5EF4-FFF2-40B4-BE49-F238E27FC236}">
                  <a16:creationId xmlns:a16="http://schemas.microsoft.com/office/drawing/2014/main" id="{055F6007-792E-4FB8-0A5E-F7F5EC4E66A9}"/>
                </a:ext>
              </a:extLst>
            </p:cNvPr>
            <p:cNvSpPr/>
            <p:nvPr/>
          </p:nvSpPr>
          <p:spPr>
            <a:xfrm>
              <a:off x="5448298" y="1119502"/>
              <a:ext cx="5467350" cy="904875"/>
            </a:xfrm>
            <a:prstGeom prst="rect">
              <a:avLst/>
            </a:prstGeom>
            <a:solidFill>
              <a:srgbClr val="95D0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Initiate processes based on schedules or triggers.</a:t>
              </a:r>
              <a:endParaRPr lang="en-IN" sz="1600">
                <a:latin typeface="Arial" panose="020B0604020202020204" pitchFamily="34" charset="0"/>
                <a:cs typeface="Arial" panose="020B0604020202020204" pitchFamily="34" charset="0"/>
              </a:endParaRPr>
            </a:p>
          </p:txBody>
        </p:sp>
      </p:grpSp>
      <p:pic>
        <p:nvPicPr>
          <p:cNvPr id="11" name="Graphic 10">
            <a:extLst>
              <a:ext uri="{FF2B5EF4-FFF2-40B4-BE49-F238E27FC236}">
                <a16:creationId xmlns:a16="http://schemas.microsoft.com/office/drawing/2014/main" id="{C93AA39E-01B9-B636-62FA-B9875F93810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50193" y="3596640"/>
            <a:ext cx="1062037" cy="1062037"/>
          </a:xfrm>
          <a:prstGeom prst="rect">
            <a:avLst/>
          </a:prstGeom>
        </p:spPr>
      </p:pic>
      <p:cxnSp>
        <p:nvCxnSpPr>
          <p:cNvPr id="12" name="Connector: Elbow 11">
            <a:extLst>
              <a:ext uri="{FF2B5EF4-FFF2-40B4-BE49-F238E27FC236}">
                <a16:creationId xmlns:a16="http://schemas.microsoft.com/office/drawing/2014/main" id="{2FD3C396-FC55-4ACA-B00B-2BE172CF7666}"/>
              </a:ext>
            </a:extLst>
          </p:cNvPr>
          <p:cNvCxnSpPr>
            <a:cxnSpLocks/>
            <a:stCxn id="4" idx="6"/>
            <a:endCxn id="10" idx="1"/>
          </p:cNvCxnSpPr>
          <p:nvPr/>
        </p:nvCxnSpPr>
        <p:spPr>
          <a:xfrm flipV="1">
            <a:off x="2920812" y="2326605"/>
            <a:ext cx="2527486" cy="1839654"/>
          </a:xfrm>
          <a:prstGeom prst="bentConnector3">
            <a:avLst>
              <a:gd name="adj1" fmla="val 50000"/>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0ACE4EBB-4B20-1579-B7F5-78BFACCD72C1}"/>
              </a:ext>
            </a:extLst>
          </p:cNvPr>
          <p:cNvCxnSpPr>
            <a:cxnSpLocks/>
            <a:stCxn id="4" idx="6"/>
            <a:endCxn id="7" idx="1"/>
          </p:cNvCxnSpPr>
          <p:nvPr/>
        </p:nvCxnSpPr>
        <p:spPr>
          <a:xfrm flipV="1">
            <a:off x="2920812" y="3548417"/>
            <a:ext cx="2527486" cy="617842"/>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5E4AC3C8-9566-988D-83B2-709E05BA24FD}"/>
              </a:ext>
            </a:extLst>
          </p:cNvPr>
          <p:cNvCxnSpPr>
            <a:cxnSpLocks/>
            <a:stCxn id="4" idx="6"/>
            <a:endCxn id="9" idx="1"/>
          </p:cNvCxnSpPr>
          <p:nvPr/>
        </p:nvCxnSpPr>
        <p:spPr>
          <a:xfrm>
            <a:off x="2920812" y="4166259"/>
            <a:ext cx="2527486" cy="603970"/>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4FC9BA0E-B212-26D9-5494-853DC0764C6B}"/>
              </a:ext>
            </a:extLst>
          </p:cNvPr>
          <p:cNvCxnSpPr>
            <a:cxnSpLocks/>
            <a:stCxn id="4" idx="6"/>
            <a:endCxn id="8" idx="1"/>
          </p:cNvCxnSpPr>
          <p:nvPr/>
        </p:nvCxnSpPr>
        <p:spPr>
          <a:xfrm>
            <a:off x="2920812" y="4166259"/>
            <a:ext cx="2527486" cy="1825782"/>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1112807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US"/>
              <a:t>3. Human in the loop</a:t>
            </a:r>
            <a:r>
              <a:rPr lang="en-IN"/>
              <a:t>: A real-life scenario</a:t>
            </a:r>
          </a:p>
        </p:txBody>
      </p:sp>
      <p:grpSp>
        <p:nvGrpSpPr>
          <p:cNvPr id="3" name="Group 2">
            <a:extLst>
              <a:ext uri="{FF2B5EF4-FFF2-40B4-BE49-F238E27FC236}">
                <a16:creationId xmlns:a16="http://schemas.microsoft.com/office/drawing/2014/main" id="{80E6820D-9411-CEA5-28AE-669F45E41030}"/>
              </a:ext>
            </a:extLst>
          </p:cNvPr>
          <p:cNvGrpSpPr/>
          <p:nvPr/>
        </p:nvGrpSpPr>
        <p:grpSpPr>
          <a:xfrm>
            <a:off x="1780552" y="1704076"/>
            <a:ext cx="2476214" cy="1648724"/>
            <a:chOff x="2351637" y="652732"/>
            <a:chExt cx="2476214" cy="1648724"/>
          </a:xfrm>
        </p:grpSpPr>
        <p:sp>
          <p:nvSpPr>
            <p:cNvPr id="4" name="Rectangle 3">
              <a:extLst>
                <a:ext uri="{FF2B5EF4-FFF2-40B4-BE49-F238E27FC236}">
                  <a16:creationId xmlns:a16="http://schemas.microsoft.com/office/drawing/2014/main" id="{7673787E-F4FD-5AAF-9889-A5F28FA539FB}"/>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5" name="Rectangle 4">
              <a:extLst>
                <a:ext uri="{FF2B5EF4-FFF2-40B4-BE49-F238E27FC236}">
                  <a16:creationId xmlns:a16="http://schemas.microsoft.com/office/drawing/2014/main" id="{949B29C6-254F-8E97-96BB-9E094009E7DB}"/>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Scan the</a:t>
              </a:r>
            </a:p>
            <a:p>
              <a:pPr algn="ctr"/>
              <a:r>
                <a:rPr lang="en-US" sz="1350">
                  <a:solidFill>
                    <a:schemeClr val="tx1"/>
                  </a:solidFill>
                  <a:latin typeface="Arial" panose="020B0604020202020204" pitchFamily="34" charset="0"/>
                  <a:cs typeface="Arial" panose="020B0604020202020204" pitchFamily="34" charset="0"/>
                </a:rPr>
                <a:t>paper-based</a:t>
              </a:r>
            </a:p>
            <a:p>
              <a:pPr algn="ctr"/>
              <a:r>
                <a:rPr lang="en-US" sz="1350">
                  <a:solidFill>
                    <a:schemeClr val="tx1"/>
                  </a:solidFill>
                  <a:latin typeface="Arial" panose="020B0604020202020204" pitchFamily="34" charset="0"/>
                  <a:cs typeface="Arial" panose="020B0604020202020204" pitchFamily="34" charset="0"/>
                </a:rPr>
                <a:t>invoice</a:t>
              </a:r>
              <a:endParaRPr lang="en-IN" sz="1350">
                <a:solidFill>
                  <a:schemeClr val="tx1"/>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C5B61EFB-8D55-5391-8DBF-980EB3DCAD91}"/>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448949E8-6A0D-4306-6FCB-F4908E5770BA}"/>
                </a:ext>
              </a:extLst>
            </p:cNvPr>
            <p:cNvCxnSpPr>
              <a:cxnSpLocks/>
            </p:cNvCxnSpPr>
            <p:nvPr/>
          </p:nvCxnSpPr>
          <p:spPr>
            <a:xfrm>
              <a:off x="3989391" y="1535502"/>
              <a:ext cx="8384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53E35788-029D-902D-0689-4FEC4785A96E}"/>
              </a:ext>
            </a:extLst>
          </p:cNvPr>
          <p:cNvGrpSpPr/>
          <p:nvPr/>
        </p:nvGrpSpPr>
        <p:grpSpPr>
          <a:xfrm>
            <a:off x="4494860" y="1704076"/>
            <a:ext cx="1637754" cy="1912156"/>
            <a:chOff x="2351637" y="652732"/>
            <a:chExt cx="1637754" cy="1912156"/>
          </a:xfrm>
        </p:grpSpPr>
        <p:sp>
          <p:nvSpPr>
            <p:cNvPr id="9" name="Rectangle 8">
              <a:extLst>
                <a:ext uri="{FF2B5EF4-FFF2-40B4-BE49-F238E27FC236}">
                  <a16:creationId xmlns:a16="http://schemas.microsoft.com/office/drawing/2014/main" id="{5CA9BCE9-50F2-20E9-7769-4CC8150AEF0C}"/>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0" name="Rectangle 9">
              <a:extLst>
                <a:ext uri="{FF2B5EF4-FFF2-40B4-BE49-F238E27FC236}">
                  <a16:creationId xmlns:a16="http://schemas.microsoft.com/office/drawing/2014/main" id="{E5F21C05-4D94-D018-1EA2-4ACB52A053F8}"/>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Trigger</a:t>
              </a:r>
            </a:p>
            <a:p>
              <a:pPr algn="ctr"/>
              <a:r>
                <a:rPr lang="en-US" sz="1350">
                  <a:solidFill>
                    <a:schemeClr val="tx1"/>
                  </a:solidFill>
                  <a:latin typeface="Arial" panose="020B0604020202020204" pitchFamily="34" charset="0"/>
                  <a:cs typeface="Arial" panose="020B0604020202020204" pitchFamily="34" charset="0"/>
                </a:rPr>
                <a:t>automation</a:t>
              </a:r>
            </a:p>
            <a:p>
              <a:pPr algn="ctr"/>
              <a:r>
                <a:rPr lang="en-US" sz="1350">
                  <a:solidFill>
                    <a:schemeClr val="tx1"/>
                  </a:solidFill>
                  <a:latin typeface="Arial" panose="020B0604020202020204" pitchFamily="34" charset="0"/>
                  <a:cs typeface="Arial" panose="020B0604020202020204" pitchFamily="34" charset="0"/>
                </a:rPr>
                <a:t>via keystroke</a:t>
              </a:r>
              <a:endParaRPr lang="en-IN" sz="1350">
                <a:solidFill>
                  <a:schemeClr val="tx1"/>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030EBD4D-3249-F268-D6B4-87CD0A6F93E1}"/>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1210AD91-7983-04A9-3748-36AF2547ED05}"/>
                </a:ext>
              </a:extLst>
            </p:cNvPr>
            <p:cNvCxnSpPr>
              <a:cxnSpLocks/>
            </p:cNvCxnSpPr>
            <p:nvPr/>
          </p:nvCxnSpPr>
          <p:spPr>
            <a:xfrm rot="5400000">
              <a:off x="3100450" y="243317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6EB357FA-2FA8-7760-C0DB-D1E6411B326B}"/>
              </a:ext>
            </a:extLst>
          </p:cNvPr>
          <p:cNvGrpSpPr/>
          <p:nvPr/>
        </p:nvGrpSpPr>
        <p:grpSpPr>
          <a:xfrm>
            <a:off x="4525340" y="3854322"/>
            <a:ext cx="2540344" cy="1648724"/>
            <a:chOff x="2351637" y="652732"/>
            <a:chExt cx="2540344" cy="1648724"/>
          </a:xfrm>
        </p:grpSpPr>
        <p:sp>
          <p:nvSpPr>
            <p:cNvPr id="15" name="Rectangle 14">
              <a:extLst>
                <a:ext uri="{FF2B5EF4-FFF2-40B4-BE49-F238E27FC236}">
                  <a16:creationId xmlns:a16="http://schemas.microsoft.com/office/drawing/2014/main" id="{D5848D50-7D49-FCC0-4BDF-CB8080D4968A}"/>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6" name="Rectangle 15">
              <a:extLst>
                <a:ext uri="{FF2B5EF4-FFF2-40B4-BE49-F238E27FC236}">
                  <a16:creationId xmlns:a16="http://schemas.microsoft.com/office/drawing/2014/main" id="{C1090760-D160-EB76-63B0-E2367A39B36F}"/>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Check data</a:t>
              </a:r>
            </a:p>
            <a:p>
              <a:pPr algn="ctr"/>
              <a:r>
                <a:rPr lang="en-US" sz="1350">
                  <a:solidFill>
                    <a:schemeClr val="tx1"/>
                  </a:solidFill>
                  <a:latin typeface="Arial" panose="020B0604020202020204" pitchFamily="34" charset="0"/>
                  <a:cs typeface="Arial" panose="020B0604020202020204" pitchFamily="34" charset="0"/>
                </a:rPr>
                <a:t>in the</a:t>
              </a:r>
            </a:p>
            <a:p>
              <a:pPr algn="ctr"/>
              <a:r>
                <a:rPr lang="en-US" sz="1350">
                  <a:solidFill>
                    <a:schemeClr val="tx1"/>
                  </a:solidFill>
                  <a:latin typeface="Arial" panose="020B0604020202020204" pitchFamily="34" charset="0"/>
                  <a:cs typeface="Arial" panose="020B0604020202020204" pitchFamily="34" charset="0"/>
                </a:rPr>
                <a:t>invoice fields</a:t>
              </a:r>
              <a:endParaRPr lang="en-IN" sz="1350">
                <a:solidFill>
                  <a:schemeClr val="tx1"/>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42798AEB-58E6-3AEE-4824-92B41F7F80AC}"/>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5198AA96-CD13-9AA9-6A0B-71511BADBD75}"/>
                </a:ext>
              </a:extLst>
            </p:cNvPr>
            <p:cNvCxnSpPr>
              <a:cxnSpLocks/>
            </p:cNvCxnSpPr>
            <p:nvPr/>
          </p:nvCxnSpPr>
          <p:spPr>
            <a:xfrm>
              <a:off x="3989391" y="1535502"/>
              <a:ext cx="9025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181CDA76-511A-280E-DB8E-184DF6795BB0}"/>
              </a:ext>
            </a:extLst>
          </p:cNvPr>
          <p:cNvGrpSpPr/>
          <p:nvPr/>
        </p:nvGrpSpPr>
        <p:grpSpPr>
          <a:xfrm>
            <a:off x="7326135" y="1704076"/>
            <a:ext cx="2558578" cy="1648724"/>
            <a:chOff x="2351637" y="652732"/>
            <a:chExt cx="2558578" cy="1648724"/>
          </a:xfrm>
        </p:grpSpPr>
        <p:sp>
          <p:nvSpPr>
            <p:cNvPr id="20" name="Rectangle 19">
              <a:extLst>
                <a:ext uri="{FF2B5EF4-FFF2-40B4-BE49-F238E27FC236}">
                  <a16:creationId xmlns:a16="http://schemas.microsoft.com/office/drawing/2014/main" id="{136134B6-3DF9-DAC8-681E-16DD129B07B3}"/>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1" name="Rectangle 20">
              <a:extLst>
                <a:ext uri="{FF2B5EF4-FFF2-40B4-BE49-F238E27FC236}">
                  <a16:creationId xmlns:a16="http://schemas.microsoft.com/office/drawing/2014/main" id="{0BA1FC3F-AA66-5566-CCF6-3259CB2CC1D2}"/>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Check and</a:t>
              </a:r>
            </a:p>
            <a:p>
              <a:pPr algn="ctr"/>
              <a:r>
                <a:rPr lang="en-US" sz="1350">
                  <a:solidFill>
                    <a:schemeClr val="tx1"/>
                  </a:solidFill>
                  <a:latin typeface="Arial" panose="020B0604020202020204" pitchFamily="34" charset="0"/>
                  <a:cs typeface="Arial" panose="020B0604020202020204" pitchFamily="34" charset="0"/>
                </a:rPr>
                <a:t>verify data</a:t>
              </a:r>
              <a:endParaRPr lang="en-IN" sz="1350">
                <a:solidFill>
                  <a:schemeClr val="tx1"/>
                </a:solidFill>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E20EB874-7C1A-D9B8-47E5-213C74D2DB0C}"/>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Arrow Connector 22">
              <a:extLst>
                <a:ext uri="{FF2B5EF4-FFF2-40B4-BE49-F238E27FC236}">
                  <a16:creationId xmlns:a16="http://schemas.microsoft.com/office/drawing/2014/main" id="{FEF31B1D-14FC-FCF2-BDD7-E4F26D573FD5}"/>
                </a:ext>
              </a:extLst>
            </p:cNvPr>
            <p:cNvCxnSpPr>
              <a:cxnSpLocks/>
            </p:cNvCxnSpPr>
            <p:nvPr/>
          </p:nvCxnSpPr>
          <p:spPr>
            <a:xfrm>
              <a:off x="3989391" y="1535502"/>
              <a:ext cx="92082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9870DCD2-DEC5-9027-106C-5437674030DC}"/>
              </a:ext>
            </a:extLst>
          </p:cNvPr>
          <p:cNvSpPr/>
          <p:nvPr/>
        </p:nvSpPr>
        <p:spPr>
          <a:xfrm>
            <a:off x="557921" y="1931380"/>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5" name="Oval 24">
            <a:extLst>
              <a:ext uri="{FF2B5EF4-FFF2-40B4-BE49-F238E27FC236}">
                <a16:creationId xmlns:a16="http://schemas.microsoft.com/office/drawing/2014/main" id="{E9D4E052-6D6B-84A3-9545-3F5D282A3D5F}"/>
              </a:ext>
            </a:extLst>
          </p:cNvPr>
          <p:cNvSpPr/>
          <p:nvPr/>
        </p:nvSpPr>
        <p:spPr>
          <a:xfrm>
            <a:off x="557921" y="4126750"/>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pic>
        <p:nvPicPr>
          <p:cNvPr id="26" name="Graphic 25">
            <a:extLst>
              <a:ext uri="{FF2B5EF4-FFF2-40B4-BE49-F238E27FC236}">
                <a16:creationId xmlns:a16="http://schemas.microsoft.com/office/drawing/2014/main" id="{560385BA-ABF6-E373-ECBF-CD2E6DC49D99}"/>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64887" y="4215430"/>
            <a:ext cx="830282" cy="830282"/>
          </a:xfrm>
          <a:prstGeom prst="rect">
            <a:avLst/>
          </a:prstGeom>
        </p:spPr>
      </p:pic>
      <p:pic>
        <p:nvPicPr>
          <p:cNvPr id="27" name="Graphic 26">
            <a:extLst>
              <a:ext uri="{FF2B5EF4-FFF2-40B4-BE49-F238E27FC236}">
                <a16:creationId xmlns:a16="http://schemas.microsoft.com/office/drawing/2014/main" id="{C7423B3B-93B5-406A-7398-78FBADFBFB36}"/>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61685" y="2035144"/>
            <a:ext cx="800114" cy="800114"/>
          </a:xfrm>
          <a:prstGeom prst="rect">
            <a:avLst/>
          </a:prstGeom>
        </p:spPr>
      </p:pic>
      <p:grpSp>
        <p:nvGrpSpPr>
          <p:cNvPr id="28" name="Group 27">
            <a:extLst>
              <a:ext uri="{FF2B5EF4-FFF2-40B4-BE49-F238E27FC236}">
                <a16:creationId xmlns:a16="http://schemas.microsoft.com/office/drawing/2014/main" id="{0C56464D-2D99-5FF5-4A6F-B21EF339852D}"/>
              </a:ext>
            </a:extLst>
          </p:cNvPr>
          <p:cNvGrpSpPr/>
          <p:nvPr/>
        </p:nvGrpSpPr>
        <p:grpSpPr>
          <a:xfrm>
            <a:off x="7326135" y="3630654"/>
            <a:ext cx="1674554" cy="1924405"/>
            <a:chOff x="2351637" y="268892"/>
            <a:chExt cx="1674554" cy="1924405"/>
          </a:xfrm>
        </p:grpSpPr>
        <p:sp>
          <p:nvSpPr>
            <p:cNvPr id="29" name="Rectangle 28">
              <a:extLst>
                <a:ext uri="{FF2B5EF4-FFF2-40B4-BE49-F238E27FC236}">
                  <a16:creationId xmlns:a16="http://schemas.microsoft.com/office/drawing/2014/main" id="{015C72CE-409F-5E31-CED6-6D2E3AD97447}"/>
                </a:ext>
              </a:extLst>
            </p:cNvPr>
            <p:cNvSpPr/>
            <p:nvPr/>
          </p:nvSpPr>
          <p:spPr>
            <a:xfrm>
              <a:off x="2485626" y="532324"/>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30" name="Rectangle 29">
              <a:extLst>
                <a:ext uri="{FF2B5EF4-FFF2-40B4-BE49-F238E27FC236}">
                  <a16:creationId xmlns:a16="http://schemas.microsoft.com/office/drawing/2014/main" id="{EDEBD144-671E-3369-7BDE-B60870739552}"/>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Pass poor</a:t>
              </a:r>
            </a:p>
            <a:p>
              <a:pPr algn="ctr"/>
              <a:r>
                <a:rPr lang="en-US" sz="1350">
                  <a:solidFill>
                    <a:schemeClr val="tx1"/>
                  </a:solidFill>
                  <a:latin typeface="Arial" panose="020B0604020202020204" pitchFamily="34" charset="0"/>
                  <a:cs typeface="Arial" panose="020B0604020202020204" pitchFamily="34" charset="0"/>
                </a:rPr>
                <a:t>quality data</a:t>
              </a:r>
            </a:p>
            <a:p>
              <a:pPr algn="ctr"/>
              <a:r>
                <a:rPr lang="en-US" sz="1350">
                  <a:solidFill>
                    <a:schemeClr val="tx1"/>
                  </a:solidFill>
                  <a:latin typeface="Arial" panose="020B0604020202020204" pitchFamily="34" charset="0"/>
                  <a:cs typeface="Arial" panose="020B0604020202020204" pitchFamily="34" charset="0"/>
                </a:rPr>
                <a:t>to user</a:t>
              </a:r>
              <a:endParaRPr lang="en-IN" sz="1350">
                <a:solidFill>
                  <a:schemeClr val="tx1"/>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4FD46770-A158-BCC1-3ED2-78C8E23293A3}"/>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Arrow Connector 31">
              <a:extLst>
                <a:ext uri="{FF2B5EF4-FFF2-40B4-BE49-F238E27FC236}">
                  <a16:creationId xmlns:a16="http://schemas.microsoft.com/office/drawing/2014/main" id="{62CB0930-2CEF-4C4D-4698-39EFB2CB5C76}"/>
                </a:ext>
              </a:extLst>
            </p:cNvPr>
            <p:cNvCxnSpPr>
              <a:cxnSpLocks/>
            </p:cNvCxnSpPr>
            <p:nvPr/>
          </p:nvCxnSpPr>
          <p:spPr>
            <a:xfrm rot="16200000">
              <a:off x="3124192" y="400608"/>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E8426519-8712-20D8-5C61-EAF0EA5C1E77}"/>
              </a:ext>
            </a:extLst>
          </p:cNvPr>
          <p:cNvGrpSpPr/>
          <p:nvPr/>
        </p:nvGrpSpPr>
        <p:grpSpPr>
          <a:xfrm>
            <a:off x="10042193" y="1704076"/>
            <a:ext cx="1637754" cy="1912156"/>
            <a:chOff x="2351637" y="652732"/>
            <a:chExt cx="1637754" cy="1912156"/>
          </a:xfrm>
        </p:grpSpPr>
        <p:sp>
          <p:nvSpPr>
            <p:cNvPr id="34" name="Rectangle 33">
              <a:extLst>
                <a:ext uri="{FF2B5EF4-FFF2-40B4-BE49-F238E27FC236}">
                  <a16:creationId xmlns:a16="http://schemas.microsoft.com/office/drawing/2014/main" id="{2D5DD852-5C66-077E-0A06-9A1AAAB53463}"/>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35" name="Rectangle 34">
              <a:extLst>
                <a:ext uri="{FF2B5EF4-FFF2-40B4-BE49-F238E27FC236}">
                  <a16:creationId xmlns:a16="http://schemas.microsoft.com/office/drawing/2014/main" id="{648823FA-988C-AF8B-A75C-C8131FAA3672}"/>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Trigger</a:t>
              </a:r>
            </a:p>
            <a:p>
              <a:pPr algn="ctr"/>
              <a:r>
                <a:rPr lang="en-US" sz="1350">
                  <a:solidFill>
                    <a:schemeClr val="tx1"/>
                  </a:solidFill>
                  <a:latin typeface="Arial" panose="020B0604020202020204" pitchFamily="34" charset="0"/>
                  <a:cs typeface="Arial" panose="020B0604020202020204" pitchFamily="34" charset="0"/>
                </a:rPr>
                <a:t>automation</a:t>
              </a:r>
            </a:p>
          </p:txBody>
        </p:sp>
        <p:sp>
          <p:nvSpPr>
            <p:cNvPr id="36" name="Rectangle 35">
              <a:extLst>
                <a:ext uri="{FF2B5EF4-FFF2-40B4-BE49-F238E27FC236}">
                  <a16:creationId xmlns:a16="http://schemas.microsoft.com/office/drawing/2014/main" id="{7425AC29-3354-F7A4-C0B6-B1406EA253B6}"/>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7" name="Straight Arrow Connector 36">
              <a:extLst>
                <a:ext uri="{FF2B5EF4-FFF2-40B4-BE49-F238E27FC236}">
                  <a16:creationId xmlns:a16="http://schemas.microsoft.com/office/drawing/2014/main" id="{4EDA21E3-6A1E-6B32-2BE8-1F4EC0CD06FD}"/>
                </a:ext>
              </a:extLst>
            </p:cNvPr>
            <p:cNvCxnSpPr>
              <a:cxnSpLocks/>
            </p:cNvCxnSpPr>
            <p:nvPr/>
          </p:nvCxnSpPr>
          <p:spPr>
            <a:xfrm rot="5400000">
              <a:off x="3100450" y="243317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4B0868B8-E08C-F4B4-3E37-0719A002E29B}"/>
              </a:ext>
            </a:extLst>
          </p:cNvPr>
          <p:cNvGrpSpPr/>
          <p:nvPr/>
        </p:nvGrpSpPr>
        <p:grpSpPr>
          <a:xfrm>
            <a:off x="10042193" y="3872561"/>
            <a:ext cx="1637754" cy="1648724"/>
            <a:chOff x="2351637" y="652732"/>
            <a:chExt cx="1637754" cy="1648724"/>
          </a:xfrm>
        </p:grpSpPr>
        <p:sp>
          <p:nvSpPr>
            <p:cNvPr id="39" name="Rectangle 38">
              <a:extLst>
                <a:ext uri="{FF2B5EF4-FFF2-40B4-BE49-F238E27FC236}">
                  <a16:creationId xmlns:a16="http://schemas.microsoft.com/office/drawing/2014/main" id="{D8CFFD05-BA53-ED2F-D105-A4FF7C0A4725}"/>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40" name="Rectangle 39">
              <a:extLst>
                <a:ext uri="{FF2B5EF4-FFF2-40B4-BE49-F238E27FC236}">
                  <a16:creationId xmlns:a16="http://schemas.microsoft.com/office/drawing/2014/main" id="{8DB81431-D776-D2FB-DEED-3D0D2716B6FB}"/>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Pass to ERP</a:t>
              </a:r>
            </a:p>
            <a:p>
              <a:pPr algn="ctr"/>
              <a:r>
                <a:rPr lang="en-US" sz="1350">
                  <a:solidFill>
                    <a:schemeClr val="tx1"/>
                  </a:solidFill>
                  <a:latin typeface="Arial" panose="020B0604020202020204" pitchFamily="34" charset="0"/>
                  <a:cs typeface="Arial" panose="020B0604020202020204" pitchFamily="34" charset="0"/>
                </a:rPr>
                <a:t>system</a:t>
              </a:r>
              <a:endParaRPr lang="en-IN" sz="1350">
                <a:solidFill>
                  <a:schemeClr val="tx1"/>
                </a:solidFill>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A1E82E2F-0EF5-46AD-39B6-5F13FEF676CE}"/>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custDataLst>
      <p:tags r:id="rId1"/>
    </p:custDataLst>
    <p:extLst>
      <p:ext uri="{BB962C8B-B14F-4D97-AF65-F5344CB8AC3E}">
        <p14:creationId xmlns:p14="http://schemas.microsoft.com/office/powerpoint/2010/main" val="8522112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4. Attended, interval: What it does</a:t>
            </a:r>
          </a:p>
        </p:txBody>
      </p:sp>
      <p:sp>
        <p:nvSpPr>
          <p:cNvPr id="3" name="Content Placeholder 2">
            <a:extLst>
              <a:ext uri="{FF2B5EF4-FFF2-40B4-BE49-F238E27FC236}">
                <a16:creationId xmlns:a16="http://schemas.microsoft.com/office/drawing/2014/main" id="{A2B605EC-3894-1256-ADC9-DEC92FB80F22}"/>
              </a:ext>
            </a:extLst>
          </p:cNvPr>
          <p:cNvSpPr>
            <a:spLocks noGrp="1"/>
          </p:cNvSpPr>
          <p:nvPr>
            <p:ph sz="quarter" idx="10"/>
          </p:nvPr>
        </p:nvSpPr>
        <p:spPr>
          <a:xfrm>
            <a:off x="381001" y="1004400"/>
            <a:ext cx="11430000" cy="307777"/>
          </a:xfrm>
        </p:spPr>
        <p:txBody>
          <a:bodyPr/>
          <a:lstStyle/>
          <a:p>
            <a:r>
              <a:rPr lang="en-US"/>
              <a:t>In this model, the attended robot can:</a:t>
            </a:r>
          </a:p>
        </p:txBody>
      </p:sp>
      <p:sp>
        <p:nvSpPr>
          <p:cNvPr id="4" name="Oval 3">
            <a:extLst>
              <a:ext uri="{FF2B5EF4-FFF2-40B4-BE49-F238E27FC236}">
                <a16:creationId xmlns:a16="http://schemas.microsoft.com/office/drawing/2014/main" id="{85653EB1-21C1-3A5A-2B34-85C2775BB159}"/>
              </a:ext>
            </a:extLst>
          </p:cNvPr>
          <p:cNvSpPr/>
          <p:nvPr/>
        </p:nvSpPr>
        <p:spPr>
          <a:xfrm>
            <a:off x="1241612" y="3326659"/>
            <a:ext cx="1679200" cy="1679200"/>
          </a:xfrm>
          <a:prstGeom prst="ellipse">
            <a:avLst/>
          </a:prstGeom>
          <a:solidFill>
            <a:srgbClr val="F6F6F6"/>
          </a:solidFill>
          <a:ln w="444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grpSp>
        <p:nvGrpSpPr>
          <p:cNvPr id="6" name="Group 5">
            <a:extLst>
              <a:ext uri="{FF2B5EF4-FFF2-40B4-BE49-F238E27FC236}">
                <a16:creationId xmlns:a16="http://schemas.microsoft.com/office/drawing/2014/main" id="{5C60483F-A0E8-6019-15F9-0718A36B76DB}"/>
              </a:ext>
            </a:extLst>
          </p:cNvPr>
          <p:cNvGrpSpPr/>
          <p:nvPr/>
        </p:nvGrpSpPr>
        <p:grpSpPr>
          <a:xfrm>
            <a:off x="5448298" y="1921968"/>
            <a:ext cx="5467350" cy="4474709"/>
            <a:chOff x="5448298" y="1119502"/>
            <a:chExt cx="5467350" cy="5003322"/>
          </a:xfrm>
        </p:grpSpPr>
        <p:sp>
          <p:nvSpPr>
            <p:cNvPr id="7" name="Rectangle 6">
              <a:extLst>
                <a:ext uri="{FF2B5EF4-FFF2-40B4-BE49-F238E27FC236}">
                  <a16:creationId xmlns:a16="http://schemas.microsoft.com/office/drawing/2014/main" id="{077E36B8-7D34-DD9C-FA38-A548578ADB6B}"/>
                </a:ext>
              </a:extLst>
            </p:cNvPr>
            <p:cNvSpPr/>
            <p:nvPr/>
          </p:nvSpPr>
          <p:spPr>
            <a:xfrm>
              <a:off x="5448298" y="2485651"/>
              <a:ext cx="5467350" cy="904875"/>
            </a:xfrm>
            <a:prstGeom prst="rect">
              <a:avLst/>
            </a:prstGeom>
            <a:solidFill>
              <a:srgbClr val="DC25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Run the process directly from the UiPath Assistant.</a:t>
              </a:r>
            </a:p>
          </p:txBody>
        </p:sp>
        <p:sp>
          <p:nvSpPr>
            <p:cNvPr id="8" name="Rectangle 7">
              <a:extLst>
                <a:ext uri="{FF2B5EF4-FFF2-40B4-BE49-F238E27FC236}">
                  <a16:creationId xmlns:a16="http://schemas.microsoft.com/office/drawing/2014/main" id="{C0C7E314-E7DE-D33A-962B-24EE7CF718D0}"/>
                </a:ext>
              </a:extLst>
            </p:cNvPr>
            <p:cNvSpPr/>
            <p:nvPr/>
          </p:nvSpPr>
          <p:spPr>
            <a:xfrm>
              <a:off x="5448298" y="5217949"/>
              <a:ext cx="5467350" cy="904875"/>
            </a:xfrm>
            <a:prstGeom prst="rect">
              <a:avLst/>
            </a:prstGeom>
            <a:solidFill>
              <a:srgbClr val="1168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Complete the task and return the process to you.</a:t>
              </a:r>
            </a:p>
          </p:txBody>
        </p:sp>
        <p:sp>
          <p:nvSpPr>
            <p:cNvPr id="9" name="Rectangle 8">
              <a:extLst>
                <a:ext uri="{FF2B5EF4-FFF2-40B4-BE49-F238E27FC236}">
                  <a16:creationId xmlns:a16="http://schemas.microsoft.com/office/drawing/2014/main" id="{0421CFFA-54E8-E02A-B4AA-5A344780FE02}"/>
                </a:ext>
              </a:extLst>
            </p:cNvPr>
            <p:cNvSpPr/>
            <p:nvPr/>
          </p:nvSpPr>
          <p:spPr>
            <a:xfrm>
              <a:off x="5448298" y="3851800"/>
              <a:ext cx="5467350" cy="904875"/>
            </a:xfrm>
            <a:prstGeom prst="rect">
              <a:avLst/>
            </a:prstGeom>
            <a:solidFill>
              <a:srgbClr val="8B3D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Complete the task in exactly the same way as you would.</a:t>
              </a:r>
            </a:p>
          </p:txBody>
        </p:sp>
        <p:sp>
          <p:nvSpPr>
            <p:cNvPr id="10" name="Rectangle 9">
              <a:extLst>
                <a:ext uri="{FF2B5EF4-FFF2-40B4-BE49-F238E27FC236}">
                  <a16:creationId xmlns:a16="http://schemas.microsoft.com/office/drawing/2014/main" id="{DB867BF0-47C3-61B9-6B5F-CA29108CA9C1}"/>
                </a:ext>
              </a:extLst>
            </p:cNvPr>
            <p:cNvSpPr/>
            <p:nvPr/>
          </p:nvSpPr>
          <p:spPr>
            <a:xfrm>
              <a:off x="5448298" y="1119502"/>
              <a:ext cx="5467350" cy="904875"/>
            </a:xfrm>
            <a:prstGeom prst="rect">
              <a:avLst/>
            </a:prstGeom>
            <a:solidFill>
              <a:srgbClr val="95D0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Launch on-demand using mouse clicks or hotkeys.</a:t>
              </a:r>
            </a:p>
          </p:txBody>
        </p:sp>
      </p:grpSp>
      <p:cxnSp>
        <p:nvCxnSpPr>
          <p:cNvPr id="12" name="Connector: Elbow 11">
            <a:extLst>
              <a:ext uri="{FF2B5EF4-FFF2-40B4-BE49-F238E27FC236}">
                <a16:creationId xmlns:a16="http://schemas.microsoft.com/office/drawing/2014/main" id="{694E2396-A3D7-6527-7B39-4EE02B80AF48}"/>
              </a:ext>
            </a:extLst>
          </p:cNvPr>
          <p:cNvCxnSpPr>
            <a:cxnSpLocks/>
            <a:stCxn id="4" idx="6"/>
            <a:endCxn id="10" idx="1"/>
          </p:cNvCxnSpPr>
          <p:nvPr/>
        </p:nvCxnSpPr>
        <p:spPr>
          <a:xfrm flipV="1">
            <a:off x="2920812" y="2326605"/>
            <a:ext cx="2527486" cy="1839654"/>
          </a:xfrm>
          <a:prstGeom prst="bentConnector3">
            <a:avLst>
              <a:gd name="adj1" fmla="val 50000"/>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FC8A28B4-83AD-DDD2-D0DA-E43960F70B41}"/>
              </a:ext>
            </a:extLst>
          </p:cNvPr>
          <p:cNvCxnSpPr>
            <a:cxnSpLocks/>
            <a:stCxn id="4" idx="6"/>
            <a:endCxn id="7" idx="1"/>
          </p:cNvCxnSpPr>
          <p:nvPr/>
        </p:nvCxnSpPr>
        <p:spPr>
          <a:xfrm flipV="1">
            <a:off x="2920812" y="3548417"/>
            <a:ext cx="2527486" cy="617842"/>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44AADCEA-733D-94E9-D79D-EBE1CD423779}"/>
              </a:ext>
            </a:extLst>
          </p:cNvPr>
          <p:cNvCxnSpPr>
            <a:cxnSpLocks/>
            <a:stCxn id="4" idx="6"/>
            <a:endCxn id="9" idx="1"/>
          </p:cNvCxnSpPr>
          <p:nvPr/>
        </p:nvCxnSpPr>
        <p:spPr>
          <a:xfrm>
            <a:off x="2920812" y="4166259"/>
            <a:ext cx="2527486" cy="603970"/>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C0022401-57CB-508B-E5CD-6C23390E12C1}"/>
              </a:ext>
            </a:extLst>
          </p:cNvPr>
          <p:cNvCxnSpPr>
            <a:cxnSpLocks/>
            <a:stCxn id="4" idx="6"/>
            <a:endCxn id="8" idx="1"/>
          </p:cNvCxnSpPr>
          <p:nvPr/>
        </p:nvCxnSpPr>
        <p:spPr>
          <a:xfrm>
            <a:off x="2920812" y="4166259"/>
            <a:ext cx="2527486" cy="1825782"/>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CF29E79E-863E-14FD-9620-2F9EDC600DB6}"/>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24012" y="3709059"/>
            <a:ext cx="914400" cy="914400"/>
          </a:xfrm>
          <a:prstGeom prst="rect">
            <a:avLst/>
          </a:prstGeom>
        </p:spPr>
      </p:pic>
    </p:spTree>
    <p:custDataLst>
      <p:tags r:id="rId1"/>
    </p:custDataLst>
    <p:extLst>
      <p:ext uri="{BB962C8B-B14F-4D97-AF65-F5344CB8AC3E}">
        <p14:creationId xmlns:p14="http://schemas.microsoft.com/office/powerpoint/2010/main" val="31461180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4. Attended, interval: A real-life scenario</a:t>
            </a:r>
          </a:p>
        </p:txBody>
      </p:sp>
      <p:grpSp>
        <p:nvGrpSpPr>
          <p:cNvPr id="8" name="Group 7">
            <a:extLst>
              <a:ext uri="{FF2B5EF4-FFF2-40B4-BE49-F238E27FC236}">
                <a16:creationId xmlns:a16="http://schemas.microsoft.com/office/drawing/2014/main" id="{0FE5CB02-3173-A685-2F39-5180128776B6}"/>
              </a:ext>
            </a:extLst>
          </p:cNvPr>
          <p:cNvGrpSpPr/>
          <p:nvPr/>
        </p:nvGrpSpPr>
        <p:grpSpPr>
          <a:xfrm>
            <a:off x="1958713" y="1704897"/>
            <a:ext cx="1637754" cy="1912156"/>
            <a:chOff x="2351637" y="652732"/>
            <a:chExt cx="1637754" cy="1912156"/>
          </a:xfrm>
        </p:grpSpPr>
        <p:sp>
          <p:nvSpPr>
            <p:cNvPr id="9" name="Rectangle 8">
              <a:extLst>
                <a:ext uri="{FF2B5EF4-FFF2-40B4-BE49-F238E27FC236}">
                  <a16:creationId xmlns:a16="http://schemas.microsoft.com/office/drawing/2014/main" id="{1627CF2D-747C-7F28-2053-C208BDF47B2D}"/>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0" name="Rectangle 9">
              <a:extLst>
                <a:ext uri="{FF2B5EF4-FFF2-40B4-BE49-F238E27FC236}">
                  <a16:creationId xmlns:a16="http://schemas.microsoft.com/office/drawing/2014/main" id="{DB81E253-0CFC-9406-B3B4-205FC0A53A7A}"/>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Trigger</a:t>
              </a:r>
            </a:p>
            <a:p>
              <a:pPr algn="ctr"/>
              <a:r>
                <a:rPr lang="en-US" sz="1350">
                  <a:solidFill>
                    <a:schemeClr val="tx1"/>
                  </a:solidFill>
                  <a:latin typeface="Arial" panose="020B0604020202020204" pitchFamily="34" charset="0"/>
                  <a:cs typeface="Arial" panose="020B0604020202020204" pitchFamily="34" charset="0"/>
                </a:rPr>
                <a:t>automation</a:t>
              </a:r>
            </a:p>
            <a:p>
              <a:pPr algn="ctr"/>
              <a:r>
                <a:rPr lang="en-US" sz="1350">
                  <a:solidFill>
                    <a:schemeClr val="tx1"/>
                  </a:solidFill>
                  <a:latin typeface="Arial" panose="020B0604020202020204" pitchFamily="34" charset="0"/>
                  <a:cs typeface="Arial" panose="020B0604020202020204" pitchFamily="34" charset="0"/>
                </a:rPr>
                <a:t>via hot key</a:t>
              </a:r>
              <a:endParaRPr lang="en-IN" sz="1350">
                <a:solidFill>
                  <a:schemeClr val="tx1"/>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8E6D8D6F-A235-4B39-87BB-38FE044FB2F0}"/>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B7A1E55C-2881-52B7-6AF6-ED5ED436BC73}"/>
                </a:ext>
              </a:extLst>
            </p:cNvPr>
            <p:cNvCxnSpPr>
              <a:cxnSpLocks/>
            </p:cNvCxnSpPr>
            <p:nvPr/>
          </p:nvCxnSpPr>
          <p:spPr>
            <a:xfrm rot="5400000">
              <a:off x="3100450" y="243317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EA5CF088-2986-6CB5-C271-24B6E2F323AF}"/>
              </a:ext>
            </a:extLst>
          </p:cNvPr>
          <p:cNvGrpSpPr/>
          <p:nvPr/>
        </p:nvGrpSpPr>
        <p:grpSpPr>
          <a:xfrm>
            <a:off x="1958713" y="3945218"/>
            <a:ext cx="2540344" cy="1648724"/>
            <a:chOff x="2351637" y="652732"/>
            <a:chExt cx="2540344" cy="1648724"/>
          </a:xfrm>
        </p:grpSpPr>
        <p:sp>
          <p:nvSpPr>
            <p:cNvPr id="15" name="Rectangle 14">
              <a:extLst>
                <a:ext uri="{FF2B5EF4-FFF2-40B4-BE49-F238E27FC236}">
                  <a16:creationId xmlns:a16="http://schemas.microsoft.com/office/drawing/2014/main" id="{AE9197F7-248C-218D-0521-92E03B5FC3D7}"/>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6" name="Rectangle 15">
              <a:extLst>
                <a:ext uri="{FF2B5EF4-FFF2-40B4-BE49-F238E27FC236}">
                  <a16:creationId xmlns:a16="http://schemas.microsoft.com/office/drawing/2014/main" id="{00A2CE6A-B31D-6D38-394F-62BF443699E0}"/>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Collate all</a:t>
              </a:r>
            </a:p>
            <a:p>
              <a:pPr algn="ctr"/>
              <a:r>
                <a:rPr lang="en-US" sz="1350">
                  <a:solidFill>
                    <a:schemeClr val="tx1"/>
                  </a:solidFill>
                  <a:latin typeface="Arial" panose="020B0604020202020204" pitchFamily="34" charset="0"/>
                  <a:cs typeface="Arial" panose="020B0604020202020204" pitchFamily="34" charset="0"/>
                </a:rPr>
                <a:t>relevant data</a:t>
              </a:r>
            </a:p>
            <a:p>
              <a:pPr algn="ctr"/>
              <a:r>
                <a:rPr lang="en-US" sz="1350">
                  <a:solidFill>
                    <a:schemeClr val="tx1"/>
                  </a:solidFill>
                  <a:latin typeface="Arial" panose="020B0604020202020204" pitchFamily="34" charset="0"/>
                  <a:cs typeface="Arial" panose="020B0604020202020204" pitchFamily="34" charset="0"/>
                </a:rPr>
                <a:t>from multiple</a:t>
              </a:r>
            </a:p>
            <a:p>
              <a:pPr algn="ctr"/>
              <a:r>
                <a:rPr lang="en-US" sz="1350">
                  <a:solidFill>
                    <a:schemeClr val="tx1"/>
                  </a:solidFill>
                  <a:latin typeface="Arial" panose="020B0604020202020204" pitchFamily="34" charset="0"/>
                  <a:cs typeface="Arial" panose="020B0604020202020204" pitchFamily="34" charset="0"/>
                </a:rPr>
                <a:t>sheets</a:t>
              </a:r>
              <a:endParaRPr lang="en-IN" sz="1350">
                <a:solidFill>
                  <a:schemeClr val="tx1"/>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87A11A70-BDE0-E242-8CD0-DD2470C4E27E}"/>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FF0320F7-3C6E-8CC0-45AB-0FC3BBB87A6B}"/>
                </a:ext>
              </a:extLst>
            </p:cNvPr>
            <p:cNvCxnSpPr>
              <a:cxnSpLocks/>
            </p:cNvCxnSpPr>
            <p:nvPr/>
          </p:nvCxnSpPr>
          <p:spPr>
            <a:xfrm>
              <a:off x="3989391" y="1535502"/>
              <a:ext cx="9025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F350CAFE-C4DE-87C9-D8CB-B7108ED364DD}"/>
              </a:ext>
            </a:extLst>
          </p:cNvPr>
          <p:cNvGrpSpPr/>
          <p:nvPr/>
        </p:nvGrpSpPr>
        <p:grpSpPr>
          <a:xfrm>
            <a:off x="7318805" y="1704897"/>
            <a:ext cx="2558578" cy="1648724"/>
            <a:chOff x="2351637" y="652732"/>
            <a:chExt cx="2558578" cy="1648724"/>
          </a:xfrm>
        </p:grpSpPr>
        <p:sp>
          <p:nvSpPr>
            <p:cNvPr id="20" name="Rectangle 19">
              <a:extLst>
                <a:ext uri="{FF2B5EF4-FFF2-40B4-BE49-F238E27FC236}">
                  <a16:creationId xmlns:a16="http://schemas.microsoft.com/office/drawing/2014/main" id="{A41F28FA-A66E-D06E-8DC1-E070495E842A}"/>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1" name="Rectangle 20">
              <a:extLst>
                <a:ext uri="{FF2B5EF4-FFF2-40B4-BE49-F238E27FC236}">
                  <a16:creationId xmlns:a16="http://schemas.microsoft.com/office/drawing/2014/main" id="{58ACF263-848C-293C-2764-4932C3809909}"/>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Verify data</a:t>
              </a:r>
              <a:endParaRPr lang="en-IN" sz="1350">
                <a:solidFill>
                  <a:schemeClr val="tx1"/>
                </a:solidFill>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DCF46E93-30C9-66C0-847A-66CD57CA67CB}"/>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Arrow Connector 22">
              <a:extLst>
                <a:ext uri="{FF2B5EF4-FFF2-40B4-BE49-F238E27FC236}">
                  <a16:creationId xmlns:a16="http://schemas.microsoft.com/office/drawing/2014/main" id="{28DE6725-CA37-5CCB-5EE0-AAA77D279114}"/>
                </a:ext>
              </a:extLst>
            </p:cNvPr>
            <p:cNvCxnSpPr>
              <a:cxnSpLocks/>
            </p:cNvCxnSpPr>
            <p:nvPr/>
          </p:nvCxnSpPr>
          <p:spPr>
            <a:xfrm>
              <a:off x="3989391" y="1535502"/>
              <a:ext cx="92082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D44BA6A9-CB43-6FE5-5E9A-8C45BB7079A4}"/>
              </a:ext>
            </a:extLst>
          </p:cNvPr>
          <p:cNvSpPr/>
          <p:nvPr/>
        </p:nvSpPr>
        <p:spPr>
          <a:xfrm>
            <a:off x="550591" y="1947441"/>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5" name="Oval 24">
            <a:extLst>
              <a:ext uri="{FF2B5EF4-FFF2-40B4-BE49-F238E27FC236}">
                <a16:creationId xmlns:a16="http://schemas.microsoft.com/office/drawing/2014/main" id="{DD55560B-BF21-AB06-2ABA-9CC0412A5D1F}"/>
              </a:ext>
            </a:extLst>
          </p:cNvPr>
          <p:cNvSpPr/>
          <p:nvPr/>
        </p:nvSpPr>
        <p:spPr>
          <a:xfrm>
            <a:off x="550591" y="4142811"/>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pic>
        <p:nvPicPr>
          <p:cNvPr id="27" name="Graphic 26">
            <a:extLst>
              <a:ext uri="{FF2B5EF4-FFF2-40B4-BE49-F238E27FC236}">
                <a16:creationId xmlns:a16="http://schemas.microsoft.com/office/drawing/2014/main" id="{AFDB6C87-2CDB-F951-71BB-9082CCB6C26C}"/>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54355" y="2051205"/>
            <a:ext cx="800114" cy="800114"/>
          </a:xfrm>
          <a:prstGeom prst="rect">
            <a:avLst/>
          </a:prstGeom>
        </p:spPr>
      </p:pic>
      <p:grpSp>
        <p:nvGrpSpPr>
          <p:cNvPr id="28" name="Group 27">
            <a:extLst>
              <a:ext uri="{FF2B5EF4-FFF2-40B4-BE49-F238E27FC236}">
                <a16:creationId xmlns:a16="http://schemas.microsoft.com/office/drawing/2014/main" id="{717A4F9C-7F30-CF3F-D05F-1C2AD4130FA9}"/>
              </a:ext>
            </a:extLst>
          </p:cNvPr>
          <p:cNvGrpSpPr/>
          <p:nvPr/>
        </p:nvGrpSpPr>
        <p:grpSpPr>
          <a:xfrm>
            <a:off x="7293319" y="3719257"/>
            <a:ext cx="1674554" cy="1924405"/>
            <a:chOff x="2351637" y="268892"/>
            <a:chExt cx="1674554" cy="1924405"/>
          </a:xfrm>
        </p:grpSpPr>
        <p:sp>
          <p:nvSpPr>
            <p:cNvPr id="29" name="Rectangle 28">
              <a:extLst>
                <a:ext uri="{FF2B5EF4-FFF2-40B4-BE49-F238E27FC236}">
                  <a16:creationId xmlns:a16="http://schemas.microsoft.com/office/drawing/2014/main" id="{4D902CE8-1440-4A2E-06FB-A96B98D1C323}"/>
                </a:ext>
              </a:extLst>
            </p:cNvPr>
            <p:cNvSpPr/>
            <p:nvPr/>
          </p:nvSpPr>
          <p:spPr>
            <a:xfrm>
              <a:off x="2485626" y="532324"/>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30" name="Rectangle 29">
              <a:extLst>
                <a:ext uri="{FF2B5EF4-FFF2-40B4-BE49-F238E27FC236}">
                  <a16:creationId xmlns:a16="http://schemas.microsoft.com/office/drawing/2014/main" id="{1B6354B6-C77B-E92C-5D40-F08F6B9E0E76}"/>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Pass data</a:t>
              </a:r>
            </a:p>
            <a:p>
              <a:pPr algn="ctr"/>
              <a:r>
                <a:rPr lang="en-US" sz="1350">
                  <a:solidFill>
                    <a:schemeClr val="tx1"/>
                  </a:solidFill>
                  <a:latin typeface="Arial" panose="020B0604020202020204" pitchFamily="34" charset="0"/>
                  <a:cs typeface="Arial" panose="020B0604020202020204" pitchFamily="34" charset="0"/>
                </a:rPr>
                <a:t>back for</a:t>
              </a:r>
            </a:p>
            <a:p>
              <a:pPr algn="ctr"/>
              <a:r>
                <a:rPr lang="en-US" sz="1350">
                  <a:solidFill>
                    <a:schemeClr val="tx1"/>
                  </a:solidFill>
                  <a:latin typeface="Arial" panose="020B0604020202020204" pitchFamily="34" charset="0"/>
                  <a:cs typeface="Arial" panose="020B0604020202020204" pitchFamily="34" charset="0"/>
                </a:rPr>
                <a:t>verification</a:t>
              </a:r>
              <a:endParaRPr lang="en-IN" sz="1350">
                <a:solidFill>
                  <a:schemeClr val="tx1"/>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5B1D0FDD-3FC8-6606-051A-65BE7917971D}"/>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Arrow Connector 31">
              <a:extLst>
                <a:ext uri="{FF2B5EF4-FFF2-40B4-BE49-F238E27FC236}">
                  <a16:creationId xmlns:a16="http://schemas.microsoft.com/office/drawing/2014/main" id="{B6BC6A3F-6072-51B4-2207-5DC6469C64FC}"/>
                </a:ext>
              </a:extLst>
            </p:cNvPr>
            <p:cNvCxnSpPr>
              <a:cxnSpLocks/>
            </p:cNvCxnSpPr>
            <p:nvPr/>
          </p:nvCxnSpPr>
          <p:spPr>
            <a:xfrm rot="16200000">
              <a:off x="3124192" y="400608"/>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58F6264F-2B3B-5B66-29D4-5457998F0AFE}"/>
              </a:ext>
            </a:extLst>
          </p:cNvPr>
          <p:cNvGrpSpPr/>
          <p:nvPr/>
        </p:nvGrpSpPr>
        <p:grpSpPr>
          <a:xfrm>
            <a:off x="10030250" y="1674025"/>
            <a:ext cx="1637754" cy="1912156"/>
            <a:chOff x="2351637" y="652732"/>
            <a:chExt cx="1637754" cy="1912156"/>
          </a:xfrm>
        </p:grpSpPr>
        <p:sp>
          <p:nvSpPr>
            <p:cNvPr id="34" name="Rectangle 33">
              <a:extLst>
                <a:ext uri="{FF2B5EF4-FFF2-40B4-BE49-F238E27FC236}">
                  <a16:creationId xmlns:a16="http://schemas.microsoft.com/office/drawing/2014/main" id="{A26B3175-E8FF-440F-5B4D-126DAF40C272}"/>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35" name="Rectangle 34">
              <a:extLst>
                <a:ext uri="{FF2B5EF4-FFF2-40B4-BE49-F238E27FC236}">
                  <a16:creationId xmlns:a16="http://schemas.microsoft.com/office/drawing/2014/main" id="{A08390D6-91E8-5ED8-DA3E-DADE944F58DC}"/>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Trigger</a:t>
              </a:r>
            </a:p>
            <a:p>
              <a:pPr algn="ctr"/>
              <a:r>
                <a:rPr lang="en-US" sz="1350">
                  <a:solidFill>
                    <a:schemeClr val="tx1"/>
                  </a:solidFill>
                  <a:latin typeface="Arial" panose="020B0604020202020204" pitchFamily="34" charset="0"/>
                  <a:cs typeface="Arial" panose="020B0604020202020204" pitchFamily="34" charset="0"/>
                </a:rPr>
                <a:t>automation</a:t>
              </a:r>
            </a:p>
            <a:p>
              <a:pPr algn="ctr"/>
              <a:r>
                <a:rPr lang="en-US" sz="1350">
                  <a:solidFill>
                    <a:schemeClr val="tx1"/>
                  </a:solidFill>
                  <a:latin typeface="Arial" panose="020B0604020202020204" pitchFamily="34" charset="0"/>
                  <a:cs typeface="Arial" panose="020B0604020202020204" pitchFamily="34" charset="0"/>
                </a:rPr>
                <a:t>with hot key</a:t>
              </a:r>
            </a:p>
          </p:txBody>
        </p:sp>
        <p:sp>
          <p:nvSpPr>
            <p:cNvPr id="36" name="Rectangle 35">
              <a:extLst>
                <a:ext uri="{FF2B5EF4-FFF2-40B4-BE49-F238E27FC236}">
                  <a16:creationId xmlns:a16="http://schemas.microsoft.com/office/drawing/2014/main" id="{018A64B7-3B04-D268-37EE-E9FA628539D8}"/>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7" name="Straight Arrow Connector 36">
              <a:extLst>
                <a:ext uri="{FF2B5EF4-FFF2-40B4-BE49-F238E27FC236}">
                  <a16:creationId xmlns:a16="http://schemas.microsoft.com/office/drawing/2014/main" id="{55E26CBE-AB09-58B6-9716-90347B00BAF6}"/>
                </a:ext>
              </a:extLst>
            </p:cNvPr>
            <p:cNvCxnSpPr>
              <a:cxnSpLocks/>
            </p:cNvCxnSpPr>
            <p:nvPr/>
          </p:nvCxnSpPr>
          <p:spPr>
            <a:xfrm rot="5400000">
              <a:off x="3100450" y="243317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1DAD397E-5F69-201D-FC88-57C073322209}"/>
              </a:ext>
            </a:extLst>
          </p:cNvPr>
          <p:cNvGrpSpPr/>
          <p:nvPr/>
        </p:nvGrpSpPr>
        <p:grpSpPr>
          <a:xfrm>
            <a:off x="10049955" y="3945218"/>
            <a:ext cx="1637754" cy="1648724"/>
            <a:chOff x="2351637" y="652732"/>
            <a:chExt cx="1637754" cy="1648724"/>
          </a:xfrm>
        </p:grpSpPr>
        <p:sp>
          <p:nvSpPr>
            <p:cNvPr id="39" name="Rectangle 38">
              <a:extLst>
                <a:ext uri="{FF2B5EF4-FFF2-40B4-BE49-F238E27FC236}">
                  <a16:creationId xmlns:a16="http://schemas.microsoft.com/office/drawing/2014/main" id="{20B84715-CCE3-6688-3317-D802B5445046}"/>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40" name="Rectangle 39">
              <a:extLst>
                <a:ext uri="{FF2B5EF4-FFF2-40B4-BE49-F238E27FC236}">
                  <a16:creationId xmlns:a16="http://schemas.microsoft.com/office/drawing/2014/main" id="{EF1AA324-C022-8AEF-4EEC-FF88DA702D01}"/>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Create and</a:t>
              </a:r>
            </a:p>
            <a:p>
              <a:pPr algn="ctr"/>
              <a:r>
                <a:rPr lang="en-US" sz="1350">
                  <a:solidFill>
                    <a:schemeClr val="tx1"/>
                  </a:solidFill>
                  <a:latin typeface="Arial" panose="020B0604020202020204" pitchFamily="34" charset="0"/>
                  <a:cs typeface="Arial" panose="020B0604020202020204" pitchFamily="34" charset="0"/>
                </a:rPr>
                <a:t>send report</a:t>
              </a:r>
              <a:endParaRPr lang="en-IN" sz="1350">
                <a:solidFill>
                  <a:schemeClr val="tx1"/>
                </a:solidFill>
                <a:latin typeface="Arial" panose="020B0604020202020204" pitchFamily="34" charset="0"/>
                <a:cs typeface="Arial" panose="020B0604020202020204" pitchFamily="34" charset="0"/>
              </a:endParaRPr>
            </a:p>
          </p:txBody>
        </p:sp>
        <p:sp>
          <p:nvSpPr>
            <p:cNvPr id="41" name="Rectangle 40">
              <a:extLst>
                <a:ext uri="{FF2B5EF4-FFF2-40B4-BE49-F238E27FC236}">
                  <a16:creationId xmlns:a16="http://schemas.microsoft.com/office/drawing/2014/main" id="{51793165-B040-DA2D-945C-B6AFE41C4FBB}"/>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2" name="Group 41">
            <a:extLst>
              <a:ext uri="{FF2B5EF4-FFF2-40B4-BE49-F238E27FC236}">
                <a16:creationId xmlns:a16="http://schemas.microsoft.com/office/drawing/2014/main" id="{CD2AD5B9-BFE8-B639-B7BD-8A24D226851D}"/>
              </a:ext>
            </a:extLst>
          </p:cNvPr>
          <p:cNvGrpSpPr/>
          <p:nvPr/>
        </p:nvGrpSpPr>
        <p:grpSpPr>
          <a:xfrm>
            <a:off x="4599290" y="3945218"/>
            <a:ext cx="2540344" cy="1648724"/>
            <a:chOff x="2351637" y="652732"/>
            <a:chExt cx="2540344" cy="1648724"/>
          </a:xfrm>
        </p:grpSpPr>
        <p:sp>
          <p:nvSpPr>
            <p:cNvPr id="43" name="Rectangle 42">
              <a:extLst>
                <a:ext uri="{FF2B5EF4-FFF2-40B4-BE49-F238E27FC236}">
                  <a16:creationId xmlns:a16="http://schemas.microsoft.com/office/drawing/2014/main" id="{AA5E04C1-78BF-9E8C-A660-950A404B2F8D}"/>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44" name="Rectangle 43">
              <a:extLst>
                <a:ext uri="{FF2B5EF4-FFF2-40B4-BE49-F238E27FC236}">
                  <a16:creationId xmlns:a16="http://schemas.microsoft.com/office/drawing/2014/main" id="{3A7A24EE-82E3-1D43-5FE0-3B008408F814}"/>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Aggregate</a:t>
              </a:r>
            </a:p>
            <a:p>
              <a:pPr algn="ctr"/>
              <a:r>
                <a:rPr lang="en-US" sz="1350">
                  <a:solidFill>
                    <a:schemeClr val="tx1"/>
                  </a:solidFill>
                  <a:latin typeface="Arial" panose="020B0604020202020204" pitchFamily="34" charset="0"/>
                  <a:cs typeface="Arial" panose="020B0604020202020204" pitchFamily="34" charset="0"/>
                </a:rPr>
                <a:t>and</a:t>
              </a:r>
            </a:p>
            <a:p>
              <a:pPr algn="ctr"/>
              <a:r>
                <a:rPr lang="en-US" sz="1350">
                  <a:solidFill>
                    <a:schemeClr val="tx1"/>
                  </a:solidFill>
                  <a:latin typeface="Arial" panose="020B0604020202020204" pitchFamily="34" charset="0"/>
                  <a:cs typeface="Arial" panose="020B0604020202020204" pitchFamily="34" charset="0"/>
                </a:rPr>
                <a:t>manipulate data</a:t>
              </a:r>
              <a:endParaRPr lang="en-IN" sz="1350">
                <a:solidFill>
                  <a:schemeClr val="tx1"/>
                </a:solidFill>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4A78D335-1953-8E34-E7F3-21C8B4E597E4}"/>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6" name="Straight Arrow Connector 45">
              <a:extLst>
                <a:ext uri="{FF2B5EF4-FFF2-40B4-BE49-F238E27FC236}">
                  <a16:creationId xmlns:a16="http://schemas.microsoft.com/office/drawing/2014/main" id="{38078127-9055-27AB-FF49-241A7D138447}"/>
                </a:ext>
              </a:extLst>
            </p:cNvPr>
            <p:cNvCxnSpPr>
              <a:cxnSpLocks/>
            </p:cNvCxnSpPr>
            <p:nvPr/>
          </p:nvCxnSpPr>
          <p:spPr>
            <a:xfrm>
              <a:off x="3989391" y="1535502"/>
              <a:ext cx="90259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060FACA0-F934-A526-B539-698CA15D83DD}"/>
              </a:ext>
            </a:extLst>
          </p:cNvPr>
          <p:cNvGrpSpPr/>
          <p:nvPr/>
        </p:nvGrpSpPr>
        <p:grpSpPr>
          <a:xfrm>
            <a:off x="725417" y="4319424"/>
            <a:ext cx="691901" cy="631347"/>
            <a:chOff x="690692" y="4365724"/>
            <a:chExt cx="691901" cy="631347"/>
          </a:xfrm>
        </p:grpSpPr>
        <p:sp>
          <p:nvSpPr>
            <p:cNvPr id="49" name="Freeform: Shape 48">
              <a:extLst>
                <a:ext uri="{FF2B5EF4-FFF2-40B4-BE49-F238E27FC236}">
                  <a16:creationId xmlns:a16="http://schemas.microsoft.com/office/drawing/2014/main" id="{28B1DFCA-0A67-50EE-4071-FD5400769DA0}"/>
                </a:ext>
              </a:extLst>
            </p:cNvPr>
            <p:cNvSpPr/>
            <p:nvPr/>
          </p:nvSpPr>
          <p:spPr>
            <a:xfrm>
              <a:off x="785828" y="4543294"/>
              <a:ext cx="501628" cy="453777"/>
            </a:xfrm>
            <a:custGeom>
              <a:avLst/>
              <a:gdLst>
                <a:gd name="connsiteX0" fmla="*/ 0 w 501628"/>
                <a:gd name="connsiteY0" fmla="*/ 0 h 453777"/>
                <a:gd name="connsiteX1" fmla="*/ 224387 w 501628"/>
                <a:gd name="connsiteY1" fmla="*/ 0 h 453777"/>
                <a:gd name="connsiteX2" fmla="*/ 224387 w 501628"/>
                <a:gd name="connsiteY2" fmla="*/ 25946 h 453777"/>
                <a:gd name="connsiteX3" fmla="*/ 25946 w 501628"/>
                <a:gd name="connsiteY3" fmla="*/ 25946 h 453777"/>
                <a:gd name="connsiteX4" fmla="*/ 25946 w 501628"/>
                <a:gd name="connsiteY4" fmla="*/ 337302 h 453777"/>
                <a:gd name="connsiteX5" fmla="*/ 307929 w 501628"/>
                <a:gd name="connsiteY5" fmla="*/ 337302 h 453777"/>
                <a:gd name="connsiteX6" fmla="*/ 396402 w 501628"/>
                <a:gd name="connsiteY6" fmla="*/ 402451 h 453777"/>
                <a:gd name="connsiteX7" fmla="*/ 396402 w 501628"/>
                <a:gd name="connsiteY7" fmla="*/ 337302 h 453777"/>
                <a:gd name="connsiteX8" fmla="*/ 475682 w 501628"/>
                <a:gd name="connsiteY8" fmla="*/ 337302 h 453777"/>
                <a:gd name="connsiteX9" fmla="*/ 475682 w 501628"/>
                <a:gd name="connsiteY9" fmla="*/ 25946 h 453777"/>
                <a:gd name="connsiteX10" fmla="*/ 277242 w 501628"/>
                <a:gd name="connsiteY10" fmla="*/ 25946 h 453777"/>
                <a:gd name="connsiteX11" fmla="*/ 277242 w 501628"/>
                <a:gd name="connsiteY11" fmla="*/ 0 h 453777"/>
                <a:gd name="connsiteX12" fmla="*/ 501629 w 501628"/>
                <a:gd name="connsiteY12" fmla="*/ 0 h 453777"/>
                <a:gd name="connsiteX13" fmla="*/ 501629 w 501628"/>
                <a:gd name="connsiteY13" fmla="*/ 363248 h 453777"/>
                <a:gd name="connsiteX14" fmla="*/ 422348 w 501628"/>
                <a:gd name="connsiteY14" fmla="*/ 363248 h 453777"/>
                <a:gd name="connsiteX15" fmla="*/ 422348 w 501628"/>
                <a:gd name="connsiteY15" fmla="*/ 453778 h 453777"/>
                <a:gd name="connsiteX16" fmla="*/ 299407 w 501628"/>
                <a:gd name="connsiteY16" fmla="*/ 363248 h 453777"/>
                <a:gd name="connsiteX17" fmla="*/ 0 w 501628"/>
                <a:gd name="connsiteY17" fmla="*/ 363248 h 453777"/>
                <a:gd name="connsiteX18" fmla="*/ 0 w 501628"/>
                <a:gd name="connsiteY18" fmla="*/ 0 h 45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1628" h="453777">
                  <a:moveTo>
                    <a:pt x="0" y="0"/>
                  </a:moveTo>
                  <a:lnTo>
                    <a:pt x="224387" y="0"/>
                  </a:lnTo>
                  <a:lnTo>
                    <a:pt x="224387" y="25946"/>
                  </a:lnTo>
                  <a:lnTo>
                    <a:pt x="25946" y="25946"/>
                  </a:lnTo>
                  <a:lnTo>
                    <a:pt x="25946" y="337302"/>
                  </a:lnTo>
                  <a:lnTo>
                    <a:pt x="307929" y="337302"/>
                  </a:lnTo>
                  <a:lnTo>
                    <a:pt x="396402" y="402451"/>
                  </a:lnTo>
                  <a:lnTo>
                    <a:pt x="396402" y="337302"/>
                  </a:lnTo>
                  <a:lnTo>
                    <a:pt x="475682" y="337302"/>
                  </a:lnTo>
                  <a:lnTo>
                    <a:pt x="475682" y="25946"/>
                  </a:lnTo>
                  <a:lnTo>
                    <a:pt x="277242" y="25946"/>
                  </a:lnTo>
                  <a:lnTo>
                    <a:pt x="277242" y="0"/>
                  </a:lnTo>
                  <a:lnTo>
                    <a:pt x="501629" y="0"/>
                  </a:lnTo>
                  <a:lnTo>
                    <a:pt x="501629" y="363248"/>
                  </a:lnTo>
                  <a:lnTo>
                    <a:pt x="422348" y="363248"/>
                  </a:lnTo>
                  <a:lnTo>
                    <a:pt x="422348" y="453778"/>
                  </a:lnTo>
                  <a:lnTo>
                    <a:pt x="299407" y="363248"/>
                  </a:lnTo>
                  <a:lnTo>
                    <a:pt x="0" y="363248"/>
                  </a:lnTo>
                  <a:lnTo>
                    <a:pt x="0" y="0"/>
                  </a:lnTo>
                  <a:close/>
                </a:path>
              </a:pathLst>
            </a:custGeom>
            <a:solidFill>
              <a:schemeClr val="bg1"/>
            </a:solidFill>
            <a:ln w="8632"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9FD34825-F3BA-CEF8-DD91-AE10E379A0A6}"/>
                </a:ext>
              </a:extLst>
            </p:cNvPr>
            <p:cNvSpPr/>
            <p:nvPr/>
          </p:nvSpPr>
          <p:spPr>
            <a:xfrm>
              <a:off x="942367" y="4773179"/>
              <a:ext cx="195636" cy="46875"/>
            </a:xfrm>
            <a:custGeom>
              <a:avLst/>
              <a:gdLst>
                <a:gd name="connsiteX0" fmla="*/ 97818 w 195636"/>
                <a:gd name="connsiteY0" fmla="*/ 20929 h 46875"/>
                <a:gd name="connsiteX1" fmla="*/ 182220 w 195636"/>
                <a:gd name="connsiteY1" fmla="*/ 0 h 46875"/>
                <a:gd name="connsiteX2" fmla="*/ 195637 w 195636"/>
                <a:gd name="connsiteY2" fmla="*/ 22208 h 46875"/>
                <a:gd name="connsiteX3" fmla="*/ 97818 w 195636"/>
                <a:gd name="connsiteY3" fmla="*/ 46875 h 46875"/>
                <a:gd name="connsiteX4" fmla="*/ 0 w 195636"/>
                <a:gd name="connsiteY4" fmla="*/ 22208 h 46875"/>
                <a:gd name="connsiteX5" fmla="*/ 13416 w 195636"/>
                <a:gd name="connsiteY5" fmla="*/ 0 h 46875"/>
                <a:gd name="connsiteX6" fmla="*/ 97818 w 195636"/>
                <a:gd name="connsiteY6" fmla="*/ 20929 h 4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636" h="46875">
                  <a:moveTo>
                    <a:pt x="97818" y="20929"/>
                  </a:moveTo>
                  <a:cubicBezTo>
                    <a:pt x="129026" y="20929"/>
                    <a:pt x="159541" y="13701"/>
                    <a:pt x="182220" y="0"/>
                  </a:cubicBezTo>
                  <a:lnTo>
                    <a:pt x="195637" y="22208"/>
                  </a:lnTo>
                  <a:cubicBezTo>
                    <a:pt x="167997" y="38906"/>
                    <a:pt x="132561" y="46875"/>
                    <a:pt x="97818" y="46875"/>
                  </a:cubicBezTo>
                  <a:cubicBezTo>
                    <a:pt x="63075" y="46875"/>
                    <a:pt x="27640" y="38906"/>
                    <a:pt x="0" y="22208"/>
                  </a:cubicBezTo>
                  <a:lnTo>
                    <a:pt x="13416" y="0"/>
                  </a:lnTo>
                  <a:cubicBezTo>
                    <a:pt x="36096" y="13701"/>
                    <a:pt x="66610" y="20929"/>
                    <a:pt x="97818" y="20929"/>
                  </a:cubicBezTo>
                  <a:close/>
                </a:path>
              </a:pathLst>
            </a:custGeom>
            <a:solidFill>
              <a:schemeClr val="bg1"/>
            </a:solidFill>
            <a:ln w="8632"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FDA60157-C02C-8FB4-6B82-501BD1B5B079}"/>
                </a:ext>
              </a:extLst>
            </p:cNvPr>
            <p:cNvSpPr/>
            <p:nvPr/>
          </p:nvSpPr>
          <p:spPr>
            <a:xfrm>
              <a:off x="901539" y="4365724"/>
              <a:ext cx="257236" cy="76996"/>
            </a:xfrm>
            <a:custGeom>
              <a:avLst/>
              <a:gdLst>
                <a:gd name="connsiteX0" fmla="*/ 0 w 257236"/>
                <a:gd name="connsiteY0" fmla="*/ 58649 h 76996"/>
                <a:gd name="connsiteX1" fmla="*/ 9174 w 257236"/>
                <a:gd name="connsiteY1" fmla="*/ 49476 h 76996"/>
                <a:gd name="connsiteX2" fmla="*/ 248064 w 257236"/>
                <a:gd name="connsiteY2" fmla="*/ 49476 h 76996"/>
                <a:gd name="connsiteX3" fmla="*/ 257237 w 257236"/>
                <a:gd name="connsiteY3" fmla="*/ 58649 h 76996"/>
                <a:gd name="connsiteX4" fmla="*/ 238890 w 257236"/>
                <a:gd name="connsiteY4" fmla="*/ 76996 h 76996"/>
                <a:gd name="connsiteX5" fmla="*/ 229717 w 257236"/>
                <a:gd name="connsiteY5" fmla="*/ 67823 h 76996"/>
                <a:gd name="connsiteX6" fmla="*/ 27520 w 257236"/>
                <a:gd name="connsiteY6" fmla="*/ 67823 h 76996"/>
                <a:gd name="connsiteX7" fmla="*/ 18347 w 257236"/>
                <a:gd name="connsiteY7" fmla="*/ 76996 h 76996"/>
                <a:gd name="connsiteX8" fmla="*/ 0 w 257236"/>
                <a:gd name="connsiteY8" fmla="*/ 58649 h 76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236" h="76996">
                  <a:moveTo>
                    <a:pt x="0" y="58649"/>
                  </a:moveTo>
                  <a:lnTo>
                    <a:pt x="9174" y="49476"/>
                  </a:lnTo>
                  <a:cubicBezTo>
                    <a:pt x="75141" y="-16492"/>
                    <a:pt x="182096" y="-16492"/>
                    <a:pt x="248064" y="49476"/>
                  </a:cubicBezTo>
                  <a:lnTo>
                    <a:pt x="257237" y="58649"/>
                  </a:lnTo>
                  <a:lnTo>
                    <a:pt x="238890" y="76996"/>
                  </a:lnTo>
                  <a:lnTo>
                    <a:pt x="229717" y="67823"/>
                  </a:lnTo>
                  <a:cubicBezTo>
                    <a:pt x="173882" y="11988"/>
                    <a:pt x="83355" y="11988"/>
                    <a:pt x="27520" y="67823"/>
                  </a:cubicBezTo>
                  <a:lnTo>
                    <a:pt x="18347" y="76996"/>
                  </a:lnTo>
                  <a:lnTo>
                    <a:pt x="0" y="58649"/>
                  </a:lnTo>
                  <a:close/>
                </a:path>
              </a:pathLst>
            </a:custGeom>
            <a:solidFill>
              <a:schemeClr val="bg1"/>
            </a:solidFill>
            <a:ln w="8632"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7850124D-0217-BBC9-7340-19E21B2EC302}"/>
                </a:ext>
              </a:extLst>
            </p:cNvPr>
            <p:cNvSpPr/>
            <p:nvPr/>
          </p:nvSpPr>
          <p:spPr>
            <a:xfrm>
              <a:off x="979509" y="4448156"/>
              <a:ext cx="110208" cy="46545"/>
            </a:xfrm>
            <a:custGeom>
              <a:avLst/>
              <a:gdLst>
                <a:gd name="connsiteX0" fmla="*/ 0 w 110208"/>
                <a:gd name="connsiteY0" fmla="*/ 28199 h 46545"/>
                <a:gd name="connsiteX1" fmla="*/ 9174 w 110208"/>
                <a:gd name="connsiteY1" fmla="*/ 19025 h 46545"/>
                <a:gd name="connsiteX2" fmla="*/ 101035 w 110208"/>
                <a:gd name="connsiteY2" fmla="*/ 19025 h 46545"/>
                <a:gd name="connsiteX3" fmla="*/ 110209 w 110208"/>
                <a:gd name="connsiteY3" fmla="*/ 28199 h 46545"/>
                <a:gd name="connsiteX4" fmla="*/ 91862 w 110208"/>
                <a:gd name="connsiteY4" fmla="*/ 46546 h 46545"/>
                <a:gd name="connsiteX5" fmla="*/ 82688 w 110208"/>
                <a:gd name="connsiteY5" fmla="*/ 37372 h 46545"/>
                <a:gd name="connsiteX6" fmla="*/ 27520 w 110208"/>
                <a:gd name="connsiteY6" fmla="*/ 37372 h 46545"/>
                <a:gd name="connsiteX7" fmla="*/ 18347 w 110208"/>
                <a:gd name="connsiteY7" fmla="*/ 46546 h 46545"/>
                <a:gd name="connsiteX8" fmla="*/ 0 w 110208"/>
                <a:gd name="connsiteY8" fmla="*/ 28199 h 46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208" h="46545">
                  <a:moveTo>
                    <a:pt x="0" y="28199"/>
                  </a:moveTo>
                  <a:lnTo>
                    <a:pt x="9174" y="19025"/>
                  </a:lnTo>
                  <a:cubicBezTo>
                    <a:pt x="34541" y="-6342"/>
                    <a:pt x="75668" y="-6342"/>
                    <a:pt x="101035" y="19025"/>
                  </a:cubicBezTo>
                  <a:lnTo>
                    <a:pt x="110209" y="28199"/>
                  </a:lnTo>
                  <a:lnTo>
                    <a:pt x="91862" y="46546"/>
                  </a:lnTo>
                  <a:lnTo>
                    <a:pt x="82688" y="37372"/>
                  </a:lnTo>
                  <a:cubicBezTo>
                    <a:pt x="67454" y="22138"/>
                    <a:pt x="42754" y="22138"/>
                    <a:pt x="27520" y="37372"/>
                  </a:cubicBezTo>
                  <a:lnTo>
                    <a:pt x="18347" y="46546"/>
                  </a:lnTo>
                  <a:lnTo>
                    <a:pt x="0" y="28199"/>
                  </a:lnTo>
                  <a:close/>
                </a:path>
              </a:pathLst>
            </a:custGeom>
            <a:solidFill>
              <a:schemeClr val="bg1"/>
            </a:solidFill>
            <a:ln w="8632"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71FE2E6E-D406-7275-578B-C465B22A9A8C}"/>
                </a:ext>
              </a:extLst>
            </p:cNvPr>
            <p:cNvSpPr/>
            <p:nvPr/>
          </p:nvSpPr>
          <p:spPr>
            <a:xfrm>
              <a:off x="690692" y="4638430"/>
              <a:ext cx="51892" cy="155677"/>
            </a:xfrm>
            <a:custGeom>
              <a:avLst/>
              <a:gdLst>
                <a:gd name="connsiteX0" fmla="*/ 0 w 51892"/>
                <a:gd name="connsiteY0" fmla="*/ 155678 h 155677"/>
                <a:gd name="connsiteX1" fmla="*/ 51893 w 51892"/>
                <a:gd name="connsiteY1" fmla="*/ 155678 h 155677"/>
                <a:gd name="connsiteX2" fmla="*/ 51893 w 51892"/>
                <a:gd name="connsiteY2" fmla="*/ 129732 h 155677"/>
                <a:gd name="connsiteX3" fmla="*/ 25946 w 51892"/>
                <a:gd name="connsiteY3" fmla="*/ 129732 h 155677"/>
                <a:gd name="connsiteX4" fmla="*/ 25946 w 51892"/>
                <a:gd name="connsiteY4" fmla="*/ 25946 h 155677"/>
                <a:gd name="connsiteX5" fmla="*/ 51893 w 51892"/>
                <a:gd name="connsiteY5" fmla="*/ 25946 h 155677"/>
                <a:gd name="connsiteX6" fmla="*/ 51893 w 51892"/>
                <a:gd name="connsiteY6" fmla="*/ 0 h 155677"/>
                <a:gd name="connsiteX7" fmla="*/ 0 w 51892"/>
                <a:gd name="connsiteY7" fmla="*/ 0 h 155677"/>
                <a:gd name="connsiteX8" fmla="*/ 0 w 51892"/>
                <a:gd name="connsiteY8" fmla="*/ 155678 h 1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892" h="155677">
                  <a:moveTo>
                    <a:pt x="0" y="155678"/>
                  </a:moveTo>
                  <a:lnTo>
                    <a:pt x="51893" y="155678"/>
                  </a:lnTo>
                  <a:lnTo>
                    <a:pt x="51893" y="129732"/>
                  </a:lnTo>
                  <a:lnTo>
                    <a:pt x="25946" y="129732"/>
                  </a:lnTo>
                  <a:lnTo>
                    <a:pt x="25946" y="25946"/>
                  </a:lnTo>
                  <a:lnTo>
                    <a:pt x="51893" y="25946"/>
                  </a:lnTo>
                  <a:lnTo>
                    <a:pt x="51893" y="0"/>
                  </a:lnTo>
                  <a:lnTo>
                    <a:pt x="0" y="0"/>
                  </a:lnTo>
                  <a:lnTo>
                    <a:pt x="0" y="155678"/>
                  </a:lnTo>
                  <a:close/>
                </a:path>
              </a:pathLst>
            </a:custGeom>
            <a:solidFill>
              <a:schemeClr val="bg1"/>
            </a:solidFill>
            <a:ln w="8632"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5BEC6375-3508-DE40-872B-F53157717528}"/>
                </a:ext>
              </a:extLst>
            </p:cNvPr>
            <p:cNvSpPr/>
            <p:nvPr/>
          </p:nvSpPr>
          <p:spPr>
            <a:xfrm>
              <a:off x="1330701" y="4638430"/>
              <a:ext cx="51892" cy="155677"/>
            </a:xfrm>
            <a:custGeom>
              <a:avLst/>
              <a:gdLst>
                <a:gd name="connsiteX0" fmla="*/ 51893 w 51892"/>
                <a:gd name="connsiteY0" fmla="*/ 155678 h 155677"/>
                <a:gd name="connsiteX1" fmla="*/ 0 w 51892"/>
                <a:gd name="connsiteY1" fmla="*/ 155678 h 155677"/>
                <a:gd name="connsiteX2" fmla="*/ 0 w 51892"/>
                <a:gd name="connsiteY2" fmla="*/ 129732 h 155677"/>
                <a:gd name="connsiteX3" fmla="*/ 25946 w 51892"/>
                <a:gd name="connsiteY3" fmla="*/ 129732 h 155677"/>
                <a:gd name="connsiteX4" fmla="*/ 25946 w 51892"/>
                <a:gd name="connsiteY4" fmla="*/ 25946 h 155677"/>
                <a:gd name="connsiteX5" fmla="*/ 0 w 51892"/>
                <a:gd name="connsiteY5" fmla="*/ 25946 h 155677"/>
                <a:gd name="connsiteX6" fmla="*/ 0 w 51892"/>
                <a:gd name="connsiteY6" fmla="*/ 0 h 155677"/>
                <a:gd name="connsiteX7" fmla="*/ 51893 w 51892"/>
                <a:gd name="connsiteY7" fmla="*/ 0 h 155677"/>
                <a:gd name="connsiteX8" fmla="*/ 51893 w 51892"/>
                <a:gd name="connsiteY8" fmla="*/ 155678 h 1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892" h="155677">
                  <a:moveTo>
                    <a:pt x="51893" y="155678"/>
                  </a:moveTo>
                  <a:lnTo>
                    <a:pt x="0" y="155678"/>
                  </a:lnTo>
                  <a:lnTo>
                    <a:pt x="0" y="129732"/>
                  </a:lnTo>
                  <a:lnTo>
                    <a:pt x="25946" y="129732"/>
                  </a:lnTo>
                  <a:lnTo>
                    <a:pt x="25946" y="25946"/>
                  </a:lnTo>
                  <a:lnTo>
                    <a:pt x="0" y="25946"/>
                  </a:lnTo>
                  <a:lnTo>
                    <a:pt x="0" y="0"/>
                  </a:lnTo>
                  <a:lnTo>
                    <a:pt x="51893" y="0"/>
                  </a:lnTo>
                  <a:lnTo>
                    <a:pt x="51893" y="155678"/>
                  </a:lnTo>
                  <a:close/>
                </a:path>
              </a:pathLst>
            </a:custGeom>
            <a:solidFill>
              <a:schemeClr val="bg1"/>
            </a:solidFill>
            <a:ln w="8632"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074D1BD2-2EE7-2AE7-DD38-9A24E551CB0E}"/>
                </a:ext>
              </a:extLst>
            </p:cNvPr>
            <p:cNvSpPr/>
            <p:nvPr/>
          </p:nvSpPr>
          <p:spPr>
            <a:xfrm>
              <a:off x="1088535" y="4651403"/>
              <a:ext cx="103785" cy="51892"/>
            </a:xfrm>
            <a:custGeom>
              <a:avLst/>
              <a:gdLst>
                <a:gd name="connsiteX0" fmla="*/ 25946 w 103785"/>
                <a:gd name="connsiteY0" fmla="*/ 51893 h 51892"/>
                <a:gd name="connsiteX1" fmla="*/ 51893 w 103785"/>
                <a:gd name="connsiteY1" fmla="*/ 25946 h 51892"/>
                <a:gd name="connsiteX2" fmla="*/ 77839 w 103785"/>
                <a:gd name="connsiteY2" fmla="*/ 51893 h 51892"/>
                <a:gd name="connsiteX3" fmla="*/ 103785 w 103785"/>
                <a:gd name="connsiteY3" fmla="*/ 51893 h 51892"/>
                <a:gd name="connsiteX4" fmla="*/ 51893 w 103785"/>
                <a:gd name="connsiteY4" fmla="*/ 0 h 51892"/>
                <a:gd name="connsiteX5" fmla="*/ 0 w 103785"/>
                <a:gd name="connsiteY5" fmla="*/ 51893 h 51892"/>
                <a:gd name="connsiteX6" fmla="*/ 25946 w 103785"/>
                <a:gd name="connsiteY6" fmla="*/ 51893 h 5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785" h="51892">
                  <a:moveTo>
                    <a:pt x="25946" y="51893"/>
                  </a:moveTo>
                  <a:cubicBezTo>
                    <a:pt x="25946" y="37562"/>
                    <a:pt x="37562" y="25946"/>
                    <a:pt x="51893" y="25946"/>
                  </a:cubicBezTo>
                  <a:cubicBezTo>
                    <a:pt x="66223" y="25946"/>
                    <a:pt x="77839" y="37562"/>
                    <a:pt x="77839" y="51893"/>
                  </a:cubicBezTo>
                  <a:lnTo>
                    <a:pt x="103785" y="51893"/>
                  </a:lnTo>
                  <a:cubicBezTo>
                    <a:pt x="103785" y="23233"/>
                    <a:pt x="80552" y="0"/>
                    <a:pt x="51893" y="0"/>
                  </a:cubicBezTo>
                  <a:cubicBezTo>
                    <a:pt x="23233" y="0"/>
                    <a:pt x="0" y="23233"/>
                    <a:pt x="0" y="51893"/>
                  </a:cubicBezTo>
                  <a:lnTo>
                    <a:pt x="25946" y="51893"/>
                  </a:lnTo>
                  <a:close/>
                </a:path>
              </a:pathLst>
            </a:custGeom>
            <a:solidFill>
              <a:schemeClr val="bg1"/>
            </a:solidFill>
            <a:ln w="8632"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E1EF161E-CD42-053A-669D-D0A8183AF6BC}"/>
                </a:ext>
              </a:extLst>
            </p:cNvPr>
            <p:cNvSpPr/>
            <p:nvPr/>
          </p:nvSpPr>
          <p:spPr>
            <a:xfrm>
              <a:off x="880965" y="4651403"/>
              <a:ext cx="103785" cy="51892"/>
            </a:xfrm>
            <a:custGeom>
              <a:avLst/>
              <a:gdLst>
                <a:gd name="connsiteX0" fmla="*/ 25946 w 103785"/>
                <a:gd name="connsiteY0" fmla="*/ 51893 h 51892"/>
                <a:gd name="connsiteX1" fmla="*/ 51893 w 103785"/>
                <a:gd name="connsiteY1" fmla="*/ 25946 h 51892"/>
                <a:gd name="connsiteX2" fmla="*/ 77839 w 103785"/>
                <a:gd name="connsiteY2" fmla="*/ 51893 h 51892"/>
                <a:gd name="connsiteX3" fmla="*/ 103785 w 103785"/>
                <a:gd name="connsiteY3" fmla="*/ 51893 h 51892"/>
                <a:gd name="connsiteX4" fmla="*/ 51893 w 103785"/>
                <a:gd name="connsiteY4" fmla="*/ 0 h 51892"/>
                <a:gd name="connsiteX5" fmla="*/ 0 w 103785"/>
                <a:gd name="connsiteY5" fmla="*/ 51893 h 51892"/>
                <a:gd name="connsiteX6" fmla="*/ 25946 w 103785"/>
                <a:gd name="connsiteY6" fmla="*/ 51893 h 5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785" h="51892">
                  <a:moveTo>
                    <a:pt x="25946" y="51893"/>
                  </a:moveTo>
                  <a:cubicBezTo>
                    <a:pt x="25946" y="37562"/>
                    <a:pt x="37562" y="25946"/>
                    <a:pt x="51893" y="25946"/>
                  </a:cubicBezTo>
                  <a:cubicBezTo>
                    <a:pt x="66223" y="25946"/>
                    <a:pt x="77839" y="37562"/>
                    <a:pt x="77839" y="51893"/>
                  </a:cubicBezTo>
                  <a:lnTo>
                    <a:pt x="103785" y="51893"/>
                  </a:lnTo>
                  <a:cubicBezTo>
                    <a:pt x="103785" y="23233"/>
                    <a:pt x="80552" y="0"/>
                    <a:pt x="51893" y="0"/>
                  </a:cubicBezTo>
                  <a:cubicBezTo>
                    <a:pt x="23233" y="0"/>
                    <a:pt x="0" y="23233"/>
                    <a:pt x="0" y="51893"/>
                  </a:cubicBezTo>
                  <a:lnTo>
                    <a:pt x="25946" y="51893"/>
                  </a:lnTo>
                  <a:close/>
                </a:path>
              </a:pathLst>
            </a:custGeom>
            <a:solidFill>
              <a:schemeClr val="bg1"/>
            </a:solidFill>
            <a:ln w="8632" cap="flat">
              <a:noFill/>
              <a:prstDash val="solid"/>
              <a:miter/>
            </a:ln>
          </p:spPr>
          <p:txBody>
            <a:bodyPr rtlCol="0" anchor="ctr"/>
            <a:lstStyle/>
            <a:p>
              <a:endParaRPr lang="en-IN"/>
            </a:p>
          </p:txBody>
        </p:sp>
      </p:grpSp>
    </p:spTree>
    <p:custDataLst>
      <p:tags r:id="rId1"/>
    </p:custDataLst>
    <p:extLst>
      <p:ext uri="{BB962C8B-B14F-4D97-AF65-F5344CB8AC3E}">
        <p14:creationId xmlns:p14="http://schemas.microsoft.com/office/powerpoint/2010/main" val="31478858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5. Attended in tandem: What it does</a:t>
            </a:r>
          </a:p>
        </p:txBody>
      </p:sp>
      <p:sp>
        <p:nvSpPr>
          <p:cNvPr id="3" name="Content Placeholder 2">
            <a:extLst>
              <a:ext uri="{FF2B5EF4-FFF2-40B4-BE49-F238E27FC236}">
                <a16:creationId xmlns:a16="http://schemas.microsoft.com/office/drawing/2014/main" id="{A2B605EC-3894-1256-ADC9-DEC92FB80F22}"/>
              </a:ext>
            </a:extLst>
          </p:cNvPr>
          <p:cNvSpPr>
            <a:spLocks noGrp="1"/>
          </p:cNvSpPr>
          <p:nvPr>
            <p:ph sz="quarter" idx="10"/>
          </p:nvPr>
        </p:nvSpPr>
        <p:spPr>
          <a:xfrm>
            <a:off x="381001" y="1004400"/>
            <a:ext cx="11430000" cy="307777"/>
          </a:xfrm>
        </p:spPr>
        <p:txBody>
          <a:bodyPr/>
          <a:lstStyle/>
          <a:p>
            <a:r>
              <a:rPr lang="en-US"/>
              <a:t>In this model, your attended robot can:</a:t>
            </a:r>
          </a:p>
        </p:txBody>
      </p:sp>
      <p:sp>
        <p:nvSpPr>
          <p:cNvPr id="4" name="Oval 3">
            <a:extLst>
              <a:ext uri="{FF2B5EF4-FFF2-40B4-BE49-F238E27FC236}">
                <a16:creationId xmlns:a16="http://schemas.microsoft.com/office/drawing/2014/main" id="{464682B9-EE80-D993-6A67-6B231C9B6BC5}"/>
              </a:ext>
            </a:extLst>
          </p:cNvPr>
          <p:cNvSpPr/>
          <p:nvPr/>
        </p:nvSpPr>
        <p:spPr>
          <a:xfrm>
            <a:off x="1241612" y="3326659"/>
            <a:ext cx="1679200" cy="1679200"/>
          </a:xfrm>
          <a:prstGeom prst="ellipse">
            <a:avLst/>
          </a:prstGeom>
          <a:solidFill>
            <a:srgbClr val="F6F6F6"/>
          </a:solidFill>
          <a:ln w="444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grpSp>
        <p:nvGrpSpPr>
          <p:cNvPr id="6" name="Group 5">
            <a:extLst>
              <a:ext uri="{FF2B5EF4-FFF2-40B4-BE49-F238E27FC236}">
                <a16:creationId xmlns:a16="http://schemas.microsoft.com/office/drawing/2014/main" id="{3BF94185-23C1-9E63-3A2D-726B3F2A0406}"/>
              </a:ext>
            </a:extLst>
          </p:cNvPr>
          <p:cNvGrpSpPr/>
          <p:nvPr/>
        </p:nvGrpSpPr>
        <p:grpSpPr>
          <a:xfrm>
            <a:off x="5448298" y="1921968"/>
            <a:ext cx="5467350" cy="4474709"/>
            <a:chOff x="5448298" y="1119502"/>
            <a:chExt cx="5467350" cy="5003322"/>
          </a:xfrm>
        </p:grpSpPr>
        <p:sp>
          <p:nvSpPr>
            <p:cNvPr id="7" name="Rectangle 6">
              <a:extLst>
                <a:ext uri="{FF2B5EF4-FFF2-40B4-BE49-F238E27FC236}">
                  <a16:creationId xmlns:a16="http://schemas.microsoft.com/office/drawing/2014/main" id="{E6B63575-8BB2-28CB-23B9-C7D7EEF1B73C}"/>
                </a:ext>
              </a:extLst>
            </p:cNvPr>
            <p:cNvSpPr/>
            <p:nvPr/>
          </p:nvSpPr>
          <p:spPr>
            <a:xfrm>
              <a:off x="5448298" y="2485651"/>
              <a:ext cx="5467350" cy="904875"/>
            </a:xfrm>
            <a:prstGeom prst="rect">
              <a:avLst/>
            </a:prstGeom>
            <a:solidFill>
              <a:srgbClr val="DC25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Monitor your activities and launch processes automatically.</a:t>
              </a:r>
            </a:p>
          </p:txBody>
        </p:sp>
        <p:sp>
          <p:nvSpPr>
            <p:cNvPr id="8" name="Rectangle 7">
              <a:extLst>
                <a:ext uri="{FF2B5EF4-FFF2-40B4-BE49-F238E27FC236}">
                  <a16:creationId xmlns:a16="http://schemas.microsoft.com/office/drawing/2014/main" id="{EA5C56D4-7C78-9151-5ADF-B455F345FD13}"/>
                </a:ext>
              </a:extLst>
            </p:cNvPr>
            <p:cNvSpPr/>
            <p:nvPr/>
          </p:nvSpPr>
          <p:spPr>
            <a:xfrm>
              <a:off x="5448298" y="5217949"/>
              <a:ext cx="5467350" cy="904875"/>
            </a:xfrm>
            <a:prstGeom prst="rect">
              <a:avLst/>
            </a:prstGeom>
            <a:solidFill>
              <a:srgbClr val="1168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Execute processes while you continue working</a:t>
              </a:r>
            </a:p>
            <a:p>
              <a:pPr algn="ctr"/>
              <a:r>
                <a:rPr lang="en-US" sz="1600">
                  <a:latin typeface="Arial" panose="020B0604020202020204" pitchFamily="34" charset="0"/>
                  <a:cs typeface="Arial" panose="020B0604020202020204" pitchFamily="34" charset="0"/>
                </a:rPr>
                <a:t>on the machine.</a:t>
              </a:r>
            </a:p>
          </p:txBody>
        </p:sp>
        <p:sp>
          <p:nvSpPr>
            <p:cNvPr id="9" name="Rectangle 8">
              <a:extLst>
                <a:ext uri="{FF2B5EF4-FFF2-40B4-BE49-F238E27FC236}">
                  <a16:creationId xmlns:a16="http://schemas.microsoft.com/office/drawing/2014/main" id="{EAD35D1B-F83E-FA7E-5D25-FF1BFAF24726}"/>
                </a:ext>
              </a:extLst>
            </p:cNvPr>
            <p:cNvSpPr/>
            <p:nvPr/>
          </p:nvSpPr>
          <p:spPr>
            <a:xfrm>
              <a:off x="5448298" y="3851800"/>
              <a:ext cx="5467350" cy="904875"/>
            </a:xfrm>
            <a:prstGeom prst="rect">
              <a:avLst/>
            </a:prstGeom>
            <a:solidFill>
              <a:srgbClr val="8B3D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Run processes directly from the UiPath Assistant (App).</a:t>
              </a:r>
            </a:p>
          </p:txBody>
        </p:sp>
        <p:sp>
          <p:nvSpPr>
            <p:cNvPr id="10" name="Rectangle 9">
              <a:extLst>
                <a:ext uri="{FF2B5EF4-FFF2-40B4-BE49-F238E27FC236}">
                  <a16:creationId xmlns:a16="http://schemas.microsoft.com/office/drawing/2014/main" id="{B2FD7F2D-ED1B-4D1F-75C0-73AABDEBE25B}"/>
                </a:ext>
              </a:extLst>
            </p:cNvPr>
            <p:cNvSpPr/>
            <p:nvPr/>
          </p:nvSpPr>
          <p:spPr>
            <a:xfrm>
              <a:off x="5448298" y="1119502"/>
              <a:ext cx="5467350" cy="904875"/>
            </a:xfrm>
            <a:prstGeom prst="rect">
              <a:avLst/>
            </a:prstGeom>
            <a:solidFill>
              <a:srgbClr val="95D0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Trigger and execute processes.</a:t>
              </a:r>
            </a:p>
          </p:txBody>
        </p:sp>
      </p:grpSp>
      <p:cxnSp>
        <p:nvCxnSpPr>
          <p:cNvPr id="11" name="Connector: Elbow 10">
            <a:extLst>
              <a:ext uri="{FF2B5EF4-FFF2-40B4-BE49-F238E27FC236}">
                <a16:creationId xmlns:a16="http://schemas.microsoft.com/office/drawing/2014/main" id="{6425DF8A-7BFE-C813-4B1B-DEBF0F13B8D4}"/>
              </a:ext>
            </a:extLst>
          </p:cNvPr>
          <p:cNvCxnSpPr>
            <a:cxnSpLocks/>
            <a:stCxn id="4" idx="6"/>
            <a:endCxn id="10" idx="1"/>
          </p:cNvCxnSpPr>
          <p:nvPr/>
        </p:nvCxnSpPr>
        <p:spPr>
          <a:xfrm flipV="1">
            <a:off x="2920812" y="2326605"/>
            <a:ext cx="2527486" cy="1839654"/>
          </a:xfrm>
          <a:prstGeom prst="bentConnector3">
            <a:avLst>
              <a:gd name="adj1" fmla="val 50000"/>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78411F60-7834-42B9-71AA-9226F288F54F}"/>
              </a:ext>
            </a:extLst>
          </p:cNvPr>
          <p:cNvCxnSpPr>
            <a:cxnSpLocks/>
            <a:stCxn id="4" idx="6"/>
            <a:endCxn id="7" idx="1"/>
          </p:cNvCxnSpPr>
          <p:nvPr/>
        </p:nvCxnSpPr>
        <p:spPr>
          <a:xfrm flipV="1">
            <a:off x="2920812" y="3548417"/>
            <a:ext cx="2527486" cy="617842"/>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1AA186C1-3992-AB8E-CC33-ED1D13FFD3FB}"/>
              </a:ext>
            </a:extLst>
          </p:cNvPr>
          <p:cNvCxnSpPr>
            <a:cxnSpLocks/>
            <a:stCxn id="4" idx="6"/>
            <a:endCxn id="9" idx="1"/>
          </p:cNvCxnSpPr>
          <p:nvPr/>
        </p:nvCxnSpPr>
        <p:spPr>
          <a:xfrm>
            <a:off x="2920812" y="4166259"/>
            <a:ext cx="2527486" cy="603970"/>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36BAE84E-2705-5954-CE7D-A6FBD0FDA3A0}"/>
              </a:ext>
            </a:extLst>
          </p:cNvPr>
          <p:cNvCxnSpPr>
            <a:cxnSpLocks/>
            <a:stCxn id="4" idx="6"/>
            <a:endCxn id="8" idx="1"/>
          </p:cNvCxnSpPr>
          <p:nvPr/>
        </p:nvCxnSpPr>
        <p:spPr>
          <a:xfrm>
            <a:off x="2920812" y="4166259"/>
            <a:ext cx="2527486" cy="1825782"/>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8BBC4521-6ECA-1041-A97B-1632911D8685}"/>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24012" y="3709059"/>
            <a:ext cx="914400" cy="914400"/>
          </a:xfrm>
          <a:prstGeom prst="rect">
            <a:avLst/>
          </a:prstGeom>
        </p:spPr>
      </p:pic>
    </p:spTree>
    <p:custDataLst>
      <p:tags r:id="rId1"/>
    </p:custDataLst>
    <p:extLst>
      <p:ext uri="{BB962C8B-B14F-4D97-AF65-F5344CB8AC3E}">
        <p14:creationId xmlns:p14="http://schemas.microsoft.com/office/powerpoint/2010/main" val="25822515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5. Attended in tandem: A real-life scenario</a:t>
            </a:r>
          </a:p>
        </p:txBody>
      </p:sp>
      <p:grpSp>
        <p:nvGrpSpPr>
          <p:cNvPr id="3" name="Group 2">
            <a:extLst>
              <a:ext uri="{FF2B5EF4-FFF2-40B4-BE49-F238E27FC236}">
                <a16:creationId xmlns:a16="http://schemas.microsoft.com/office/drawing/2014/main" id="{2410ED98-592A-5161-7BDA-CED763A723F2}"/>
              </a:ext>
            </a:extLst>
          </p:cNvPr>
          <p:cNvGrpSpPr/>
          <p:nvPr/>
        </p:nvGrpSpPr>
        <p:grpSpPr>
          <a:xfrm>
            <a:off x="1988971" y="1780276"/>
            <a:ext cx="1901186" cy="1648724"/>
            <a:chOff x="2351637" y="652732"/>
            <a:chExt cx="1901186" cy="1648724"/>
          </a:xfrm>
        </p:grpSpPr>
        <p:sp>
          <p:nvSpPr>
            <p:cNvPr id="5" name="Rectangle 4">
              <a:extLst>
                <a:ext uri="{FF2B5EF4-FFF2-40B4-BE49-F238E27FC236}">
                  <a16:creationId xmlns:a16="http://schemas.microsoft.com/office/drawing/2014/main" id="{D36BD95C-C06E-DD3F-D48C-2098253F1CAF}"/>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6" name="Rectangle 5">
              <a:extLst>
                <a:ext uri="{FF2B5EF4-FFF2-40B4-BE49-F238E27FC236}">
                  <a16:creationId xmlns:a16="http://schemas.microsoft.com/office/drawing/2014/main" id="{CF09ED23-6552-3A49-C627-F51B0E1D0DC6}"/>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Receive</a:t>
              </a:r>
            </a:p>
            <a:p>
              <a:pPr algn="ctr"/>
              <a:r>
                <a:rPr lang="en-US" sz="1350">
                  <a:solidFill>
                    <a:schemeClr val="tx1"/>
                  </a:solidFill>
                  <a:latin typeface="Arial" panose="020B0604020202020204" pitchFamily="34" charset="0"/>
                  <a:cs typeface="Arial" panose="020B0604020202020204" pitchFamily="34" charset="0"/>
                </a:rPr>
                <a:t>customer call</a:t>
              </a:r>
              <a:endParaRPr lang="en-IN" sz="1350">
                <a:solidFill>
                  <a:schemeClr val="tx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716A2DEF-18BC-C261-6FB9-E28632B0A88D}"/>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a:extLst>
                <a:ext uri="{FF2B5EF4-FFF2-40B4-BE49-F238E27FC236}">
                  <a16:creationId xmlns:a16="http://schemas.microsoft.com/office/drawing/2014/main" id="{B6320CAF-DF78-0681-CF4B-960590C74945}"/>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43562308-65DE-514C-0CB7-28A1DDDA65F8}"/>
              </a:ext>
            </a:extLst>
          </p:cNvPr>
          <p:cNvGrpSpPr/>
          <p:nvPr/>
        </p:nvGrpSpPr>
        <p:grpSpPr>
          <a:xfrm>
            <a:off x="3987346" y="1780276"/>
            <a:ext cx="1901186" cy="1648724"/>
            <a:chOff x="2351637" y="652732"/>
            <a:chExt cx="1901186" cy="1648724"/>
          </a:xfrm>
        </p:grpSpPr>
        <p:sp>
          <p:nvSpPr>
            <p:cNvPr id="10" name="Rectangle 9">
              <a:extLst>
                <a:ext uri="{FF2B5EF4-FFF2-40B4-BE49-F238E27FC236}">
                  <a16:creationId xmlns:a16="http://schemas.microsoft.com/office/drawing/2014/main" id="{36B1C6F6-F869-7BD1-AA35-1E34DD1A6E25}"/>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1" name="Rectangle 10">
              <a:extLst>
                <a:ext uri="{FF2B5EF4-FFF2-40B4-BE49-F238E27FC236}">
                  <a16:creationId xmlns:a16="http://schemas.microsoft.com/office/drawing/2014/main" id="{2141ACDA-A59A-7B63-D937-2A800685D14B}"/>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Trigger</a:t>
              </a:r>
            </a:p>
            <a:p>
              <a:pPr algn="ctr"/>
              <a:r>
                <a:rPr lang="en-US" sz="1350">
                  <a:solidFill>
                    <a:schemeClr val="tx1"/>
                  </a:solidFill>
                  <a:latin typeface="Arial" panose="020B0604020202020204" pitchFamily="34" charset="0"/>
                  <a:cs typeface="Arial" panose="020B0604020202020204" pitchFamily="34" charset="0"/>
                </a:rPr>
                <a:t>automation</a:t>
              </a:r>
            </a:p>
            <a:p>
              <a:pPr algn="ctr"/>
              <a:r>
                <a:rPr lang="en-US" sz="1350">
                  <a:solidFill>
                    <a:schemeClr val="tx1"/>
                  </a:solidFill>
                  <a:latin typeface="Arial" panose="020B0604020202020204" pitchFamily="34" charset="0"/>
                  <a:cs typeface="Arial" panose="020B0604020202020204" pitchFamily="34" charset="0"/>
                </a:rPr>
                <a:t>with hot key</a:t>
              </a:r>
              <a:endParaRPr lang="en-IN" sz="1350">
                <a:solidFill>
                  <a:schemeClr val="tx1"/>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FD626A71-0C1E-536D-8F20-A4DCCAB4ADA5}"/>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a:extLst>
                <a:ext uri="{FF2B5EF4-FFF2-40B4-BE49-F238E27FC236}">
                  <a16:creationId xmlns:a16="http://schemas.microsoft.com/office/drawing/2014/main" id="{B9C82634-CBCC-8233-4044-7568A4148645}"/>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D65792E2-A2FF-D105-8BAC-14BE4AE307F7}"/>
              </a:ext>
            </a:extLst>
          </p:cNvPr>
          <p:cNvGrpSpPr/>
          <p:nvPr/>
        </p:nvGrpSpPr>
        <p:grpSpPr>
          <a:xfrm>
            <a:off x="6032232" y="1780276"/>
            <a:ext cx="1901186" cy="1648724"/>
            <a:chOff x="2351637" y="652732"/>
            <a:chExt cx="1901186" cy="1648724"/>
          </a:xfrm>
        </p:grpSpPr>
        <p:sp>
          <p:nvSpPr>
            <p:cNvPr id="15" name="Rectangle 14">
              <a:extLst>
                <a:ext uri="{FF2B5EF4-FFF2-40B4-BE49-F238E27FC236}">
                  <a16:creationId xmlns:a16="http://schemas.microsoft.com/office/drawing/2014/main" id="{6FC9CDFB-9422-5A56-824A-AB719E7AD6E8}"/>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6" name="Rectangle 15">
              <a:extLst>
                <a:ext uri="{FF2B5EF4-FFF2-40B4-BE49-F238E27FC236}">
                  <a16:creationId xmlns:a16="http://schemas.microsoft.com/office/drawing/2014/main" id="{ED463A05-D9C2-252C-F93A-EEE3219B47B7}"/>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Talk with</a:t>
              </a:r>
            </a:p>
            <a:p>
              <a:pPr algn="ctr"/>
              <a:r>
                <a:rPr lang="en-US" sz="1350">
                  <a:solidFill>
                    <a:schemeClr val="tx1"/>
                  </a:solidFill>
                  <a:latin typeface="Arial" panose="020B0604020202020204" pitchFamily="34" charset="0"/>
                  <a:cs typeface="Arial" panose="020B0604020202020204" pitchFamily="34" charset="0"/>
                </a:rPr>
                <a:t>customer</a:t>
              </a:r>
              <a:endParaRPr lang="en-IN" sz="1350">
                <a:solidFill>
                  <a:schemeClr val="tx1"/>
                </a:solidFill>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4F727279-A5B6-5027-98D4-48F53EE47659}"/>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7141E26A-7C0A-660D-2BA7-1DE9B831EA1C}"/>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B745E882-8551-9ADB-392F-B760B10FBCDA}"/>
              </a:ext>
            </a:extLst>
          </p:cNvPr>
          <p:cNvGrpSpPr/>
          <p:nvPr/>
        </p:nvGrpSpPr>
        <p:grpSpPr>
          <a:xfrm>
            <a:off x="9978180" y="1781012"/>
            <a:ext cx="1637754" cy="1648724"/>
            <a:chOff x="2351637" y="652732"/>
            <a:chExt cx="1637754" cy="1648724"/>
          </a:xfrm>
        </p:grpSpPr>
        <p:sp>
          <p:nvSpPr>
            <p:cNvPr id="20" name="Rectangle 19">
              <a:extLst>
                <a:ext uri="{FF2B5EF4-FFF2-40B4-BE49-F238E27FC236}">
                  <a16:creationId xmlns:a16="http://schemas.microsoft.com/office/drawing/2014/main" id="{E696A471-DF77-660E-6505-274882C9DEA0}"/>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1" name="Rectangle 20">
              <a:extLst>
                <a:ext uri="{FF2B5EF4-FFF2-40B4-BE49-F238E27FC236}">
                  <a16:creationId xmlns:a16="http://schemas.microsoft.com/office/drawing/2014/main" id="{DD7A92DF-43B6-D701-6CD4-9032C39891CB}"/>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Resolve issue</a:t>
              </a:r>
            </a:p>
            <a:p>
              <a:pPr algn="ctr"/>
              <a:r>
                <a:rPr lang="en-US" sz="1350">
                  <a:solidFill>
                    <a:schemeClr val="tx1"/>
                  </a:solidFill>
                  <a:latin typeface="Arial" panose="020B0604020202020204" pitchFamily="34" charset="0"/>
                  <a:cs typeface="Arial" panose="020B0604020202020204" pitchFamily="34" charset="0"/>
                </a:rPr>
                <a:t>and complete</a:t>
              </a:r>
            </a:p>
            <a:p>
              <a:pPr algn="ctr"/>
              <a:r>
                <a:rPr lang="en-US" sz="1350">
                  <a:solidFill>
                    <a:schemeClr val="tx1"/>
                  </a:solidFill>
                  <a:latin typeface="Arial" panose="020B0604020202020204" pitchFamily="34" charset="0"/>
                  <a:cs typeface="Arial" panose="020B0604020202020204" pitchFamily="34" charset="0"/>
                </a:rPr>
                <a:t>call</a:t>
              </a:r>
              <a:endParaRPr lang="en-IN" sz="1350">
                <a:solidFill>
                  <a:schemeClr val="tx1"/>
                </a:solidFill>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45CFBD94-D459-0E07-2CAB-B8F0982787CA}"/>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3" name="Group 22">
            <a:extLst>
              <a:ext uri="{FF2B5EF4-FFF2-40B4-BE49-F238E27FC236}">
                <a16:creationId xmlns:a16="http://schemas.microsoft.com/office/drawing/2014/main" id="{8873981F-BC96-ED63-9FB6-5685E7887E81}"/>
              </a:ext>
            </a:extLst>
          </p:cNvPr>
          <p:cNvGrpSpPr/>
          <p:nvPr/>
        </p:nvGrpSpPr>
        <p:grpSpPr>
          <a:xfrm>
            <a:off x="8026438" y="1780276"/>
            <a:ext cx="1901186" cy="1648724"/>
            <a:chOff x="2351637" y="652732"/>
            <a:chExt cx="1901186" cy="1648724"/>
          </a:xfrm>
        </p:grpSpPr>
        <p:sp>
          <p:nvSpPr>
            <p:cNvPr id="24" name="Rectangle 23">
              <a:extLst>
                <a:ext uri="{FF2B5EF4-FFF2-40B4-BE49-F238E27FC236}">
                  <a16:creationId xmlns:a16="http://schemas.microsoft.com/office/drawing/2014/main" id="{45B318DF-E224-9B02-CDFE-6F333CFC94B7}"/>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5" name="Rectangle 24">
              <a:extLst>
                <a:ext uri="{FF2B5EF4-FFF2-40B4-BE49-F238E27FC236}">
                  <a16:creationId xmlns:a16="http://schemas.microsoft.com/office/drawing/2014/main" id="{07149995-27E2-8034-3789-8766B0E4C42C}"/>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Address</a:t>
              </a:r>
            </a:p>
            <a:p>
              <a:pPr algn="ctr"/>
              <a:r>
                <a:rPr lang="en-US" sz="1350">
                  <a:solidFill>
                    <a:schemeClr val="tx1"/>
                  </a:solidFill>
                  <a:latin typeface="Arial" panose="020B0604020202020204" pitchFamily="34" charset="0"/>
                  <a:cs typeface="Arial" panose="020B0604020202020204" pitchFamily="34" charset="0"/>
                </a:rPr>
                <a:t>query</a:t>
              </a:r>
              <a:endParaRPr lang="en-IN" sz="1350">
                <a:solidFill>
                  <a:schemeClr val="tx1"/>
                </a:solidFill>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31EBB3B3-EAC8-801E-399A-6EF786FAF5C5}"/>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Arrow Connector 26">
              <a:extLst>
                <a:ext uri="{FF2B5EF4-FFF2-40B4-BE49-F238E27FC236}">
                  <a16:creationId xmlns:a16="http://schemas.microsoft.com/office/drawing/2014/main" id="{FF6F5E1C-4252-620F-3F8D-273D14FABDBB}"/>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Oval 27">
            <a:extLst>
              <a:ext uri="{FF2B5EF4-FFF2-40B4-BE49-F238E27FC236}">
                <a16:creationId xmlns:a16="http://schemas.microsoft.com/office/drawing/2014/main" id="{CE613ABD-2636-A800-BFAC-CE38FE12A4CD}"/>
              </a:ext>
            </a:extLst>
          </p:cNvPr>
          <p:cNvSpPr/>
          <p:nvPr/>
        </p:nvSpPr>
        <p:spPr>
          <a:xfrm>
            <a:off x="550591" y="1937548"/>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9" name="Oval 28">
            <a:extLst>
              <a:ext uri="{FF2B5EF4-FFF2-40B4-BE49-F238E27FC236}">
                <a16:creationId xmlns:a16="http://schemas.microsoft.com/office/drawing/2014/main" id="{6F901630-569C-FB2B-5120-269D7DEE7A79}"/>
              </a:ext>
            </a:extLst>
          </p:cNvPr>
          <p:cNvSpPr/>
          <p:nvPr/>
        </p:nvSpPr>
        <p:spPr>
          <a:xfrm>
            <a:off x="550591" y="4132918"/>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pic>
        <p:nvPicPr>
          <p:cNvPr id="31" name="Graphic 30">
            <a:extLst>
              <a:ext uri="{FF2B5EF4-FFF2-40B4-BE49-F238E27FC236}">
                <a16:creationId xmlns:a16="http://schemas.microsoft.com/office/drawing/2014/main" id="{032684FC-17D2-8149-26FF-5EAD26FBCEF4}"/>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54355" y="2041312"/>
            <a:ext cx="800114" cy="800114"/>
          </a:xfrm>
          <a:prstGeom prst="rect">
            <a:avLst/>
          </a:prstGeom>
        </p:spPr>
      </p:pic>
      <p:grpSp>
        <p:nvGrpSpPr>
          <p:cNvPr id="32" name="Group 31">
            <a:extLst>
              <a:ext uri="{FF2B5EF4-FFF2-40B4-BE49-F238E27FC236}">
                <a16:creationId xmlns:a16="http://schemas.microsoft.com/office/drawing/2014/main" id="{6BDE31E8-B5A9-88C7-57FB-785FEF23F464}"/>
              </a:ext>
            </a:extLst>
          </p:cNvPr>
          <p:cNvGrpSpPr/>
          <p:nvPr/>
        </p:nvGrpSpPr>
        <p:grpSpPr>
          <a:xfrm>
            <a:off x="3987346" y="3940586"/>
            <a:ext cx="1901186" cy="1648724"/>
            <a:chOff x="2351637" y="652732"/>
            <a:chExt cx="1901186" cy="1648724"/>
          </a:xfrm>
        </p:grpSpPr>
        <p:sp>
          <p:nvSpPr>
            <p:cNvPr id="33" name="Rectangle 32">
              <a:extLst>
                <a:ext uri="{FF2B5EF4-FFF2-40B4-BE49-F238E27FC236}">
                  <a16:creationId xmlns:a16="http://schemas.microsoft.com/office/drawing/2014/main" id="{6480B251-D328-DD90-BF40-E6464A85B98D}"/>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34" name="Rectangle 33">
              <a:extLst>
                <a:ext uri="{FF2B5EF4-FFF2-40B4-BE49-F238E27FC236}">
                  <a16:creationId xmlns:a16="http://schemas.microsoft.com/office/drawing/2014/main" id="{B7005FD3-BF6B-33A1-FB45-13B3B1A847B2}"/>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Colate all</a:t>
              </a:r>
            </a:p>
            <a:p>
              <a:pPr algn="ctr"/>
              <a:r>
                <a:rPr lang="en-US" sz="1350">
                  <a:solidFill>
                    <a:schemeClr val="tx1"/>
                  </a:solidFill>
                  <a:latin typeface="Arial" panose="020B0604020202020204" pitchFamily="34" charset="0"/>
                  <a:cs typeface="Arial" panose="020B0604020202020204" pitchFamily="34" charset="0"/>
                </a:rPr>
                <a:t>relevant sales</a:t>
              </a:r>
            </a:p>
            <a:p>
              <a:pPr algn="ctr"/>
              <a:r>
                <a:rPr lang="en-US" sz="1350">
                  <a:solidFill>
                    <a:schemeClr val="tx1"/>
                  </a:solidFill>
                  <a:latin typeface="Arial" panose="020B0604020202020204" pitchFamily="34" charset="0"/>
                  <a:cs typeface="Arial" panose="020B0604020202020204" pitchFamily="34" charset="0"/>
                </a:rPr>
                <a:t>data from</a:t>
              </a:r>
            </a:p>
            <a:p>
              <a:pPr algn="ctr"/>
              <a:r>
                <a:rPr lang="en-US" sz="1350">
                  <a:solidFill>
                    <a:schemeClr val="tx1"/>
                  </a:solidFill>
                  <a:latin typeface="Arial" panose="020B0604020202020204" pitchFamily="34" charset="0"/>
                  <a:cs typeface="Arial" panose="020B0604020202020204" pitchFamily="34" charset="0"/>
                </a:rPr>
                <a:t>multiple sheets</a:t>
              </a:r>
              <a:endParaRPr lang="en-IN" sz="1350">
                <a:solidFill>
                  <a:schemeClr val="tx1"/>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9E996B68-D0BB-2A9C-2D9E-244C606578A0}"/>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Straight Arrow Connector 35">
              <a:extLst>
                <a:ext uri="{FF2B5EF4-FFF2-40B4-BE49-F238E27FC236}">
                  <a16:creationId xmlns:a16="http://schemas.microsoft.com/office/drawing/2014/main" id="{F3CB77D8-998F-315D-7D19-C2721C9C94DF}"/>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A663810F-E5C9-7C15-34A8-42A6D6468D24}"/>
              </a:ext>
            </a:extLst>
          </p:cNvPr>
          <p:cNvGrpSpPr/>
          <p:nvPr/>
        </p:nvGrpSpPr>
        <p:grpSpPr>
          <a:xfrm>
            <a:off x="8026438" y="3674536"/>
            <a:ext cx="1674554" cy="1924405"/>
            <a:chOff x="2351637" y="268892"/>
            <a:chExt cx="1674554" cy="1924405"/>
          </a:xfrm>
        </p:grpSpPr>
        <p:sp>
          <p:nvSpPr>
            <p:cNvPr id="38" name="Rectangle 37">
              <a:extLst>
                <a:ext uri="{FF2B5EF4-FFF2-40B4-BE49-F238E27FC236}">
                  <a16:creationId xmlns:a16="http://schemas.microsoft.com/office/drawing/2014/main" id="{403541FC-A14D-ACC6-9917-53FFCD8CAD1A}"/>
                </a:ext>
              </a:extLst>
            </p:cNvPr>
            <p:cNvSpPr/>
            <p:nvPr/>
          </p:nvSpPr>
          <p:spPr>
            <a:xfrm>
              <a:off x="2485626" y="532324"/>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39" name="Rectangle 38">
              <a:extLst>
                <a:ext uri="{FF2B5EF4-FFF2-40B4-BE49-F238E27FC236}">
                  <a16:creationId xmlns:a16="http://schemas.microsoft.com/office/drawing/2014/main" id="{69DE91CC-2DD8-E1AF-020E-BCE49E6CBCC1}"/>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Pass data</a:t>
              </a:r>
            </a:p>
            <a:p>
              <a:pPr algn="ctr"/>
              <a:r>
                <a:rPr lang="en-US" sz="1350">
                  <a:solidFill>
                    <a:schemeClr val="tx1"/>
                  </a:solidFill>
                  <a:latin typeface="Arial" panose="020B0604020202020204" pitchFamily="34" charset="0"/>
                  <a:cs typeface="Arial" panose="020B0604020202020204" pitchFamily="34" charset="0"/>
                </a:rPr>
                <a:t>back to</a:t>
              </a:r>
            </a:p>
            <a:p>
              <a:pPr algn="ctr"/>
              <a:r>
                <a:rPr lang="en-US" sz="1350">
                  <a:solidFill>
                    <a:schemeClr val="tx1"/>
                  </a:solidFill>
                  <a:latin typeface="Arial" panose="020B0604020202020204" pitchFamily="34" charset="0"/>
                  <a:cs typeface="Arial" panose="020B0604020202020204" pitchFamily="34" charset="0"/>
                </a:rPr>
                <a:t>agent</a:t>
              </a:r>
              <a:endParaRPr lang="en-IN" sz="1350">
                <a:solidFill>
                  <a:schemeClr val="tx1"/>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C3324BE7-EAE6-8A84-C172-7F19551859CD}"/>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1" name="Straight Arrow Connector 40">
              <a:extLst>
                <a:ext uri="{FF2B5EF4-FFF2-40B4-BE49-F238E27FC236}">
                  <a16:creationId xmlns:a16="http://schemas.microsoft.com/office/drawing/2014/main" id="{5238E48D-FD61-5F8B-B16B-E883386F1525}"/>
                </a:ext>
              </a:extLst>
            </p:cNvPr>
            <p:cNvCxnSpPr>
              <a:cxnSpLocks/>
            </p:cNvCxnSpPr>
            <p:nvPr/>
          </p:nvCxnSpPr>
          <p:spPr>
            <a:xfrm rot="16200000">
              <a:off x="3124192" y="400608"/>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20BFF7D-5C2D-D331-E20F-32E4DE276924}"/>
              </a:ext>
            </a:extLst>
          </p:cNvPr>
          <p:cNvGrpSpPr/>
          <p:nvPr/>
        </p:nvGrpSpPr>
        <p:grpSpPr>
          <a:xfrm>
            <a:off x="5983766" y="3940586"/>
            <a:ext cx="1949652" cy="1648724"/>
            <a:chOff x="2351637" y="652732"/>
            <a:chExt cx="1949652" cy="1648724"/>
          </a:xfrm>
        </p:grpSpPr>
        <p:sp>
          <p:nvSpPr>
            <p:cNvPr id="43" name="Rectangle 42">
              <a:extLst>
                <a:ext uri="{FF2B5EF4-FFF2-40B4-BE49-F238E27FC236}">
                  <a16:creationId xmlns:a16="http://schemas.microsoft.com/office/drawing/2014/main" id="{B759C430-97E2-D5F2-B760-2564E4303692}"/>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44" name="Rectangle 43">
              <a:extLst>
                <a:ext uri="{FF2B5EF4-FFF2-40B4-BE49-F238E27FC236}">
                  <a16:creationId xmlns:a16="http://schemas.microsoft.com/office/drawing/2014/main" id="{DCBFA6B7-2877-1055-0F85-710684044C0A}"/>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Aggregate</a:t>
              </a:r>
            </a:p>
            <a:p>
              <a:pPr algn="ctr"/>
              <a:r>
                <a:rPr lang="en-US" sz="1350">
                  <a:solidFill>
                    <a:schemeClr val="tx1"/>
                  </a:solidFill>
                  <a:latin typeface="Arial" panose="020B0604020202020204" pitchFamily="34" charset="0"/>
                  <a:cs typeface="Arial" panose="020B0604020202020204" pitchFamily="34" charset="0"/>
                </a:rPr>
                <a:t>and</a:t>
              </a:r>
            </a:p>
            <a:p>
              <a:pPr algn="ctr"/>
              <a:r>
                <a:rPr lang="en-US" sz="1350">
                  <a:solidFill>
                    <a:schemeClr val="tx1"/>
                  </a:solidFill>
                  <a:latin typeface="Arial" panose="020B0604020202020204" pitchFamily="34" charset="0"/>
                  <a:cs typeface="Arial" panose="020B0604020202020204" pitchFamily="34" charset="0"/>
                </a:rPr>
                <a:t>manipulate data</a:t>
              </a:r>
              <a:endParaRPr lang="en-IN" sz="1350">
                <a:solidFill>
                  <a:schemeClr val="tx1"/>
                </a:solidFill>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6E64292E-CD07-0FB1-E302-D03ECA59EDB8}"/>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6" name="Straight Arrow Connector 45">
              <a:extLst>
                <a:ext uri="{FF2B5EF4-FFF2-40B4-BE49-F238E27FC236}">
                  <a16:creationId xmlns:a16="http://schemas.microsoft.com/office/drawing/2014/main" id="{87BA6F3F-0BD3-A348-722A-31082BBEA3EC}"/>
                </a:ext>
              </a:extLst>
            </p:cNvPr>
            <p:cNvCxnSpPr>
              <a:cxnSpLocks/>
            </p:cNvCxnSpPr>
            <p:nvPr/>
          </p:nvCxnSpPr>
          <p:spPr>
            <a:xfrm>
              <a:off x="3989391" y="1535502"/>
              <a:ext cx="31189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381A625F-3EC4-1687-83D9-4D50ED8C51BF}"/>
              </a:ext>
            </a:extLst>
          </p:cNvPr>
          <p:cNvGrpSpPr/>
          <p:nvPr/>
        </p:nvGrpSpPr>
        <p:grpSpPr>
          <a:xfrm>
            <a:off x="725417" y="4319424"/>
            <a:ext cx="691901" cy="631347"/>
            <a:chOff x="690692" y="4365724"/>
            <a:chExt cx="691901" cy="631347"/>
          </a:xfrm>
        </p:grpSpPr>
        <p:sp>
          <p:nvSpPr>
            <p:cNvPr id="48" name="Freeform: Shape 47">
              <a:extLst>
                <a:ext uri="{FF2B5EF4-FFF2-40B4-BE49-F238E27FC236}">
                  <a16:creationId xmlns:a16="http://schemas.microsoft.com/office/drawing/2014/main" id="{6E22B1E0-C7F6-0A4A-F588-47A6B8DB9047}"/>
                </a:ext>
              </a:extLst>
            </p:cNvPr>
            <p:cNvSpPr/>
            <p:nvPr/>
          </p:nvSpPr>
          <p:spPr>
            <a:xfrm>
              <a:off x="785828" y="4543294"/>
              <a:ext cx="501628" cy="453777"/>
            </a:xfrm>
            <a:custGeom>
              <a:avLst/>
              <a:gdLst>
                <a:gd name="connsiteX0" fmla="*/ 0 w 501628"/>
                <a:gd name="connsiteY0" fmla="*/ 0 h 453777"/>
                <a:gd name="connsiteX1" fmla="*/ 224387 w 501628"/>
                <a:gd name="connsiteY1" fmla="*/ 0 h 453777"/>
                <a:gd name="connsiteX2" fmla="*/ 224387 w 501628"/>
                <a:gd name="connsiteY2" fmla="*/ 25946 h 453777"/>
                <a:gd name="connsiteX3" fmla="*/ 25946 w 501628"/>
                <a:gd name="connsiteY3" fmla="*/ 25946 h 453777"/>
                <a:gd name="connsiteX4" fmla="*/ 25946 w 501628"/>
                <a:gd name="connsiteY4" fmla="*/ 337302 h 453777"/>
                <a:gd name="connsiteX5" fmla="*/ 307929 w 501628"/>
                <a:gd name="connsiteY5" fmla="*/ 337302 h 453777"/>
                <a:gd name="connsiteX6" fmla="*/ 396402 w 501628"/>
                <a:gd name="connsiteY6" fmla="*/ 402451 h 453777"/>
                <a:gd name="connsiteX7" fmla="*/ 396402 w 501628"/>
                <a:gd name="connsiteY7" fmla="*/ 337302 h 453777"/>
                <a:gd name="connsiteX8" fmla="*/ 475682 w 501628"/>
                <a:gd name="connsiteY8" fmla="*/ 337302 h 453777"/>
                <a:gd name="connsiteX9" fmla="*/ 475682 w 501628"/>
                <a:gd name="connsiteY9" fmla="*/ 25946 h 453777"/>
                <a:gd name="connsiteX10" fmla="*/ 277242 w 501628"/>
                <a:gd name="connsiteY10" fmla="*/ 25946 h 453777"/>
                <a:gd name="connsiteX11" fmla="*/ 277242 w 501628"/>
                <a:gd name="connsiteY11" fmla="*/ 0 h 453777"/>
                <a:gd name="connsiteX12" fmla="*/ 501629 w 501628"/>
                <a:gd name="connsiteY12" fmla="*/ 0 h 453777"/>
                <a:gd name="connsiteX13" fmla="*/ 501629 w 501628"/>
                <a:gd name="connsiteY13" fmla="*/ 363248 h 453777"/>
                <a:gd name="connsiteX14" fmla="*/ 422348 w 501628"/>
                <a:gd name="connsiteY14" fmla="*/ 363248 h 453777"/>
                <a:gd name="connsiteX15" fmla="*/ 422348 w 501628"/>
                <a:gd name="connsiteY15" fmla="*/ 453778 h 453777"/>
                <a:gd name="connsiteX16" fmla="*/ 299407 w 501628"/>
                <a:gd name="connsiteY16" fmla="*/ 363248 h 453777"/>
                <a:gd name="connsiteX17" fmla="*/ 0 w 501628"/>
                <a:gd name="connsiteY17" fmla="*/ 363248 h 453777"/>
                <a:gd name="connsiteX18" fmla="*/ 0 w 501628"/>
                <a:gd name="connsiteY18" fmla="*/ 0 h 45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1628" h="453777">
                  <a:moveTo>
                    <a:pt x="0" y="0"/>
                  </a:moveTo>
                  <a:lnTo>
                    <a:pt x="224387" y="0"/>
                  </a:lnTo>
                  <a:lnTo>
                    <a:pt x="224387" y="25946"/>
                  </a:lnTo>
                  <a:lnTo>
                    <a:pt x="25946" y="25946"/>
                  </a:lnTo>
                  <a:lnTo>
                    <a:pt x="25946" y="337302"/>
                  </a:lnTo>
                  <a:lnTo>
                    <a:pt x="307929" y="337302"/>
                  </a:lnTo>
                  <a:lnTo>
                    <a:pt x="396402" y="402451"/>
                  </a:lnTo>
                  <a:lnTo>
                    <a:pt x="396402" y="337302"/>
                  </a:lnTo>
                  <a:lnTo>
                    <a:pt x="475682" y="337302"/>
                  </a:lnTo>
                  <a:lnTo>
                    <a:pt x="475682" y="25946"/>
                  </a:lnTo>
                  <a:lnTo>
                    <a:pt x="277242" y="25946"/>
                  </a:lnTo>
                  <a:lnTo>
                    <a:pt x="277242" y="0"/>
                  </a:lnTo>
                  <a:lnTo>
                    <a:pt x="501629" y="0"/>
                  </a:lnTo>
                  <a:lnTo>
                    <a:pt x="501629" y="363248"/>
                  </a:lnTo>
                  <a:lnTo>
                    <a:pt x="422348" y="363248"/>
                  </a:lnTo>
                  <a:lnTo>
                    <a:pt x="422348" y="453778"/>
                  </a:lnTo>
                  <a:lnTo>
                    <a:pt x="299407" y="363248"/>
                  </a:lnTo>
                  <a:lnTo>
                    <a:pt x="0" y="363248"/>
                  </a:lnTo>
                  <a:lnTo>
                    <a:pt x="0" y="0"/>
                  </a:lnTo>
                  <a:close/>
                </a:path>
              </a:pathLst>
            </a:custGeom>
            <a:solidFill>
              <a:schemeClr val="bg1"/>
            </a:solidFill>
            <a:ln w="8632"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836FB5D5-7C2D-FB5A-E7C7-3CED650D8010}"/>
                </a:ext>
              </a:extLst>
            </p:cNvPr>
            <p:cNvSpPr/>
            <p:nvPr/>
          </p:nvSpPr>
          <p:spPr>
            <a:xfrm>
              <a:off x="942367" y="4773179"/>
              <a:ext cx="195636" cy="46875"/>
            </a:xfrm>
            <a:custGeom>
              <a:avLst/>
              <a:gdLst>
                <a:gd name="connsiteX0" fmla="*/ 97818 w 195636"/>
                <a:gd name="connsiteY0" fmla="*/ 20929 h 46875"/>
                <a:gd name="connsiteX1" fmla="*/ 182220 w 195636"/>
                <a:gd name="connsiteY1" fmla="*/ 0 h 46875"/>
                <a:gd name="connsiteX2" fmla="*/ 195637 w 195636"/>
                <a:gd name="connsiteY2" fmla="*/ 22208 h 46875"/>
                <a:gd name="connsiteX3" fmla="*/ 97818 w 195636"/>
                <a:gd name="connsiteY3" fmla="*/ 46875 h 46875"/>
                <a:gd name="connsiteX4" fmla="*/ 0 w 195636"/>
                <a:gd name="connsiteY4" fmla="*/ 22208 h 46875"/>
                <a:gd name="connsiteX5" fmla="*/ 13416 w 195636"/>
                <a:gd name="connsiteY5" fmla="*/ 0 h 46875"/>
                <a:gd name="connsiteX6" fmla="*/ 97818 w 195636"/>
                <a:gd name="connsiteY6" fmla="*/ 20929 h 4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636" h="46875">
                  <a:moveTo>
                    <a:pt x="97818" y="20929"/>
                  </a:moveTo>
                  <a:cubicBezTo>
                    <a:pt x="129026" y="20929"/>
                    <a:pt x="159541" y="13701"/>
                    <a:pt x="182220" y="0"/>
                  </a:cubicBezTo>
                  <a:lnTo>
                    <a:pt x="195637" y="22208"/>
                  </a:lnTo>
                  <a:cubicBezTo>
                    <a:pt x="167997" y="38906"/>
                    <a:pt x="132561" y="46875"/>
                    <a:pt x="97818" y="46875"/>
                  </a:cubicBezTo>
                  <a:cubicBezTo>
                    <a:pt x="63075" y="46875"/>
                    <a:pt x="27640" y="38906"/>
                    <a:pt x="0" y="22208"/>
                  </a:cubicBezTo>
                  <a:lnTo>
                    <a:pt x="13416" y="0"/>
                  </a:lnTo>
                  <a:cubicBezTo>
                    <a:pt x="36096" y="13701"/>
                    <a:pt x="66610" y="20929"/>
                    <a:pt x="97818" y="20929"/>
                  </a:cubicBezTo>
                  <a:close/>
                </a:path>
              </a:pathLst>
            </a:custGeom>
            <a:solidFill>
              <a:schemeClr val="bg1"/>
            </a:solidFill>
            <a:ln w="8632"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748D9F8C-24A3-C1ED-406B-8A7C7085C6F8}"/>
                </a:ext>
              </a:extLst>
            </p:cNvPr>
            <p:cNvSpPr/>
            <p:nvPr/>
          </p:nvSpPr>
          <p:spPr>
            <a:xfrm>
              <a:off x="901539" y="4365724"/>
              <a:ext cx="257236" cy="76996"/>
            </a:xfrm>
            <a:custGeom>
              <a:avLst/>
              <a:gdLst>
                <a:gd name="connsiteX0" fmla="*/ 0 w 257236"/>
                <a:gd name="connsiteY0" fmla="*/ 58649 h 76996"/>
                <a:gd name="connsiteX1" fmla="*/ 9174 w 257236"/>
                <a:gd name="connsiteY1" fmla="*/ 49476 h 76996"/>
                <a:gd name="connsiteX2" fmla="*/ 248064 w 257236"/>
                <a:gd name="connsiteY2" fmla="*/ 49476 h 76996"/>
                <a:gd name="connsiteX3" fmla="*/ 257237 w 257236"/>
                <a:gd name="connsiteY3" fmla="*/ 58649 h 76996"/>
                <a:gd name="connsiteX4" fmla="*/ 238890 w 257236"/>
                <a:gd name="connsiteY4" fmla="*/ 76996 h 76996"/>
                <a:gd name="connsiteX5" fmla="*/ 229717 w 257236"/>
                <a:gd name="connsiteY5" fmla="*/ 67823 h 76996"/>
                <a:gd name="connsiteX6" fmla="*/ 27520 w 257236"/>
                <a:gd name="connsiteY6" fmla="*/ 67823 h 76996"/>
                <a:gd name="connsiteX7" fmla="*/ 18347 w 257236"/>
                <a:gd name="connsiteY7" fmla="*/ 76996 h 76996"/>
                <a:gd name="connsiteX8" fmla="*/ 0 w 257236"/>
                <a:gd name="connsiteY8" fmla="*/ 58649 h 76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236" h="76996">
                  <a:moveTo>
                    <a:pt x="0" y="58649"/>
                  </a:moveTo>
                  <a:lnTo>
                    <a:pt x="9174" y="49476"/>
                  </a:lnTo>
                  <a:cubicBezTo>
                    <a:pt x="75141" y="-16492"/>
                    <a:pt x="182096" y="-16492"/>
                    <a:pt x="248064" y="49476"/>
                  </a:cubicBezTo>
                  <a:lnTo>
                    <a:pt x="257237" y="58649"/>
                  </a:lnTo>
                  <a:lnTo>
                    <a:pt x="238890" y="76996"/>
                  </a:lnTo>
                  <a:lnTo>
                    <a:pt x="229717" y="67823"/>
                  </a:lnTo>
                  <a:cubicBezTo>
                    <a:pt x="173882" y="11988"/>
                    <a:pt x="83355" y="11988"/>
                    <a:pt x="27520" y="67823"/>
                  </a:cubicBezTo>
                  <a:lnTo>
                    <a:pt x="18347" y="76996"/>
                  </a:lnTo>
                  <a:lnTo>
                    <a:pt x="0" y="58649"/>
                  </a:lnTo>
                  <a:close/>
                </a:path>
              </a:pathLst>
            </a:custGeom>
            <a:solidFill>
              <a:schemeClr val="bg1"/>
            </a:solidFill>
            <a:ln w="8632"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93045B63-C112-761C-B9A7-B5216C8192F8}"/>
                </a:ext>
              </a:extLst>
            </p:cNvPr>
            <p:cNvSpPr/>
            <p:nvPr/>
          </p:nvSpPr>
          <p:spPr>
            <a:xfrm>
              <a:off x="979509" y="4448156"/>
              <a:ext cx="110208" cy="46545"/>
            </a:xfrm>
            <a:custGeom>
              <a:avLst/>
              <a:gdLst>
                <a:gd name="connsiteX0" fmla="*/ 0 w 110208"/>
                <a:gd name="connsiteY0" fmla="*/ 28199 h 46545"/>
                <a:gd name="connsiteX1" fmla="*/ 9174 w 110208"/>
                <a:gd name="connsiteY1" fmla="*/ 19025 h 46545"/>
                <a:gd name="connsiteX2" fmla="*/ 101035 w 110208"/>
                <a:gd name="connsiteY2" fmla="*/ 19025 h 46545"/>
                <a:gd name="connsiteX3" fmla="*/ 110209 w 110208"/>
                <a:gd name="connsiteY3" fmla="*/ 28199 h 46545"/>
                <a:gd name="connsiteX4" fmla="*/ 91862 w 110208"/>
                <a:gd name="connsiteY4" fmla="*/ 46546 h 46545"/>
                <a:gd name="connsiteX5" fmla="*/ 82688 w 110208"/>
                <a:gd name="connsiteY5" fmla="*/ 37372 h 46545"/>
                <a:gd name="connsiteX6" fmla="*/ 27520 w 110208"/>
                <a:gd name="connsiteY6" fmla="*/ 37372 h 46545"/>
                <a:gd name="connsiteX7" fmla="*/ 18347 w 110208"/>
                <a:gd name="connsiteY7" fmla="*/ 46546 h 46545"/>
                <a:gd name="connsiteX8" fmla="*/ 0 w 110208"/>
                <a:gd name="connsiteY8" fmla="*/ 28199 h 46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208" h="46545">
                  <a:moveTo>
                    <a:pt x="0" y="28199"/>
                  </a:moveTo>
                  <a:lnTo>
                    <a:pt x="9174" y="19025"/>
                  </a:lnTo>
                  <a:cubicBezTo>
                    <a:pt x="34541" y="-6342"/>
                    <a:pt x="75668" y="-6342"/>
                    <a:pt x="101035" y="19025"/>
                  </a:cubicBezTo>
                  <a:lnTo>
                    <a:pt x="110209" y="28199"/>
                  </a:lnTo>
                  <a:lnTo>
                    <a:pt x="91862" y="46546"/>
                  </a:lnTo>
                  <a:lnTo>
                    <a:pt x="82688" y="37372"/>
                  </a:lnTo>
                  <a:cubicBezTo>
                    <a:pt x="67454" y="22138"/>
                    <a:pt x="42754" y="22138"/>
                    <a:pt x="27520" y="37372"/>
                  </a:cubicBezTo>
                  <a:lnTo>
                    <a:pt x="18347" y="46546"/>
                  </a:lnTo>
                  <a:lnTo>
                    <a:pt x="0" y="28199"/>
                  </a:lnTo>
                  <a:close/>
                </a:path>
              </a:pathLst>
            </a:custGeom>
            <a:solidFill>
              <a:schemeClr val="bg1"/>
            </a:solidFill>
            <a:ln w="8632"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17526B2E-B27A-5057-AA1B-76A447F73A5D}"/>
                </a:ext>
              </a:extLst>
            </p:cNvPr>
            <p:cNvSpPr/>
            <p:nvPr/>
          </p:nvSpPr>
          <p:spPr>
            <a:xfrm>
              <a:off x="690692" y="4638430"/>
              <a:ext cx="51892" cy="155677"/>
            </a:xfrm>
            <a:custGeom>
              <a:avLst/>
              <a:gdLst>
                <a:gd name="connsiteX0" fmla="*/ 0 w 51892"/>
                <a:gd name="connsiteY0" fmla="*/ 155678 h 155677"/>
                <a:gd name="connsiteX1" fmla="*/ 51893 w 51892"/>
                <a:gd name="connsiteY1" fmla="*/ 155678 h 155677"/>
                <a:gd name="connsiteX2" fmla="*/ 51893 w 51892"/>
                <a:gd name="connsiteY2" fmla="*/ 129732 h 155677"/>
                <a:gd name="connsiteX3" fmla="*/ 25946 w 51892"/>
                <a:gd name="connsiteY3" fmla="*/ 129732 h 155677"/>
                <a:gd name="connsiteX4" fmla="*/ 25946 w 51892"/>
                <a:gd name="connsiteY4" fmla="*/ 25946 h 155677"/>
                <a:gd name="connsiteX5" fmla="*/ 51893 w 51892"/>
                <a:gd name="connsiteY5" fmla="*/ 25946 h 155677"/>
                <a:gd name="connsiteX6" fmla="*/ 51893 w 51892"/>
                <a:gd name="connsiteY6" fmla="*/ 0 h 155677"/>
                <a:gd name="connsiteX7" fmla="*/ 0 w 51892"/>
                <a:gd name="connsiteY7" fmla="*/ 0 h 155677"/>
                <a:gd name="connsiteX8" fmla="*/ 0 w 51892"/>
                <a:gd name="connsiteY8" fmla="*/ 155678 h 1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892" h="155677">
                  <a:moveTo>
                    <a:pt x="0" y="155678"/>
                  </a:moveTo>
                  <a:lnTo>
                    <a:pt x="51893" y="155678"/>
                  </a:lnTo>
                  <a:lnTo>
                    <a:pt x="51893" y="129732"/>
                  </a:lnTo>
                  <a:lnTo>
                    <a:pt x="25946" y="129732"/>
                  </a:lnTo>
                  <a:lnTo>
                    <a:pt x="25946" y="25946"/>
                  </a:lnTo>
                  <a:lnTo>
                    <a:pt x="51893" y="25946"/>
                  </a:lnTo>
                  <a:lnTo>
                    <a:pt x="51893" y="0"/>
                  </a:lnTo>
                  <a:lnTo>
                    <a:pt x="0" y="0"/>
                  </a:lnTo>
                  <a:lnTo>
                    <a:pt x="0" y="155678"/>
                  </a:lnTo>
                  <a:close/>
                </a:path>
              </a:pathLst>
            </a:custGeom>
            <a:solidFill>
              <a:schemeClr val="bg1"/>
            </a:solidFill>
            <a:ln w="8632"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3E1F2ED1-97E4-13E9-7E1C-F87FCACE4320}"/>
                </a:ext>
              </a:extLst>
            </p:cNvPr>
            <p:cNvSpPr/>
            <p:nvPr/>
          </p:nvSpPr>
          <p:spPr>
            <a:xfrm>
              <a:off x="1330701" y="4638430"/>
              <a:ext cx="51892" cy="155677"/>
            </a:xfrm>
            <a:custGeom>
              <a:avLst/>
              <a:gdLst>
                <a:gd name="connsiteX0" fmla="*/ 51893 w 51892"/>
                <a:gd name="connsiteY0" fmla="*/ 155678 h 155677"/>
                <a:gd name="connsiteX1" fmla="*/ 0 w 51892"/>
                <a:gd name="connsiteY1" fmla="*/ 155678 h 155677"/>
                <a:gd name="connsiteX2" fmla="*/ 0 w 51892"/>
                <a:gd name="connsiteY2" fmla="*/ 129732 h 155677"/>
                <a:gd name="connsiteX3" fmla="*/ 25946 w 51892"/>
                <a:gd name="connsiteY3" fmla="*/ 129732 h 155677"/>
                <a:gd name="connsiteX4" fmla="*/ 25946 w 51892"/>
                <a:gd name="connsiteY4" fmla="*/ 25946 h 155677"/>
                <a:gd name="connsiteX5" fmla="*/ 0 w 51892"/>
                <a:gd name="connsiteY5" fmla="*/ 25946 h 155677"/>
                <a:gd name="connsiteX6" fmla="*/ 0 w 51892"/>
                <a:gd name="connsiteY6" fmla="*/ 0 h 155677"/>
                <a:gd name="connsiteX7" fmla="*/ 51893 w 51892"/>
                <a:gd name="connsiteY7" fmla="*/ 0 h 155677"/>
                <a:gd name="connsiteX8" fmla="*/ 51893 w 51892"/>
                <a:gd name="connsiteY8" fmla="*/ 155678 h 1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892" h="155677">
                  <a:moveTo>
                    <a:pt x="51893" y="155678"/>
                  </a:moveTo>
                  <a:lnTo>
                    <a:pt x="0" y="155678"/>
                  </a:lnTo>
                  <a:lnTo>
                    <a:pt x="0" y="129732"/>
                  </a:lnTo>
                  <a:lnTo>
                    <a:pt x="25946" y="129732"/>
                  </a:lnTo>
                  <a:lnTo>
                    <a:pt x="25946" y="25946"/>
                  </a:lnTo>
                  <a:lnTo>
                    <a:pt x="0" y="25946"/>
                  </a:lnTo>
                  <a:lnTo>
                    <a:pt x="0" y="0"/>
                  </a:lnTo>
                  <a:lnTo>
                    <a:pt x="51893" y="0"/>
                  </a:lnTo>
                  <a:lnTo>
                    <a:pt x="51893" y="155678"/>
                  </a:lnTo>
                  <a:close/>
                </a:path>
              </a:pathLst>
            </a:custGeom>
            <a:solidFill>
              <a:schemeClr val="bg1"/>
            </a:solidFill>
            <a:ln w="8632"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C93D037E-4EBE-AA3C-4308-DB16E286B4DD}"/>
                </a:ext>
              </a:extLst>
            </p:cNvPr>
            <p:cNvSpPr/>
            <p:nvPr/>
          </p:nvSpPr>
          <p:spPr>
            <a:xfrm>
              <a:off x="1088535" y="4651403"/>
              <a:ext cx="103785" cy="51892"/>
            </a:xfrm>
            <a:custGeom>
              <a:avLst/>
              <a:gdLst>
                <a:gd name="connsiteX0" fmla="*/ 25946 w 103785"/>
                <a:gd name="connsiteY0" fmla="*/ 51893 h 51892"/>
                <a:gd name="connsiteX1" fmla="*/ 51893 w 103785"/>
                <a:gd name="connsiteY1" fmla="*/ 25946 h 51892"/>
                <a:gd name="connsiteX2" fmla="*/ 77839 w 103785"/>
                <a:gd name="connsiteY2" fmla="*/ 51893 h 51892"/>
                <a:gd name="connsiteX3" fmla="*/ 103785 w 103785"/>
                <a:gd name="connsiteY3" fmla="*/ 51893 h 51892"/>
                <a:gd name="connsiteX4" fmla="*/ 51893 w 103785"/>
                <a:gd name="connsiteY4" fmla="*/ 0 h 51892"/>
                <a:gd name="connsiteX5" fmla="*/ 0 w 103785"/>
                <a:gd name="connsiteY5" fmla="*/ 51893 h 51892"/>
                <a:gd name="connsiteX6" fmla="*/ 25946 w 103785"/>
                <a:gd name="connsiteY6" fmla="*/ 51893 h 5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785" h="51892">
                  <a:moveTo>
                    <a:pt x="25946" y="51893"/>
                  </a:moveTo>
                  <a:cubicBezTo>
                    <a:pt x="25946" y="37562"/>
                    <a:pt x="37562" y="25946"/>
                    <a:pt x="51893" y="25946"/>
                  </a:cubicBezTo>
                  <a:cubicBezTo>
                    <a:pt x="66223" y="25946"/>
                    <a:pt x="77839" y="37562"/>
                    <a:pt x="77839" y="51893"/>
                  </a:cubicBezTo>
                  <a:lnTo>
                    <a:pt x="103785" y="51893"/>
                  </a:lnTo>
                  <a:cubicBezTo>
                    <a:pt x="103785" y="23233"/>
                    <a:pt x="80552" y="0"/>
                    <a:pt x="51893" y="0"/>
                  </a:cubicBezTo>
                  <a:cubicBezTo>
                    <a:pt x="23233" y="0"/>
                    <a:pt x="0" y="23233"/>
                    <a:pt x="0" y="51893"/>
                  </a:cubicBezTo>
                  <a:lnTo>
                    <a:pt x="25946" y="51893"/>
                  </a:lnTo>
                  <a:close/>
                </a:path>
              </a:pathLst>
            </a:custGeom>
            <a:solidFill>
              <a:schemeClr val="bg1"/>
            </a:solidFill>
            <a:ln w="8632"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21BAB088-8FF7-095A-4DC0-0785334A82CD}"/>
                </a:ext>
              </a:extLst>
            </p:cNvPr>
            <p:cNvSpPr/>
            <p:nvPr/>
          </p:nvSpPr>
          <p:spPr>
            <a:xfrm>
              <a:off x="880965" y="4651403"/>
              <a:ext cx="103785" cy="51892"/>
            </a:xfrm>
            <a:custGeom>
              <a:avLst/>
              <a:gdLst>
                <a:gd name="connsiteX0" fmla="*/ 25946 w 103785"/>
                <a:gd name="connsiteY0" fmla="*/ 51893 h 51892"/>
                <a:gd name="connsiteX1" fmla="*/ 51893 w 103785"/>
                <a:gd name="connsiteY1" fmla="*/ 25946 h 51892"/>
                <a:gd name="connsiteX2" fmla="*/ 77839 w 103785"/>
                <a:gd name="connsiteY2" fmla="*/ 51893 h 51892"/>
                <a:gd name="connsiteX3" fmla="*/ 103785 w 103785"/>
                <a:gd name="connsiteY3" fmla="*/ 51893 h 51892"/>
                <a:gd name="connsiteX4" fmla="*/ 51893 w 103785"/>
                <a:gd name="connsiteY4" fmla="*/ 0 h 51892"/>
                <a:gd name="connsiteX5" fmla="*/ 0 w 103785"/>
                <a:gd name="connsiteY5" fmla="*/ 51893 h 51892"/>
                <a:gd name="connsiteX6" fmla="*/ 25946 w 103785"/>
                <a:gd name="connsiteY6" fmla="*/ 51893 h 5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785" h="51892">
                  <a:moveTo>
                    <a:pt x="25946" y="51893"/>
                  </a:moveTo>
                  <a:cubicBezTo>
                    <a:pt x="25946" y="37562"/>
                    <a:pt x="37562" y="25946"/>
                    <a:pt x="51893" y="25946"/>
                  </a:cubicBezTo>
                  <a:cubicBezTo>
                    <a:pt x="66223" y="25946"/>
                    <a:pt x="77839" y="37562"/>
                    <a:pt x="77839" y="51893"/>
                  </a:cubicBezTo>
                  <a:lnTo>
                    <a:pt x="103785" y="51893"/>
                  </a:lnTo>
                  <a:cubicBezTo>
                    <a:pt x="103785" y="23233"/>
                    <a:pt x="80552" y="0"/>
                    <a:pt x="51893" y="0"/>
                  </a:cubicBezTo>
                  <a:cubicBezTo>
                    <a:pt x="23233" y="0"/>
                    <a:pt x="0" y="23233"/>
                    <a:pt x="0" y="51893"/>
                  </a:cubicBezTo>
                  <a:lnTo>
                    <a:pt x="25946" y="51893"/>
                  </a:lnTo>
                  <a:close/>
                </a:path>
              </a:pathLst>
            </a:custGeom>
            <a:solidFill>
              <a:schemeClr val="bg1"/>
            </a:solidFill>
            <a:ln w="8632" cap="flat">
              <a:noFill/>
              <a:prstDash val="solid"/>
              <a:miter/>
            </a:ln>
          </p:spPr>
          <p:txBody>
            <a:bodyPr rtlCol="0" anchor="ctr"/>
            <a:lstStyle/>
            <a:p>
              <a:endParaRPr lang="en-IN"/>
            </a:p>
          </p:txBody>
        </p:sp>
      </p:grpSp>
    </p:spTree>
    <p:custDataLst>
      <p:tags r:id="rId1"/>
    </p:custDataLst>
    <p:extLst>
      <p:ext uri="{BB962C8B-B14F-4D97-AF65-F5344CB8AC3E}">
        <p14:creationId xmlns:p14="http://schemas.microsoft.com/office/powerpoint/2010/main" val="10327311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6. Hybrid automation: What it does</a:t>
            </a:r>
          </a:p>
        </p:txBody>
      </p:sp>
      <p:sp>
        <p:nvSpPr>
          <p:cNvPr id="3" name="Content Placeholder 2">
            <a:extLst>
              <a:ext uri="{FF2B5EF4-FFF2-40B4-BE49-F238E27FC236}">
                <a16:creationId xmlns:a16="http://schemas.microsoft.com/office/drawing/2014/main" id="{A2B605EC-3894-1256-ADC9-DEC92FB80F22}"/>
              </a:ext>
            </a:extLst>
          </p:cNvPr>
          <p:cNvSpPr>
            <a:spLocks noGrp="1"/>
          </p:cNvSpPr>
          <p:nvPr>
            <p:ph sz="quarter" idx="10"/>
          </p:nvPr>
        </p:nvSpPr>
        <p:spPr>
          <a:xfrm>
            <a:off x="381001" y="1004400"/>
            <a:ext cx="11430000" cy="307777"/>
          </a:xfrm>
        </p:spPr>
        <p:txBody>
          <a:bodyPr/>
          <a:lstStyle/>
          <a:p>
            <a:r>
              <a:rPr lang="en-US"/>
              <a:t>In the hybrid automation model, you can:</a:t>
            </a:r>
          </a:p>
        </p:txBody>
      </p:sp>
      <p:sp>
        <p:nvSpPr>
          <p:cNvPr id="4" name="Oval 3">
            <a:extLst>
              <a:ext uri="{FF2B5EF4-FFF2-40B4-BE49-F238E27FC236}">
                <a16:creationId xmlns:a16="http://schemas.microsoft.com/office/drawing/2014/main" id="{F756B4F2-B7E1-72E6-5213-129DE8994627}"/>
              </a:ext>
            </a:extLst>
          </p:cNvPr>
          <p:cNvSpPr/>
          <p:nvPr/>
        </p:nvSpPr>
        <p:spPr>
          <a:xfrm>
            <a:off x="1257937" y="2383788"/>
            <a:ext cx="1677600" cy="1677600"/>
          </a:xfrm>
          <a:prstGeom prst="ellipse">
            <a:avLst/>
          </a:prstGeom>
          <a:solidFill>
            <a:srgbClr val="F6F6F6"/>
          </a:solidFill>
          <a:ln w="444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7" name="Rectangle 6">
            <a:extLst>
              <a:ext uri="{FF2B5EF4-FFF2-40B4-BE49-F238E27FC236}">
                <a16:creationId xmlns:a16="http://schemas.microsoft.com/office/drawing/2014/main" id="{42D133A4-22C2-631D-97C8-683D874A2993}"/>
              </a:ext>
            </a:extLst>
          </p:cNvPr>
          <p:cNvSpPr/>
          <p:nvPr/>
        </p:nvSpPr>
        <p:spPr>
          <a:xfrm>
            <a:off x="5463538" y="2911197"/>
            <a:ext cx="5467350" cy="610313"/>
          </a:xfrm>
          <a:prstGeom prst="rect">
            <a:avLst/>
          </a:prstGeom>
          <a:solidFill>
            <a:srgbClr val="DC25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Connect attended and unattended robots.</a:t>
            </a:r>
          </a:p>
        </p:txBody>
      </p:sp>
      <p:sp>
        <p:nvSpPr>
          <p:cNvPr id="8" name="Rectangle 7">
            <a:extLst>
              <a:ext uri="{FF2B5EF4-FFF2-40B4-BE49-F238E27FC236}">
                <a16:creationId xmlns:a16="http://schemas.microsoft.com/office/drawing/2014/main" id="{495A45DB-9864-C845-3BD1-2F2CBA59C2A8}"/>
              </a:ext>
            </a:extLst>
          </p:cNvPr>
          <p:cNvSpPr/>
          <p:nvPr/>
        </p:nvSpPr>
        <p:spPr>
          <a:xfrm>
            <a:off x="5463538" y="4800927"/>
            <a:ext cx="5467350" cy="610313"/>
          </a:xfrm>
          <a:prstGeom prst="rect">
            <a:avLst/>
          </a:prstGeom>
          <a:solidFill>
            <a:srgbClr val="0BA2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Involve both attended and unattended robots</a:t>
            </a:r>
          </a:p>
          <a:p>
            <a:pPr algn="ctr"/>
            <a:r>
              <a:rPr lang="en-US" sz="1600">
                <a:latin typeface="Arial" panose="020B0604020202020204" pitchFamily="34" charset="0"/>
                <a:cs typeface="Arial" panose="020B0604020202020204" pitchFamily="34" charset="0"/>
              </a:rPr>
              <a:t>when further action is needed.</a:t>
            </a:r>
          </a:p>
        </p:txBody>
      </p:sp>
      <p:sp>
        <p:nvSpPr>
          <p:cNvPr id="9" name="Rectangle 8">
            <a:extLst>
              <a:ext uri="{FF2B5EF4-FFF2-40B4-BE49-F238E27FC236}">
                <a16:creationId xmlns:a16="http://schemas.microsoft.com/office/drawing/2014/main" id="{B41EF486-981C-AA27-8C48-30B52111EE73}"/>
              </a:ext>
            </a:extLst>
          </p:cNvPr>
          <p:cNvSpPr/>
          <p:nvPr/>
        </p:nvSpPr>
        <p:spPr>
          <a:xfrm>
            <a:off x="5463538" y="3856062"/>
            <a:ext cx="5467350" cy="610313"/>
          </a:xfrm>
          <a:prstGeom prst="rect">
            <a:avLst/>
          </a:prstGeom>
          <a:solidFill>
            <a:srgbClr val="8B3D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Trigger an unattended robot with an attended robot.</a:t>
            </a:r>
          </a:p>
        </p:txBody>
      </p:sp>
      <p:sp>
        <p:nvSpPr>
          <p:cNvPr id="10" name="Rectangle 9">
            <a:extLst>
              <a:ext uri="{FF2B5EF4-FFF2-40B4-BE49-F238E27FC236}">
                <a16:creationId xmlns:a16="http://schemas.microsoft.com/office/drawing/2014/main" id="{51A1AD38-2405-1DF0-0EA1-90625FE9C7D6}"/>
              </a:ext>
            </a:extLst>
          </p:cNvPr>
          <p:cNvSpPr/>
          <p:nvPr/>
        </p:nvSpPr>
        <p:spPr>
          <a:xfrm>
            <a:off x="5463538" y="1995728"/>
            <a:ext cx="5467350" cy="610313"/>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Launch an attended robot from your machine.</a:t>
            </a:r>
          </a:p>
        </p:txBody>
      </p:sp>
      <p:pic>
        <p:nvPicPr>
          <p:cNvPr id="11" name="Graphic 10">
            <a:extLst>
              <a:ext uri="{FF2B5EF4-FFF2-40B4-BE49-F238E27FC236}">
                <a16:creationId xmlns:a16="http://schemas.microsoft.com/office/drawing/2014/main" id="{FEA56C43-9A78-175A-8460-07D32B5C6B88}"/>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62740" y="2654041"/>
            <a:ext cx="1062037" cy="1062037"/>
          </a:xfrm>
          <a:prstGeom prst="rect">
            <a:avLst/>
          </a:prstGeom>
        </p:spPr>
      </p:pic>
      <p:cxnSp>
        <p:nvCxnSpPr>
          <p:cNvPr id="12" name="Connector: Elbow 11">
            <a:extLst>
              <a:ext uri="{FF2B5EF4-FFF2-40B4-BE49-F238E27FC236}">
                <a16:creationId xmlns:a16="http://schemas.microsoft.com/office/drawing/2014/main" id="{FD17D35E-4B7F-3C5C-B78E-375792C6B152}"/>
              </a:ext>
            </a:extLst>
          </p:cNvPr>
          <p:cNvCxnSpPr>
            <a:cxnSpLocks/>
            <a:endCxn id="10" idx="1"/>
          </p:cNvCxnSpPr>
          <p:nvPr/>
        </p:nvCxnSpPr>
        <p:spPr>
          <a:xfrm flipV="1">
            <a:off x="3157726" y="2300885"/>
            <a:ext cx="2305812" cy="1860334"/>
          </a:xfrm>
          <a:prstGeom prst="bentConnector3">
            <a:avLst>
              <a:gd name="adj1" fmla="val 50000"/>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214BA8D2-9A2A-A35A-497C-CF521328BA10}"/>
              </a:ext>
            </a:extLst>
          </p:cNvPr>
          <p:cNvCxnSpPr>
            <a:cxnSpLocks/>
            <a:endCxn id="7" idx="1"/>
          </p:cNvCxnSpPr>
          <p:nvPr/>
        </p:nvCxnSpPr>
        <p:spPr>
          <a:xfrm flipV="1">
            <a:off x="3157726" y="3216354"/>
            <a:ext cx="2305812" cy="944865"/>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3F59F1C5-812C-4D31-EB66-0ED0FBDD5F15}"/>
              </a:ext>
            </a:extLst>
          </p:cNvPr>
          <p:cNvCxnSpPr>
            <a:cxnSpLocks/>
            <a:endCxn id="9" idx="1"/>
          </p:cNvCxnSpPr>
          <p:nvPr/>
        </p:nvCxnSpPr>
        <p:spPr>
          <a:xfrm>
            <a:off x="3157726" y="4161219"/>
            <a:ext cx="2305812" cy="12700"/>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ED95F2F3-2C97-9C38-2492-DD9339D915E0}"/>
              </a:ext>
            </a:extLst>
          </p:cNvPr>
          <p:cNvCxnSpPr>
            <a:cxnSpLocks/>
            <a:endCxn id="8" idx="1"/>
          </p:cNvCxnSpPr>
          <p:nvPr/>
        </p:nvCxnSpPr>
        <p:spPr>
          <a:xfrm>
            <a:off x="3143001" y="4161219"/>
            <a:ext cx="2320537" cy="944865"/>
          </a:xfrm>
          <a:prstGeom prst="bentConnector3">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851869CF-4B88-9748-3A87-E16E12FAE8F3}"/>
              </a:ext>
            </a:extLst>
          </p:cNvPr>
          <p:cNvSpPr/>
          <p:nvPr/>
        </p:nvSpPr>
        <p:spPr>
          <a:xfrm>
            <a:off x="5463538" y="5745792"/>
            <a:ext cx="5467350" cy="610313"/>
          </a:xfrm>
          <a:prstGeom prst="rect">
            <a:avLst/>
          </a:prstGeom>
          <a:solidFill>
            <a:srgbClr val="1168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Automate attended and unattended robot collaboration when no human intervention is necessary.</a:t>
            </a:r>
          </a:p>
        </p:txBody>
      </p:sp>
      <p:cxnSp>
        <p:nvCxnSpPr>
          <p:cNvPr id="17" name="Connector: Elbow 16">
            <a:extLst>
              <a:ext uri="{FF2B5EF4-FFF2-40B4-BE49-F238E27FC236}">
                <a16:creationId xmlns:a16="http://schemas.microsoft.com/office/drawing/2014/main" id="{9228E6AC-E469-018A-A5A0-1720551E5671}"/>
              </a:ext>
            </a:extLst>
          </p:cNvPr>
          <p:cNvCxnSpPr>
            <a:cxnSpLocks/>
            <a:endCxn id="16" idx="1"/>
          </p:cNvCxnSpPr>
          <p:nvPr/>
        </p:nvCxnSpPr>
        <p:spPr>
          <a:xfrm>
            <a:off x="3157726" y="4161219"/>
            <a:ext cx="2305812" cy="1889730"/>
          </a:xfrm>
          <a:prstGeom prst="bentConnector3">
            <a:avLst>
              <a:gd name="adj1" fmla="val 50000"/>
            </a:avLst>
          </a:prstGeom>
          <a:ln w="25400">
            <a:solidFill>
              <a:srgbClr val="E7E6E6"/>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0684D81D-A4F8-CEE2-91EA-345BAD6EEA42}"/>
              </a:ext>
            </a:extLst>
          </p:cNvPr>
          <p:cNvSpPr/>
          <p:nvPr/>
        </p:nvSpPr>
        <p:spPr>
          <a:xfrm>
            <a:off x="1241612" y="4278543"/>
            <a:ext cx="1679200" cy="1679200"/>
          </a:xfrm>
          <a:prstGeom prst="ellipse">
            <a:avLst/>
          </a:prstGeom>
          <a:solidFill>
            <a:srgbClr val="F6F6F6"/>
          </a:solidFill>
          <a:ln w="444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pic>
        <p:nvPicPr>
          <p:cNvPr id="32" name="Graphic 31">
            <a:extLst>
              <a:ext uri="{FF2B5EF4-FFF2-40B4-BE49-F238E27FC236}">
                <a16:creationId xmlns:a16="http://schemas.microsoft.com/office/drawing/2014/main" id="{F7886B73-6B06-3B88-3FBB-0D49A14E43A9}"/>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624012" y="4660943"/>
            <a:ext cx="914400" cy="914400"/>
          </a:xfrm>
          <a:prstGeom prst="rect">
            <a:avLst/>
          </a:prstGeom>
        </p:spPr>
      </p:pic>
      <p:cxnSp>
        <p:nvCxnSpPr>
          <p:cNvPr id="40" name="Connector: Elbow 39">
            <a:extLst>
              <a:ext uri="{FF2B5EF4-FFF2-40B4-BE49-F238E27FC236}">
                <a16:creationId xmlns:a16="http://schemas.microsoft.com/office/drawing/2014/main" id="{4925AB68-2AA8-4939-CEC8-2EE7FF186094}"/>
              </a:ext>
            </a:extLst>
          </p:cNvPr>
          <p:cNvCxnSpPr>
            <a:stCxn id="4" idx="6"/>
            <a:endCxn id="31" idx="6"/>
          </p:cNvCxnSpPr>
          <p:nvPr/>
        </p:nvCxnSpPr>
        <p:spPr>
          <a:xfrm flipH="1">
            <a:off x="2920812" y="3222588"/>
            <a:ext cx="14725" cy="1895555"/>
          </a:xfrm>
          <a:prstGeom prst="bentConnector3">
            <a:avLst>
              <a:gd name="adj1" fmla="val -1552462"/>
            </a:avLst>
          </a:prstGeom>
          <a:ln w="25400" cap="flat" cmpd="sng" algn="ctr">
            <a:solidFill>
              <a:srgbClr val="E3E3E3"/>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8222331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25927-8BEA-AD63-484A-C04D2959094D}"/>
              </a:ext>
            </a:extLst>
          </p:cNvPr>
          <p:cNvSpPr>
            <a:spLocks noGrp="1"/>
          </p:cNvSpPr>
          <p:nvPr>
            <p:ph type="title"/>
          </p:nvPr>
        </p:nvSpPr>
        <p:spPr/>
        <p:txBody>
          <a:bodyPr/>
          <a:lstStyle/>
          <a:p>
            <a:r>
              <a:rPr lang="en-IN"/>
              <a:t>6. Hybrid automation: A real-life scenario</a:t>
            </a:r>
          </a:p>
        </p:txBody>
      </p:sp>
      <p:grpSp>
        <p:nvGrpSpPr>
          <p:cNvPr id="48" name="Group 47">
            <a:extLst>
              <a:ext uri="{FF2B5EF4-FFF2-40B4-BE49-F238E27FC236}">
                <a16:creationId xmlns:a16="http://schemas.microsoft.com/office/drawing/2014/main" id="{87C23AE8-198C-BA3E-61B1-C84D1F921600}"/>
              </a:ext>
            </a:extLst>
          </p:cNvPr>
          <p:cNvGrpSpPr/>
          <p:nvPr/>
        </p:nvGrpSpPr>
        <p:grpSpPr>
          <a:xfrm>
            <a:off x="1108106" y="1388936"/>
            <a:ext cx="9421290" cy="5111343"/>
            <a:chOff x="679841" y="1127411"/>
            <a:chExt cx="10293183" cy="5584372"/>
          </a:xfrm>
        </p:grpSpPr>
        <p:sp>
          <p:nvSpPr>
            <p:cNvPr id="3" name="Oval 2">
              <a:extLst>
                <a:ext uri="{FF2B5EF4-FFF2-40B4-BE49-F238E27FC236}">
                  <a16:creationId xmlns:a16="http://schemas.microsoft.com/office/drawing/2014/main" id="{88D2453B-0EA2-6E77-8411-8E1B8DA8EFDA}"/>
                </a:ext>
              </a:extLst>
            </p:cNvPr>
            <p:cNvSpPr/>
            <p:nvPr/>
          </p:nvSpPr>
          <p:spPr>
            <a:xfrm>
              <a:off x="679841" y="1387731"/>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4" name="Oval 3">
              <a:extLst>
                <a:ext uri="{FF2B5EF4-FFF2-40B4-BE49-F238E27FC236}">
                  <a16:creationId xmlns:a16="http://schemas.microsoft.com/office/drawing/2014/main" id="{657225CA-D17D-B480-F55F-0CFF4FF8DCD2}"/>
                </a:ext>
              </a:extLst>
            </p:cNvPr>
            <p:cNvSpPr/>
            <p:nvPr/>
          </p:nvSpPr>
          <p:spPr>
            <a:xfrm>
              <a:off x="716865" y="3307144"/>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pic>
          <p:nvPicPr>
            <p:cNvPr id="6" name="Graphic 5">
              <a:extLst>
                <a:ext uri="{FF2B5EF4-FFF2-40B4-BE49-F238E27FC236}">
                  <a16:creationId xmlns:a16="http://schemas.microsoft.com/office/drawing/2014/main" id="{05D43255-B743-96D7-F133-D52585E29C95}"/>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605" y="1491495"/>
              <a:ext cx="800114" cy="800114"/>
            </a:xfrm>
            <a:prstGeom prst="rect">
              <a:avLst/>
            </a:prstGeom>
          </p:spPr>
        </p:pic>
        <p:sp>
          <p:nvSpPr>
            <p:cNvPr id="7" name="Oval 6">
              <a:extLst>
                <a:ext uri="{FF2B5EF4-FFF2-40B4-BE49-F238E27FC236}">
                  <a16:creationId xmlns:a16="http://schemas.microsoft.com/office/drawing/2014/main" id="{88003168-E47C-2FA6-2350-CF89013B3EBF}"/>
                </a:ext>
              </a:extLst>
            </p:cNvPr>
            <p:cNvSpPr/>
            <p:nvPr/>
          </p:nvSpPr>
          <p:spPr>
            <a:xfrm>
              <a:off x="750235" y="5241953"/>
              <a:ext cx="1007642" cy="1007642"/>
            </a:xfrm>
            <a:prstGeom prst="ellipse">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grpSp>
          <p:nvGrpSpPr>
            <p:cNvPr id="9" name="Group 8">
              <a:extLst>
                <a:ext uri="{FF2B5EF4-FFF2-40B4-BE49-F238E27FC236}">
                  <a16:creationId xmlns:a16="http://schemas.microsoft.com/office/drawing/2014/main" id="{62B21069-9C54-9FAB-8CB1-7D31306E5956}"/>
                </a:ext>
              </a:extLst>
            </p:cNvPr>
            <p:cNvGrpSpPr/>
            <p:nvPr/>
          </p:nvGrpSpPr>
          <p:grpSpPr>
            <a:xfrm>
              <a:off x="2137740" y="1127411"/>
              <a:ext cx="1637754" cy="1912156"/>
              <a:chOff x="2351637" y="652732"/>
              <a:chExt cx="1637754" cy="1912156"/>
            </a:xfrm>
          </p:grpSpPr>
          <p:sp>
            <p:nvSpPr>
              <p:cNvPr id="10" name="Rectangle 9">
                <a:extLst>
                  <a:ext uri="{FF2B5EF4-FFF2-40B4-BE49-F238E27FC236}">
                    <a16:creationId xmlns:a16="http://schemas.microsoft.com/office/drawing/2014/main" id="{607AA758-5A3D-4B92-4295-41B72D430DA9}"/>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2" name="Rectangle 11">
                <a:extLst>
                  <a:ext uri="{FF2B5EF4-FFF2-40B4-BE49-F238E27FC236}">
                    <a16:creationId xmlns:a16="http://schemas.microsoft.com/office/drawing/2014/main" id="{D219FD23-D67A-A8FE-DDC6-36BEA759331B}"/>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Trigger</a:t>
                </a:r>
              </a:p>
              <a:p>
                <a:pPr algn="ctr"/>
                <a:r>
                  <a:rPr lang="en-US" sz="1350">
                    <a:solidFill>
                      <a:schemeClr val="tx1"/>
                    </a:solidFill>
                    <a:latin typeface="Arial" panose="020B0604020202020204" pitchFamily="34" charset="0"/>
                    <a:cs typeface="Arial" panose="020B0604020202020204" pitchFamily="34" charset="0"/>
                  </a:rPr>
                  <a:t>automation</a:t>
                </a:r>
              </a:p>
              <a:p>
                <a:pPr algn="ctr"/>
                <a:r>
                  <a:rPr lang="en-US" sz="1350">
                    <a:solidFill>
                      <a:schemeClr val="tx1"/>
                    </a:solidFill>
                    <a:latin typeface="Arial" panose="020B0604020202020204" pitchFamily="34" charset="0"/>
                    <a:cs typeface="Arial" panose="020B0604020202020204" pitchFamily="34" charset="0"/>
                  </a:rPr>
                  <a:t>with hot key</a:t>
                </a:r>
                <a:endParaRPr lang="en-IN" sz="1350">
                  <a:solidFill>
                    <a:schemeClr val="tx1"/>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3A74861D-A2EE-C931-948C-DE64692734EE}"/>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a:extLst>
                  <a:ext uri="{FF2B5EF4-FFF2-40B4-BE49-F238E27FC236}">
                    <a16:creationId xmlns:a16="http://schemas.microsoft.com/office/drawing/2014/main" id="{0583E94C-69F2-7277-BEDC-8B0D28983509}"/>
                  </a:ext>
                </a:extLst>
              </p:cNvPr>
              <p:cNvCxnSpPr>
                <a:cxnSpLocks/>
              </p:cNvCxnSpPr>
              <p:nvPr/>
            </p:nvCxnSpPr>
            <p:spPr>
              <a:xfrm rot="5400000">
                <a:off x="3100450" y="243317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3FCC62A1-2EAE-43D3-892E-33D77EBF9F96}"/>
                </a:ext>
              </a:extLst>
            </p:cNvPr>
            <p:cNvGrpSpPr/>
            <p:nvPr/>
          </p:nvGrpSpPr>
          <p:grpSpPr>
            <a:xfrm>
              <a:off x="2137740" y="3093110"/>
              <a:ext cx="1901186" cy="1648724"/>
              <a:chOff x="2351637" y="652732"/>
              <a:chExt cx="1901186" cy="1648724"/>
            </a:xfrm>
          </p:grpSpPr>
          <p:sp>
            <p:nvSpPr>
              <p:cNvPr id="16" name="Rectangle 15">
                <a:extLst>
                  <a:ext uri="{FF2B5EF4-FFF2-40B4-BE49-F238E27FC236}">
                    <a16:creationId xmlns:a16="http://schemas.microsoft.com/office/drawing/2014/main" id="{B624A6F0-EFD5-A925-D698-3EA3CC4AE2DA}"/>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17" name="Rectangle 16">
                <a:extLst>
                  <a:ext uri="{FF2B5EF4-FFF2-40B4-BE49-F238E27FC236}">
                    <a16:creationId xmlns:a16="http://schemas.microsoft.com/office/drawing/2014/main" id="{7D9A9AAE-C4FE-8B50-FE28-E1E65CCFC4E1}"/>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Monitor users</a:t>
                </a:r>
              </a:p>
              <a:p>
                <a:pPr algn="ctr"/>
                <a:r>
                  <a:rPr lang="en-US" sz="1350">
                    <a:solidFill>
                      <a:schemeClr val="tx1"/>
                    </a:solidFill>
                    <a:latin typeface="Arial" panose="020B0604020202020204" pitchFamily="34" charset="0"/>
                    <a:cs typeface="Arial" panose="020B0604020202020204" pitchFamily="34" charset="0"/>
                  </a:rPr>
                  <a:t>actions</a:t>
                </a:r>
                <a:endParaRPr lang="en-IN" sz="1350">
                  <a:solidFill>
                    <a:schemeClr val="tx1"/>
                  </a:solidFill>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683E8A2D-633D-0A21-33AE-B61254039607}"/>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Arrow Connector 18">
                <a:extLst>
                  <a:ext uri="{FF2B5EF4-FFF2-40B4-BE49-F238E27FC236}">
                    <a16:creationId xmlns:a16="http://schemas.microsoft.com/office/drawing/2014/main" id="{65EC27BB-B2A7-B65A-A110-96553FF65A9F}"/>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CBCB11D7-6D7C-271A-C4C8-9D66C5708D59}"/>
                </a:ext>
              </a:extLst>
            </p:cNvPr>
            <p:cNvGrpSpPr/>
            <p:nvPr/>
          </p:nvGrpSpPr>
          <p:grpSpPr>
            <a:xfrm>
              <a:off x="4503164" y="3093110"/>
              <a:ext cx="1901186" cy="1648724"/>
              <a:chOff x="2351637" y="652732"/>
              <a:chExt cx="1901186" cy="1648724"/>
            </a:xfrm>
          </p:grpSpPr>
          <p:sp>
            <p:nvSpPr>
              <p:cNvPr id="21" name="Rectangle 20">
                <a:extLst>
                  <a:ext uri="{FF2B5EF4-FFF2-40B4-BE49-F238E27FC236}">
                    <a16:creationId xmlns:a16="http://schemas.microsoft.com/office/drawing/2014/main" id="{FC2CD93E-DE3C-D34E-BCE0-2D2AE3D70F49}"/>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2" name="Rectangle 21">
                <a:extLst>
                  <a:ext uri="{FF2B5EF4-FFF2-40B4-BE49-F238E27FC236}">
                    <a16:creationId xmlns:a16="http://schemas.microsoft.com/office/drawing/2014/main" id="{F6707B90-B195-522C-8630-04203C803D6F}"/>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Gather</a:t>
                </a:r>
              </a:p>
              <a:p>
                <a:pPr algn="ctr"/>
                <a:r>
                  <a:rPr lang="en-US" sz="1350">
                    <a:solidFill>
                      <a:schemeClr val="tx1"/>
                    </a:solidFill>
                    <a:latin typeface="Arial" panose="020B0604020202020204" pitchFamily="34" charset="0"/>
                    <a:cs typeface="Arial" panose="020B0604020202020204" pitchFamily="34" charset="0"/>
                  </a:rPr>
                  <a:t>data</a:t>
                </a:r>
                <a:endParaRPr lang="en-IN" sz="1350">
                  <a:solidFill>
                    <a:schemeClr val="tx1"/>
                  </a:solidFill>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408ED008-509F-14D1-6D4F-8C4723E55E48}"/>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Arrow Connector 23">
                <a:extLst>
                  <a:ext uri="{FF2B5EF4-FFF2-40B4-BE49-F238E27FC236}">
                    <a16:creationId xmlns:a16="http://schemas.microsoft.com/office/drawing/2014/main" id="{CEDDC07B-B37D-4F61-E23C-08CB7924B3CC}"/>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A906A35C-3FFA-EFFB-371C-6EFB8E8F2A43}"/>
                </a:ext>
              </a:extLst>
            </p:cNvPr>
            <p:cNvGrpSpPr/>
            <p:nvPr/>
          </p:nvGrpSpPr>
          <p:grpSpPr>
            <a:xfrm>
              <a:off x="6924549" y="3097360"/>
              <a:ext cx="1637754" cy="1912156"/>
              <a:chOff x="2351637" y="652732"/>
              <a:chExt cx="1637754" cy="1912156"/>
            </a:xfrm>
          </p:grpSpPr>
          <p:sp>
            <p:nvSpPr>
              <p:cNvPr id="26" name="Rectangle 25">
                <a:extLst>
                  <a:ext uri="{FF2B5EF4-FFF2-40B4-BE49-F238E27FC236}">
                    <a16:creationId xmlns:a16="http://schemas.microsoft.com/office/drawing/2014/main" id="{0F76E33A-F624-865B-2D13-1B6612FC6D0D}"/>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7" name="Rectangle 26">
                <a:extLst>
                  <a:ext uri="{FF2B5EF4-FFF2-40B4-BE49-F238E27FC236}">
                    <a16:creationId xmlns:a16="http://schemas.microsoft.com/office/drawing/2014/main" id="{3596A3B5-EABC-9F14-A99A-814A4887FD23}"/>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Pass data to</a:t>
                </a:r>
              </a:p>
              <a:p>
                <a:pPr algn="ctr"/>
                <a:r>
                  <a:rPr lang="en-US" sz="1350">
                    <a:solidFill>
                      <a:schemeClr val="tx1"/>
                    </a:solidFill>
                    <a:latin typeface="Arial" panose="020B0604020202020204" pitchFamily="34" charset="0"/>
                    <a:cs typeface="Arial" panose="020B0604020202020204" pitchFamily="34" charset="0"/>
                  </a:rPr>
                  <a:t>unattended</a:t>
                </a:r>
              </a:p>
              <a:p>
                <a:pPr algn="ctr"/>
                <a:r>
                  <a:rPr lang="en-US" sz="1350">
                    <a:solidFill>
                      <a:schemeClr val="tx1"/>
                    </a:solidFill>
                    <a:latin typeface="Arial" panose="020B0604020202020204" pitchFamily="34" charset="0"/>
                    <a:cs typeface="Arial" panose="020B0604020202020204" pitchFamily="34" charset="0"/>
                  </a:rPr>
                  <a:t>robot</a:t>
                </a:r>
                <a:endParaRPr lang="en-IN" sz="1350">
                  <a:solidFill>
                    <a:schemeClr val="tx1"/>
                  </a:solidFill>
                  <a:latin typeface="Arial" panose="020B060402020202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D81696FA-5636-6BC1-24F6-84FE97A48342}"/>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9" name="Straight Arrow Connector 28">
                <a:extLst>
                  <a:ext uri="{FF2B5EF4-FFF2-40B4-BE49-F238E27FC236}">
                    <a16:creationId xmlns:a16="http://schemas.microsoft.com/office/drawing/2014/main" id="{05598ECA-5E7C-956F-4A59-B1DA333BEB2D}"/>
                  </a:ext>
                </a:extLst>
              </p:cNvPr>
              <p:cNvCxnSpPr>
                <a:cxnSpLocks/>
              </p:cNvCxnSpPr>
              <p:nvPr/>
            </p:nvCxnSpPr>
            <p:spPr>
              <a:xfrm rot="5400000">
                <a:off x="3100450" y="243317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0C1D6A2C-5736-43A2-F75E-AF35E91F2782}"/>
                </a:ext>
              </a:extLst>
            </p:cNvPr>
            <p:cNvGrpSpPr/>
            <p:nvPr/>
          </p:nvGrpSpPr>
          <p:grpSpPr>
            <a:xfrm>
              <a:off x="6924549" y="5063059"/>
              <a:ext cx="1901186" cy="1648724"/>
              <a:chOff x="2351637" y="652732"/>
              <a:chExt cx="1901186" cy="1648724"/>
            </a:xfrm>
          </p:grpSpPr>
          <p:sp>
            <p:nvSpPr>
              <p:cNvPr id="31" name="Rectangle 30">
                <a:extLst>
                  <a:ext uri="{FF2B5EF4-FFF2-40B4-BE49-F238E27FC236}">
                    <a16:creationId xmlns:a16="http://schemas.microsoft.com/office/drawing/2014/main" id="{8C68ABE9-D928-88BB-0EE3-FBB57E76F54B}"/>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32" name="Rectangle 31">
                <a:extLst>
                  <a:ext uri="{FF2B5EF4-FFF2-40B4-BE49-F238E27FC236}">
                    <a16:creationId xmlns:a16="http://schemas.microsoft.com/office/drawing/2014/main" id="{1C6ED7E3-99D5-D6D6-1A86-450E4B29DB4A}"/>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Process data</a:t>
                </a:r>
                <a:endParaRPr lang="en-IN" sz="1350">
                  <a:solidFill>
                    <a:schemeClr val="tx1"/>
                  </a:solidFill>
                  <a:latin typeface="Arial" panose="020B060402020202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1B6F371F-0FCF-5CBA-91FE-BD8049AFA764}"/>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Arrow Connector 33">
                <a:extLst>
                  <a:ext uri="{FF2B5EF4-FFF2-40B4-BE49-F238E27FC236}">
                    <a16:creationId xmlns:a16="http://schemas.microsoft.com/office/drawing/2014/main" id="{6EFA2AF1-E986-313A-3941-B541ECBA5D49}"/>
                  </a:ext>
                </a:extLst>
              </p:cNvPr>
              <p:cNvCxnSpPr>
                <a:cxnSpLocks/>
              </p:cNvCxnSpPr>
              <p:nvPr/>
            </p:nvCxnSpPr>
            <p:spPr>
              <a:xfrm>
                <a:off x="3989391" y="1535502"/>
                <a:ext cx="26343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53B61C3F-155A-6797-13C3-97EAA7C12C1B}"/>
                </a:ext>
              </a:extLst>
            </p:cNvPr>
            <p:cNvGrpSpPr/>
            <p:nvPr/>
          </p:nvGrpSpPr>
          <p:grpSpPr>
            <a:xfrm>
              <a:off x="9335270" y="5063059"/>
              <a:ext cx="1637754" cy="1648724"/>
              <a:chOff x="2351637" y="652732"/>
              <a:chExt cx="1637754" cy="1648724"/>
            </a:xfrm>
          </p:grpSpPr>
          <p:sp>
            <p:nvSpPr>
              <p:cNvPr id="36" name="Rectangle 35">
                <a:extLst>
                  <a:ext uri="{FF2B5EF4-FFF2-40B4-BE49-F238E27FC236}">
                    <a16:creationId xmlns:a16="http://schemas.microsoft.com/office/drawing/2014/main" id="{A35C2003-E078-7B12-59EA-7EDD22D47D78}"/>
                  </a:ext>
                </a:extLst>
              </p:cNvPr>
              <p:cNvSpPr/>
              <p:nvPr/>
            </p:nvSpPr>
            <p:spPr>
              <a:xfrm>
                <a:off x="2448826" y="853656"/>
                <a:ext cx="1540565" cy="1447800"/>
              </a:xfrm>
              <a:prstGeom prst="rect">
                <a:avLst/>
              </a:prstGeom>
              <a:no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37" name="Rectangle 36">
                <a:extLst>
                  <a:ext uri="{FF2B5EF4-FFF2-40B4-BE49-F238E27FC236}">
                    <a16:creationId xmlns:a16="http://schemas.microsoft.com/office/drawing/2014/main" id="{686266F2-5C8C-0D67-ED9C-A2392CD01B02}"/>
                  </a:ext>
                </a:extLst>
              </p:cNvPr>
              <p:cNvSpPr/>
              <p:nvPr/>
            </p:nvSpPr>
            <p:spPr>
              <a:xfrm>
                <a:off x="2351637" y="652732"/>
                <a:ext cx="1540565" cy="1540565"/>
              </a:xfrm>
              <a:prstGeom prst="rect">
                <a:avLst/>
              </a:prstGeom>
              <a:solidFill>
                <a:srgbClr val="E7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a:solidFill>
                      <a:schemeClr val="tx1"/>
                    </a:solidFill>
                    <a:latin typeface="Arial" panose="020B0604020202020204" pitchFamily="34" charset="0"/>
                    <a:cs typeface="Arial" panose="020B0604020202020204" pitchFamily="34" charset="0"/>
                  </a:rPr>
                  <a:t>Create and</a:t>
                </a:r>
              </a:p>
              <a:p>
                <a:pPr algn="ctr"/>
                <a:r>
                  <a:rPr lang="en-US" sz="1350">
                    <a:solidFill>
                      <a:schemeClr val="tx1"/>
                    </a:solidFill>
                    <a:latin typeface="Arial" panose="020B0604020202020204" pitchFamily="34" charset="0"/>
                    <a:cs typeface="Arial" panose="020B0604020202020204" pitchFamily="34" charset="0"/>
                  </a:rPr>
                  <a:t>send</a:t>
                </a:r>
              </a:p>
              <a:p>
                <a:pPr algn="ctr"/>
                <a:r>
                  <a:rPr lang="en-US" sz="1350">
                    <a:solidFill>
                      <a:schemeClr val="tx1"/>
                    </a:solidFill>
                    <a:latin typeface="Arial" panose="020B0604020202020204" pitchFamily="34" charset="0"/>
                    <a:cs typeface="Arial" panose="020B0604020202020204" pitchFamily="34" charset="0"/>
                  </a:rPr>
                  <a:t>sales report</a:t>
                </a:r>
                <a:endParaRPr lang="en-IN" sz="1350">
                  <a:solidFill>
                    <a:schemeClr val="tx1"/>
                  </a:solidFill>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8351E300-A593-E4C2-26EE-E2D6637BDC06}"/>
                  </a:ext>
                </a:extLst>
              </p:cNvPr>
              <p:cNvSpPr/>
              <p:nvPr/>
            </p:nvSpPr>
            <p:spPr>
              <a:xfrm>
                <a:off x="2351637" y="2087593"/>
                <a:ext cx="1540565" cy="105704"/>
              </a:xfrm>
              <a:prstGeom prst="rect">
                <a:avLst/>
              </a:prstGeom>
              <a:solidFill>
                <a:srgbClr val="FA4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9" name="Group 38">
              <a:extLst>
                <a:ext uri="{FF2B5EF4-FFF2-40B4-BE49-F238E27FC236}">
                  <a16:creationId xmlns:a16="http://schemas.microsoft.com/office/drawing/2014/main" id="{0D897CB5-9E29-184F-6A33-76362C404ABD}"/>
                </a:ext>
              </a:extLst>
            </p:cNvPr>
            <p:cNvGrpSpPr/>
            <p:nvPr/>
          </p:nvGrpSpPr>
          <p:grpSpPr>
            <a:xfrm>
              <a:off x="884955" y="3483716"/>
              <a:ext cx="691901" cy="631347"/>
              <a:chOff x="690692" y="4365724"/>
              <a:chExt cx="691901" cy="631347"/>
            </a:xfrm>
          </p:grpSpPr>
          <p:sp>
            <p:nvSpPr>
              <p:cNvPr id="40" name="Freeform: Shape 39">
                <a:extLst>
                  <a:ext uri="{FF2B5EF4-FFF2-40B4-BE49-F238E27FC236}">
                    <a16:creationId xmlns:a16="http://schemas.microsoft.com/office/drawing/2014/main" id="{F4A1A82A-7AF2-1DDE-0D10-93673019798E}"/>
                  </a:ext>
                </a:extLst>
              </p:cNvPr>
              <p:cNvSpPr/>
              <p:nvPr/>
            </p:nvSpPr>
            <p:spPr>
              <a:xfrm>
                <a:off x="785828" y="4543294"/>
                <a:ext cx="501628" cy="453777"/>
              </a:xfrm>
              <a:custGeom>
                <a:avLst/>
                <a:gdLst>
                  <a:gd name="connsiteX0" fmla="*/ 0 w 501628"/>
                  <a:gd name="connsiteY0" fmla="*/ 0 h 453777"/>
                  <a:gd name="connsiteX1" fmla="*/ 224387 w 501628"/>
                  <a:gd name="connsiteY1" fmla="*/ 0 h 453777"/>
                  <a:gd name="connsiteX2" fmla="*/ 224387 w 501628"/>
                  <a:gd name="connsiteY2" fmla="*/ 25946 h 453777"/>
                  <a:gd name="connsiteX3" fmla="*/ 25946 w 501628"/>
                  <a:gd name="connsiteY3" fmla="*/ 25946 h 453777"/>
                  <a:gd name="connsiteX4" fmla="*/ 25946 w 501628"/>
                  <a:gd name="connsiteY4" fmla="*/ 337302 h 453777"/>
                  <a:gd name="connsiteX5" fmla="*/ 307929 w 501628"/>
                  <a:gd name="connsiteY5" fmla="*/ 337302 h 453777"/>
                  <a:gd name="connsiteX6" fmla="*/ 396402 w 501628"/>
                  <a:gd name="connsiteY6" fmla="*/ 402451 h 453777"/>
                  <a:gd name="connsiteX7" fmla="*/ 396402 w 501628"/>
                  <a:gd name="connsiteY7" fmla="*/ 337302 h 453777"/>
                  <a:gd name="connsiteX8" fmla="*/ 475682 w 501628"/>
                  <a:gd name="connsiteY8" fmla="*/ 337302 h 453777"/>
                  <a:gd name="connsiteX9" fmla="*/ 475682 w 501628"/>
                  <a:gd name="connsiteY9" fmla="*/ 25946 h 453777"/>
                  <a:gd name="connsiteX10" fmla="*/ 277242 w 501628"/>
                  <a:gd name="connsiteY10" fmla="*/ 25946 h 453777"/>
                  <a:gd name="connsiteX11" fmla="*/ 277242 w 501628"/>
                  <a:gd name="connsiteY11" fmla="*/ 0 h 453777"/>
                  <a:gd name="connsiteX12" fmla="*/ 501629 w 501628"/>
                  <a:gd name="connsiteY12" fmla="*/ 0 h 453777"/>
                  <a:gd name="connsiteX13" fmla="*/ 501629 w 501628"/>
                  <a:gd name="connsiteY13" fmla="*/ 363248 h 453777"/>
                  <a:gd name="connsiteX14" fmla="*/ 422348 w 501628"/>
                  <a:gd name="connsiteY14" fmla="*/ 363248 h 453777"/>
                  <a:gd name="connsiteX15" fmla="*/ 422348 w 501628"/>
                  <a:gd name="connsiteY15" fmla="*/ 453778 h 453777"/>
                  <a:gd name="connsiteX16" fmla="*/ 299407 w 501628"/>
                  <a:gd name="connsiteY16" fmla="*/ 363248 h 453777"/>
                  <a:gd name="connsiteX17" fmla="*/ 0 w 501628"/>
                  <a:gd name="connsiteY17" fmla="*/ 363248 h 453777"/>
                  <a:gd name="connsiteX18" fmla="*/ 0 w 501628"/>
                  <a:gd name="connsiteY18" fmla="*/ 0 h 45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1628" h="453777">
                    <a:moveTo>
                      <a:pt x="0" y="0"/>
                    </a:moveTo>
                    <a:lnTo>
                      <a:pt x="224387" y="0"/>
                    </a:lnTo>
                    <a:lnTo>
                      <a:pt x="224387" y="25946"/>
                    </a:lnTo>
                    <a:lnTo>
                      <a:pt x="25946" y="25946"/>
                    </a:lnTo>
                    <a:lnTo>
                      <a:pt x="25946" y="337302"/>
                    </a:lnTo>
                    <a:lnTo>
                      <a:pt x="307929" y="337302"/>
                    </a:lnTo>
                    <a:lnTo>
                      <a:pt x="396402" y="402451"/>
                    </a:lnTo>
                    <a:lnTo>
                      <a:pt x="396402" y="337302"/>
                    </a:lnTo>
                    <a:lnTo>
                      <a:pt x="475682" y="337302"/>
                    </a:lnTo>
                    <a:lnTo>
                      <a:pt x="475682" y="25946"/>
                    </a:lnTo>
                    <a:lnTo>
                      <a:pt x="277242" y="25946"/>
                    </a:lnTo>
                    <a:lnTo>
                      <a:pt x="277242" y="0"/>
                    </a:lnTo>
                    <a:lnTo>
                      <a:pt x="501629" y="0"/>
                    </a:lnTo>
                    <a:lnTo>
                      <a:pt x="501629" y="363248"/>
                    </a:lnTo>
                    <a:lnTo>
                      <a:pt x="422348" y="363248"/>
                    </a:lnTo>
                    <a:lnTo>
                      <a:pt x="422348" y="453778"/>
                    </a:lnTo>
                    <a:lnTo>
                      <a:pt x="299407" y="363248"/>
                    </a:lnTo>
                    <a:lnTo>
                      <a:pt x="0" y="363248"/>
                    </a:lnTo>
                    <a:lnTo>
                      <a:pt x="0" y="0"/>
                    </a:lnTo>
                    <a:close/>
                  </a:path>
                </a:pathLst>
              </a:custGeom>
              <a:solidFill>
                <a:schemeClr val="bg1"/>
              </a:solidFill>
              <a:ln w="8632"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DE7E2CC4-1797-77AA-5D1E-0219D2F1882B}"/>
                  </a:ext>
                </a:extLst>
              </p:cNvPr>
              <p:cNvSpPr/>
              <p:nvPr/>
            </p:nvSpPr>
            <p:spPr>
              <a:xfrm>
                <a:off x="942367" y="4773179"/>
                <a:ext cx="195636" cy="46875"/>
              </a:xfrm>
              <a:custGeom>
                <a:avLst/>
                <a:gdLst>
                  <a:gd name="connsiteX0" fmla="*/ 97818 w 195636"/>
                  <a:gd name="connsiteY0" fmla="*/ 20929 h 46875"/>
                  <a:gd name="connsiteX1" fmla="*/ 182220 w 195636"/>
                  <a:gd name="connsiteY1" fmla="*/ 0 h 46875"/>
                  <a:gd name="connsiteX2" fmla="*/ 195637 w 195636"/>
                  <a:gd name="connsiteY2" fmla="*/ 22208 h 46875"/>
                  <a:gd name="connsiteX3" fmla="*/ 97818 w 195636"/>
                  <a:gd name="connsiteY3" fmla="*/ 46875 h 46875"/>
                  <a:gd name="connsiteX4" fmla="*/ 0 w 195636"/>
                  <a:gd name="connsiteY4" fmla="*/ 22208 h 46875"/>
                  <a:gd name="connsiteX5" fmla="*/ 13416 w 195636"/>
                  <a:gd name="connsiteY5" fmla="*/ 0 h 46875"/>
                  <a:gd name="connsiteX6" fmla="*/ 97818 w 195636"/>
                  <a:gd name="connsiteY6" fmla="*/ 20929 h 4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636" h="46875">
                    <a:moveTo>
                      <a:pt x="97818" y="20929"/>
                    </a:moveTo>
                    <a:cubicBezTo>
                      <a:pt x="129026" y="20929"/>
                      <a:pt x="159541" y="13701"/>
                      <a:pt x="182220" y="0"/>
                    </a:cubicBezTo>
                    <a:lnTo>
                      <a:pt x="195637" y="22208"/>
                    </a:lnTo>
                    <a:cubicBezTo>
                      <a:pt x="167997" y="38906"/>
                      <a:pt x="132561" y="46875"/>
                      <a:pt x="97818" y="46875"/>
                    </a:cubicBezTo>
                    <a:cubicBezTo>
                      <a:pt x="63075" y="46875"/>
                      <a:pt x="27640" y="38906"/>
                      <a:pt x="0" y="22208"/>
                    </a:cubicBezTo>
                    <a:lnTo>
                      <a:pt x="13416" y="0"/>
                    </a:lnTo>
                    <a:cubicBezTo>
                      <a:pt x="36096" y="13701"/>
                      <a:pt x="66610" y="20929"/>
                      <a:pt x="97818" y="20929"/>
                    </a:cubicBezTo>
                    <a:close/>
                  </a:path>
                </a:pathLst>
              </a:custGeom>
              <a:solidFill>
                <a:schemeClr val="bg1"/>
              </a:solidFill>
              <a:ln w="8632"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5971536F-D195-73E8-16E5-392E1FEFDF67}"/>
                  </a:ext>
                </a:extLst>
              </p:cNvPr>
              <p:cNvSpPr/>
              <p:nvPr/>
            </p:nvSpPr>
            <p:spPr>
              <a:xfrm>
                <a:off x="901539" y="4365724"/>
                <a:ext cx="257236" cy="76996"/>
              </a:xfrm>
              <a:custGeom>
                <a:avLst/>
                <a:gdLst>
                  <a:gd name="connsiteX0" fmla="*/ 0 w 257236"/>
                  <a:gd name="connsiteY0" fmla="*/ 58649 h 76996"/>
                  <a:gd name="connsiteX1" fmla="*/ 9174 w 257236"/>
                  <a:gd name="connsiteY1" fmla="*/ 49476 h 76996"/>
                  <a:gd name="connsiteX2" fmla="*/ 248064 w 257236"/>
                  <a:gd name="connsiteY2" fmla="*/ 49476 h 76996"/>
                  <a:gd name="connsiteX3" fmla="*/ 257237 w 257236"/>
                  <a:gd name="connsiteY3" fmla="*/ 58649 h 76996"/>
                  <a:gd name="connsiteX4" fmla="*/ 238890 w 257236"/>
                  <a:gd name="connsiteY4" fmla="*/ 76996 h 76996"/>
                  <a:gd name="connsiteX5" fmla="*/ 229717 w 257236"/>
                  <a:gd name="connsiteY5" fmla="*/ 67823 h 76996"/>
                  <a:gd name="connsiteX6" fmla="*/ 27520 w 257236"/>
                  <a:gd name="connsiteY6" fmla="*/ 67823 h 76996"/>
                  <a:gd name="connsiteX7" fmla="*/ 18347 w 257236"/>
                  <a:gd name="connsiteY7" fmla="*/ 76996 h 76996"/>
                  <a:gd name="connsiteX8" fmla="*/ 0 w 257236"/>
                  <a:gd name="connsiteY8" fmla="*/ 58649 h 76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236" h="76996">
                    <a:moveTo>
                      <a:pt x="0" y="58649"/>
                    </a:moveTo>
                    <a:lnTo>
                      <a:pt x="9174" y="49476"/>
                    </a:lnTo>
                    <a:cubicBezTo>
                      <a:pt x="75141" y="-16492"/>
                      <a:pt x="182096" y="-16492"/>
                      <a:pt x="248064" y="49476"/>
                    </a:cubicBezTo>
                    <a:lnTo>
                      <a:pt x="257237" y="58649"/>
                    </a:lnTo>
                    <a:lnTo>
                      <a:pt x="238890" y="76996"/>
                    </a:lnTo>
                    <a:lnTo>
                      <a:pt x="229717" y="67823"/>
                    </a:lnTo>
                    <a:cubicBezTo>
                      <a:pt x="173882" y="11988"/>
                      <a:pt x="83355" y="11988"/>
                      <a:pt x="27520" y="67823"/>
                    </a:cubicBezTo>
                    <a:lnTo>
                      <a:pt x="18347" y="76996"/>
                    </a:lnTo>
                    <a:lnTo>
                      <a:pt x="0" y="58649"/>
                    </a:lnTo>
                    <a:close/>
                  </a:path>
                </a:pathLst>
              </a:custGeom>
              <a:solidFill>
                <a:schemeClr val="bg1"/>
              </a:solidFill>
              <a:ln w="8632"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1AE48143-6600-390E-60BA-EA1326C86CAE}"/>
                  </a:ext>
                </a:extLst>
              </p:cNvPr>
              <p:cNvSpPr/>
              <p:nvPr/>
            </p:nvSpPr>
            <p:spPr>
              <a:xfrm>
                <a:off x="979509" y="4448156"/>
                <a:ext cx="110208" cy="46545"/>
              </a:xfrm>
              <a:custGeom>
                <a:avLst/>
                <a:gdLst>
                  <a:gd name="connsiteX0" fmla="*/ 0 w 110208"/>
                  <a:gd name="connsiteY0" fmla="*/ 28199 h 46545"/>
                  <a:gd name="connsiteX1" fmla="*/ 9174 w 110208"/>
                  <a:gd name="connsiteY1" fmla="*/ 19025 h 46545"/>
                  <a:gd name="connsiteX2" fmla="*/ 101035 w 110208"/>
                  <a:gd name="connsiteY2" fmla="*/ 19025 h 46545"/>
                  <a:gd name="connsiteX3" fmla="*/ 110209 w 110208"/>
                  <a:gd name="connsiteY3" fmla="*/ 28199 h 46545"/>
                  <a:gd name="connsiteX4" fmla="*/ 91862 w 110208"/>
                  <a:gd name="connsiteY4" fmla="*/ 46546 h 46545"/>
                  <a:gd name="connsiteX5" fmla="*/ 82688 w 110208"/>
                  <a:gd name="connsiteY5" fmla="*/ 37372 h 46545"/>
                  <a:gd name="connsiteX6" fmla="*/ 27520 w 110208"/>
                  <a:gd name="connsiteY6" fmla="*/ 37372 h 46545"/>
                  <a:gd name="connsiteX7" fmla="*/ 18347 w 110208"/>
                  <a:gd name="connsiteY7" fmla="*/ 46546 h 46545"/>
                  <a:gd name="connsiteX8" fmla="*/ 0 w 110208"/>
                  <a:gd name="connsiteY8" fmla="*/ 28199 h 46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208" h="46545">
                    <a:moveTo>
                      <a:pt x="0" y="28199"/>
                    </a:moveTo>
                    <a:lnTo>
                      <a:pt x="9174" y="19025"/>
                    </a:lnTo>
                    <a:cubicBezTo>
                      <a:pt x="34541" y="-6342"/>
                      <a:pt x="75668" y="-6342"/>
                      <a:pt x="101035" y="19025"/>
                    </a:cubicBezTo>
                    <a:lnTo>
                      <a:pt x="110209" y="28199"/>
                    </a:lnTo>
                    <a:lnTo>
                      <a:pt x="91862" y="46546"/>
                    </a:lnTo>
                    <a:lnTo>
                      <a:pt x="82688" y="37372"/>
                    </a:lnTo>
                    <a:cubicBezTo>
                      <a:pt x="67454" y="22138"/>
                      <a:pt x="42754" y="22138"/>
                      <a:pt x="27520" y="37372"/>
                    </a:cubicBezTo>
                    <a:lnTo>
                      <a:pt x="18347" y="46546"/>
                    </a:lnTo>
                    <a:lnTo>
                      <a:pt x="0" y="28199"/>
                    </a:lnTo>
                    <a:close/>
                  </a:path>
                </a:pathLst>
              </a:custGeom>
              <a:solidFill>
                <a:schemeClr val="bg1"/>
              </a:solidFill>
              <a:ln w="8632"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483495E0-A0E5-7E59-D9C1-60A84CB9623B}"/>
                  </a:ext>
                </a:extLst>
              </p:cNvPr>
              <p:cNvSpPr/>
              <p:nvPr/>
            </p:nvSpPr>
            <p:spPr>
              <a:xfrm>
                <a:off x="690692" y="4638430"/>
                <a:ext cx="51892" cy="155677"/>
              </a:xfrm>
              <a:custGeom>
                <a:avLst/>
                <a:gdLst>
                  <a:gd name="connsiteX0" fmla="*/ 0 w 51892"/>
                  <a:gd name="connsiteY0" fmla="*/ 155678 h 155677"/>
                  <a:gd name="connsiteX1" fmla="*/ 51893 w 51892"/>
                  <a:gd name="connsiteY1" fmla="*/ 155678 h 155677"/>
                  <a:gd name="connsiteX2" fmla="*/ 51893 w 51892"/>
                  <a:gd name="connsiteY2" fmla="*/ 129732 h 155677"/>
                  <a:gd name="connsiteX3" fmla="*/ 25946 w 51892"/>
                  <a:gd name="connsiteY3" fmla="*/ 129732 h 155677"/>
                  <a:gd name="connsiteX4" fmla="*/ 25946 w 51892"/>
                  <a:gd name="connsiteY4" fmla="*/ 25946 h 155677"/>
                  <a:gd name="connsiteX5" fmla="*/ 51893 w 51892"/>
                  <a:gd name="connsiteY5" fmla="*/ 25946 h 155677"/>
                  <a:gd name="connsiteX6" fmla="*/ 51893 w 51892"/>
                  <a:gd name="connsiteY6" fmla="*/ 0 h 155677"/>
                  <a:gd name="connsiteX7" fmla="*/ 0 w 51892"/>
                  <a:gd name="connsiteY7" fmla="*/ 0 h 155677"/>
                  <a:gd name="connsiteX8" fmla="*/ 0 w 51892"/>
                  <a:gd name="connsiteY8" fmla="*/ 155678 h 1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892" h="155677">
                    <a:moveTo>
                      <a:pt x="0" y="155678"/>
                    </a:moveTo>
                    <a:lnTo>
                      <a:pt x="51893" y="155678"/>
                    </a:lnTo>
                    <a:lnTo>
                      <a:pt x="51893" y="129732"/>
                    </a:lnTo>
                    <a:lnTo>
                      <a:pt x="25946" y="129732"/>
                    </a:lnTo>
                    <a:lnTo>
                      <a:pt x="25946" y="25946"/>
                    </a:lnTo>
                    <a:lnTo>
                      <a:pt x="51893" y="25946"/>
                    </a:lnTo>
                    <a:lnTo>
                      <a:pt x="51893" y="0"/>
                    </a:lnTo>
                    <a:lnTo>
                      <a:pt x="0" y="0"/>
                    </a:lnTo>
                    <a:lnTo>
                      <a:pt x="0" y="155678"/>
                    </a:lnTo>
                    <a:close/>
                  </a:path>
                </a:pathLst>
              </a:custGeom>
              <a:solidFill>
                <a:schemeClr val="bg1"/>
              </a:solidFill>
              <a:ln w="8632"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E5B17EA1-25B6-B1A4-0601-EFE0EA3DE77A}"/>
                  </a:ext>
                </a:extLst>
              </p:cNvPr>
              <p:cNvSpPr/>
              <p:nvPr/>
            </p:nvSpPr>
            <p:spPr>
              <a:xfrm>
                <a:off x="1330701" y="4638430"/>
                <a:ext cx="51892" cy="155677"/>
              </a:xfrm>
              <a:custGeom>
                <a:avLst/>
                <a:gdLst>
                  <a:gd name="connsiteX0" fmla="*/ 51893 w 51892"/>
                  <a:gd name="connsiteY0" fmla="*/ 155678 h 155677"/>
                  <a:gd name="connsiteX1" fmla="*/ 0 w 51892"/>
                  <a:gd name="connsiteY1" fmla="*/ 155678 h 155677"/>
                  <a:gd name="connsiteX2" fmla="*/ 0 w 51892"/>
                  <a:gd name="connsiteY2" fmla="*/ 129732 h 155677"/>
                  <a:gd name="connsiteX3" fmla="*/ 25946 w 51892"/>
                  <a:gd name="connsiteY3" fmla="*/ 129732 h 155677"/>
                  <a:gd name="connsiteX4" fmla="*/ 25946 w 51892"/>
                  <a:gd name="connsiteY4" fmla="*/ 25946 h 155677"/>
                  <a:gd name="connsiteX5" fmla="*/ 0 w 51892"/>
                  <a:gd name="connsiteY5" fmla="*/ 25946 h 155677"/>
                  <a:gd name="connsiteX6" fmla="*/ 0 w 51892"/>
                  <a:gd name="connsiteY6" fmla="*/ 0 h 155677"/>
                  <a:gd name="connsiteX7" fmla="*/ 51893 w 51892"/>
                  <a:gd name="connsiteY7" fmla="*/ 0 h 155677"/>
                  <a:gd name="connsiteX8" fmla="*/ 51893 w 51892"/>
                  <a:gd name="connsiteY8" fmla="*/ 155678 h 155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892" h="155677">
                    <a:moveTo>
                      <a:pt x="51893" y="155678"/>
                    </a:moveTo>
                    <a:lnTo>
                      <a:pt x="0" y="155678"/>
                    </a:lnTo>
                    <a:lnTo>
                      <a:pt x="0" y="129732"/>
                    </a:lnTo>
                    <a:lnTo>
                      <a:pt x="25946" y="129732"/>
                    </a:lnTo>
                    <a:lnTo>
                      <a:pt x="25946" y="25946"/>
                    </a:lnTo>
                    <a:lnTo>
                      <a:pt x="0" y="25946"/>
                    </a:lnTo>
                    <a:lnTo>
                      <a:pt x="0" y="0"/>
                    </a:lnTo>
                    <a:lnTo>
                      <a:pt x="51893" y="0"/>
                    </a:lnTo>
                    <a:lnTo>
                      <a:pt x="51893" y="155678"/>
                    </a:lnTo>
                    <a:close/>
                  </a:path>
                </a:pathLst>
              </a:custGeom>
              <a:solidFill>
                <a:schemeClr val="bg1"/>
              </a:solidFill>
              <a:ln w="8632"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CDBAE9D0-53AA-0873-248B-A88C96D17B16}"/>
                  </a:ext>
                </a:extLst>
              </p:cNvPr>
              <p:cNvSpPr/>
              <p:nvPr/>
            </p:nvSpPr>
            <p:spPr>
              <a:xfrm>
                <a:off x="1088535" y="4651403"/>
                <a:ext cx="103785" cy="51892"/>
              </a:xfrm>
              <a:custGeom>
                <a:avLst/>
                <a:gdLst>
                  <a:gd name="connsiteX0" fmla="*/ 25946 w 103785"/>
                  <a:gd name="connsiteY0" fmla="*/ 51893 h 51892"/>
                  <a:gd name="connsiteX1" fmla="*/ 51893 w 103785"/>
                  <a:gd name="connsiteY1" fmla="*/ 25946 h 51892"/>
                  <a:gd name="connsiteX2" fmla="*/ 77839 w 103785"/>
                  <a:gd name="connsiteY2" fmla="*/ 51893 h 51892"/>
                  <a:gd name="connsiteX3" fmla="*/ 103785 w 103785"/>
                  <a:gd name="connsiteY3" fmla="*/ 51893 h 51892"/>
                  <a:gd name="connsiteX4" fmla="*/ 51893 w 103785"/>
                  <a:gd name="connsiteY4" fmla="*/ 0 h 51892"/>
                  <a:gd name="connsiteX5" fmla="*/ 0 w 103785"/>
                  <a:gd name="connsiteY5" fmla="*/ 51893 h 51892"/>
                  <a:gd name="connsiteX6" fmla="*/ 25946 w 103785"/>
                  <a:gd name="connsiteY6" fmla="*/ 51893 h 5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785" h="51892">
                    <a:moveTo>
                      <a:pt x="25946" y="51893"/>
                    </a:moveTo>
                    <a:cubicBezTo>
                      <a:pt x="25946" y="37562"/>
                      <a:pt x="37562" y="25946"/>
                      <a:pt x="51893" y="25946"/>
                    </a:cubicBezTo>
                    <a:cubicBezTo>
                      <a:pt x="66223" y="25946"/>
                      <a:pt x="77839" y="37562"/>
                      <a:pt x="77839" y="51893"/>
                    </a:cubicBezTo>
                    <a:lnTo>
                      <a:pt x="103785" y="51893"/>
                    </a:lnTo>
                    <a:cubicBezTo>
                      <a:pt x="103785" y="23233"/>
                      <a:pt x="80552" y="0"/>
                      <a:pt x="51893" y="0"/>
                    </a:cubicBezTo>
                    <a:cubicBezTo>
                      <a:pt x="23233" y="0"/>
                      <a:pt x="0" y="23233"/>
                      <a:pt x="0" y="51893"/>
                    </a:cubicBezTo>
                    <a:lnTo>
                      <a:pt x="25946" y="51893"/>
                    </a:lnTo>
                    <a:close/>
                  </a:path>
                </a:pathLst>
              </a:custGeom>
              <a:solidFill>
                <a:schemeClr val="bg1"/>
              </a:solidFill>
              <a:ln w="8632"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8D9F0D7F-107F-DE6C-EAC4-20A0A970A4C4}"/>
                  </a:ext>
                </a:extLst>
              </p:cNvPr>
              <p:cNvSpPr/>
              <p:nvPr/>
            </p:nvSpPr>
            <p:spPr>
              <a:xfrm>
                <a:off x="880965" y="4651403"/>
                <a:ext cx="103785" cy="51892"/>
              </a:xfrm>
              <a:custGeom>
                <a:avLst/>
                <a:gdLst>
                  <a:gd name="connsiteX0" fmla="*/ 25946 w 103785"/>
                  <a:gd name="connsiteY0" fmla="*/ 51893 h 51892"/>
                  <a:gd name="connsiteX1" fmla="*/ 51893 w 103785"/>
                  <a:gd name="connsiteY1" fmla="*/ 25946 h 51892"/>
                  <a:gd name="connsiteX2" fmla="*/ 77839 w 103785"/>
                  <a:gd name="connsiteY2" fmla="*/ 51893 h 51892"/>
                  <a:gd name="connsiteX3" fmla="*/ 103785 w 103785"/>
                  <a:gd name="connsiteY3" fmla="*/ 51893 h 51892"/>
                  <a:gd name="connsiteX4" fmla="*/ 51893 w 103785"/>
                  <a:gd name="connsiteY4" fmla="*/ 0 h 51892"/>
                  <a:gd name="connsiteX5" fmla="*/ 0 w 103785"/>
                  <a:gd name="connsiteY5" fmla="*/ 51893 h 51892"/>
                  <a:gd name="connsiteX6" fmla="*/ 25946 w 103785"/>
                  <a:gd name="connsiteY6" fmla="*/ 51893 h 5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785" h="51892">
                    <a:moveTo>
                      <a:pt x="25946" y="51893"/>
                    </a:moveTo>
                    <a:cubicBezTo>
                      <a:pt x="25946" y="37562"/>
                      <a:pt x="37562" y="25946"/>
                      <a:pt x="51893" y="25946"/>
                    </a:cubicBezTo>
                    <a:cubicBezTo>
                      <a:pt x="66223" y="25946"/>
                      <a:pt x="77839" y="37562"/>
                      <a:pt x="77839" y="51893"/>
                    </a:cubicBezTo>
                    <a:lnTo>
                      <a:pt x="103785" y="51893"/>
                    </a:lnTo>
                    <a:cubicBezTo>
                      <a:pt x="103785" y="23233"/>
                      <a:pt x="80552" y="0"/>
                      <a:pt x="51893" y="0"/>
                    </a:cubicBezTo>
                    <a:cubicBezTo>
                      <a:pt x="23233" y="0"/>
                      <a:pt x="0" y="23233"/>
                      <a:pt x="0" y="51893"/>
                    </a:cubicBezTo>
                    <a:lnTo>
                      <a:pt x="25946" y="51893"/>
                    </a:lnTo>
                    <a:close/>
                  </a:path>
                </a:pathLst>
              </a:custGeom>
              <a:solidFill>
                <a:schemeClr val="bg1"/>
              </a:solidFill>
              <a:ln w="8632" cap="flat">
                <a:noFill/>
                <a:prstDash val="solid"/>
                <a:miter/>
              </a:ln>
            </p:spPr>
            <p:txBody>
              <a:bodyPr rtlCol="0" anchor="ctr"/>
              <a:lstStyle/>
              <a:p>
                <a:endParaRPr lang="en-IN"/>
              </a:p>
            </p:txBody>
          </p:sp>
        </p:grpSp>
        <p:pic>
          <p:nvPicPr>
            <p:cNvPr id="5" name="Graphic 4">
              <a:extLst>
                <a:ext uri="{FF2B5EF4-FFF2-40B4-BE49-F238E27FC236}">
                  <a16:creationId xmlns:a16="http://schemas.microsoft.com/office/drawing/2014/main" id="{DEECEFA3-DFDC-A5A9-270A-3814E9AE85EB}"/>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38914" y="5330633"/>
              <a:ext cx="830282" cy="830282"/>
            </a:xfrm>
            <a:prstGeom prst="rect">
              <a:avLst/>
            </a:prstGeom>
          </p:spPr>
        </p:pic>
      </p:grpSp>
      <p:sp>
        <p:nvSpPr>
          <p:cNvPr id="8" name="TextBox 7">
            <a:extLst>
              <a:ext uri="{FF2B5EF4-FFF2-40B4-BE49-F238E27FC236}">
                <a16:creationId xmlns:a16="http://schemas.microsoft.com/office/drawing/2014/main" id="{178B102B-5DF6-98B0-945A-A66F650EB631}"/>
              </a:ext>
            </a:extLst>
          </p:cNvPr>
          <p:cNvSpPr txBox="1"/>
          <p:nvPr/>
        </p:nvSpPr>
        <p:spPr>
          <a:xfrm>
            <a:off x="912593" y="4310165"/>
            <a:ext cx="1330465" cy="677108"/>
          </a:xfrm>
          <a:prstGeom prst="rect">
            <a:avLst/>
          </a:prstGeom>
          <a:noFill/>
        </p:spPr>
        <p:txBody>
          <a:bodyPr wrap="square" lIns="91440" tIns="91440" rIns="91440" bIns="91440" rtlCol="0">
            <a:spAutoFit/>
          </a:bodyPr>
          <a:lstStyle/>
          <a:p>
            <a:pPr algn="ctr"/>
            <a:r>
              <a:rPr lang="en-IN" sz="1600" i="0">
                <a:solidFill>
                  <a:srgbClr val="1D1C1D"/>
                </a:solidFill>
                <a:effectLst/>
                <a:latin typeface="+mj-lt"/>
              </a:rPr>
              <a:t>Attended</a:t>
            </a:r>
          </a:p>
          <a:p>
            <a:pPr algn="ctr"/>
            <a:r>
              <a:rPr lang="en-IN" sz="1600" i="0">
                <a:solidFill>
                  <a:srgbClr val="1D1C1D"/>
                </a:solidFill>
                <a:effectLst/>
                <a:latin typeface="+mj-lt"/>
              </a:rPr>
              <a:t>Automation</a:t>
            </a:r>
          </a:p>
        </p:txBody>
      </p:sp>
      <p:sp>
        <p:nvSpPr>
          <p:cNvPr id="11" name="TextBox 10">
            <a:extLst>
              <a:ext uri="{FF2B5EF4-FFF2-40B4-BE49-F238E27FC236}">
                <a16:creationId xmlns:a16="http://schemas.microsoft.com/office/drawing/2014/main" id="{25B6127A-BBC0-E7A9-6D19-3CFFD30B5EAD}"/>
              </a:ext>
            </a:extLst>
          </p:cNvPr>
          <p:cNvSpPr txBox="1"/>
          <p:nvPr/>
        </p:nvSpPr>
        <p:spPr>
          <a:xfrm>
            <a:off x="958467" y="6077240"/>
            <a:ext cx="1350427" cy="677108"/>
          </a:xfrm>
          <a:prstGeom prst="rect">
            <a:avLst/>
          </a:prstGeom>
          <a:noFill/>
        </p:spPr>
        <p:txBody>
          <a:bodyPr wrap="square" lIns="91440" tIns="91440" rIns="91440" bIns="91440" rtlCol="0">
            <a:spAutoFit/>
          </a:bodyPr>
          <a:lstStyle/>
          <a:p>
            <a:pPr algn="ctr"/>
            <a:r>
              <a:rPr lang="en-IN" sz="1600" i="0">
                <a:solidFill>
                  <a:srgbClr val="1D1C1D"/>
                </a:solidFill>
                <a:effectLst/>
                <a:latin typeface="+mj-lt"/>
              </a:rPr>
              <a:t>Unattended Automation</a:t>
            </a:r>
          </a:p>
        </p:txBody>
      </p:sp>
    </p:spTree>
    <p:custDataLst>
      <p:tags r:id="rId1"/>
    </p:custDataLst>
    <p:extLst>
      <p:ext uri="{BB962C8B-B14F-4D97-AF65-F5344CB8AC3E}">
        <p14:creationId xmlns:p14="http://schemas.microsoft.com/office/powerpoint/2010/main" val="20268976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0E8FF6-E08E-6A37-2A1F-59229BDB0BD1}"/>
              </a:ext>
            </a:extLst>
          </p:cNvPr>
          <p:cNvSpPr>
            <a:spLocks noGrp="1"/>
          </p:cNvSpPr>
          <p:nvPr>
            <p:ph type="title"/>
          </p:nvPr>
        </p:nvSpPr>
        <p:spPr>
          <a:xfrm>
            <a:off x="381001" y="286469"/>
            <a:ext cx="6608941" cy="690029"/>
          </a:xfrm>
        </p:spPr>
        <p:txBody>
          <a:bodyPr/>
          <a:lstStyle/>
          <a:p>
            <a:r>
              <a:rPr lang="en-IN"/>
              <a:t>Playback time!</a:t>
            </a:r>
          </a:p>
        </p:txBody>
      </p:sp>
      <p:sp>
        <p:nvSpPr>
          <p:cNvPr id="9" name="Rectangle 8">
            <a:extLst>
              <a:ext uri="{FF2B5EF4-FFF2-40B4-BE49-F238E27FC236}">
                <a16:creationId xmlns:a16="http://schemas.microsoft.com/office/drawing/2014/main" id="{D6CA5F2B-2C09-2D0A-2405-4D1F83DC4245}"/>
              </a:ext>
            </a:extLst>
          </p:cNvPr>
          <p:cNvSpPr/>
          <p:nvPr/>
        </p:nvSpPr>
        <p:spPr>
          <a:xfrm>
            <a:off x="381001" y="1921397"/>
            <a:ext cx="3438280" cy="360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0" name="Content Placeholder 1">
            <a:extLst>
              <a:ext uri="{FF2B5EF4-FFF2-40B4-BE49-F238E27FC236}">
                <a16:creationId xmlns:a16="http://schemas.microsoft.com/office/drawing/2014/main" id="{6D01D965-7E3D-B12E-0976-0595D3FC4108}"/>
              </a:ext>
            </a:extLst>
          </p:cNvPr>
          <p:cNvSpPr>
            <a:spLocks noGrp="1"/>
          </p:cNvSpPr>
          <p:nvPr>
            <p:ph idx="1"/>
          </p:nvPr>
        </p:nvSpPr>
        <p:spPr>
          <a:xfrm>
            <a:off x="531108" y="2062892"/>
            <a:ext cx="3288173" cy="2846933"/>
          </a:xfrm>
        </p:spPr>
        <p:txBody>
          <a:bodyPr/>
          <a:lstStyle/>
          <a:p>
            <a:pPr marL="173038" indent="-173038">
              <a:buFont typeface="Arial" panose="020B0604020202020204" pitchFamily="34" charset="0"/>
              <a:buChar char="•"/>
            </a:pPr>
            <a:r>
              <a:rPr lang="en-US"/>
              <a:t>There are two types of bots:</a:t>
            </a:r>
          </a:p>
          <a:p>
            <a:pPr marL="342900" indent="-169863">
              <a:buFont typeface="Arial" panose="020B0604020202020204" pitchFamily="34" charset="0"/>
              <a:buChar char="-"/>
            </a:pPr>
            <a:r>
              <a:rPr lang="en-US"/>
              <a:t>Attended bots</a:t>
            </a:r>
          </a:p>
          <a:p>
            <a:pPr marL="342900" indent="-169863">
              <a:buFont typeface="Arial" panose="020B0604020202020204" pitchFamily="34" charset="0"/>
              <a:buChar char="-"/>
            </a:pPr>
            <a:r>
              <a:rPr lang="en-US"/>
              <a:t>Unattended bots</a:t>
            </a:r>
          </a:p>
          <a:p>
            <a:pPr marL="173038" marR="0" lvl="0" indent="-173038" algn="l" defTabSz="4572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Arial"/>
                <a:ea typeface="+mn-ea"/>
                <a:cs typeface="Arial"/>
              </a:rPr>
              <a:t>Attended bots assist with tedious tasks and speed up processes on a user's computer.</a:t>
            </a:r>
          </a:p>
        </p:txBody>
      </p:sp>
      <p:pic>
        <p:nvPicPr>
          <p:cNvPr id="11" name="jada.png" descr="jada.png">
            <a:extLst>
              <a:ext uri="{FF2B5EF4-FFF2-40B4-BE49-F238E27FC236}">
                <a16:creationId xmlns:a16="http://schemas.microsoft.com/office/drawing/2014/main" id="{4953D055-4D97-1120-DC8D-F8764A3D7D49}"/>
              </a:ext>
            </a:extLst>
          </p:cNvPr>
          <p:cNvPicPr>
            <a:picLocks noChangeAspect="1"/>
          </p:cNvPicPr>
          <p:nvPr/>
        </p:nvPicPr>
        <p:blipFill>
          <a:blip r:embed="rId4"/>
          <a:stretch>
            <a:fillRect/>
          </a:stretch>
        </p:blipFill>
        <p:spPr>
          <a:xfrm>
            <a:off x="4239318" y="3020992"/>
            <a:ext cx="3710187" cy="3810632"/>
          </a:xfrm>
          <a:prstGeom prst="rect">
            <a:avLst/>
          </a:prstGeom>
          <a:ln w="12700">
            <a:miter lim="400000"/>
          </a:ln>
        </p:spPr>
      </p:pic>
      <p:sp>
        <p:nvSpPr>
          <p:cNvPr id="2" name="Rectangle 1">
            <a:extLst>
              <a:ext uri="{FF2B5EF4-FFF2-40B4-BE49-F238E27FC236}">
                <a16:creationId xmlns:a16="http://schemas.microsoft.com/office/drawing/2014/main" id="{9FC4D07F-D475-4B0C-5583-8422562F615E}"/>
              </a:ext>
            </a:extLst>
          </p:cNvPr>
          <p:cNvSpPr/>
          <p:nvPr/>
        </p:nvSpPr>
        <p:spPr>
          <a:xfrm>
            <a:off x="8219437" y="1921397"/>
            <a:ext cx="3438280" cy="360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5" name="Content Placeholder 1">
            <a:extLst>
              <a:ext uri="{FF2B5EF4-FFF2-40B4-BE49-F238E27FC236}">
                <a16:creationId xmlns:a16="http://schemas.microsoft.com/office/drawing/2014/main" id="{C276433E-1C4E-806A-5E72-A508435F86DA}"/>
              </a:ext>
            </a:extLst>
          </p:cNvPr>
          <p:cNvSpPr txBox="1">
            <a:spLocks/>
          </p:cNvSpPr>
          <p:nvPr/>
        </p:nvSpPr>
        <p:spPr>
          <a:xfrm>
            <a:off x="8369544" y="2062892"/>
            <a:ext cx="3288173" cy="3334246"/>
          </a:xfrm>
          <a:prstGeom prst="rect">
            <a:avLst/>
          </a:prstGeom>
        </p:spPr>
        <p:txBody>
          <a:bodyPr vert="horz"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baseline="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3038" indent="-173038">
              <a:buFont typeface="Arial" panose="020B0604020202020204" pitchFamily="34" charset="0"/>
              <a:buChar char="•"/>
            </a:pPr>
            <a:r>
              <a:rPr lang="en-US"/>
              <a:t>Unattended bots run automated processes with minimal human involvement.</a:t>
            </a:r>
          </a:p>
          <a:p>
            <a:pPr marL="173038" indent="-173038">
              <a:buFont typeface="Arial" panose="020B0604020202020204" pitchFamily="34" charset="0"/>
              <a:buChar char="•"/>
            </a:pPr>
            <a:r>
              <a:rPr lang="en-US"/>
              <a:t>UiPath offers six automation models, varying in human-bot engagement, for various processes and industries.</a:t>
            </a:r>
          </a:p>
          <a:p>
            <a:pPr marL="173038" indent="-173038">
              <a:buFont typeface="Arial" panose="020B0604020202020204" pitchFamily="34" charset="0"/>
              <a:buChar char="•"/>
            </a:pPr>
            <a:endParaRPr lang="en-US"/>
          </a:p>
        </p:txBody>
      </p:sp>
    </p:spTree>
    <p:custDataLst>
      <p:tags r:id="rId1"/>
    </p:custDataLst>
    <p:extLst>
      <p:ext uri="{BB962C8B-B14F-4D97-AF65-F5344CB8AC3E}">
        <p14:creationId xmlns:p14="http://schemas.microsoft.com/office/powerpoint/2010/main" val="34707005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3667671"/>
          </a:xfrm>
        </p:spPr>
        <p:txBody>
          <a:bodyPr/>
          <a:lstStyle/>
          <a:p>
            <a:r>
              <a:rPr lang="en-US"/>
              <a:t>Which of the following three statements accurately describes the characteristics of attended and unattended automation/robots?</a:t>
            </a:r>
          </a:p>
          <a:p>
            <a:endParaRPr lang="en-US"/>
          </a:p>
          <a:p>
            <a:r>
              <a:rPr lang="en-US"/>
              <a:t>	Unattended automation requires little to no human intervention.</a:t>
            </a:r>
          </a:p>
          <a:p>
            <a:r>
              <a:rPr lang="en-US"/>
              <a:t>       Unattended robots handle the routine tasks involved in a process. </a:t>
            </a:r>
          </a:p>
          <a:p>
            <a:r>
              <a:rPr lang="en-US"/>
              <a:t>       In Attended automation, robots work alongside you. </a:t>
            </a:r>
          </a:p>
          <a:p>
            <a:r>
              <a:rPr lang="en-US"/>
              <a:t>       Attended robots handle high-volume transaction-based processes.</a:t>
            </a:r>
          </a:p>
          <a:p>
            <a:r>
              <a:rPr lang="en-US"/>
              <a:t>       Attended robots reside on your PC, laptop, and departmental server.</a:t>
            </a:r>
          </a:p>
          <a:p>
            <a:r>
              <a:rPr lang="en-US"/>
              <a:t>       Unattended robots reside on your PC, laptop, and departmental server.   </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1/2</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grpSp>
        <p:nvGrpSpPr>
          <p:cNvPr id="11" name="Group 10">
            <a:extLst>
              <a:ext uri="{FF2B5EF4-FFF2-40B4-BE49-F238E27FC236}">
                <a16:creationId xmlns:a16="http://schemas.microsoft.com/office/drawing/2014/main" id="{E396599C-E76E-AF51-95B8-292E64124D7F}"/>
              </a:ext>
            </a:extLst>
          </p:cNvPr>
          <p:cNvGrpSpPr/>
          <p:nvPr/>
        </p:nvGrpSpPr>
        <p:grpSpPr>
          <a:xfrm>
            <a:off x="379412" y="3013869"/>
            <a:ext cx="235902" cy="2401604"/>
            <a:chOff x="379412" y="3013869"/>
            <a:chExt cx="235902" cy="2401604"/>
          </a:xfrm>
        </p:grpSpPr>
        <p:grpSp>
          <p:nvGrpSpPr>
            <p:cNvPr id="8" name="Group 7">
              <a:extLst>
                <a:ext uri="{FF2B5EF4-FFF2-40B4-BE49-F238E27FC236}">
                  <a16:creationId xmlns:a16="http://schemas.microsoft.com/office/drawing/2014/main" id="{4E2297B7-EAEC-F014-FA55-62D4C99FB327}"/>
                </a:ext>
              </a:extLst>
            </p:cNvPr>
            <p:cNvGrpSpPr/>
            <p:nvPr/>
          </p:nvGrpSpPr>
          <p:grpSpPr>
            <a:xfrm>
              <a:off x="379412" y="3013869"/>
              <a:ext cx="235902" cy="1970850"/>
              <a:chOff x="379412" y="3029109"/>
              <a:chExt cx="235902" cy="1970850"/>
            </a:xfrm>
          </p:grpSpPr>
          <p:sp>
            <p:nvSpPr>
              <p:cNvPr id="3" name="Open Box">
                <a:extLst>
                  <a:ext uri="{FF2B5EF4-FFF2-40B4-BE49-F238E27FC236}">
                    <a16:creationId xmlns:a16="http://schemas.microsoft.com/office/drawing/2014/main" id="{2F3289DA-B1D3-43BE-C2AD-AAAFD9A154AC}"/>
                  </a:ext>
                </a:extLst>
              </p:cNvPr>
              <p:cNvSpPr/>
              <p:nvPr/>
            </p:nvSpPr>
            <p:spPr>
              <a:xfrm>
                <a:off x="379412" y="302910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8B8962F6-E134-CF05-2B3F-572BF42EFD84}"/>
                  </a:ext>
                </a:extLst>
              </p:cNvPr>
              <p:cNvSpPr/>
              <p:nvPr/>
            </p:nvSpPr>
            <p:spPr>
              <a:xfrm>
                <a:off x="379412" y="3461925"/>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C0CDE049-0541-4BF6-4E79-EC0CDF4EFC88}"/>
                  </a:ext>
                </a:extLst>
              </p:cNvPr>
              <p:cNvSpPr/>
              <p:nvPr/>
            </p:nvSpPr>
            <p:spPr>
              <a:xfrm>
                <a:off x="379412" y="3895662"/>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775B03D-5D36-2B1A-0F05-F9606356B0FB}"/>
                  </a:ext>
                </a:extLst>
              </p:cNvPr>
              <p:cNvSpPr/>
              <p:nvPr/>
            </p:nvSpPr>
            <p:spPr>
              <a:xfrm>
                <a:off x="379412" y="432939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pen Box">
                <a:extLst>
                  <a:ext uri="{FF2B5EF4-FFF2-40B4-BE49-F238E27FC236}">
                    <a16:creationId xmlns:a16="http://schemas.microsoft.com/office/drawing/2014/main" id="{A1D486C3-A9D8-ECFF-AA5E-D817D307FD7C}"/>
                  </a:ext>
                </a:extLst>
              </p:cNvPr>
              <p:cNvSpPr/>
              <p:nvPr/>
            </p:nvSpPr>
            <p:spPr>
              <a:xfrm>
                <a:off x="379412" y="4764057"/>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 name="Open Box">
              <a:extLst>
                <a:ext uri="{FF2B5EF4-FFF2-40B4-BE49-F238E27FC236}">
                  <a16:creationId xmlns:a16="http://schemas.microsoft.com/office/drawing/2014/main" id="{7E25F092-A498-9C01-0051-F9A06372EC96}"/>
                </a:ext>
              </a:extLst>
            </p:cNvPr>
            <p:cNvSpPr/>
            <p:nvPr/>
          </p:nvSpPr>
          <p:spPr>
            <a:xfrm>
              <a:off x="379412" y="5179571"/>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2" name="Picture 11" descr="A cartoon orange ball with blue and black legs&#10;&#10;Description automatically generated">
            <a:extLst>
              <a:ext uri="{FF2B5EF4-FFF2-40B4-BE49-F238E27FC236}">
                <a16:creationId xmlns:a16="http://schemas.microsoft.com/office/drawing/2014/main" id="{DAD0948E-8C74-5DE1-6573-DE16CE53976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36776717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C82628F-C1D3-52D2-83D6-080BF6E52005}"/>
              </a:ext>
            </a:extLst>
          </p:cNvPr>
          <p:cNvGrpSpPr/>
          <p:nvPr/>
        </p:nvGrpSpPr>
        <p:grpSpPr>
          <a:xfrm>
            <a:off x="379412" y="3013869"/>
            <a:ext cx="235902" cy="2401604"/>
            <a:chOff x="379412" y="3013869"/>
            <a:chExt cx="235902" cy="2401604"/>
          </a:xfrm>
        </p:grpSpPr>
        <p:grpSp>
          <p:nvGrpSpPr>
            <p:cNvPr id="5" name="Group 4">
              <a:extLst>
                <a:ext uri="{FF2B5EF4-FFF2-40B4-BE49-F238E27FC236}">
                  <a16:creationId xmlns:a16="http://schemas.microsoft.com/office/drawing/2014/main" id="{D5EC328D-F1A3-8C40-CFDD-8D4CDC96A617}"/>
                </a:ext>
              </a:extLst>
            </p:cNvPr>
            <p:cNvGrpSpPr/>
            <p:nvPr/>
          </p:nvGrpSpPr>
          <p:grpSpPr>
            <a:xfrm>
              <a:off x="379412" y="3013869"/>
              <a:ext cx="235902" cy="1970850"/>
              <a:chOff x="379412" y="3029109"/>
              <a:chExt cx="235902" cy="1970850"/>
            </a:xfrm>
          </p:grpSpPr>
          <p:sp>
            <p:nvSpPr>
              <p:cNvPr id="7" name="Open Box">
                <a:extLst>
                  <a:ext uri="{FF2B5EF4-FFF2-40B4-BE49-F238E27FC236}">
                    <a16:creationId xmlns:a16="http://schemas.microsoft.com/office/drawing/2014/main" id="{CA214413-E6B4-AF20-6DB5-79C422C1D12D}"/>
                  </a:ext>
                </a:extLst>
              </p:cNvPr>
              <p:cNvSpPr/>
              <p:nvPr/>
            </p:nvSpPr>
            <p:spPr>
              <a:xfrm>
                <a:off x="379412" y="302910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pen Box">
                <a:extLst>
                  <a:ext uri="{FF2B5EF4-FFF2-40B4-BE49-F238E27FC236}">
                    <a16:creationId xmlns:a16="http://schemas.microsoft.com/office/drawing/2014/main" id="{08623A5F-4C15-55B3-694B-47F0CEBDCE4F}"/>
                  </a:ext>
                </a:extLst>
              </p:cNvPr>
              <p:cNvSpPr/>
              <p:nvPr/>
            </p:nvSpPr>
            <p:spPr>
              <a:xfrm>
                <a:off x="379412" y="3461925"/>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pen Box">
                <a:extLst>
                  <a:ext uri="{FF2B5EF4-FFF2-40B4-BE49-F238E27FC236}">
                    <a16:creationId xmlns:a16="http://schemas.microsoft.com/office/drawing/2014/main" id="{28EF1592-3D53-8C99-0168-96683148A6A2}"/>
                  </a:ext>
                </a:extLst>
              </p:cNvPr>
              <p:cNvSpPr/>
              <p:nvPr/>
            </p:nvSpPr>
            <p:spPr>
              <a:xfrm>
                <a:off x="379412" y="3895662"/>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pen Box">
                <a:extLst>
                  <a:ext uri="{FF2B5EF4-FFF2-40B4-BE49-F238E27FC236}">
                    <a16:creationId xmlns:a16="http://schemas.microsoft.com/office/drawing/2014/main" id="{FD33A27A-8E05-F0CC-7FA1-982FCD79EE7B}"/>
                  </a:ext>
                </a:extLst>
              </p:cNvPr>
              <p:cNvSpPr/>
              <p:nvPr/>
            </p:nvSpPr>
            <p:spPr>
              <a:xfrm>
                <a:off x="379412" y="432939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pen Box">
                <a:extLst>
                  <a:ext uri="{FF2B5EF4-FFF2-40B4-BE49-F238E27FC236}">
                    <a16:creationId xmlns:a16="http://schemas.microsoft.com/office/drawing/2014/main" id="{00B47FAF-0085-9D3E-F956-B760BBDB2003}"/>
                  </a:ext>
                </a:extLst>
              </p:cNvPr>
              <p:cNvSpPr/>
              <p:nvPr/>
            </p:nvSpPr>
            <p:spPr>
              <a:xfrm>
                <a:off x="379412" y="4764057"/>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 name="Open Box">
              <a:extLst>
                <a:ext uri="{FF2B5EF4-FFF2-40B4-BE49-F238E27FC236}">
                  <a16:creationId xmlns:a16="http://schemas.microsoft.com/office/drawing/2014/main" id="{4381F1EC-C39C-4494-1AF1-50341065529A}"/>
                </a:ext>
              </a:extLst>
            </p:cNvPr>
            <p:cNvSpPr/>
            <p:nvPr/>
          </p:nvSpPr>
          <p:spPr>
            <a:xfrm>
              <a:off x="379412" y="5179571"/>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3667671"/>
          </a:xfrm>
        </p:spPr>
        <p:txBody>
          <a:bodyPr/>
          <a:lstStyle/>
          <a:p>
            <a:r>
              <a:rPr lang="en-US"/>
              <a:t>Which of the following three statements accurately describes the characteristics of attended and unattended automation/robots?</a:t>
            </a:r>
          </a:p>
          <a:p>
            <a:endParaRPr lang="en-US"/>
          </a:p>
          <a:p>
            <a:r>
              <a:rPr lang="en-US"/>
              <a:t>	Unattended automation requires little to no human intervention.</a:t>
            </a:r>
          </a:p>
          <a:p>
            <a:r>
              <a:rPr lang="en-US"/>
              <a:t>       Unattended robots handle the routine tasks involved in a process. </a:t>
            </a:r>
          </a:p>
          <a:p>
            <a:r>
              <a:rPr lang="en-US"/>
              <a:t>       In Attended automation, robots work alongside you. </a:t>
            </a:r>
          </a:p>
          <a:p>
            <a:r>
              <a:rPr lang="en-US"/>
              <a:t>       Attended robots handle high-volume transaction-based processes.</a:t>
            </a:r>
          </a:p>
          <a:p>
            <a:r>
              <a:rPr lang="en-US"/>
              <a:t>       Attended robots reside on your PC, laptop, and departmental server.</a:t>
            </a:r>
          </a:p>
          <a:p>
            <a:r>
              <a:rPr lang="en-US"/>
              <a:t>       Unattended robots reside on your PC, laptop, and departmental server.   </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1/2</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8" name="Check Mark">
            <a:extLst>
              <a:ext uri="{FF2B5EF4-FFF2-40B4-BE49-F238E27FC236}">
                <a16:creationId xmlns:a16="http://schemas.microsoft.com/office/drawing/2014/main" id="{2AB4768F-4308-9EF9-DA33-7DC456CA392E}"/>
              </a:ext>
            </a:extLst>
          </p:cNvPr>
          <p:cNvSpPr/>
          <p:nvPr/>
        </p:nvSpPr>
        <p:spPr>
          <a:xfrm>
            <a:off x="433955" y="3090277"/>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9" name="Check Mark">
            <a:extLst>
              <a:ext uri="{FF2B5EF4-FFF2-40B4-BE49-F238E27FC236}">
                <a16:creationId xmlns:a16="http://schemas.microsoft.com/office/drawing/2014/main" id="{4CD4BDBF-9C09-82DD-44D6-A20DF7779D72}"/>
              </a:ext>
            </a:extLst>
          </p:cNvPr>
          <p:cNvSpPr/>
          <p:nvPr/>
        </p:nvSpPr>
        <p:spPr>
          <a:xfrm>
            <a:off x="433954" y="3956830"/>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10" name="Check Mark">
            <a:extLst>
              <a:ext uri="{FF2B5EF4-FFF2-40B4-BE49-F238E27FC236}">
                <a16:creationId xmlns:a16="http://schemas.microsoft.com/office/drawing/2014/main" id="{2C046B6E-714C-69F1-5F54-882CEF96C45F}"/>
              </a:ext>
            </a:extLst>
          </p:cNvPr>
          <p:cNvSpPr/>
          <p:nvPr/>
        </p:nvSpPr>
        <p:spPr>
          <a:xfrm>
            <a:off x="433954" y="4825225"/>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3" name="Picture 2" descr="A cartoon orange ball with blue and black legs&#10;&#10;Description automatically generated">
            <a:extLst>
              <a:ext uri="{FF2B5EF4-FFF2-40B4-BE49-F238E27FC236}">
                <a16:creationId xmlns:a16="http://schemas.microsoft.com/office/drawing/2014/main" id="{55CA0C8B-3B77-5C68-8ACC-C9D4BBEEC70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319885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1428412" cy="307777"/>
          </a:xfrm>
        </p:spPr>
        <p:txBody>
          <a:bodyPr/>
          <a:lstStyle/>
          <a:p>
            <a:r>
              <a:rPr lang="en-US"/>
              <a:t>Match the automation models with their corresponding descriptions.</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2/2</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10" name="Rectangle 9">
            <a:extLst>
              <a:ext uri="{FF2B5EF4-FFF2-40B4-BE49-F238E27FC236}">
                <a16:creationId xmlns:a16="http://schemas.microsoft.com/office/drawing/2014/main" id="{40C21CCC-A8DA-8AAE-6BCD-4492B182C94C}"/>
              </a:ext>
            </a:extLst>
          </p:cNvPr>
          <p:cNvSpPr/>
          <p:nvPr/>
        </p:nvSpPr>
        <p:spPr>
          <a:xfrm>
            <a:off x="381001" y="2801566"/>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Human in the Loop</a:t>
            </a:r>
          </a:p>
        </p:txBody>
      </p:sp>
      <p:sp>
        <p:nvSpPr>
          <p:cNvPr id="11" name="Rectangle 10">
            <a:extLst>
              <a:ext uri="{FF2B5EF4-FFF2-40B4-BE49-F238E27FC236}">
                <a16:creationId xmlns:a16="http://schemas.microsoft.com/office/drawing/2014/main" id="{19756447-5A60-BC78-B321-33949C467573}"/>
              </a:ext>
            </a:extLst>
          </p:cNvPr>
          <p:cNvSpPr/>
          <p:nvPr/>
        </p:nvSpPr>
        <p:spPr>
          <a:xfrm>
            <a:off x="381001" y="3531141"/>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Attended in Tandem</a:t>
            </a:r>
          </a:p>
        </p:txBody>
      </p:sp>
      <p:sp>
        <p:nvSpPr>
          <p:cNvPr id="12" name="Rectangle 11">
            <a:extLst>
              <a:ext uri="{FF2B5EF4-FFF2-40B4-BE49-F238E27FC236}">
                <a16:creationId xmlns:a16="http://schemas.microsoft.com/office/drawing/2014/main" id="{FA122F20-5077-DFE7-C438-F79C8365A035}"/>
              </a:ext>
            </a:extLst>
          </p:cNvPr>
          <p:cNvSpPr/>
          <p:nvPr/>
        </p:nvSpPr>
        <p:spPr>
          <a:xfrm>
            <a:off x="381001" y="4260716"/>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Fully Unattended</a:t>
            </a:r>
          </a:p>
        </p:txBody>
      </p:sp>
      <p:sp>
        <p:nvSpPr>
          <p:cNvPr id="17" name="Rectangle 16">
            <a:extLst>
              <a:ext uri="{FF2B5EF4-FFF2-40B4-BE49-F238E27FC236}">
                <a16:creationId xmlns:a16="http://schemas.microsoft.com/office/drawing/2014/main" id="{2498F7ED-95CC-B287-6881-96BD1E286485}"/>
              </a:ext>
            </a:extLst>
          </p:cNvPr>
          <p:cNvSpPr/>
          <p:nvPr/>
        </p:nvSpPr>
        <p:spPr>
          <a:xfrm>
            <a:off x="3124201" y="2801566"/>
            <a:ext cx="3960000"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DA0D19B7-84EC-3C1E-D91D-FB8958968CA7}"/>
              </a:ext>
            </a:extLst>
          </p:cNvPr>
          <p:cNvSpPr/>
          <p:nvPr/>
        </p:nvSpPr>
        <p:spPr>
          <a:xfrm>
            <a:off x="3124201" y="3531141"/>
            <a:ext cx="3960000"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8CBCAAD9-7C8D-3DFA-E990-9EFC212EE5E5}"/>
              </a:ext>
            </a:extLst>
          </p:cNvPr>
          <p:cNvSpPr/>
          <p:nvPr/>
        </p:nvSpPr>
        <p:spPr>
          <a:xfrm>
            <a:off x="3124201" y="4260716"/>
            <a:ext cx="3960000"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BAE5CDF0-D65C-74C4-6533-223268134F80}"/>
              </a:ext>
            </a:extLst>
          </p:cNvPr>
          <p:cNvSpPr/>
          <p:nvPr/>
        </p:nvSpPr>
        <p:spPr>
          <a:xfrm>
            <a:off x="7848600" y="2801566"/>
            <a:ext cx="3959224"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Allowing the robot to handle tasks in the background while the user continues working.</a:t>
            </a:r>
            <a:endParaRPr lang="en-IN" sz="1400" b="0" i="0">
              <a:solidFill>
                <a:schemeClr val="bg1"/>
              </a:solidFill>
              <a:effectLst/>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7EBEFD01-CC3D-F97C-9112-7FDE2511B8DB}"/>
              </a:ext>
            </a:extLst>
          </p:cNvPr>
          <p:cNvSpPr/>
          <p:nvPr/>
        </p:nvSpPr>
        <p:spPr>
          <a:xfrm>
            <a:off x="7848600" y="3531141"/>
            <a:ext cx="3959224"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Reducing human input to simple validation, wherever in the process it’s needed.</a:t>
            </a:r>
            <a:endParaRPr lang="en-IN" sz="1400" b="0" i="0">
              <a:solidFill>
                <a:schemeClr val="bg1"/>
              </a:solidFill>
              <a:effectLst/>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1CC9BB02-5E14-5B8E-636D-1232EF474E39}"/>
              </a:ext>
            </a:extLst>
          </p:cNvPr>
          <p:cNvSpPr/>
          <p:nvPr/>
        </p:nvSpPr>
        <p:spPr>
          <a:xfrm>
            <a:off x="7848600" y="4260716"/>
            <a:ext cx="3959224"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Scheduling the automation platform and allocating the optimal number of robots.</a:t>
            </a:r>
            <a:endParaRPr lang="en-IN" sz="1400" b="0" i="0">
              <a:solidFill>
                <a:schemeClr val="bg1"/>
              </a:solidFill>
              <a:effectLst/>
              <a:latin typeface="Arial" panose="020B0604020202020204" pitchFamily="34" charset="0"/>
              <a:cs typeface="Arial" panose="020B0604020202020204" pitchFamily="34" charset="0"/>
            </a:endParaRPr>
          </a:p>
        </p:txBody>
      </p:sp>
      <p:pic>
        <p:nvPicPr>
          <p:cNvPr id="4" name="Picture 3" descr="A cartoon orange ball with blue and black legs&#10;&#10;Description automatically generated">
            <a:extLst>
              <a:ext uri="{FF2B5EF4-FFF2-40B4-BE49-F238E27FC236}">
                <a16:creationId xmlns:a16="http://schemas.microsoft.com/office/drawing/2014/main" id="{C1184523-F585-EE3C-9727-90BA0551D6ED}"/>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23150892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1428412" cy="307777"/>
          </a:xfrm>
        </p:spPr>
        <p:txBody>
          <a:bodyPr/>
          <a:lstStyle/>
          <a:p>
            <a:r>
              <a:rPr lang="en-US"/>
              <a:t>Match the automation models with their corresponding descriptions.</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2/2</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3" name="Rectangle 2">
            <a:extLst>
              <a:ext uri="{FF2B5EF4-FFF2-40B4-BE49-F238E27FC236}">
                <a16:creationId xmlns:a16="http://schemas.microsoft.com/office/drawing/2014/main" id="{BA2C76F0-7A0E-4A87-9F45-7238C0F9B82F}"/>
              </a:ext>
            </a:extLst>
          </p:cNvPr>
          <p:cNvSpPr/>
          <p:nvPr/>
        </p:nvSpPr>
        <p:spPr>
          <a:xfrm>
            <a:off x="381001" y="2801566"/>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Human in the Loop</a:t>
            </a:r>
          </a:p>
        </p:txBody>
      </p:sp>
      <p:sp>
        <p:nvSpPr>
          <p:cNvPr id="4" name="Rectangle 3">
            <a:extLst>
              <a:ext uri="{FF2B5EF4-FFF2-40B4-BE49-F238E27FC236}">
                <a16:creationId xmlns:a16="http://schemas.microsoft.com/office/drawing/2014/main" id="{A59BD605-C9A4-A227-C060-99085F535A9C}"/>
              </a:ext>
            </a:extLst>
          </p:cNvPr>
          <p:cNvSpPr/>
          <p:nvPr/>
        </p:nvSpPr>
        <p:spPr>
          <a:xfrm>
            <a:off x="381001" y="3531141"/>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Attended in Tandem</a:t>
            </a:r>
          </a:p>
        </p:txBody>
      </p:sp>
      <p:sp>
        <p:nvSpPr>
          <p:cNvPr id="5" name="Rectangle 4">
            <a:extLst>
              <a:ext uri="{FF2B5EF4-FFF2-40B4-BE49-F238E27FC236}">
                <a16:creationId xmlns:a16="http://schemas.microsoft.com/office/drawing/2014/main" id="{43590019-6EE6-12AB-5696-26CD62881E92}"/>
              </a:ext>
            </a:extLst>
          </p:cNvPr>
          <p:cNvSpPr/>
          <p:nvPr/>
        </p:nvSpPr>
        <p:spPr>
          <a:xfrm>
            <a:off x="381001" y="4260716"/>
            <a:ext cx="2517842" cy="52529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IN" sz="1400" b="0" i="0">
                <a:solidFill>
                  <a:srgbClr val="1D1C1D"/>
                </a:solidFill>
                <a:effectLst/>
                <a:latin typeface="Arial" panose="020B0604020202020204" pitchFamily="34" charset="0"/>
                <a:cs typeface="Arial" panose="020B0604020202020204" pitchFamily="34" charset="0"/>
              </a:rPr>
              <a:t>Fully Unattended</a:t>
            </a:r>
          </a:p>
        </p:txBody>
      </p:sp>
      <p:sp>
        <p:nvSpPr>
          <p:cNvPr id="8" name="Rectangle 7">
            <a:extLst>
              <a:ext uri="{FF2B5EF4-FFF2-40B4-BE49-F238E27FC236}">
                <a16:creationId xmlns:a16="http://schemas.microsoft.com/office/drawing/2014/main" id="{0BE0F2E7-15A8-9D34-3994-227A3507A227}"/>
              </a:ext>
            </a:extLst>
          </p:cNvPr>
          <p:cNvSpPr/>
          <p:nvPr/>
        </p:nvSpPr>
        <p:spPr>
          <a:xfrm>
            <a:off x="3124201" y="2801566"/>
            <a:ext cx="3960000"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C0489B9F-3CCD-F04A-253A-F569ECAC01A6}"/>
              </a:ext>
            </a:extLst>
          </p:cNvPr>
          <p:cNvSpPr/>
          <p:nvPr/>
        </p:nvSpPr>
        <p:spPr>
          <a:xfrm>
            <a:off x="3124201" y="3531141"/>
            <a:ext cx="3960000"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8AE2558B-D219-B3EF-8514-ABC942E93C41}"/>
              </a:ext>
            </a:extLst>
          </p:cNvPr>
          <p:cNvSpPr/>
          <p:nvPr/>
        </p:nvSpPr>
        <p:spPr>
          <a:xfrm>
            <a:off x="3124201" y="4260716"/>
            <a:ext cx="3960000" cy="525294"/>
          </a:xfrm>
          <a:prstGeom prst="rect">
            <a:avLst/>
          </a:prstGeom>
          <a:noFill/>
          <a:ln w="25400">
            <a:solidFill>
              <a:schemeClr val="lt1">
                <a:shade val="80000"/>
                <a:hueOff val="0"/>
                <a:satOff val="0"/>
                <a:lumOff val="0"/>
              </a:schemeClr>
            </a:solid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endParaRPr lang="en-IN" sz="1400" b="0" i="0">
              <a:solidFill>
                <a:srgbClr val="1D1C1D"/>
              </a:solidFill>
              <a:effectLst/>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A0CDC5A4-E8CC-2CF4-A5AD-275578829F17}"/>
              </a:ext>
            </a:extLst>
          </p:cNvPr>
          <p:cNvSpPr/>
          <p:nvPr/>
        </p:nvSpPr>
        <p:spPr>
          <a:xfrm>
            <a:off x="3124201" y="2801566"/>
            <a:ext cx="3960000"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Reducing human input to simple validation, wherever in the process it’s needed.</a:t>
            </a:r>
          </a:p>
        </p:txBody>
      </p:sp>
      <p:sp>
        <p:nvSpPr>
          <p:cNvPr id="14" name="Rectangle 13">
            <a:extLst>
              <a:ext uri="{FF2B5EF4-FFF2-40B4-BE49-F238E27FC236}">
                <a16:creationId xmlns:a16="http://schemas.microsoft.com/office/drawing/2014/main" id="{6858BD5B-B5BE-43BF-F067-90EE53F679F0}"/>
              </a:ext>
            </a:extLst>
          </p:cNvPr>
          <p:cNvSpPr/>
          <p:nvPr/>
        </p:nvSpPr>
        <p:spPr>
          <a:xfrm>
            <a:off x="3124201" y="3531141"/>
            <a:ext cx="3960000"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Allowing the robot to handle tasks in the background while the user continues working.</a:t>
            </a:r>
          </a:p>
        </p:txBody>
      </p:sp>
      <p:sp>
        <p:nvSpPr>
          <p:cNvPr id="19" name="Rectangle 18">
            <a:extLst>
              <a:ext uri="{FF2B5EF4-FFF2-40B4-BE49-F238E27FC236}">
                <a16:creationId xmlns:a16="http://schemas.microsoft.com/office/drawing/2014/main" id="{27FD25E9-63A4-7F86-BBC6-50716657ED61}"/>
              </a:ext>
            </a:extLst>
          </p:cNvPr>
          <p:cNvSpPr/>
          <p:nvPr/>
        </p:nvSpPr>
        <p:spPr>
          <a:xfrm>
            <a:off x="3124201" y="4260716"/>
            <a:ext cx="3960000" cy="52529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08000" tIns="108000" rIns="108000" bIns="108000" rtlCol="0" anchor="ctr" anchorCtr="0"/>
          <a:lstStyle/>
          <a:p>
            <a:r>
              <a:rPr lang="en-US" sz="1400" b="0" i="0">
                <a:solidFill>
                  <a:schemeClr val="bg1"/>
                </a:solidFill>
                <a:effectLst/>
                <a:latin typeface="Arial" panose="020B0604020202020204" pitchFamily="34" charset="0"/>
                <a:cs typeface="Arial" panose="020B0604020202020204" pitchFamily="34" charset="0"/>
              </a:rPr>
              <a:t>Scheduling the automation platform and allocating the optimal number of robots.</a:t>
            </a:r>
          </a:p>
        </p:txBody>
      </p:sp>
      <p:pic>
        <p:nvPicPr>
          <p:cNvPr id="7" name="Picture 6" descr="A cartoon orange ball with blue and black legs&#10;&#10;Description automatically generated">
            <a:extLst>
              <a:ext uri="{FF2B5EF4-FFF2-40B4-BE49-F238E27FC236}">
                <a16:creationId xmlns:a16="http://schemas.microsoft.com/office/drawing/2014/main" id="{591381DE-6139-BCD1-F07D-FE510E6258D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12689157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17C724CD-4D3D-D2AD-E575-8A65A3FF78AE}"/>
              </a:ext>
            </a:extLst>
          </p:cNvPr>
          <p:cNvSpPr txBox="1">
            <a:spLocks/>
          </p:cNvSpPr>
          <p:nvPr/>
        </p:nvSpPr>
        <p:spPr>
          <a:xfrm>
            <a:off x="1623450" y="1528110"/>
            <a:ext cx="6090942" cy="1723549"/>
          </a:xfrm>
          <a:prstGeom prst="rect">
            <a:avLst/>
          </a:prstGeom>
        </p:spPr>
        <p:txBody>
          <a:bodyPr vert="horz"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a:t>Understanding how you can collaborate with a robot will help you in the long run, when you're ready to submit an automation idea.</a:t>
            </a:r>
          </a:p>
        </p:txBody>
      </p:sp>
      <p:sp>
        <p:nvSpPr>
          <p:cNvPr id="8" name="Text Placeholder 4">
            <a:extLst>
              <a:ext uri="{FF2B5EF4-FFF2-40B4-BE49-F238E27FC236}">
                <a16:creationId xmlns:a16="http://schemas.microsoft.com/office/drawing/2014/main" id="{F9320412-FBFF-C729-E911-3F18A6A53C56}"/>
              </a:ext>
            </a:extLst>
          </p:cNvPr>
          <p:cNvSpPr txBox="1">
            <a:spLocks/>
          </p:cNvSpPr>
          <p:nvPr/>
        </p:nvSpPr>
        <p:spPr>
          <a:xfrm>
            <a:off x="1623450" y="3563848"/>
            <a:ext cx="6090942" cy="1969770"/>
          </a:xfrm>
          <a:prstGeom prst="rect">
            <a:avLst/>
          </a:prstGeom>
        </p:spPr>
        <p:txBody>
          <a:bodyPr vert="horz" lIns="0" tIns="0" rIns="0" bIns="0" rtlCol="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3200" b="1">
                <a:solidFill>
                  <a:schemeClr val="accent1"/>
                </a:solidFill>
              </a:rPr>
              <a:t>Next, see how automation can fit into your business and what roles you can take up as an automation enthusiast.</a:t>
            </a:r>
          </a:p>
        </p:txBody>
      </p:sp>
      <p:sp>
        <p:nvSpPr>
          <p:cNvPr id="9" name="Graphic 9">
            <a:extLst>
              <a:ext uri="{FF2B5EF4-FFF2-40B4-BE49-F238E27FC236}">
                <a16:creationId xmlns:a16="http://schemas.microsoft.com/office/drawing/2014/main" id="{9F76C382-0574-2822-8D4E-CB4C958B2F3D}"/>
              </a:ext>
            </a:extLst>
          </p:cNvPr>
          <p:cNvSpPr/>
          <p:nvPr/>
        </p:nvSpPr>
        <p:spPr>
          <a:xfrm rot="10800000">
            <a:off x="2407532" y="1099593"/>
            <a:ext cx="5555850" cy="1469985"/>
          </a:xfrm>
          <a:custGeom>
            <a:avLst/>
            <a:gdLst>
              <a:gd name="connsiteX0" fmla="*/ 5257800 w 5257800"/>
              <a:gd name="connsiteY0" fmla="*/ 3609975 h 3609975"/>
              <a:gd name="connsiteX1" fmla="*/ 0 w 5257800"/>
              <a:gd name="connsiteY1" fmla="*/ 3609975 h 3609975"/>
              <a:gd name="connsiteX2" fmla="*/ 0 w 5257800"/>
              <a:gd name="connsiteY2" fmla="*/ 0 h 3609975"/>
              <a:gd name="connsiteX0" fmla="*/ 3347978 w 3347978"/>
              <a:gd name="connsiteY0" fmla="*/ 3609975 h 3609975"/>
              <a:gd name="connsiteX1" fmla="*/ 0 w 3347978"/>
              <a:gd name="connsiteY1" fmla="*/ 3609975 h 3609975"/>
              <a:gd name="connsiteX2" fmla="*/ 0 w 3347978"/>
              <a:gd name="connsiteY2" fmla="*/ 0 h 3609975"/>
            </a:gdLst>
            <a:ahLst/>
            <a:cxnLst>
              <a:cxn ang="0">
                <a:pos x="connsiteX0" y="connsiteY0"/>
              </a:cxn>
              <a:cxn ang="0">
                <a:pos x="connsiteX1" y="connsiteY1"/>
              </a:cxn>
              <a:cxn ang="0">
                <a:pos x="connsiteX2" y="connsiteY2"/>
              </a:cxn>
            </a:cxnLst>
            <a:rect l="l" t="t" r="r" b="b"/>
            <a:pathLst>
              <a:path w="3347978" h="3609975">
                <a:moveTo>
                  <a:pt x="3347978" y="3609975"/>
                </a:moveTo>
                <a:lnTo>
                  <a:pt x="0" y="3609975"/>
                </a:lnTo>
                <a:lnTo>
                  <a:pt x="0" y="0"/>
                </a:lnTo>
              </a:path>
            </a:pathLst>
          </a:custGeom>
          <a:noFill/>
          <a:ln w="25400" cap="flat">
            <a:solidFill>
              <a:srgbClr val="FA4616"/>
            </a:solidFill>
            <a:prstDash val="solid"/>
            <a:miter/>
          </a:ln>
        </p:spPr>
        <p:txBody>
          <a:bodyPr rtlCol="0" anchor="ctr"/>
          <a:lstStyle/>
          <a:p>
            <a:endParaRPr lang="en-IN"/>
          </a:p>
        </p:txBody>
      </p:sp>
      <p:grpSp>
        <p:nvGrpSpPr>
          <p:cNvPr id="10" name="Group 9">
            <a:extLst>
              <a:ext uri="{FF2B5EF4-FFF2-40B4-BE49-F238E27FC236}">
                <a16:creationId xmlns:a16="http://schemas.microsoft.com/office/drawing/2014/main" id="{4B7DCF27-3152-D03A-FA0B-09ECA9A9C843}"/>
              </a:ext>
            </a:extLst>
          </p:cNvPr>
          <p:cNvGrpSpPr/>
          <p:nvPr/>
        </p:nvGrpSpPr>
        <p:grpSpPr>
          <a:xfrm>
            <a:off x="1628559" y="842014"/>
            <a:ext cx="583702" cy="515160"/>
            <a:chOff x="6404764" y="2129406"/>
            <a:chExt cx="583702" cy="515160"/>
          </a:xfrm>
          <a:solidFill>
            <a:schemeClr val="accent1"/>
          </a:solidFill>
        </p:grpSpPr>
        <p:sp>
          <p:nvSpPr>
            <p:cNvPr id="11" name="Freeform: Shape 10">
              <a:extLst>
                <a:ext uri="{FF2B5EF4-FFF2-40B4-BE49-F238E27FC236}">
                  <a16:creationId xmlns:a16="http://schemas.microsoft.com/office/drawing/2014/main" id="{7691D042-9780-5600-7CE5-B1AB9696E93C}"/>
                </a:ext>
              </a:extLst>
            </p:cNvPr>
            <p:cNvSpPr/>
            <p:nvPr/>
          </p:nvSpPr>
          <p:spPr>
            <a:xfrm>
              <a:off x="6730886" y="2129406"/>
              <a:ext cx="257580" cy="515109"/>
            </a:xfrm>
            <a:custGeom>
              <a:avLst/>
              <a:gdLst>
                <a:gd name="connsiteX0" fmla="*/ 19489 w 257580"/>
                <a:gd name="connsiteY0" fmla="*/ 0 h 515109"/>
                <a:gd name="connsiteX1" fmla="*/ 257580 w 257580"/>
                <a:gd name="connsiteY1" fmla="*/ 0 h 515109"/>
                <a:gd name="connsiteX2" fmla="*/ 257580 w 257580"/>
                <a:gd name="connsiteY2" fmla="*/ 170312 h 515109"/>
                <a:gd name="connsiteX3" fmla="*/ 239363 w 257580"/>
                <a:gd name="connsiteY3" fmla="*/ 333399 h 515109"/>
                <a:gd name="connsiteX4" fmla="*/ 171991 w 257580"/>
                <a:gd name="connsiteY4" fmla="*/ 440563 h 515109"/>
                <a:gd name="connsiteX5" fmla="*/ 46611 w 257580"/>
                <a:gd name="connsiteY5" fmla="*/ 515109 h 515109"/>
                <a:gd name="connsiteX6" fmla="*/ 0 w 257580"/>
                <a:gd name="connsiteY6" fmla="*/ 416799 h 515109"/>
                <a:gd name="connsiteX7" fmla="*/ 102075 w 257580"/>
                <a:gd name="connsiteY7" fmla="*/ 350700 h 515109"/>
                <a:gd name="connsiteX8" fmla="*/ 134693 w 257580"/>
                <a:gd name="connsiteY8" fmla="*/ 237989 h 515109"/>
                <a:gd name="connsiteX9" fmla="*/ 19489 w 257580"/>
                <a:gd name="connsiteY9" fmla="*/ 237989 h 515109"/>
                <a:gd name="connsiteX10" fmla="*/ 19489 w 257580"/>
                <a:gd name="connsiteY10" fmla="*/ 0 h 51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09">
                  <a:moveTo>
                    <a:pt x="19489" y="0"/>
                  </a:moveTo>
                  <a:lnTo>
                    <a:pt x="257580" y="0"/>
                  </a:lnTo>
                  <a:lnTo>
                    <a:pt x="257580" y="170312"/>
                  </a:lnTo>
                  <a:cubicBezTo>
                    <a:pt x="257580" y="239211"/>
                    <a:pt x="251525" y="293607"/>
                    <a:pt x="239363" y="333399"/>
                  </a:cubicBezTo>
                  <a:cubicBezTo>
                    <a:pt x="227202" y="373242"/>
                    <a:pt x="204761" y="408963"/>
                    <a:pt x="171991" y="440563"/>
                  </a:cubicBezTo>
                  <a:cubicBezTo>
                    <a:pt x="139221" y="472213"/>
                    <a:pt x="97445" y="497045"/>
                    <a:pt x="46611" y="515109"/>
                  </a:cubicBezTo>
                  <a:lnTo>
                    <a:pt x="0" y="416799"/>
                  </a:lnTo>
                  <a:cubicBezTo>
                    <a:pt x="47425" y="400974"/>
                    <a:pt x="81467" y="378941"/>
                    <a:pt x="102075" y="350700"/>
                  </a:cubicBezTo>
                  <a:cubicBezTo>
                    <a:pt x="122684" y="322459"/>
                    <a:pt x="133573" y="284905"/>
                    <a:pt x="134693" y="237989"/>
                  </a:cubicBezTo>
                  <a:lnTo>
                    <a:pt x="19489" y="237989"/>
                  </a:lnTo>
                  <a:lnTo>
                    <a:pt x="19489" y="0"/>
                  </a:lnTo>
                  <a:close/>
                </a:path>
              </a:pathLst>
            </a:custGeom>
            <a:grpFill/>
            <a:ln w="5052"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13B56A4C-635D-E669-84D6-D83BB38DF5A3}"/>
                </a:ext>
              </a:extLst>
            </p:cNvPr>
            <p:cNvSpPr/>
            <p:nvPr/>
          </p:nvSpPr>
          <p:spPr>
            <a:xfrm>
              <a:off x="6404764" y="2129406"/>
              <a:ext cx="257580" cy="515160"/>
            </a:xfrm>
            <a:custGeom>
              <a:avLst/>
              <a:gdLst>
                <a:gd name="connsiteX0" fmla="*/ 19489 w 257580"/>
                <a:gd name="connsiteY0" fmla="*/ 0 h 515160"/>
                <a:gd name="connsiteX1" fmla="*/ 257580 w 257580"/>
                <a:gd name="connsiteY1" fmla="*/ 0 h 515160"/>
                <a:gd name="connsiteX2" fmla="*/ 257580 w 257580"/>
                <a:gd name="connsiteY2" fmla="*/ 170312 h 515160"/>
                <a:gd name="connsiteX3" fmla="*/ 239363 w 257580"/>
                <a:gd name="connsiteY3" fmla="*/ 333857 h 515160"/>
                <a:gd name="connsiteX4" fmla="*/ 171584 w 257580"/>
                <a:gd name="connsiteY4" fmla="*/ 440614 h 515160"/>
                <a:gd name="connsiteX5" fmla="*/ 46611 w 257580"/>
                <a:gd name="connsiteY5" fmla="*/ 515160 h 515160"/>
                <a:gd name="connsiteX6" fmla="*/ 0 w 257580"/>
                <a:gd name="connsiteY6" fmla="*/ 416850 h 515160"/>
                <a:gd name="connsiteX7" fmla="*/ 102075 w 257580"/>
                <a:gd name="connsiteY7" fmla="*/ 350751 h 515160"/>
                <a:gd name="connsiteX8" fmla="*/ 134693 w 257580"/>
                <a:gd name="connsiteY8" fmla="*/ 238040 h 515160"/>
                <a:gd name="connsiteX9" fmla="*/ 19489 w 257580"/>
                <a:gd name="connsiteY9" fmla="*/ 238040 h 515160"/>
                <a:gd name="connsiteX10" fmla="*/ 19489 w 257580"/>
                <a:gd name="connsiteY10" fmla="*/ 0 h 51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60">
                  <a:moveTo>
                    <a:pt x="19489" y="0"/>
                  </a:moveTo>
                  <a:lnTo>
                    <a:pt x="257580" y="0"/>
                  </a:lnTo>
                  <a:lnTo>
                    <a:pt x="257580" y="170312"/>
                  </a:lnTo>
                  <a:cubicBezTo>
                    <a:pt x="257580" y="239770"/>
                    <a:pt x="251525" y="294268"/>
                    <a:pt x="239363" y="333857"/>
                  </a:cubicBezTo>
                  <a:cubicBezTo>
                    <a:pt x="227202" y="373394"/>
                    <a:pt x="204609" y="408963"/>
                    <a:pt x="171584" y="440614"/>
                  </a:cubicBezTo>
                  <a:cubicBezTo>
                    <a:pt x="138560" y="472264"/>
                    <a:pt x="96885" y="497096"/>
                    <a:pt x="46611" y="515160"/>
                  </a:cubicBezTo>
                  <a:lnTo>
                    <a:pt x="0" y="416850"/>
                  </a:lnTo>
                  <a:cubicBezTo>
                    <a:pt x="47425" y="401025"/>
                    <a:pt x="81467" y="378992"/>
                    <a:pt x="102075" y="350751"/>
                  </a:cubicBezTo>
                  <a:cubicBezTo>
                    <a:pt x="122684" y="322509"/>
                    <a:pt x="133573" y="284956"/>
                    <a:pt x="134693" y="238040"/>
                  </a:cubicBezTo>
                  <a:lnTo>
                    <a:pt x="19489" y="238040"/>
                  </a:lnTo>
                  <a:lnTo>
                    <a:pt x="19489" y="0"/>
                  </a:lnTo>
                  <a:close/>
                </a:path>
              </a:pathLst>
            </a:custGeom>
            <a:grpFill/>
            <a:ln w="5052" cap="flat">
              <a:noFill/>
              <a:prstDash val="solid"/>
              <a:miter/>
            </a:ln>
          </p:spPr>
          <p:txBody>
            <a:bodyPr rtlCol="0" anchor="ctr"/>
            <a:lstStyle/>
            <a:p>
              <a:endParaRPr lang="en-IN"/>
            </a:p>
          </p:txBody>
        </p:sp>
      </p:grpSp>
      <p:pic>
        <p:nvPicPr>
          <p:cNvPr id="2" name="Picture 2">
            <a:extLst>
              <a:ext uri="{FF2B5EF4-FFF2-40B4-BE49-F238E27FC236}">
                <a16:creationId xmlns:a16="http://schemas.microsoft.com/office/drawing/2014/main" id="{06718032-7404-3F71-EA14-5723ECCC7E1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202240" y="3059640"/>
            <a:ext cx="4195991" cy="374841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1172983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851E-6D60-C7E3-9B63-8A12F89ECCB3}"/>
              </a:ext>
            </a:extLst>
          </p:cNvPr>
          <p:cNvSpPr>
            <a:spLocks noGrp="1"/>
          </p:cNvSpPr>
          <p:nvPr>
            <p:ph type="ctrTitle"/>
          </p:nvPr>
        </p:nvSpPr>
        <p:spPr/>
        <p:txBody>
          <a:bodyPr/>
          <a:lstStyle/>
          <a:p>
            <a:r>
              <a:rPr lang="en-IN"/>
              <a:t>Discussion</a:t>
            </a:r>
          </a:p>
        </p:txBody>
      </p:sp>
    </p:spTree>
    <p:custDataLst>
      <p:tags r:id="rId1"/>
    </p:custDataLst>
    <p:extLst>
      <p:ext uri="{BB962C8B-B14F-4D97-AF65-F5344CB8AC3E}">
        <p14:creationId xmlns:p14="http://schemas.microsoft.com/office/powerpoint/2010/main" val="8821098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933F-64E0-82C7-7D44-45F07247EC28}"/>
              </a:ext>
            </a:extLst>
          </p:cNvPr>
          <p:cNvSpPr>
            <a:spLocks noGrp="1"/>
          </p:cNvSpPr>
          <p:nvPr>
            <p:ph type="ctrTitle"/>
          </p:nvPr>
        </p:nvSpPr>
        <p:spPr>
          <a:xfrm>
            <a:off x="382971" y="1538941"/>
            <a:ext cx="7075104" cy="2215991"/>
          </a:xfrm>
        </p:spPr>
        <p:txBody>
          <a:bodyPr/>
          <a:lstStyle/>
          <a:p>
            <a:r>
              <a:rPr lang="en-US" sz="8000"/>
              <a:t>05</a:t>
            </a:r>
            <a:br>
              <a:rPr lang="en-US"/>
            </a:br>
            <a:r>
              <a:rPr lang="en-US"/>
              <a:t>How can automation fit into my business?</a:t>
            </a:r>
            <a:endParaRPr lang="en-IN"/>
          </a:p>
        </p:txBody>
      </p:sp>
      <p:sp>
        <p:nvSpPr>
          <p:cNvPr id="4" name="Text Placeholder 3">
            <a:extLst>
              <a:ext uri="{FF2B5EF4-FFF2-40B4-BE49-F238E27FC236}">
                <a16:creationId xmlns:a16="http://schemas.microsoft.com/office/drawing/2014/main" id="{1493D02F-4365-CA26-E8FC-B3EEF5F3949E}"/>
              </a:ext>
            </a:extLst>
          </p:cNvPr>
          <p:cNvSpPr>
            <a:spLocks noGrp="1"/>
          </p:cNvSpPr>
          <p:nvPr>
            <p:ph type="body" sz="quarter" idx="10"/>
          </p:nvPr>
        </p:nvSpPr>
        <p:spPr/>
        <p:txBody>
          <a:bodyPr/>
          <a:lstStyle/>
          <a:p>
            <a:endParaRPr lang="en-IN"/>
          </a:p>
        </p:txBody>
      </p:sp>
    </p:spTree>
    <p:custDataLst>
      <p:tags r:id="rId1"/>
    </p:custDataLst>
    <p:extLst>
      <p:ext uri="{BB962C8B-B14F-4D97-AF65-F5344CB8AC3E}">
        <p14:creationId xmlns:p14="http://schemas.microsoft.com/office/powerpoint/2010/main" val="4471134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20C2-D131-56DC-DB5B-0F653A53507B}"/>
              </a:ext>
            </a:extLst>
          </p:cNvPr>
          <p:cNvSpPr>
            <a:spLocks noGrp="1"/>
          </p:cNvSpPr>
          <p:nvPr>
            <p:ph type="title"/>
          </p:nvPr>
        </p:nvSpPr>
        <p:spPr/>
        <p:txBody>
          <a:bodyPr/>
          <a:lstStyle/>
          <a:p>
            <a:r>
              <a:rPr lang="en-IN"/>
              <a:t>Lesson objectives</a:t>
            </a:r>
          </a:p>
        </p:txBody>
      </p:sp>
      <p:sp>
        <p:nvSpPr>
          <p:cNvPr id="5" name="Text Placeholder 4">
            <a:extLst>
              <a:ext uri="{FF2B5EF4-FFF2-40B4-BE49-F238E27FC236}">
                <a16:creationId xmlns:a16="http://schemas.microsoft.com/office/drawing/2014/main" id="{5559949C-7841-7B78-48D4-7958B52EA0B3}"/>
              </a:ext>
            </a:extLst>
          </p:cNvPr>
          <p:cNvSpPr>
            <a:spLocks noGrp="1"/>
          </p:cNvSpPr>
          <p:nvPr>
            <p:ph type="body" sz="quarter" idx="10"/>
          </p:nvPr>
        </p:nvSpPr>
        <p:spPr/>
        <p:txBody>
          <a:bodyPr/>
          <a:lstStyle/>
          <a:p>
            <a:r>
              <a:rPr lang="en-IN"/>
              <a:t>01</a:t>
            </a:r>
          </a:p>
        </p:txBody>
      </p:sp>
      <p:sp>
        <p:nvSpPr>
          <p:cNvPr id="6" name="Text Placeholder 5">
            <a:extLst>
              <a:ext uri="{FF2B5EF4-FFF2-40B4-BE49-F238E27FC236}">
                <a16:creationId xmlns:a16="http://schemas.microsoft.com/office/drawing/2014/main" id="{955EC8BA-8B9B-1AE3-AF65-2CDCC79262E2}"/>
              </a:ext>
            </a:extLst>
          </p:cNvPr>
          <p:cNvSpPr>
            <a:spLocks noGrp="1"/>
          </p:cNvSpPr>
          <p:nvPr>
            <p:ph type="body" sz="quarter" idx="11"/>
          </p:nvPr>
        </p:nvSpPr>
        <p:spPr/>
        <p:txBody>
          <a:bodyPr/>
          <a:lstStyle/>
          <a:p>
            <a:r>
              <a:rPr lang="en-IN"/>
              <a:t>02</a:t>
            </a:r>
          </a:p>
        </p:txBody>
      </p:sp>
      <p:sp>
        <p:nvSpPr>
          <p:cNvPr id="7" name="Text Placeholder 6">
            <a:extLst>
              <a:ext uri="{FF2B5EF4-FFF2-40B4-BE49-F238E27FC236}">
                <a16:creationId xmlns:a16="http://schemas.microsoft.com/office/drawing/2014/main" id="{D8941ECD-8EA3-5A3E-E96E-90A9F58ED131}"/>
              </a:ext>
            </a:extLst>
          </p:cNvPr>
          <p:cNvSpPr>
            <a:spLocks noGrp="1"/>
          </p:cNvSpPr>
          <p:nvPr>
            <p:ph type="body" sz="quarter" idx="14"/>
          </p:nvPr>
        </p:nvSpPr>
        <p:spPr/>
        <p:txBody>
          <a:bodyPr/>
          <a:lstStyle/>
          <a:p>
            <a:r>
              <a:rPr lang="en-US"/>
              <a:t>Recognize the roles that were created to support the automation journey.</a:t>
            </a:r>
            <a:endParaRPr lang="en-IN"/>
          </a:p>
        </p:txBody>
      </p:sp>
      <p:sp>
        <p:nvSpPr>
          <p:cNvPr id="8" name="Text Placeholder 7">
            <a:extLst>
              <a:ext uri="{FF2B5EF4-FFF2-40B4-BE49-F238E27FC236}">
                <a16:creationId xmlns:a16="http://schemas.microsoft.com/office/drawing/2014/main" id="{4A3C422C-9D46-42C3-BC38-AE42A2917862}"/>
              </a:ext>
            </a:extLst>
          </p:cNvPr>
          <p:cNvSpPr>
            <a:spLocks noGrp="1"/>
          </p:cNvSpPr>
          <p:nvPr>
            <p:ph type="body" sz="quarter" idx="15"/>
          </p:nvPr>
        </p:nvSpPr>
        <p:spPr/>
        <p:txBody>
          <a:bodyPr/>
          <a:lstStyle/>
          <a:p>
            <a:r>
              <a:rPr lang="en-US"/>
              <a:t>Identify which roles you can take in the automated enterprise context.</a:t>
            </a:r>
            <a:endParaRPr lang="en-IN"/>
          </a:p>
        </p:txBody>
      </p:sp>
      <p:sp>
        <p:nvSpPr>
          <p:cNvPr id="11" name="TextBox 10">
            <a:extLst>
              <a:ext uri="{FF2B5EF4-FFF2-40B4-BE49-F238E27FC236}">
                <a16:creationId xmlns:a16="http://schemas.microsoft.com/office/drawing/2014/main" id="{4155277D-CAC1-C0C6-80BF-A9CB4698AC2C}"/>
              </a:ext>
            </a:extLst>
          </p:cNvPr>
          <p:cNvSpPr txBox="1"/>
          <p:nvPr/>
        </p:nvSpPr>
        <p:spPr>
          <a:xfrm>
            <a:off x="381000" y="1002780"/>
            <a:ext cx="8043472" cy="492443"/>
          </a:xfrm>
          <a:prstGeom prst="rect">
            <a:avLst/>
          </a:prstGeom>
          <a:noFill/>
        </p:spPr>
        <p:txBody>
          <a:bodyPr wrap="square" lIns="0" tIns="91440" rIns="91440" bIns="91440" rtlCol="0">
            <a:spAutoFit/>
          </a:bodyPr>
          <a:lstStyle/>
          <a:p>
            <a:pPr algn="l"/>
            <a:r>
              <a:rPr lang="en-US" sz="2000">
                <a:latin typeface="Arial"/>
                <a:cs typeface="Arial"/>
              </a:rPr>
              <a:t>At the end of this lesson, you should be able to:</a:t>
            </a:r>
            <a:endParaRPr lang="en-IN" sz="2000" err="1">
              <a:latin typeface="Arial"/>
              <a:cs typeface="Arial"/>
            </a:endParaRPr>
          </a:p>
        </p:txBody>
      </p:sp>
    </p:spTree>
    <p:custDataLst>
      <p:tags r:id="rId1"/>
    </p:custDataLst>
    <p:extLst>
      <p:ext uri="{BB962C8B-B14F-4D97-AF65-F5344CB8AC3E}">
        <p14:creationId xmlns:p14="http://schemas.microsoft.com/office/powerpoint/2010/main" val="8571953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9">
            <a:extLst>
              <a:ext uri="{FF2B5EF4-FFF2-40B4-BE49-F238E27FC236}">
                <a16:creationId xmlns:a16="http://schemas.microsoft.com/office/drawing/2014/main" id="{D2EBC1CF-4474-97D7-E642-0F78907B0374}"/>
              </a:ext>
            </a:extLst>
          </p:cNvPr>
          <p:cNvSpPr txBox="1">
            <a:spLocks/>
          </p:cNvSpPr>
          <p:nvPr/>
        </p:nvSpPr>
        <p:spPr>
          <a:xfrm>
            <a:off x="8665222" y="3863504"/>
            <a:ext cx="2120055" cy="2120038"/>
          </a:xfrm>
          <a:custGeom>
            <a:avLst/>
            <a:gdLst>
              <a:gd name="connsiteX0" fmla="*/ 265718 w 531436"/>
              <a:gd name="connsiteY0" fmla="*/ 0 h 531432"/>
              <a:gd name="connsiteX1" fmla="*/ 531436 w 531436"/>
              <a:gd name="connsiteY1" fmla="*/ 265716 h 531432"/>
              <a:gd name="connsiteX2" fmla="*/ 265718 w 531436"/>
              <a:gd name="connsiteY2" fmla="*/ 531432 h 531432"/>
              <a:gd name="connsiteX3" fmla="*/ 0 w 531436"/>
              <a:gd name="connsiteY3" fmla="*/ 265716 h 531432"/>
              <a:gd name="connsiteX4" fmla="*/ 265718 w 531436"/>
              <a:gd name="connsiteY4" fmla="*/ 0 h 53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436" h="531432">
                <a:moveTo>
                  <a:pt x="265718" y="0"/>
                </a:moveTo>
                <a:cubicBezTo>
                  <a:pt x="412470" y="0"/>
                  <a:pt x="531436" y="118965"/>
                  <a:pt x="531436" y="265716"/>
                </a:cubicBezTo>
                <a:cubicBezTo>
                  <a:pt x="531436" y="412467"/>
                  <a:pt x="412470" y="531432"/>
                  <a:pt x="265718" y="531432"/>
                </a:cubicBezTo>
                <a:cubicBezTo>
                  <a:pt x="118966" y="531432"/>
                  <a:pt x="0" y="412467"/>
                  <a:pt x="0" y="265716"/>
                </a:cubicBezTo>
                <a:cubicBezTo>
                  <a:pt x="0" y="118965"/>
                  <a:pt x="118966" y="0"/>
                  <a:pt x="265718" y="0"/>
                </a:cubicBezTo>
                <a:close/>
              </a:path>
            </a:pathLst>
          </a:custGeom>
          <a:solidFill>
            <a:schemeClr val="bg1">
              <a:alpha val="3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4" name="Title 3">
            <a:extLst>
              <a:ext uri="{FF2B5EF4-FFF2-40B4-BE49-F238E27FC236}">
                <a16:creationId xmlns:a16="http://schemas.microsoft.com/office/drawing/2014/main" id="{0097BFAD-F249-0814-91E9-9B5250654DF3}"/>
              </a:ext>
            </a:extLst>
          </p:cNvPr>
          <p:cNvSpPr>
            <a:spLocks noGrp="1"/>
          </p:cNvSpPr>
          <p:nvPr>
            <p:ph type="title"/>
          </p:nvPr>
        </p:nvSpPr>
        <p:spPr/>
        <p:txBody>
          <a:bodyPr/>
          <a:lstStyle/>
          <a:p>
            <a:r>
              <a:rPr lang="en-US"/>
              <a:t>Should you be worried? Not really…</a:t>
            </a:r>
            <a:endParaRPr lang="en-IN"/>
          </a:p>
        </p:txBody>
      </p:sp>
      <p:pic>
        <p:nvPicPr>
          <p:cNvPr id="6" name="Picture 5">
            <a:extLst>
              <a:ext uri="{FF2B5EF4-FFF2-40B4-BE49-F238E27FC236}">
                <a16:creationId xmlns:a16="http://schemas.microsoft.com/office/drawing/2014/main" id="{ED83125C-148A-18FE-8CDA-B6C323A254DD}"/>
              </a:ext>
            </a:extLst>
          </p:cNvPr>
          <p:cNvPicPr>
            <a:picLocks noChangeAspect="1"/>
          </p:cNvPicPr>
          <p:nvPr/>
        </p:nvPicPr>
        <p:blipFill>
          <a:blip r:embed="rId4" cstate="screen">
            <a:extLst>
              <a:ext uri="{28A0092B-C50C-407E-A947-70E740481C1C}">
                <a14:useLocalDpi xmlns:a14="http://schemas.microsoft.com/office/drawing/2010/main"/>
              </a:ext>
            </a:extLst>
          </a:blip>
          <a:srcRect t="3811" b="3811"/>
          <a:stretch/>
        </p:blipFill>
        <p:spPr>
          <a:xfrm>
            <a:off x="334075" y="1163559"/>
            <a:ext cx="11520675" cy="5154945"/>
          </a:xfrm>
          <a:prstGeom prst="rect">
            <a:avLst/>
          </a:prstGeom>
        </p:spPr>
      </p:pic>
    </p:spTree>
    <p:custDataLst>
      <p:tags r:id="rId1"/>
    </p:custDataLst>
    <p:extLst>
      <p:ext uri="{BB962C8B-B14F-4D97-AF65-F5344CB8AC3E}">
        <p14:creationId xmlns:p14="http://schemas.microsoft.com/office/powerpoint/2010/main" val="20482952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2DDD08-1ECD-1609-69CB-424EEBE4B79C}"/>
              </a:ext>
            </a:extLst>
          </p:cNvPr>
          <p:cNvSpPr txBox="1">
            <a:spLocks/>
          </p:cNvSpPr>
          <p:nvPr/>
        </p:nvSpPr>
        <p:spPr>
          <a:xfrm rot="10800000" flipV="1">
            <a:off x="358416" y="850737"/>
            <a:ext cx="2216203" cy="3327402"/>
          </a:xfrm>
          <a:custGeom>
            <a:avLst/>
            <a:gdLst>
              <a:gd name="connsiteX0" fmla="*/ 2102941 w 2589323"/>
              <a:gd name="connsiteY0" fmla="*/ 0 h 3887604"/>
              <a:gd name="connsiteX1" fmla="*/ 0 w 2589323"/>
              <a:gd name="connsiteY1" fmla="*/ 0 h 3887604"/>
              <a:gd name="connsiteX2" fmla="*/ 2572469 w 2589323"/>
              <a:gd name="connsiteY2" fmla="*/ 3880959 h 3887604"/>
              <a:gd name="connsiteX3" fmla="*/ 2589323 w 2589323"/>
              <a:gd name="connsiteY3" fmla="*/ 3887604 h 3887604"/>
              <a:gd name="connsiteX4" fmla="*/ 2589323 w 2589323"/>
              <a:gd name="connsiteY4" fmla="*/ 1346791 h 3887604"/>
              <a:gd name="connsiteX5" fmla="*/ 2584538 w 2589323"/>
              <a:gd name="connsiteY5" fmla="*/ 1341526 h 3887604"/>
              <a:gd name="connsiteX6" fmla="*/ 2102941 w 2589323"/>
              <a:gd name="connsiteY6" fmla="*/ 0 h 3887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9323" h="3887604">
                <a:moveTo>
                  <a:pt x="2102941" y="0"/>
                </a:moveTo>
                <a:lnTo>
                  <a:pt x="0" y="0"/>
                </a:lnTo>
                <a:cubicBezTo>
                  <a:pt x="0" y="1744650"/>
                  <a:pt x="1060736" y="3241550"/>
                  <a:pt x="2572469" y="3880959"/>
                </a:cubicBezTo>
                <a:lnTo>
                  <a:pt x="2589323" y="3887604"/>
                </a:lnTo>
                <a:lnTo>
                  <a:pt x="2589323" y="1346791"/>
                </a:lnTo>
                <a:lnTo>
                  <a:pt x="2584538" y="1341526"/>
                </a:lnTo>
                <a:cubicBezTo>
                  <a:pt x="2283674" y="976964"/>
                  <a:pt x="2102941" y="509588"/>
                  <a:pt x="2102941" y="0"/>
                </a:cubicBezTo>
                <a:close/>
              </a:path>
            </a:pathLst>
          </a:custGeom>
          <a:solidFill>
            <a:schemeClr val="bg1">
              <a:alpha val="30000"/>
            </a:schemeClr>
          </a:solidFill>
        </p:spPr>
        <p:txBody>
          <a:bodyPr wrap="square">
            <a:noAutofit/>
          </a:bodyPr>
          <a:lstStyle>
            <a:lvl1pPr marL="0" indent="0" algn="l" defTabSz="457200" rtl="0" eaLnBrk="1" latinLnBrk="0" hangingPunct="1">
              <a:spcBef>
                <a:spcPts val="1000"/>
              </a:spcBef>
              <a:buFont typeface="Arial"/>
              <a:buNone/>
              <a:defRPr sz="2000" kern="1200">
                <a:solidFill>
                  <a:schemeClr val="bg1">
                    <a:alpha val="0"/>
                  </a:schemeClr>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 </a:t>
            </a:r>
          </a:p>
        </p:txBody>
      </p:sp>
      <p:sp>
        <p:nvSpPr>
          <p:cNvPr id="4" name="Title 3">
            <a:extLst>
              <a:ext uri="{FF2B5EF4-FFF2-40B4-BE49-F238E27FC236}">
                <a16:creationId xmlns:a16="http://schemas.microsoft.com/office/drawing/2014/main" id="{0097BFAD-F249-0814-91E9-9B5250654DF3}"/>
              </a:ext>
            </a:extLst>
          </p:cNvPr>
          <p:cNvSpPr>
            <a:spLocks noGrp="1"/>
          </p:cNvSpPr>
          <p:nvPr>
            <p:ph type="title"/>
          </p:nvPr>
        </p:nvSpPr>
        <p:spPr/>
        <p:txBody>
          <a:bodyPr/>
          <a:lstStyle/>
          <a:p>
            <a:r>
              <a:rPr lang="en-US"/>
              <a:t>How can I benefit from my organization embracing automation?</a:t>
            </a:r>
            <a:endParaRPr lang="en-IN"/>
          </a:p>
        </p:txBody>
      </p:sp>
      <p:sp>
        <p:nvSpPr>
          <p:cNvPr id="7" name="Content Placeholder 4">
            <a:extLst>
              <a:ext uri="{FF2B5EF4-FFF2-40B4-BE49-F238E27FC236}">
                <a16:creationId xmlns:a16="http://schemas.microsoft.com/office/drawing/2014/main" id="{EF5AC611-37A3-B345-4E8E-3C4CC34D3C21}"/>
              </a:ext>
            </a:extLst>
          </p:cNvPr>
          <p:cNvSpPr txBox="1">
            <a:spLocks/>
          </p:cNvSpPr>
          <p:nvPr/>
        </p:nvSpPr>
        <p:spPr>
          <a:xfrm>
            <a:off x="381001" y="1242943"/>
            <a:ext cx="11430000" cy="865227"/>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Automation: </a:t>
            </a:r>
          </a:p>
          <a:p>
            <a:pPr marL="342900" indent="-342900">
              <a:buFont typeface="Arial" panose="020B0604020202020204" pitchFamily="34" charset="0"/>
              <a:buChar char="•"/>
            </a:pPr>
            <a:r>
              <a:rPr lang="en-US"/>
              <a:t>Creates opportunities to advance skills and achieve greater success. </a:t>
            </a:r>
          </a:p>
          <a:p>
            <a:pPr marL="342900" indent="-342900">
              <a:buFont typeface="Arial" panose="020B0604020202020204" pitchFamily="34" charset="0"/>
              <a:buChar char="•"/>
            </a:pPr>
            <a:r>
              <a:rPr lang="en-US"/>
              <a:t>Provides new job opportunities, roles, and various upskilling possibilities.</a:t>
            </a:r>
          </a:p>
        </p:txBody>
      </p:sp>
      <p:pic>
        <p:nvPicPr>
          <p:cNvPr id="2" name="Picture 1">
            <a:extLst>
              <a:ext uri="{FF2B5EF4-FFF2-40B4-BE49-F238E27FC236}">
                <a16:creationId xmlns:a16="http://schemas.microsoft.com/office/drawing/2014/main" id="{6A892C89-F599-5620-6D41-7D190376C2D3}"/>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742436" y="3022169"/>
            <a:ext cx="5639041" cy="3777960"/>
          </a:xfrm>
          <a:prstGeom prst="rect">
            <a:avLst/>
          </a:prstGeom>
        </p:spPr>
      </p:pic>
    </p:spTree>
    <p:custDataLst>
      <p:tags r:id="rId1"/>
    </p:custDataLst>
    <p:extLst>
      <p:ext uri="{BB962C8B-B14F-4D97-AF65-F5344CB8AC3E}">
        <p14:creationId xmlns:p14="http://schemas.microsoft.com/office/powerpoint/2010/main" val="35744509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7A12-9AB2-A953-A284-FAC50EC919C5}"/>
              </a:ext>
            </a:extLst>
          </p:cNvPr>
          <p:cNvSpPr>
            <a:spLocks noGrp="1"/>
          </p:cNvSpPr>
          <p:nvPr>
            <p:ph type="title"/>
          </p:nvPr>
        </p:nvSpPr>
        <p:spPr/>
        <p:txBody>
          <a:bodyPr/>
          <a:lstStyle/>
          <a:p>
            <a:r>
              <a:rPr lang="en-IN"/>
              <a:t>Different roles that automation can create</a:t>
            </a:r>
          </a:p>
        </p:txBody>
      </p:sp>
      <p:pic>
        <p:nvPicPr>
          <p:cNvPr id="12" name="Picture 11">
            <a:extLst>
              <a:ext uri="{FF2B5EF4-FFF2-40B4-BE49-F238E27FC236}">
                <a16:creationId xmlns:a16="http://schemas.microsoft.com/office/drawing/2014/main" id="{A9F74243-E2F0-3627-D142-00E6B53F2F9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417054" y="1238251"/>
            <a:ext cx="9354716" cy="5262028"/>
          </a:xfrm>
          <a:prstGeom prst="rect">
            <a:avLst/>
          </a:prstGeom>
        </p:spPr>
      </p:pic>
    </p:spTree>
    <p:custDataLst>
      <p:tags r:id="rId1"/>
    </p:custDataLst>
    <p:extLst>
      <p:ext uri="{BB962C8B-B14F-4D97-AF65-F5344CB8AC3E}">
        <p14:creationId xmlns:p14="http://schemas.microsoft.com/office/powerpoint/2010/main" val="1876714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0E8FF6-E08E-6A37-2A1F-59229BDB0BD1}"/>
              </a:ext>
            </a:extLst>
          </p:cNvPr>
          <p:cNvSpPr>
            <a:spLocks noGrp="1"/>
          </p:cNvSpPr>
          <p:nvPr>
            <p:ph type="title"/>
          </p:nvPr>
        </p:nvSpPr>
        <p:spPr>
          <a:xfrm>
            <a:off x="381001" y="286469"/>
            <a:ext cx="6608941" cy="690029"/>
          </a:xfrm>
        </p:spPr>
        <p:txBody>
          <a:bodyPr/>
          <a:lstStyle/>
          <a:p>
            <a:r>
              <a:rPr lang="en-IN"/>
              <a:t>Playback time!</a:t>
            </a:r>
          </a:p>
        </p:txBody>
      </p:sp>
      <p:sp>
        <p:nvSpPr>
          <p:cNvPr id="9" name="Rectangle 8">
            <a:extLst>
              <a:ext uri="{FF2B5EF4-FFF2-40B4-BE49-F238E27FC236}">
                <a16:creationId xmlns:a16="http://schemas.microsoft.com/office/drawing/2014/main" id="{D6CA5F2B-2C09-2D0A-2405-4D1F83DC4245}"/>
              </a:ext>
            </a:extLst>
          </p:cNvPr>
          <p:cNvSpPr/>
          <p:nvPr/>
        </p:nvSpPr>
        <p:spPr>
          <a:xfrm>
            <a:off x="381001" y="1921397"/>
            <a:ext cx="6608940" cy="252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0" name="Content Placeholder 1">
            <a:extLst>
              <a:ext uri="{FF2B5EF4-FFF2-40B4-BE49-F238E27FC236}">
                <a16:creationId xmlns:a16="http://schemas.microsoft.com/office/drawing/2014/main" id="{6D01D965-7E3D-B12E-0976-0595D3FC4108}"/>
              </a:ext>
            </a:extLst>
          </p:cNvPr>
          <p:cNvSpPr>
            <a:spLocks noGrp="1"/>
          </p:cNvSpPr>
          <p:nvPr>
            <p:ph idx="1"/>
          </p:nvPr>
        </p:nvSpPr>
        <p:spPr>
          <a:xfrm>
            <a:off x="531108" y="2062892"/>
            <a:ext cx="6068475" cy="2051844"/>
          </a:xfrm>
        </p:spPr>
        <p:txBody>
          <a:bodyPr/>
          <a:lstStyle/>
          <a:p>
            <a:pPr marL="173038" indent="-173038">
              <a:buFont typeface="Arial" panose="020B0604020202020204" pitchFamily="34" charset="0"/>
              <a:buChar char="•"/>
            </a:pPr>
            <a:r>
              <a:rPr lang="en-US"/>
              <a:t>Automation:</a:t>
            </a:r>
          </a:p>
          <a:p>
            <a:pPr marL="342900" indent="-169863">
              <a:buFont typeface="Arial" panose="020B0604020202020204" pitchFamily="34" charset="0"/>
              <a:buChar char="-"/>
            </a:pPr>
            <a:r>
              <a:rPr lang="en-US"/>
              <a:t>Opens opportunities for skill advancement</a:t>
            </a:r>
          </a:p>
          <a:p>
            <a:pPr marL="342900" indent="-169863">
              <a:buFont typeface="Arial" panose="020B0604020202020204" pitchFamily="34" charset="0"/>
              <a:buChar char="-"/>
            </a:pPr>
            <a:r>
              <a:rPr lang="en-US"/>
              <a:t>Yields new roles and opportunities</a:t>
            </a:r>
          </a:p>
          <a:p>
            <a:pPr marL="342900" indent="-169863">
              <a:buFont typeface="Arial" panose="020B0604020202020204" pitchFamily="34" charset="0"/>
              <a:buChar char="-"/>
            </a:pPr>
            <a:r>
              <a:rPr lang="en-US"/>
              <a:t>Promotes career development</a:t>
            </a:r>
          </a:p>
          <a:p>
            <a:pPr marL="342900" indent="-169863">
              <a:buFont typeface="Arial" panose="020B0604020202020204" pitchFamily="34" charset="0"/>
              <a:buChar char="-"/>
            </a:pPr>
            <a:r>
              <a:rPr lang="en-US"/>
              <a:t>Inspires employees to expand their skills</a:t>
            </a:r>
          </a:p>
        </p:txBody>
      </p:sp>
      <p:pic>
        <p:nvPicPr>
          <p:cNvPr id="11" name="jada.png" descr="jada.png">
            <a:extLst>
              <a:ext uri="{FF2B5EF4-FFF2-40B4-BE49-F238E27FC236}">
                <a16:creationId xmlns:a16="http://schemas.microsoft.com/office/drawing/2014/main" id="{4953D055-4D97-1120-DC8D-F8764A3D7D49}"/>
              </a:ext>
            </a:extLst>
          </p:cNvPr>
          <p:cNvPicPr>
            <a:picLocks noChangeAspect="1"/>
          </p:cNvPicPr>
          <p:nvPr/>
        </p:nvPicPr>
        <p:blipFill>
          <a:blip r:embed="rId4"/>
          <a:stretch>
            <a:fillRect/>
          </a:stretch>
        </p:blipFill>
        <p:spPr>
          <a:xfrm>
            <a:off x="7539111" y="3020992"/>
            <a:ext cx="3710187" cy="3810632"/>
          </a:xfrm>
          <a:prstGeom prst="rect">
            <a:avLst/>
          </a:prstGeom>
          <a:ln w="12700">
            <a:miter lim="400000"/>
          </a:ln>
        </p:spPr>
      </p:pic>
    </p:spTree>
    <p:custDataLst>
      <p:tags r:id="rId1"/>
    </p:custDataLst>
    <p:extLst>
      <p:ext uri="{BB962C8B-B14F-4D97-AF65-F5344CB8AC3E}">
        <p14:creationId xmlns:p14="http://schemas.microsoft.com/office/powerpoint/2010/main" val="25210631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2795637"/>
          </a:xfrm>
        </p:spPr>
        <p:txBody>
          <a:bodyPr/>
          <a:lstStyle/>
          <a:p>
            <a:r>
              <a:rPr lang="en-US"/>
              <a:t>When an organization is in the initial stages of its automation journey, who raises automation requests?</a:t>
            </a:r>
          </a:p>
          <a:p>
            <a:endParaRPr lang="en-US"/>
          </a:p>
          <a:p>
            <a:r>
              <a:rPr lang="en-US"/>
              <a:t>	Automation Users</a:t>
            </a:r>
          </a:p>
          <a:p>
            <a:r>
              <a:rPr lang="en-US"/>
              <a:t>       Business </a:t>
            </a:r>
          </a:p>
          <a:p>
            <a:r>
              <a:rPr lang="en-US"/>
              <a:t>       The Automation CoE </a:t>
            </a:r>
          </a:p>
          <a:p>
            <a:r>
              <a:rPr lang="en-US"/>
              <a:t>       Senior Management</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1/1</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pic>
        <p:nvPicPr>
          <p:cNvPr id="7" name="Picture 6" descr="A cartoon orange ball with blue and black legs&#10;&#10;Description automatically generated">
            <a:extLst>
              <a:ext uri="{FF2B5EF4-FFF2-40B4-BE49-F238E27FC236}">
                <a16:creationId xmlns:a16="http://schemas.microsoft.com/office/drawing/2014/main" id="{92F90C5D-248D-FD40-A493-3B7465B1A842}"/>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
        <p:nvSpPr>
          <p:cNvPr id="8" name="Open Box">
            <a:extLst>
              <a:ext uri="{FF2B5EF4-FFF2-40B4-BE49-F238E27FC236}">
                <a16:creationId xmlns:a16="http://schemas.microsoft.com/office/drawing/2014/main" id="{2A6D9BD1-5947-F09F-2520-1B42DB091624}"/>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pen Box">
            <a:extLst>
              <a:ext uri="{FF2B5EF4-FFF2-40B4-BE49-F238E27FC236}">
                <a16:creationId xmlns:a16="http://schemas.microsoft.com/office/drawing/2014/main" id="{32ABA189-E2E2-1A5A-FD9A-88D3FD350347}"/>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pen Box">
            <a:extLst>
              <a:ext uri="{FF2B5EF4-FFF2-40B4-BE49-F238E27FC236}">
                <a16:creationId xmlns:a16="http://schemas.microsoft.com/office/drawing/2014/main" id="{20EF4A54-01AA-4281-22F6-758483608CFF}"/>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pen Box">
            <a:extLst>
              <a:ext uri="{FF2B5EF4-FFF2-40B4-BE49-F238E27FC236}">
                <a16:creationId xmlns:a16="http://schemas.microsoft.com/office/drawing/2014/main" id="{5CC6F516-E9BD-BC37-E828-E10EF5DA945D}"/>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ustDataLst>
      <p:tags r:id="rId1"/>
    </p:custDataLst>
    <p:extLst>
      <p:ext uri="{BB962C8B-B14F-4D97-AF65-F5344CB8AC3E}">
        <p14:creationId xmlns:p14="http://schemas.microsoft.com/office/powerpoint/2010/main" val="32215791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2795637"/>
          </a:xfrm>
        </p:spPr>
        <p:txBody>
          <a:bodyPr/>
          <a:lstStyle/>
          <a:p>
            <a:r>
              <a:rPr lang="en-US"/>
              <a:t>When an organization is in the initial stages of its automation journey, who raises automation requests?</a:t>
            </a:r>
          </a:p>
          <a:p>
            <a:endParaRPr lang="en-US"/>
          </a:p>
          <a:p>
            <a:r>
              <a:rPr lang="en-US"/>
              <a:t>	Automation Users</a:t>
            </a:r>
          </a:p>
          <a:p>
            <a:r>
              <a:rPr lang="en-US"/>
              <a:t>       Business </a:t>
            </a:r>
          </a:p>
          <a:p>
            <a:r>
              <a:rPr lang="en-US"/>
              <a:t>       The Automation </a:t>
            </a:r>
            <a:r>
              <a:rPr lang="en-US" err="1"/>
              <a:t>CoE</a:t>
            </a:r>
            <a:r>
              <a:rPr lang="en-US"/>
              <a:t> </a:t>
            </a:r>
          </a:p>
          <a:p>
            <a:r>
              <a:rPr lang="en-US"/>
              <a:t>       Senior Management</a:t>
            </a:r>
          </a:p>
        </p:txBody>
      </p:sp>
      <p:sp>
        <p:nvSpPr>
          <p:cNvPr id="4" name="Open Box">
            <a:extLst>
              <a:ext uri="{FF2B5EF4-FFF2-40B4-BE49-F238E27FC236}">
                <a16:creationId xmlns:a16="http://schemas.microsoft.com/office/drawing/2014/main" id="{EE32D07A-CB43-44C6-DCE3-01E3FE2B8D13}"/>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4D1B5486-EFDF-DA21-EE85-5B0498FAD54D}"/>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A012A00F-65A3-84B3-C25E-6C97DBEBA220}"/>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pen Box">
            <a:extLst>
              <a:ext uri="{FF2B5EF4-FFF2-40B4-BE49-F238E27FC236}">
                <a16:creationId xmlns:a16="http://schemas.microsoft.com/office/drawing/2014/main" id="{CF0B420C-ED06-EB06-4BD1-0964D96737B8}"/>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1/1</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9" name="Check Mark">
            <a:extLst>
              <a:ext uri="{FF2B5EF4-FFF2-40B4-BE49-F238E27FC236}">
                <a16:creationId xmlns:a16="http://schemas.microsoft.com/office/drawing/2014/main" id="{4CD4BDBF-9C09-82DD-44D6-A20DF7779D72}"/>
              </a:ext>
            </a:extLst>
          </p:cNvPr>
          <p:cNvSpPr/>
          <p:nvPr/>
        </p:nvSpPr>
        <p:spPr>
          <a:xfrm>
            <a:off x="433955" y="3956830"/>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3" name="Picture 2" descr="A cartoon orange ball with blue and black legs&#10;&#10;Description automatically generated">
            <a:extLst>
              <a:ext uri="{FF2B5EF4-FFF2-40B4-BE49-F238E27FC236}">
                <a16:creationId xmlns:a16="http://schemas.microsoft.com/office/drawing/2014/main" id="{1D10263C-5D34-B3DC-C288-E5506A43EC3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603337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851E-6D60-C7E3-9B63-8A12F89ECCB3}"/>
              </a:ext>
            </a:extLst>
          </p:cNvPr>
          <p:cNvSpPr>
            <a:spLocks noGrp="1"/>
          </p:cNvSpPr>
          <p:nvPr>
            <p:ph type="ctrTitle"/>
          </p:nvPr>
        </p:nvSpPr>
        <p:spPr/>
        <p:txBody>
          <a:bodyPr/>
          <a:lstStyle/>
          <a:p>
            <a:r>
              <a:rPr lang="en-IN"/>
              <a:t>Discussion</a:t>
            </a:r>
          </a:p>
        </p:txBody>
      </p:sp>
    </p:spTree>
    <p:custDataLst>
      <p:tags r:id="rId1"/>
    </p:custDataLst>
    <p:extLst>
      <p:ext uri="{BB962C8B-B14F-4D97-AF65-F5344CB8AC3E}">
        <p14:creationId xmlns:p14="http://schemas.microsoft.com/office/powerpoint/2010/main" val="34875760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17C724CD-4D3D-D2AD-E575-8A65A3FF78AE}"/>
              </a:ext>
            </a:extLst>
          </p:cNvPr>
          <p:cNvSpPr txBox="1">
            <a:spLocks/>
          </p:cNvSpPr>
          <p:nvPr/>
        </p:nvSpPr>
        <p:spPr>
          <a:xfrm>
            <a:off x="1623450" y="1528110"/>
            <a:ext cx="6090942" cy="2154436"/>
          </a:xfrm>
          <a:prstGeom prst="rect">
            <a:avLst/>
          </a:prstGeom>
        </p:spPr>
        <p:txBody>
          <a:bodyPr vert="horz"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a:t>With a better understanding of automation's potential, prepare for the upcoming lesson, where we'll focus on pinpointing some automation opportunities.</a:t>
            </a:r>
          </a:p>
        </p:txBody>
      </p:sp>
      <p:sp>
        <p:nvSpPr>
          <p:cNvPr id="8" name="Text Placeholder 4">
            <a:extLst>
              <a:ext uri="{FF2B5EF4-FFF2-40B4-BE49-F238E27FC236}">
                <a16:creationId xmlns:a16="http://schemas.microsoft.com/office/drawing/2014/main" id="{F9320412-FBFF-C729-E911-3F18A6A53C56}"/>
              </a:ext>
            </a:extLst>
          </p:cNvPr>
          <p:cNvSpPr txBox="1">
            <a:spLocks/>
          </p:cNvSpPr>
          <p:nvPr/>
        </p:nvSpPr>
        <p:spPr>
          <a:xfrm>
            <a:off x="1623450" y="4493488"/>
            <a:ext cx="6090942" cy="615553"/>
          </a:xfrm>
          <a:prstGeom prst="rect">
            <a:avLst/>
          </a:prstGeom>
        </p:spPr>
        <p:txBody>
          <a:bodyPr vert="horz" lIns="0" tIns="0" rIns="0" bIns="0" rtlCol="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4000" b="1">
                <a:solidFill>
                  <a:schemeClr val="accent1"/>
                </a:solidFill>
              </a:rPr>
              <a:t>Stay tuned!</a:t>
            </a:r>
          </a:p>
        </p:txBody>
      </p:sp>
      <p:sp>
        <p:nvSpPr>
          <p:cNvPr id="9" name="Graphic 9">
            <a:extLst>
              <a:ext uri="{FF2B5EF4-FFF2-40B4-BE49-F238E27FC236}">
                <a16:creationId xmlns:a16="http://schemas.microsoft.com/office/drawing/2014/main" id="{9F76C382-0574-2822-8D4E-CB4C958B2F3D}"/>
              </a:ext>
            </a:extLst>
          </p:cNvPr>
          <p:cNvSpPr/>
          <p:nvPr/>
        </p:nvSpPr>
        <p:spPr>
          <a:xfrm rot="10800000">
            <a:off x="2407532" y="1099593"/>
            <a:ext cx="5555850" cy="1469985"/>
          </a:xfrm>
          <a:custGeom>
            <a:avLst/>
            <a:gdLst>
              <a:gd name="connsiteX0" fmla="*/ 5257800 w 5257800"/>
              <a:gd name="connsiteY0" fmla="*/ 3609975 h 3609975"/>
              <a:gd name="connsiteX1" fmla="*/ 0 w 5257800"/>
              <a:gd name="connsiteY1" fmla="*/ 3609975 h 3609975"/>
              <a:gd name="connsiteX2" fmla="*/ 0 w 5257800"/>
              <a:gd name="connsiteY2" fmla="*/ 0 h 3609975"/>
              <a:gd name="connsiteX0" fmla="*/ 3347978 w 3347978"/>
              <a:gd name="connsiteY0" fmla="*/ 3609975 h 3609975"/>
              <a:gd name="connsiteX1" fmla="*/ 0 w 3347978"/>
              <a:gd name="connsiteY1" fmla="*/ 3609975 h 3609975"/>
              <a:gd name="connsiteX2" fmla="*/ 0 w 3347978"/>
              <a:gd name="connsiteY2" fmla="*/ 0 h 3609975"/>
            </a:gdLst>
            <a:ahLst/>
            <a:cxnLst>
              <a:cxn ang="0">
                <a:pos x="connsiteX0" y="connsiteY0"/>
              </a:cxn>
              <a:cxn ang="0">
                <a:pos x="connsiteX1" y="connsiteY1"/>
              </a:cxn>
              <a:cxn ang="0">
                <a:pos x="connsiteX2" y="connsiteY2"/>
              </a:cxn>
            </a:cxnLst>
            <a:rect l="l" t="t" r="r" b="b"/>
            <a:pathLst>
              <a:path w="3347978" h="3609975">
                <a:moveTo>
                  <a:pt x="3347978" y="3609975"/>
                </a:moveTo>
                <a:lnTo>
                  <a:pt x="0" y="3609975"/>
                </a:lnTo>
                <a:lnTo>
                  <a:pt x="0" y="0"/>
                </a:lnTo>
              </a:path>
            </a:pathLst>
          </a:custGeom>
          <a:noFill/>
          <a:ln w="25400" cap="flat">
            <a:solidFill>
              <a:srgbClr val="FA4616"/>
            </a:solidFill>
            <a:prstDash val="solid"/>
            <a:miter/>
          </a:ln>
        </p:spPr>
        <p:txBody>
          <a:bodyPr rtlCol="0" anchor="ctr"/>
          <a:lstStyle/>
          <a:p>
            <a:endParaRPr lang="en-IN"/>
          </a:p>
        </p:txBody>
      </p:sp>
      <p:grpSp>
        <p:nvGrpSpPr>
          <p:cNvPr id="10" name="Group 9">
            <a:extLst>
              <a:ext uri="{FF2B5EF4-FFF2-40B4-BE49-F238E27FC236}">
                <a16:creationId xmlns:a16="http://schemas.microsoft.com/office/drawing/2014/main" id="{4B7DCF27-3152-D03A-FA0B-09ECA9A9C843}"/>
              </a:ext>
            </a:extLst>
          </p:cNvPr>
          <p:cNvGrpSpPr/>
          <p:nvPr/>
        </p:nvGrpSpPr>
        <p:grpSpPr>
          <a:xfrm>
            <a:off x="1628559" y="842014"/>
            <a:ext cx="583702" cy="515160"/>
            <a:chOff x="6404764" y="2129406"/>
            <a:chExt cx="583702" cy="515160"/>
          </a:xfrm>
          <a:solidFill>
            <a:schemeClr val="accent1"/>
          </a:solidFill>
        </p:grpSpPr>
        <p:sp>
          <p:nvSpPr>
            <p:cNvPr id="11" name="Freeform: Shape 10">
              <a:extLst>
                <a:ext uri="{FF2B5EF4-FFF2-40B4-BE49-F238E27FC236}">
                  <a16:creationId xmlns:a16="http://schemas.microsoft.com/office/drawing/2014/main" id="{7691D042-9780-5600-7CE5-B1AB9696E93C}"/>
                </a:ext>
              </a:extLst>
            </p:cNvPr>
            <p:cNvSpPr/>
            <p:nvPr/>
          </p:nvSpPr>
          <p:spPr>
            <a:xfrm>
              <a:off x="6730886" y="2129406"/>
              <a:ext cx="257580" cy="515109"/>
            </a:xfrm>
            <a:custGeom>
              <a:avLst/>
              <a:gdLst>
                <a:gd name="connsiteX0" fmla="*/ 19489 w 257580"/>
                <a:gd name="connsiteY0" fmla="*/ 0 h 515109"/>
                <a:gd name="connsiteX1" fmla="*/ 257580 w 257580"/>
                <a:gd name="connsiteY1" fmla="*/ 0 h 515109"/>
                <a:gd name="connsiteX2" fmla="*/ 257580 w 257580"/>
                <a:gd name="connsiteY2" fmla="*/ 170312 h 515109"/>
                <a:gd name="connsiteX3" fmla="*/ 239363 w 257580"/>
                <a:gd name="connsiteY3" fmla="*/ 333399 h 515109"/>
                <a:gd name="connsiteX4" fmla="*/ 171991 w 257580"/>
                <a:gd name="connsiteY4" fmla="*/ 440563 h 515109"/>
                <a:gd name="connsiteX5" fmla="*/ 46611 w 257580"/>
                <a:gd name="connsiteY5" fmla="*/ 515109 h 515109"/>
                <a:gd name="connsiteX6" fmla="*/ 0 w 257580"/>
                <a:gd name="connsiteY6" fmla="*/ 416799 h 515109"/>
                <a:gd name="connsiteX7" fmla="*/ 102075 w 257580"/>
                <a:gd name="connsiteY7" fmla="*/ 350700 h 515109"/>
                <a:gd name="connsiteX8" fmla="*/ 134693 w 257580"/>
                <a:gd name="connsiteY8" fmla="*/ 237989 h 515109"/>
                <a:gd name="connsiteX9" fmla="*/ 19489 w 257580"/>
                <a:gd name="connsiteY9" fmla="*/ 237989 h 515109"/>
                <a:gd name="connsiteX10" fmla="*/ 19489 w 257580"/>
                <a:gd name="connsiteY10" fmla="*/ 0 h 51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09">
                  <a:moveTo>
                    <a:pt x="19489" y="0"/>
                  </a:moveTo>
                  <a:lnTo>
                    <a:pt x="257580" y="0"/>
                  </a:lnTo>
                  <a:lnTo>
                    <a:pt x="257580" y="170312"/>
                  </a:lnTo>
                  <a:cubicBezTo>
                    <a:pt x="257580" y="239211"/>
                    <a:pt x="251525" y="293607"/>
                    <a:pt x="239363" y="333399"/>
                  </a:cubicBezTo>
                  <a:cubicBezTo>
                    <a:pt x="227202" y="373242"/>
                    <a:pt x="204761" y="408963"/>
                    <a:pt x="171991" y="440563"/>
                  </a:cubicBezTo>
                  <a:cubicBezTo>
                    <a:pt x="139221" y="472213"/>
                    <a:pt x="97445" y="497045"/>
                    <a:pt x="46611" y="515109"/>
                  </a:cubicBezTo>
                  <a:lnTo>
                    <a:pt x="0" y="416799"/>
                  </a:lnTo>
                  <a:cubicBezTo>
                    <a:pt x="47425" y="400974"/>
                    <a:pt x="81467" y="378941"/>
                    <a:pt x="102075" y="350700"/>
                  </a:cubicBezTo>
                  <a:cubicBezTo>
                    <a:pt x="122684" y="322459"/>
                    <a:pt x="133573" y="284905"/>
                    <a:pt x="134693" y="237989"/>
                  </a:cubicBezTo>
                  <a:lnTo>
                    <a:pt x="19489" y="237989"/>
                  </a:lnTo>
                  <a:lnTo>
                    <a:pt x="19489" y="0"/>
                  </a:lnTo>
                  <a:close/>
                </a:path>
              </a:pathLst>
            </a:custGeom>
            <a:grpFill/>
            <a:ln w="5052"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13B56A4C-635D-E669-84D6-D83BB38DF5A3}"/>
                </a:ext>
              </a:extLst>
            </p:cNvPr>
            <p:cNvSpPr/>
            <p:nvPr/>
          </p:nvSpPr>
          <p:spPr>
            <a:xfrm>
              <a:off x="6404764" y="2129406"/>
              <a:ext cx="257580" cy="515160"/>
            </a:xfrm>
            <a:custGeom>
              <a:avLst/>
              <a:gdLst>
                <a:gd name="connsiteX0" fmla="*/ 19489 w 257580"/>
                <a:gd name="connsiteY0" fmla="*/ 0 h 515160"/>
                <a:gd name="connsiteX1" fmla="*/ 257580 w 257580"/>
                <a:gd name="connsiteY1" fmla="*/ 0 h 515160"/>
                <a:gd name="connsiteX2" fmla="*/ 257580 w 257580"/>
                <a:gd name="connsiteY2" fmla="*/ 170312 h 515160"/>
                <a:gd name="connsiteX3" fmla="*/ 239363 w 257580"/>
                <a:gd name="connsiteY3" fmla="*/ 333857 h 515160"/>
                <a:gd name="connsiteX4" fmla="*/ 171584 w 257580"/>
                <a:gd name="connsiteY4" fmla="*/ 440614 h 515160"/>
                <a:gd name="connsiteX5" fmla="*/ 46611 w 257580"/>
                <a:gd name="connsiteY5" fmla="*/ 515160 h 515160"/>
                <a:gd name="connsiteX6" fmla="*/ 0 w 257580"/>
                <a:gd name="connsiteY6" fmla="*/ 416850 h 515160"/>
                <a:gd name="connsiteX7" fmla="*/ 102075 w 257580"/>
                <a:gd name="connsiteY7" fmla="*/ 350751 h 515160"/>
                <a:gd name="connsiteX8" fmla="*/ 134693 w 257580"/>
                <a:gd name="connsiteY8" fmla="*/ 238040 h 515160"/>
                <a:gd name="connsiteX9" fmla="*/ 19489 w 257580"/>
                <a:gd name="connsiteY9" fmla="*/ 238040 h 515160"/>
                <a:gd name="connsiteX10" fmla="*/ 19489 w 257580"/>
                <a:gd name="connsiteY10" fmla="*/ 0 h 51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60">
                  <a:moveTo>
                    <a:pt x="19489" y="0"/>
                  </a:moveTo>
                  <a:lnTo>
                    <a:pt x="257580" y="0"/>
                  </a:lnTo>
                  <a:lnTo>
                    <a:pt x="257580" y="170312"/>
                  </a:lnTo>
                  <a:cubicBezTo>
                    <a:pt x="257580" y="239770"/>
                    <a:pt x="251525" y="294268"/>
                    <a:pt x="239363" y="333857"/>
                  </a:cubicBezTo>
                  <a:cubicBezTo>
                    <a:pt x="227202" y="373394"/>
                    <a:pt x="204609" y="408963"/>
                    <a:pt x="171584" y="440614"/>
                  </a:cubicBezTo>
                  <a:cubicBezTo>
                    <a:pt x="138560" y="472264"/>
                    <a:pt x="96885" y="497096"/>
                    <a:pt x="46611" y="515160"/>
                  </a:cubicBezTo>
                  <a:lnTo>
                    <a:pt x="0" y="416850"/>
                  </a:lnTo>
                  <a:cubicBezTo>
                    <a:pt x="47425" y="401025"/>
                    <a:pt x="81467" y="378992"/>
                    <a:pt x="102075" y="350751"/>
                  </a:cubicBezTo>
                  <a:cubicBezTo>
                    <a:pt x="122684" y="322509"/>
                    <a:pt x="133573" y="284956"/>
                    <a:pt x="134693" y="238040"/>
                  </a:cubicBezTo>
                  <a:lnTo>
                    <a:pt x="19489" y="238040"/>
                  </a:lnTo>
                  <a:lnTo>
                    <a:pt x="19489" y="0"/>
                  </a:lnTo>
                  <a:close/>
                </a:path>
              </a:pathLst>
            </a:custGeom>
            <a:grpFill/>
            <a:ln w="5052" cap="flat">
              <a:noFill/>
              <a:prstDash val="solid"/>
              <a:miter/>
            </a:ln>
          </p:spPr>
          <p:txBody>
            <a:bodyPr rtlCol="0" anchor="ctr"/>
            <a:lstStyle/>
            <a:p>
              <a:endParaRPr lang="en-IN"/>
            </a:p>
          </p:txBody>
        </p:sp>
      </p:grpSp>
      <p:pic>
        <p:nvPicPr>
          <p:cNvPr id="2" name="Picture 2">
            <a:extLst>
              <a:ext uri="{FF2B5EF4-FFF2-40B4-BE49-F238E27FC236}">
                <a16:creationId xmlns:a16="http://schemas.microsoft.com/office/drawing/2014/main" id="{5004A90F-FA6B-9FEE-95E3-F6ED037A912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202240" y="3059640"/>
            <a:ext cx="4195991" cy="374841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890416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933F-64E0-82C7-7D44-45F07247EC28}"/>
              </a:ext>
            </a:extLst>
          </p:cNvPr>
          <p:cNvSpPr>
            <a:spLocks noGrp="1"/>
          </p:cNvSpPr>
          <p:nvPr>
            <p:ph type="ctrTitle"/>
          </p:nvPr>
        </p:nvSpPr>
        <p:spPr>
          <a:xfrm>
            <a:off x="382971" y="923388"/>
            <a:ext cx="7075104" cy="2831544"/>
          </a:xfrm>
        </p:spPr>
        <p:txBody>
          <a:bodyPr/>
          <a:lstStyle/>
          <a:p>
            <a:r>
              <a:rPr lang="en-US" sz="8000"/>
              <a:t>06</a:t>
            </a:r>
            <a:br>
              <a:rPr lang="en-US"/>
            </a:br>
            <a:r>
              <a:rPr lang="en-US"/>
              <a:t>How do I identify automation opportunities?</a:t>
            </a:r>
            <a:endParaRPr lang="en-IN"/>
          </a:p>
        </p:txBody>
      </p:sp>
      <p:sp>
        <p:nvSpPr>
          <p:cNvPr id="4" name="Text Placeholder 3">
            <a:extLst>
              <a:ext uri="{FF2B5EF4-FFF2-40B4-BE49-F238E27FC236}">
                <a16:creationId xmlns:a16="http://schemas.microsoft.com/office/drawing/2014/main" id="{1493D02F-4365-CA26-E8FC-B3EEF5F3949E}"/>
              </a:ext>
            </a:extLst>
          </p:cNvPr>
          <p:cNvSpPr>
            <a:spLocks noGrp="1"/>
          </p:cNvSpPr>
          <p:nvPr>
            <p:ph type="body" sz="quarter" idx="10"/>
          </p:nvPr>
        </p:nvSpPr>
        <p:spPr/>
        <p:txBody>
          <a:bodyPr/>
          <a:lstStyle/>
          <a:p>
            <a:endParaRPr lang="en-IN"/>
          </a:p>
        </p:txBody>
      </p:sp>
    </p:spTree>
    <p:custDataLst>
      <p:tags r:id="rId1"/>
    </p:custDataLst>
    <p:extLst>
      <p:ext uri="{BB962C8B-B14F-4D97-AF65-F5344CB8AC3E}">
        <p14:creationId xmlns:p14="http://schemas.microsoft.com/office/powerpoint/2010/main" val="27354948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20C2-D131-56DC-DB5B-0F653A53507B}"/>
              </a:ext>
            </a:extLst>
          </p:cNvPr>
          <p:cNvSpPr>
            <a:spLocks noGrp="1"/>
          </p:cNvSpPr>
          <p:nvPr>
            <p:ph type="title"/>
          </p:nvPr>
        </p:nvSpPr>
        <p:spPr/>
        <p:txBody>
          <a:bodyPr/>
          <a:lstStyle/>
          <a:p>
            <a:r>
              <a:rPr lang="en-IN"/>
              <a:t>Lesson objectives</a:t>
            </a:r>
          </a:p>
        </p:txBody>
      </p:sp>
      <p:sp>
        <p:nvSpPr>
          <p:cNvPr id="5" name="Text Placeholder 4">
            <a:extLst>
              <a:ext uri="{FF2B5EF4-FFF2-40B4-BE49-F238E27FC236}">
                <a16:creationId xmlns:a16="http://schemas.microsoft.com/office/drawing/2014/main" id="{5559949C-7841-7B78-48D4-7958B52EA0B3}"/>
              </a:ext>
            </a:extLst>
          </p:cNvPr>
          <p:cNvSpPr>
            <a:spLocks noGrp="1"/>
          </p:cNvSpPr>
          <p:nvPr>
            <p:ph type="body" sz="quarter" idx="10"/>
          </p:nvPr>
        </p:nvSpPr>
        <p:spPr/>
        <p:txBody>
          <a:bodyPr/>
          <a:lstStyle/>
          <a:p>
            <a:r>
              <a:rPr lang="en-IN"/>
              <a:t>01</a:t>
            </a:r>
          </a:p>
        </p:txBody>
      </p:sp>
      <p:sp>
        <p:nvSpPr>
          <p:cNvPr id="6" name="Text Placeholder 5">
            <a:extLst>
              <a:ext uri="{FF2B5EF4-FFF2-40B4-BE49-F238E27FC236}">
                <a16:creationId xmlns:a16="http://schemas.microsoft.com/office/drawing/2014/main" id="{955EC8BA-8B9B-1AE3-AF65-2CDCC79262E2}"/>
              </a:ext>
            </a:extLst>
          </p:cNvPr>
          <p:cNvSpPr>
            <a:spLocks noGrp="1"/>
          </p:cNvSpPr>
          <p:nvPr>
            <p:ph type="body" sz="quarter" idx="11"/>
          </p:nvPr>
        </p:nvSpPr>
        <p:spPr/>
        <p:txBody>
          <a:bodyPr/>
          <a:lstStyle/>
          <a:p>
            <a:r>
              <a:rPr lang="en-IN"/>
              <a:t>02</a:t>
            </a:r>
          </a:p>
        </p:txBody>
      </p:sp>
      <p:sp>
        <p:nvSpPr>
          <p:cNvPr id="7" name="Text Placeholder 6">
            <a:extLst>
              <a:ext uri="{FF2B5EF4-FFF2-40B4-BE49-F238E27FC236}">
                <a16:creationId xmlns:a16="http://schemas.microsoft.com/office/drawing/2014/main" id="{D8941ECD-8EA3-5A3E-E96E-90A9F58ED131}"/>
              </a:ext>
            </a:extLst>
          </p:cNvPr>
          <p:cNvSpPr>
            <a:spLocks noGrp="1"/>
          </p:cNvSpPr>
          <p:nvPr>
            <p:ph type="body" sz="quarter" idx="14"/>
          </p:nvPr>
        </p:nvSpPr>
        <p:spPr/>
        <p:txBody>
          <a:bodyPr/>
          <a:lstStyle/>
          <a:p>
            <a:r>
              <a:rPr lang="en-US"/>
              <a:t>Identify key properties of tasks or processes that can be automated.</a:t>
            </a:r>
            <a:endParaRPr lang="en-IN"/>
          </a:p>
        </p:txBody>
      </p:sp>
      <p:sp>
        <p:nvSpPr>
          <p:cNvPr id="8" name="Text Placeholder 7">
            <a:extLst>
              <a:ext uri="{FF2B5EF4-FFF2-40B4-BE49-F238E27FC236}">
                <a16:creationId xmlns:a16="http://schemas.microsoft.com/office/drawing/2014/main" id="{4A3C422C-9D46-42C3-BC38-AE42A2917862}"/>
              </a:ext>
            </a:extLst>
          </p:cNvPr>
          <p:cNvSpPr>
            <a:spLocks noGrp="1"/>
          </p:cNvSpPr>
          <p:nvPr>
            <p:ph type="body" sz="quarter" idx="15"/>
          </p:nvPr>
        </p:nvSpPr>
        <p:spPr/>
        <p:txBody>
          <a:bodyPr/>
          <a:lstStyle/>
          <a:p>
            <a:r>
              <a:rPr lang="en-US"/>
              <a:t>Recognize 1–3 tasks or processes that can be automated from your day-to-day work.</a:t>
            </a:r>
            <a:endParaRPr lang="en-IN"/>
          </a:p>
        </p:txBody>
      </p:sp>
      <p:sp>
        <p:nvSpPr>
          <p:cNvPr id="11" name="TextBox 10">
            <a:extLst>
              <a:ext uri="{FF2B5EF4-FFF2-40B4-BE49-F238E27FC236}">
                <a16:creationId xmlns:a16="http://schemas.microsoft.com/office/drawing/2014/main" id="{4155277D-CAC1-C0C6-80BF-A9CB4698AC2C}"/>
              </a:ext>
            </a:extLst>
          </p:cNvPr>
          <p:cNvSpPr txBox="1"/>
          <p:nvPr/>
        </p:nvSpPr>
        <p:spPr>
          <a:xfrm>
            <a:off x="381000" y="1002780"/>
            <a:ext cx="8043472" cy="492443"/>
          </a:xfrm>
          <a:prstGeom prst="rect">
            <a:avLst/>
          </a:prstGeom>
          <a:noFill/>
        </p:spPr>
        <p:txBody>
          <a:bodyPr wrap="square" lIns="0" tIns="91440" rIns="91440" bIns="91440" rtlCol="0">
            <a:spAutoFit/>
          </a:bodyPr>
          <a:lstStyle/>
          <a:p>
            <a:pPr algn="l"/>
            <a:r>
              <a:rPr lang="en-US" sz="2000">
                <a:latin typeface="Arial"/>
                <a:cs typeface="Arial"/>
              </a:rPr>
              <a:t>At the end of this lesson, you should be able to:</a:t>
            </a:r>
            <a:endParaRPr lang="en-IN" sz="2000" err="1">
              <a:latin typeface="Arial"/>
              <a:cs typeface="Arial"/>
            </a:endParaRPr>
          </a:p>
        </p:txBody>
      </p:sp>
    </p:spTree>
    <p:custDataLst>
      <p:tags r:id="rId1"/>
    </p:custDataLst>
    <p:extLst>
      <p:ext uri="{BB962C8B-B14F-4D97-AF65-F5344CB8AC3E}">
        <p14:creationId xmlns:p14="http://schemas.microsoft.com/office/powerpoint/2010/main" val="13471096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9BCA9D-2752-5716-61F4-6A57380483D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2774154" y="1880579"/>
            <a:ext cx="6749471" cy="4002061"/>
          </a:xfrm>
          <a:prstGeom prst="rect">
            <a:avLst/>
          </a:prstGeom>
        </p:spPr>
      </p:pic>
      <p:sp>
        <p:nvSpPr>
          <p:cNvPr id="4" name="Title 3">
            <a:extLst>
              <a:ext uri="{FF2B5EF4-FFF2-40B4-BE49-F238E27FC236}">
                <a16:creationId xmlns:a16="http://schemas.microsoft.com/office/drawing/2014/main" id="{0097BFAD-F249-0814-91E9-9B5250654DF3}"/>
              </a:ext>
            </a:extLst>
          </p:cNvPr>
          <p:cNvSpPr>
            <a:spLocks noGrp="1"/>
          </p:cNvSpPr>
          <p:nvPr>
            <p:ph type="title"/>
          </p:nvPr>
        </p:nvSpPr>
        <p:spPr/>
        <p:txBody>
          <a:bodyPr/>
          <a:lstStyle/>
          <a:p>
            <a:r>
              <a:rPr lang="en-US"/>
              <a:t>Overview</a:t>
            </a:r>
            <a:endParaRPr lang="en-IN"/>
          </a:p>
        </p:txBody>
      </p:sp>
      <p:grpSp>
        <p:nvGrpSpPr>
          <p:cNvPr id="2" name="Group 1">
            <a:extLst>
              <a:ext uri="{FF2B5EF4-FFF2-40B4-BE49-F238E27FC236}">
                <a16:creationId xmlns:a16="http://schemas.microsoft.com/office/drawing/2014/main" id="{1418D0AF-3F0F-D356-FF16-1E90018A2AED}"/>
              </a:ext>
            </a:extLst>
          </p:cNvPr>
          <p:cNvGrpSpPr/>
          <p:nvPr/>
        </p:nvGrpSpPr>
        <p:grpSpPr>
          <a:xfrm>
            <a:off x="510591" y="3609401"/>
            <a:ext cx="1931828" cy="1819142"/>
            <a:chOff x="812190" y="2796212"/>
            <a:chExt cx="1931828" cy="1819142"/>
          </a:xfrm>
        </p:grpSpPr>
        <p:sp>
          <p:nvSpPr>
            <p:cNvPr id="8" name="Graphic 13">
              <a:extLst>
                <a:ext uri="{FF2B5EF4-FFF2-40B4-BE49-F238E27FC236}">
                  <a16:creationId xmlns:a16="http://schemas.microsoft.com/office/drawing/2014/main" id="{887F3767-2B11-83D2-E56C-275B5E8721C2}"/>
                </a:ext>
              </a:extLst>
            </p:cNvPr>
            <p:cNvSpPr/>
            <p:nvPr/>
          </p:nvSpPr>
          <p:spPr>
            <a:xfrm flipH="1" flipV="1">
              <a:off x="842887" y="2796212"/>
              <a:ext cx="1901131" cy="1724314"/>
            </a:xfrm>
            <a:custGeom>
              <a:avLst/>
              <a:gdLst>
                <a:gd name="connsiteX0" fmla="*/ 428625 w 3461099"/>
                <a:gd name="connsiteY0" fmla="*/ 920401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428625 w 3461099"/>
                <a:gd name="connsiteY5" fmla="*/ 920401 h 1303496"/>
                <a:gd name="connsiteX0" fmla="*/ 680528 w 3461099"/>
                <a:gd name="connsiteY0" fmla="*/ 909238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680528 w 3461099"/>
                <a:gd name="connsiteY5" fmla="*/ 909238 h 1303496"/>
                <a:gd name="connsiteX0" fmla="*/ 698521 w 3479092"/>
                <a:gd name="connsiteY0" fmla="*/ 909238 h 1225355"/>
                <a:gd name="connsiteX1" fmla="*/ 0 w 3479092"/>
                <a:gd name="connsiteY1" fmla="*/ 1225355 h 1225355"/>
                <a:gd name="connsiteX2" fmla="*/ 17993 w 3479092"/>
                <a:gd name="connsiteY2" fmla="*/ 0 h 1225355"/>
                <a:gd name="connsiteX3" fmla="*/ 3479092 w 3479092"/>
                <a:gd name="connsiteY3" fmla="*/ 0 h 1225355"/>
                <a:gd name="connsiteX4" fmla="*/ 3479092 w 3479092"/>
                <a:gd name="connsiteY4" fmla="*/ 918020 h 1225355"/>
                <a:gd name="connsiteX5" fmla="*/ 698521 w 3479092"/>
                <a:gd name="connsiteY5" fmla="*/ 909238 h 122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9092" h="1225355">
                  <a:moveTo>
                    <a:pt x="698521" y="909238"/>
                  </a:moveTo>
                  <a:lnTo>
                    <a:pt x="0" y="1225355"/>
                  </a:lnTo>
                  <a:lnTo>
                    <a:pt x="17993" y="0"/>
                  </a:lnTo>
                  <a:lnTo>
                    <a:pt x="3479092" y="0"/>
                  </a:lnTo>
                  <a:lnTo>
                    <a:pt x="3479092" y="918020"/>
                  </a:lnTo>
                  <a:lnTo>
                    <a:pt x="698521" y="909238"/>
                  </a:lnTo>
                  <a:close/>
                </a:path>
              </a:pathLst>
            </a:custGeom>
            <a:solidFill>
              <a:schemeClr val="bg1"/>
            </a:solidFill>
            <a:ln w="25400" cap="sq">
              <a:solidFill>
                <a:schemeClr val="tx2"/>
              </a:solidFill>
              <a:prstDash val="solid"/>
              <a:miter/>
            </a:ln>
          </p:spPr>
          <p:txBody>
            <a:bodyPr rtlCol="0" anchor="ctr"/>
            <a:lstStyle/>
            <a:p>
              <a:endParaRPr lang="en-IN"/>
            </a:p>
          </p:txBody>
        </p:sp>
        <p:sp>
          <p:nvSpPr>
            <p:cNvPr id="11" name="TextBox 10">
              <a:extLst>
                <a:ext uri="{FF2B5EF4-FFF2-40B4-BE49-F238E27FC236}">
                  <a16:creationId xmlns:a16="http://schemas.microsoft.com/office/drawing/2014/main" id="{D67C219B-1CF0-760B-48F1-795ABFB5BFE4}"/>
                </a:ext>
              </a:extLst>
            </p:cNvPr>
            <p:cNvSpPr txBox="1"/>
            <p:nvPr/>
          </p:nvSpPr>
          <p:spPr>
            <a:xfrm>
              <a:off x="812190" y="3290016"/>
              <a:ext cx="1901130" cy="1169551"/>
            </a:xfrm>
            <a:prstGeom prst="rect">
              <a:avLst/>
            </a:prstGeom>
            <a:noFill/>
          </p:spPr>
          <p:txBody>
            <a:bodyPr wrap="square" lIns="91440" tIns="91440" rIns="91440" bIns="91440" rtlCol="0">
              <a:spAutoFit/>
            </a:bodyPr>
            <a:lstStyle/>
            <a:p>
              <a:pPr algn="ctr"/>
              <a:r>
                <a:rPr lang="en-US" sz="1600" b="1">
                  <a:solidFill>
                    <a:srgbClr val="FA4616"/>
                  </a:solidFill>
                  <a:latin typeface="Arial"/>
                  <a:cs typeface="Arial"/>
                </a:rPr>
                <a:t>H</a:t>
              </a:r>
              <a:r>
                <a:rPr lang="en-US" sz="1600" b="1" i="0">
                  <a:solidFill>
                    <a:srgbClr val="FA4616"/>
                  </a:solidFill>
                  <a:latin typeface="Arial"/>
                  <a:cs typeface="Arial"/>
                </a:rPr>
                <a:t>ow do I determine the opportunities and their feasibility?</a:t>
              </a:r>
              <a:endParaRPr lang="en-IN" sz="1600" b="1" i="0">
                <a:solidFill>
                  <a:srgbClr val="FA4616"/>
                </a:solidFill>
                <a:latin typeface="Arial"/>
                <a:cs typeface="Arial"/>
              </a:endParaRPr>
            </a:p>
          </p:txBody>
        </p:sp>
        <p:cxnSp>
          <p:nvCxnSpPr>
            <p:cNvPr id="12" name="Straight Connector 11">
              <a:extLst>
                <a:ext uri="{FF2B5EF4-FFF2-40B4-BE49-F238E27FC236}">
                  <a16:creationId xmlns:a16="http://schemas.microsoft.com/office/drawing/2014/main" id="{35ED3A33-9AEC-E2A7-2A75-21DF9DD1F724}"/>
                </a:ext>
              </a:extLst>
            </p:cNvPr>
            <p:cNvCxnSpPr>
              <a:cxnSpLocks/>
            </p:cNvCxnSpPr>
            <p:nvPr/>
          </p:nvCxnSpPr>
          <p:spPr>
            <a:xfrm>
              <a:off x="974512" y="4615354"/>
              <a:ext cx="108954" cy="0"/>
            </a:xfrm>
            <a:prstGeom prst="line">
              <a:avLst/>
            </a:prstGeom>
            <a:ln w="25400" cap="flat" cmpd="sng" algn="ctr">
              <a:solidFill>
                <a:schemeClr val="tx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2E99E09-C7C8-FEB9-AC05-2B24682A9C3E}"/>
                </a:ext>
              </a:extLst>
            </p:cNvPr>
            <p:cNvCxnSpPr>
              <a:cxnSpLocks/>
            </p:cNvCxnSpPr>
            <p:nvPr/>
          </p:nvCxnSpPr>
          <p:spPr>
            <a:xfrm>
              <a:off x="1130726" y="4615354"/>
              <a:ext cx="639097" cy="0"/>
            </a:xfrm>
            <a:prstGeom prst="line">
              <a:avLst/>
            </a:prstGeom>
            <a:ln w="25400" cap="flat" cmpd="sng" algn="ctr">
              <a:solidFill>
                <a:schemeClr val="tx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5" name="Group 4">
            <a:extLst>
              <a:ext uri="{FF2B5EF4-FFF2-40B4-BE49-F238E27FC236}">
                <a16:creationId xmlns:a16="http://schemas.microsoft.com/office/drawing/2014/main" id="{8B73B8DF-3083-4CD5-84FA-A2C1A46AAABB}"/>
              </a:ext>
            </a:extLst>
          </p:cNvPr>
          <p:cNvGrpSpPr/>
          <p:nvPr/>
        </p:nvGrpSpPr>
        <p:grpSpPr>
          <a:xfrm>
            <a:off x="9874056" y="3881609"/>
            <a:ext cx="1905034" cy="1626449"/>
            <a:chOff x="8916020" y="4459567"/>
            <a:chExt cx="1905034" cy="1626449"/>
          </a:xfrm>
        </p:grpSpPr>
        <p:cxnSp>
          <p:nvCxnSpPr>
            <p:cNvPr id="18" name="Straight Connector 17">
              <a:extLst>
                <a:ext uri="{FF2B5EF4-FFF2-40B4-BE49-F238E27FC236}">
                  <a16:creationId xmlns:a16="http://schemas.microsoft.com/office/drawing/2014/main" id="{4D09FFA8-7107-425F-3D24-EC4CCA572922}"/>
                </a:ext>
              </a:extLst>
            </p:cNvPr>
            <p:cNvCxnSpPr>
              <a:cxnSpLocks/>
            </p:cNvCxnSpPr>
            <p:nvPr/>
          </p:nvCxnSpPr>
          <p:spPr>
            <a:xfrm>
              <a:off x="9863238" y="6086016"/>
              <a:ext cx="108954" cy="0"/>
            </a:xfrm>
            <a:prstGeom prst="line">
              <a:avLst/>
            </a:prstGeom>
            <a:ln w="25400" cap="flat" cmpd="sng" algn="ctr">
              <a:solidFill>
                <a:schemeClr val="tx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534DB3B-D423-6625-254D-292E289893C4}"/>
                </a:ext>
              </a:extLst>
            </p:cNvPr>
            <p:cNvCxnSpPr>
              <a:cxnSpLocks/>
            </p:cNvCxnSpPr>
            <p:nvPr/>
          </p:nvCxnSpPr>
          <p:spPr>
            <a:xfrm>
              <a:off x="10019452" y="6086016"/>
              <a:ext cx="639097" cy="0"/>
            </a:xfrm>
            <a:prstGeom prst="line">
              <a:avLst/>
            </a:prstGeom>
            <a:ln w="25400" cap="flat" cmpd="sng" algn="ctr">
              <a:solidFill>
                <a:schemeClr val="tx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0" name="Graphic 13">
              <a:extLst>
                <a:ext uri="{FF2B5EF4-FFF2-40B4-BE49-F238E27FC236}">
                  <a16:creationId xmlns:a16="http://schemas.microsoft.com/office/drawing/2014/main" id="{D4725400-80AD-832D-D284-D36B340261AC}"/>
                </a:ext>
              </a:extLst>
            </p:cNvPr>
            <p:cNvSpPr/>
            <p:nvPr/>
          </p:nvSpPr>
          <p:spPr>
            <a:xfrm flipV="1">
              <a:off x="8916020" y="4459567"/>
              <a:ext cx="1901132" cy="1499794"/>
            </a:xfrm>
            <a:custGeom>
              <a:avLst/>
              <a:gdLst>
                <a:gd name="connsiteX0" fmla="*/ 428625 w 3461099"/>
                <a:gd name="connsiteY0" fmla="*/ 920401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428625 w 3461099"/>
                <a:gd name="connsiteY5" fmla="*/ 920401 h 1303496"/>
                <a:gd name="connsiteX0" fmla="*/ 680528 w 3461099"/>
                <a:gd name="connsiteY0" fmla="*/ 909238 h 1303496"/>
                <a:gd name="connsiteX1" fmla="*/ 0 w 3461099"/>
                <a:gd name="connsiteY1" fmla="*/ 1303496 h 1303496"/>
                <a:gd name="connsiteX2" fmla="*/ 0 w 3461099"/>
                <a:gd name="connsiteY2" fmla="*/ 0 h 1303496"/>
                <a:gd name="connsiteX3" fmla="*/ 3461099 w 3461099"/>
                <a:gd name="connsiteY3" fmla="*/ 0 h 1303496"/>
                <a:gd name="connsiteX4" fmla="*/ 3461099 w 3461099"/>
                <a:gd name="connsiteY4" fmla="*/ 918020 h 1303496"/>
                <a:gd name="connsiteX5" fmla="*/ 680528 w 3461099"/>
                <a:gd name="connsiteY5" fmla="*/ 909238 h 1303496"/>
                <a:gd name="connsiteX0" fmla="*/ 698521 w 3479092"/>
                <a:gd name="connsiteY0" fmla="*/ 909238 h 1225355"/>
                <a:gd name="connsiteX1" fmla="*/ 0 w 3479092"/>
                <a:gd name="connsiteY1" fmla="*/ 1225355 h 1225355"/>
                <a:gd name="connsiteX2" fmla="*/ 17993 w 3479092"/>
                <a:gd name="connsiteY2" fmla="*/ 0 h 1225355"/>
                <a:gd name="connsiteX3" fmla="*/ 3479092 w 3479092"/>
                <a:gd name="connsiteY3" fmla="*/ 0 h 1225355"/>
                <a:gd name="connsiteX4" fmla="*/ 3479092 w 3479092"/>
                <a:gd name="connsiteY4" fmla="*/ 918020 h 1225355"/>
                <a:gd name="connsiteX5" fmla="*/ 698521 w 3479092"/>
                <a:gd name="connsiteY5" fmla="*/ 909238 h 122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9092" h="1225355">
                  <a:moveTo>
                    <a:pt x="698521" y="909238"/>
                  </a:moveTo>
                  <a:lnTo>
                    <a:pt x="0" y="1225355"/>
                  </a:lnTo>
                  <a:lnTo>
                    <a:pt x="17993" y="0"/>
                  </a:lnTo>
                  <a:lnTo>
                    <a:pt x="3479092" y="0"/>
                  </a:lnTo>
                  <a:lnTo>
                    <a:pt x="3479092" y="918020"/>
                  </a:lnTo>
                  <a:lnTo>
                    <a:pt x="698521" y="909238"/>
                  </a:lnTo>
                  <a:close/>
                </a:path>
              </a:pathLst>
            </a:custGeom>
            <a:solidFill>
              <a:schemeClr val="bg1"/>
            </a:solidFill>
            <a:ln w="25400" cap="sq">
              <a:solidFill>
                <a:schemeClr val="tx2"/>
              </a:solidFill>
              <a:prstDash val="solid"/>
              <a:miter/>
            </a:ln>
          </p:spPr>
          <p:txBody>
            <a:bodyPr rtlCol="0" anchor="ctr"/>
            <a:lstStyle/>
            <a:p>
              <a:endParaRPr lang="en-IN"/>
            </a:p>
          </p:txBody>
        </p:sp>
        <p:sp>
          <p:nvSpPr>
            <p:cNvPr id="21" name="TextBox 20">
              <a:extLst>
                <a:ext uri="{FF2B5EF4-FFF2-40B4-BE49-F238E27FC236}">
                  <a16:creationId xmlns:a16="http://schemas.microsoft.com/office/drawing/2014/main" id="{2DABFC14-1008-53FE-DDB3-5659A8882A77}"/>
                </a:ext>
              </a:extLst>
            </p:cNvPr>
            <p:cNvSpPr txBox="1"/>
            <p:nvPr/>
          </p:nvSpPr>
          <p:spPr>
            <a:xfrm>
              <a:off x="8919924" y="5096930"/>
              <a:ext cx="1901130" cy="677108"/>
            </a:xfrm>
            <a:prstGeom prst="rect">
              <a:avLst/>
            </a:prstGeom>
            <a:noFill/>
          </p:spPr>
          <p:txBody>
            <a:bodyPr wrap="square" lIns="91440" tIns="91440" rIns="91440" bIns="91440" rtlCol="0">
              <a:spAutoFit/>
            </a:bodyPr>
            <a:lstStyle/>
            <a:p>
              <a:pPr algn="ctr"/>
              <a:r>
                <a:rPr lang="en-US" sz="1600" b="1" i="0">
                  <a:solidFill>
                    <a:srgbClr val="FA4616"/>
                  </a:solidFill>
                  <a:latin typeface="Arial"/>
                  <a:cs typeface="Arial"/>
                </a:rPr>
                <a:t>Which tasks can be automated?</a:t>
              </a:r>
            </a:p>
          </p:txBody>
        </p:sp>
      </p:grpSp>
    </p:spTree>
    <p:custDataLst>
      <p:tags r:id="rId1"/>
    </p:custDataLst>
    <p:extLst>
      <p:ext uri="{BB962C8B-B14F-4D97-AF65-F5344CB8AC3E}">
        <p14:creationId xmlns:p14="http://schemas.microsoft.com/office/powerpoint/2010/main" val="35122354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57494-D5D9-7528-D3FF-AF51E335084A}"/>
              </a:ext>
            </a:extLst>
          </p:cNvPr>
          <p:cNvSpPr>
            <a:spLocks noGrp="1"/>
          </p:cNvSpPr>
          <p:nvPr>
            <p:ph type="title"/>
          </p:nvPr>
        </p:nvSpPr>
        <p:spPr/>
        <p:txBody>
          <a:bodyPr/>
          <a:lstStyle/>
          <a:p>
            <a:r>
              <a:rPr lang="en-IN"/>
              <a:t>The process assessment tool</a:t>
            </a:r>
          </a:p>
        </p:txBody>
      </p:sp>
      <p:sp>
        <p:nvSpPr>
          <p:cNvPr id="3" name="Content Placeholder 2">
            <a:extLst>
              <a:ext uri="{FF2B5EF4-FFF2-40B4-BE49-F238E27FC236}">
                <a16:creationId xmlns:a16="http://schemas.microsoft.com/office/drawing/2014/main" id="{B500C64B-19FB-0FD8-F0C5-14C5901A04D2}"/>
              </a:ext>
            </a:extLst>
          </p:cNvPr>
          <p:cNvSpPr>
            <a:spLocks noGrp="1"/>
          </p:cNvSpPr>
          <p:nvPr>
            <p:ph sz="quarter" idx="10"/>
          </p:nvPr>
        </p:nvSpPr>
        <p:spPr>
          <a:xfrm>
            <a:off x="381001" y="1004400"/>
            <a:ext cx="11430000" cy="307777"/>
          </a:xfrm>
        </p:spPr>
        <p:txBody>
          <a:bodyPr/>
          <a:lstStyle/>
          <a:p>
            <a:r>
              <a:rPr lang="en-US"/>
              <a:t>The Process Assessment tool is super helpful for figuring out if automating a process is feasible.</a:t>
            </a:r>
            <a:endParaRPr lang="en-IN"/>
          </a:p>
        </p:txBody>
      </p:sp>
      <p:pic>
        <p:nvPicPr>
          <p:cNvPr id="5" name="Picture 4">
            <a:extLst>
              <a:ext uri="{FF2B5EF4-FFF2-40B4-BE49-F238E27FC236}">
                <a16:creationId xmlns:a16="http://schemas.microsoft.com/office/drawing/2014/main" id="{CCC50C5E-7521-7B8C-89F5-722BF8E313C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88749" y="2224611"/>
            <a:ext cx="10411326" cy="4039811"/>
          </a:xfrm>
          <a:prstGeom prst="rect">
            <a:avLst/>
          </a:prstGeom>
          <a:ln w="25400">
            <a:solidFill>
              <a:srgbClr val="F6F6F6"/>
            </a:solidFill>
          </a:ln>
        </p:spPr>
      </p:pic>
    </p:spTree>
    <p:custDataLst>
      <p:tags r:id="rId1"/>
    </p:custDataLst>
    <p:extLst>
      <p:ext uri="{BB962C8B-B14F-4D97-AF65-F5344CB8AC3E}">
        <p14:creationId xmlns:p14="http://schemas.microsoft.com/office/powerpoint/2010/main" val="29352026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57494-D5D9-7528-D3FF-AF51E335084A}"/>
              </a:ext>
            </a:extLst>
          </p:cNvPr>
          <p:cNvSpPr>
            <a:spLocks noGrp="1"/>
          </p:cNvSpPr>
          <p:nvPr>
            <p:ph type="title"/>
          </p:nvPr>
        </p:nvSpPr>
        <p:spPr/>
        <p:txBody>
          <a:bodyPr/>
          <a:lstStyle/>
          <a:p>
            <a:r>
              <a:rPr lang="en-IN">
                <a:latin typeface="Arial"/>
              </a:rPr>
              <a:t>Example 1: Invoice processing</a:t>
            </a:r>
          </a:p>
        </p:txBody>
      </p:sp>
      <p:grpSp>
        <p:nvGrpSpPr>
          <p:cNvPr id="17" name="Group 16">
            <a:extLst>
              <a:ext uri="{FF2B5EF4-FFF2-40B4-BE49-F238E27FC236}">
                <a16:creationId xmlns:a16="http://schemas.microsoft.com/office/drawing/2014/main" id="{6706C471-51F0-823D-1D6F-EDAEF7B0A5EF}"/>
              </a:ext>
            </a:extLst>
          </p:cNvPr>
          <p:cNvGrpSpPr/>
          <p:nvPr/>
        </p:nvGrpSpPr>
        <p:grpSpPr>
          <a:xfrm>
            <a:off x="595312" y="2788601"/>
            <a:ext cx="10998199" cy="1656579"/>
            <a:chOff x="1239520" y="2757338"/>
            <a:chExt cx="9785621" cy="1384873"/>
          </a:xfrm>
        </p:grpSpPr>
        <p:sp>
          <p:nvSpPr>
            <p:cNvPr id="4" name="Rectangle 3">
              <a:extLst>
                <a:ext uri="{FF2B5EF4-FFF2-40B4-BE49-F238E27FC236}">
                  <a16:creationId xmlns:a16="http://schemas.microsoft.com/office/drawing/2014/main" id="{09BBCEF4-5D38-D02B-9C88-B375245E2F21}"/>
                </a:ext>
              </a:extLst>
            </p:cNvPr>
            <p:cNvSpPr/>
            <p:nvPr/>
          </p:nvSpPr>
          <p:spPr>
            <a:xfrm>
              <a:off x="1239884" y="2757338"/>
              <a:ext cx="2103120" cy="13379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r>
                <a:rPr lang="en-IN" sz="3200" b="1" i="0">
                  <a:solidFill>
                    <a:srgbClr val="FA4616"/>
                  </a:solidFill>
                  <a:latin typeface="Arial"/>
                  <a:cs typeface="Arial"/>
                </a:rPr>
                <a:t>01</a:t>
              </a:r>
              <a:endParaRPr lang="en-IN" sz="2000" b="1" i="0">
                <a:solidFill>
                  <a:srgbClr val="FA4616"/>
                </a:solidFill>
                <a:latin typeface="Arial"/>
                <a:cs typeface="Arial"/>
              </a:endParaRPr>
            </a:p>
            <a:p>
              <a:pPr algn="l"/>
              <a:r>
                <a:rPr lang="en-IN" sz="2000" b="0" i="0">
                  <a:solidFill>
                    <a:schemeClr val="tx1"/>
                  </a:solidFill>
                  <a:latin typeface="Arial"/>
                  <a:cs typeface="Arial"/>
                </a:rPr>
                <a:t>Receive </a:t>
              </a:r>
            </a:p>
            <a:p>
              <a:pPr algn="l"/>
              <a:r>
                <a:rPr lang="en-IN" sz="2000">
                  <a:solidFill>
                    <a:schemeClr val="tx1"/>
                  </a:solidFill>
                  <a:latin typeface="Arial"/>
                  <a:cs typeface="Arial"/>
                </a:rPr>
                <a:t>i</a:t>
              </a:r>
              <a:r>
                <a:rPr lang="en-IN" sz="2000" b="0" i="0">
                  <a:solidFill>
                    <a:schemeClr val="tx1"/>
                  </a:solidFill>
                  <a:latin typeface="Arial"/>
                  <a:cs typeface="Arial"/>
                </a:rPr>
                <a:t>nvoices</a:t>
              </a:r>
            </a:p>
            <a:p>
              <a:pPr algn="l"/>
              <a:r>
                <a:rPr lang="en-IN" sz="2000" b="0" i="0">
                  <a:solidFill>
                    <a:schemeClr val="tx1"/>
                  </a:solidFill>
                  <a:latin typeface="Arial"/>
                  <a:cs typeface="Arial"/>
                </a:rPr>
                <a:t>via email </a:t>
              </a:r>
            </a:p>
          </p:txBody>
        </p:sp>
        <p:sp>
          <p:nvSpPr>
            <p:cNvPr id="5" name="Rectangle 4">
              <a:extLst>
                <a:ext uri="{FF2B5EF4-FFF2-40B4-BE49-F238E27FC236}">
                  <a16:creationId xmlns:a16="http://schemas.microsoft.com/office/drawing/2014/main" id="{3BCB6451-000C-F7AB-9286-96DFBF55AB12}"/>
                </a:ext>
              </a:extLst>
            </p:cNvPr>
            <p:cNvSpPr/>
            <p:nvPr/>
          </p:nvSpPr>
          <p:spPr>
            <a:xfrm>
              <a:off x="3800596" y="2760031"/>
              <a:ext cx="2103120" cy="13379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r>
                <a:rPr lang="en-IN" sz="3200" b="1" i="0">
                  <a:solidFill>
                    <a:srgbClr val="FA4616"/>
                  </a:solidFill>
                  <a:latin typeface="Arial"/>
                  <a:cs typeface="Arial"/>
                </a:rPr>
                <a:t>02</a:t>
              </a:r>
              <a:endParaRPr lang="en-IN" sz="1400" b="1" i="0">
                <a:solidFill>
                  <a:srgbClr val="FA4616"/>
                </a:solidFill>
                <a:latin typeface="Arial"/>
                <a:cs typeface="Arial"/>
              </a:endParaRPr>
            </a:p>
            <a:p>
              <a:pPr algn="l"/>
              <a:r>
                <a:rPr lang="en-IN" sz="2000" b="0" i="0">
                  <a:solidFill>
                    <a:schemeClr val="tx1"/>
                  </a:solidFill>
                  <a:latin typeface="Arial"/>
                  <a:cs typeface="Arial"/>
                </a:rPr>
                <a:t>Download </a:t>
              </a:r>
            </a:p>
            <a:p>
              <a:pPr algn="l"/>
              <a:r>
                <a:rPr lang="en-IN" sz="2000" b="0" i="0">
                  <a:solidFill>
                    <a:schemeClr val="tx1"/>
                  </a:solidFill>
                  <a:latin typeface="Arial"/>
                  <a:cs typeface="Arial"/>
                </a:rPr>
                <a:t>all the  attachments</a:t>
              </a:r>
            </a:p>
          </p:txBody>
        </p:sp>
        <p:sp>
          <p:nvSpPr>
            <p:cNvPr id="9" name="Rectangle 8">
              <a:extLst>
                <a:ext uri="{FF2B5EF4-FFF2-40B4-BE49-F238E27FC236}">
                  <a16:creationId xmlns:a16="http://schemas.microsoft.com/office/drawing/2014/main" id="{D3782E3A-E62C-5127-526C-579AD23B77D1}"/>
                </a:ext>
              </a:extLst>
            </p:cNvPr>
            <p:cNvSpPr/>
            <p:nvPr/>
          </p:nvSpPr>
          <p:spPr>
            <a:xfrm>
              <a:off x="6361308" y="2760030"/>
              <a:ext cx="2103120" cy="13379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r>
                <a:rPr lang="en-US" sz="3200" b="1" i="0">
                  <a:solidFill>
                    <a:srgbClr val="FA4616"/>
                  </a:solidFill>
                  <a:latin typeface="Arial"/>
                  <a:cs typeface="Arial"/>
                </a:rPr>
                <a:t>03</a:t>
              </a:r>
              <a:endParaRPr lang="en-US" sz="2000" b="1" i="0">
                <a:solidFill>
                  <a:srgbClr val="FA4616"/>
                </a:solidFill>
                <a:latin typeface="Arial"/>
                <a:cs typeface="Arial"/>
              </a:endParaRPr>
            </a:p>
            <a:p>
              <a:pPr algn="l"/>
              <a:r>
                <a:rPr lang="en-US" sz="2000" b="0" i="0">
                  <a:solidFill>
                    <a:schemeClr val="tx1"/>
                  </a:solidFill>
                  <a:latin typeface="Arial"/>
                  <a:cs typeface="Arial"/>
                </a:rPr>
                <a:t>Check for discounts on the portal</a:t>
              </a:r>
              <a:endParaRPr lang="en-IN" sz="2000" b="0" i="0">
                <a:solidFill>
                  <a:schemeClr val="tx1"/>
                </a:solidFill>
                <a:latin typeface="Arial"/>
                <a:cs typeface="Arial"/>
              </a:endParaRPr>
            </a:p>
          </p:txBody>
        </p:sp>
        <p:sp>
          <p:nvSpPr>
            <p:cNvPr id="10" name="Rectangle 9">
              <a:extLst>
                <a:ext uri="{FF2B5EF4-FFF2-40B4-BE49-F238E27FC236}">
                  <a16:creationId xmlns:a16="http://schemas.microsoft.com/office/drawing/2014/main" id="{0CC3B714-E53D-187D-E8EA-DB44CE611D6D}"/>
                </a:ext>
              </a:extLst>
            </p:cNvPr>
            <p:cNvSpPr/>
            <p:nvPr/>
          </p:nvSpPr>
          <p:spPr>
            <a:xfrm>
              <a:off x="8922021" y="2760030"/>
              <a:ext cx="2103120" cy="13379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r>
                <a:rPr lang="en-US" sz="3200" b="1" i="0">
                  <a:solidFill>
                    <a:srgbClr val="FA4616"/>
                  </a:solidFill>
                  <a:latin typeface="Arial"/>
                  <a:cs typeface="Arial"/>
                </a:rPr>
                <a:t>04</a:t>
              </a:r>
              <a:endParaRPr lang="en-US" sz="2000" b="1" i="0">
                <a:solidFill>
                  <a:srgbClr val="FA4616"/>
                </a:solidFill>
                <a:latin typeface="Arial"/>
                <a:cs typeface="Arial"/>
              </a:endParaRPr>
            </a:p>
            <a:p>
              <a:pPr algn="l"/>
              <a:r>
                <a:rPr lang="en-US" sz="2000" b="0" i="0">
                  <a:solidFill>
                    <a:schemeClr val="tx1"/>
                  </a:solidFill>
                  <a:latin typeface="Arial"/>
                  <a:cs typeface="Arial"/>
                </a:rPr>
                <a:t>Save as </a:t>
              </a:r>
            </a:p>
            <a:p>
              <a:pPr algn="l"/>
              <a:r>
                <a:rPr lang="en-US" sz="2000" b="0" i="0">
                  <a:solidFill>
                    <a:schemeClr val="tx1"/>
                  </a:solidFill>
                  <a:latin typeface="Arial"/>
                  <a:cs typeface="Arial"/>
                </a:rPr>
                <a:t>PDFs and </a:t>
              </a:r>
            </a:p>
            <a:p>
              <a:pPr algn="l"/>
              <a:r>
                <a:rPr lang="en-US" sz="2000" b="0" i="0">
                  <a:solidFill>
                    <a:schemeClr val="tx1"/>
                  </a:solidFill>
                  <a:latin typeface="Arial"/>
                  <a:cs typeface="Arial"/>
                </a:rPr>
                <a:t>email</a:t>
              </a:r>
              <a:endParaRPr lang="en-IN" sz="2000" b="0" i="0">
                <a:solidFill>
                  <a:schemeClr val="tx1"/>
                </a:solidFill>
                <a:latin typeface="Arial"/>
                <a:cs typeface="Arial"/>
              </a:endParaRPr>
            </a:p>
          </p:txBody>
        </p:sp>
        <p:cxnSp>
          <p:nvCxnSpPr>
            <p:cNvPr id="7" name="Straight Arrow Connector 6">
              <a:extLst>
                <a:ext uri="{FF2B5EF4-FFF2-40B4-BE49-F238E27FC236}">
                  <a16:creationId xmlns:a16="http://schemas.microsoft.com/office/drawing/2014/main" id="{7443D339-1592-5297-66BF-15568D2EC41A}"/>
                </a:ext>
              </a:extLst>
            </p:cNvPr>
            <p:cNvCxnSpPr>
              <a:cxnSpLocks/>
              <a:stCxn id="4" idx="3"/>
              <a:endCxn id="5" idx="1"/>
            </p:cNvCxnSpPr>
            <p:nvPr/>
          </p:nvCxnSpPr>
          <p:spPr>
            <a:xfrm>
              <a:off x="3343004" y="3426307"/>
              <a:ext cx="457592" cy="2693"/>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495114B-34F3-DF06-3520-F1F31241921A}"/>
                </a:ext>
              </a:extLst>
            </p:cNvPr>
            <p:cNvCxnSpPr/>
            <p:nvPr/>
          </p:nvCxnSpPr>
          <p:spPr>
            <a:xfrm>
              <a:off x="5903715" y="3428999"/>
              <a:ext cx="457592" cy="1"/>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6B43A4E-8E89-1147-1E1A-C2323E9C2B5E}"/>
                </a:ext>
              </a:extLst>
            </p:cNvPr>
            <p:cNvCxnSpPr/>
            <p:nvPr/>
          </p:nvCxnSpPr>
          <p:spPr>
            <a:xfrm>
              <a:off x="8464428" y="3428999"/>
              <a:ext cx="457592" cy="1"/>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7F8B7C02-5586-F3A2-7933-B8063B93DA0F}"/>
                </a:ext>
              </a:extLst>
            </p:cNvPr>
            <p:cNvSpPr/>
            <p:nvPr/>
          </p:nvSpPr>
          <p:spPr>
            <a:xfrm>
              <a:off x="1239520" y="4106211"/>
              <a:ext cx="2103120" cy="3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sp>
          <p:nvSpPr>
            <p:cNvPr id="14" name="Rectangle 13">
              <a:extLst>
                <a:ext uri="{FF2B5EF4-FFF2-40B4-BE49-F238E27FC236}">
                  <a16:creationId xmlns:a16="http://schemas.microsoft.com/office/drawing/2014/main" id="{A82EA0AD-EE99-7A31-283D-E4C5C0E721F0}"/>
                </a:ext>
              </a:extLst>
            </p:cNvPr>
            <p:cNvSpPr/>
            <p:nvPr/>
          </p:nvSpPr>
          <p:spPr>
            <a:xfrm>
              <a:off x="3800596" y="4106211"/>
              <a:ext cx="2103120" cy="3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sp>
          <p:nvSpPr>
            <p:cNvPr id="15" name="Rectangle 14">
              <a:extLst>
                <a:ext uri="{FF2B5EF4-FFF2-40B4-BE49-F238E27FC236}">
                  <a16:creationId xmlns:a16="http://schemas.microsoft.com/office/drawing/2014/main" id="{31D88470-7E12-07D2-6356-DA035E6E558B}"/>
                </a:ext>
              </a:extLst>
            </p:cNvPr>
            <p:cNvSpPr/>
            <p:nvPr/>
          </p:nvSpPr>
          <p:spPr>
            <a:xfrm>
              <a:off x="6361308" y="4106211"/>
              <a:ext cx="2103120" cy="3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sp>
          <p:nvSpPr>
            <p:cNvPr id="16" name="Rectangle 15">
              <a:extLst>
                <a:ext uri="{FF2B5EF4-FFF2-40B4-BE49-F238E27FC236}">
                  <a16:creationId xmlns:a16="http://schemas.microsoft.com/office/drawing/2014/main" id="{07515E1C-57DB-3EDA-E416-E357D8BF9AF4}"/>
                </a:ext>
              </a:extLst>
            </p:cNvPr>
            <p:cNvSpPr/>
            <p:nvPr/>
          </p:nvSpPr>
          <p:spPr>
            <a:xfrm>
              <a:off x="8922021" y="4106211"/>
              <a:ext cx="2103120" cy="36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endParaRPr lang="en-IN" sz="1400" b="0" i="0">
                <a:solidFill>
                  <a:schemeClr val="tx1"/>
                </a:solidFill>
                <a:latin typeface="Arial"/>
                <a:cs typeface="Arial"/>
              </a:endParaRPr>
            </a:p>
          </p:txBody>
        </p:sp>
      </p:grpSp>
    </p:spTree>
    <p:custDataLst>
      <p:tags r:id="rId1"/>
    </p:custDataLst>
    <p:extLst>
      <p:ext uri="{BB962C8B-B14F-4D97-AF65-F5344CB8AC3E}">
        <p14:creationId xmlns:p14="http://schemas.microsoft.com/office/powerpoint/2010/main" val="20812051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57494-D5D9-7528-D3FF-AF51E335084A}"/>
              </a:ext>
            </a:extLst>
          </p:cNvPr>
          <p:cNvSpPr>
            <a:spLocks noGrp="1"/>
          </p:cNvSpPr>
          <p:nvPr>
            <p:ph type="title"/>
          </p:nvPr>
        </p:nvSpPr>
        <p:spPr/>
        <p:txBody>
          <a:bodyPr/>
          <a:lstStyle/>
          <a:p>
            <a:r>
              <a:rPr lang="en-IN">
                <a:latin typeface="Arial"/>
              </a:rPr>
              <a:t>Example 2: </a:t>
            </a:r>
            <a:r>
              <a:rPr lang="en-US">
                <a:latin typeface="Arial"/>
              </a:rPr>
              <a:t>Assessing and approving commercial loans</a:t>
            </a:r>
            <a:endParaRPr lang="en-IN">
              <a:latin typeface="Arial"/>
            </a:endParaRPr>
          </a:p>
        </p:txBody>
      </p:sp>
      <p:grpSp>
        <p:nvGrpSpPr>
          <p:cNvPr id="32" name="Group 31">
            <a:extLst>
              <a:ext uri="{FF2B5EF4-FFF2-40B4-BE49-F238E27FC236}">
                <a16:creationId xmlns:a16="http://schemas.microsoft.com/office/drawing/2014/main" id="{0315AF48-EC69-4FC9-CCB0-6BD7D95AB0A7}"/>
              </a:ext>
            </a:extLst>
          </p:cNvPr>
          <p:cNvGrpSpPr/>
          <p:nvPr/>
        </p:nvGrpSpPr>
        <p:grpSpPr>
          <a:xfrm>
            <a:off x="381001" y="1990846"/>
            <a:ext cx="11436751" cy="3593630"/>
            <a:chOff x="243841" y="2052122"/>
            <a:chExt cx="11722914" cy="3532354"/>
          </a:xfrm>
        </p:grpSpPr>
        <p:sp>
          <p:nvSpPr>
            <p:cNvPr id="8" name="Rectangle 7">
              <a:extLst>
                <a:ext uri="{FF2B5EF4-FFF2-40B4-BE49-F238E27FC236}">
                  <a16:creationId xmlns:a16="http://schemas.microsoft.com/office/drawing/2014/main" id="{2122FF62-2E33-F627-6ADC-2DC5D62E0307}"/>
                </a:ext>
              </a:extLst>
            </p:cNvPr>
            <p:cNvSpPr/>
            <p:nvPr/>
          </p:nvSpPr>
          <p:spPr>
            <a:xfrm>
              <a:off x="243841" y="2052122"/>
              <a:ext cx="2103120" cy="16004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r>
                <a:rPr lang="en-IN" sz="3200" b="1" i="0">
                  <a:solidFill>
                    <a:srgbClr val="FA4616"/>
                  </a:solidFill>
                  <a:latin typeface="Arial"/>
                  <a:cs typeface="Arial"/>
                </a:rPr>
                <a:t>01</a:t>
              </a:r>
              <a:endParaRPr lang="en-IN" sz="2000" b="1" i="0">
                <a:solidFill>
                  <a:srgbClr val="FA4616"/>
                </a:solidFill>
                <a:latin typeface="Arial"/>
                <a:cs typeface="Arial"/>
              </a:endParaRPr>
            </a:p>
            <a:p>
              <a:pPr algn="l"/>
              <a:r>
                <a:rPr lang="en-IN" sz="2000" b="0" i="0">
                  <a:solidFill>
                    <a:schemeClr val="tx1"/>
                  </a:solidFill>
                  <a:latin typeface="Arial"/>
                  <a:cs typeface="Arial"/>
                </a:rPr>
                <a:t>Submit the loan application</a:t>
              </a:r>
            </a:p>
            <a:p>
              <a:pPr algn="l"/>
              <a:endParaRPr lang="en-IN" sz="2000" b="0" i="0">
                <a:solidFill>
                  <a:schemeClr val="bg1"/>
                </a:solidFill>
                <a:latin typeface="Arial"/>
                <a:cs typeface="Arial"/>
              </a:endParaRPr>
            </a:p>
          </p:txBody>
        </p:sp>
        <p:sp>
          <p:nvSpPr>
            <p:cNvPr id="9" name="Rectangle 8">
              <a:extLst>
                <a:ext uri="{FF2B5EF4-FFF2-40B4-BE49-F238E27FC236}">
                  <a16:creationId xmlns:a16="http://schemas.microsoft.com/office/drawing/2014/main" id="{78052706-D1E1-16A8-30A4-1BABFC1CAD65}"/>
                </a:ext>
              </a:extLst>
            </p:cNvPr>
            <p:cNvSpPr/>
            <p:nvPr/>
          </p:nvSpPr>
          <p:spPr>
            <a:xfrm>
              <a:off x="2648789" y="2052123"/>
              <a:ext cx="2103120" cy="16004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r>
                <a:rPr lang="en-IN" sz="3200" b="1" i="0">
                  <a:solidFill>
                    <a:srgbClr val="FA4616"/>
                  </a:solidFill>
                  <a:latin typeface="Arial"/>
                  <a:cs typeface="Arial"/>
                </a:rPr>
                <a:t>02</a:t>
              </a:r>
              <a:endParaRPr lang="en-IN" sz="1400" b="1" i="0">
                <a:solidFill>
                  <a:srgbClr val="FA4616"/>
                </a:solidFill>
                <a:latin typeface="Arial"/>
                <a:cs typeface="Arial"/>
              </a:endParaRPr>
            </a:p>
            <a:p>
              <a:pPr algn="l"/>
              <a:r>
                <a:rPr lang="en-IN" sz="2000" b="0" i="0">
                  <a:solidFill>
                    <a:schemeClr val="tx1"/>
                  </a:solidFill>
                  <a:latin typeface="Arial"/>
                  <a:cs typeface="Arial"/>
                </a:rPr>
                <a:t>Initiate the initial screening</a:t>
              </a:r>
            </a:p>
            <a:p>
              <a:pPr algn="l"/>
              <a:endParaRPr lang="en-IN" sz="2000" b="0" i="0">
                <a:solidFill>
                  <a:schemeClr val="bg1"/>
                </a:solidFill>
                <a:latin typeface="Arial"/>
                <a:cs typeface="Arial"/>
              </a:endParaRPr>
            </a:p>
          </p:txBody>
        </p:sp>
        <p:sp>
          <p:nvSpPr>
            <p:cNvPr id="13" name="Rectangle 12">
              <a:extLst>
                <a:ext uri="{FF2B5EF4-FFF2-40B4-BE49-F238E27FC236}">
                  <a16:creationId xmlns:a16="http://schemas.microsoft.com/office/drawing/2014/main" id="{9EDDF549-6249-BAFC-2472-7431161F273B}"/>
                </a:ext>
              </a:extLst>
            </p:cNvPr>
            <p:cNvSpPr/>
            <p:nvPr/>
          </p:nvSpPr>
          <p:spPr>
            <a:xfrm>
              <a:off x="5053737" y="2052122"/>
              <a:ext cx="2103120" cy="16004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r>
                <a:rPr lang="en-US" sz="3200" b="1" i="0">
                  <a:solidFill>
                    <a:srgbClr val="FA4616"/>
                  </a:solidFill>
                  <a:latin typeface="Arial"/>
                  <a:cs typeface="Arial"/>
                </a:rPr>
                <a:t>03</a:t>
              </a:r>
              <a:endParaRPr lang="en-US" sz="2000" b="1" i="0">
                <a:solidFill>
                  <a:srgbClr val="FA4616"/>
                </a:solidFill>
                <a:latin typeface="Arial"/>
                <a:cs typeface="Arial"/>
              </a:endParaRPr>
            </a:p>
            <a:p>
              <a:pPr algn="l"/>
              <a:r>
                <a:rPr lang="en-US" sz="2000" b="0" i="0">
                  <a:solidFill>
                    <a:schemeClr val="tx1"/>
                  </a:solidFill>
                  <a:latin typeface="Arial"/>
                  <a:cs typeface="Arial"/>
                </a:rPr>
                <a:t>Review the financial status</a:t>
              </a:r>
            </a:p>
            <a:p>
              <a:pPr algn="l"/>
              <a:endParaRPr lang="en-IN" sz="2000" b="0" i="0">
                <a:solidFill>
                  <a:schemeClr val="bg1"/>
                </a:solidFill>
                <a:latin typeface="Arial"/>
                <a:cs typeface="Arial"/>
              </a:endParaRPr>
            </a:p>
          </p:txBody>
        </p:sp>
        <p:sp>
          <p:nvSpPr>
            <p:cNvPr id="14" name="Rectangle 13">
              <a:extLst>
                <a:ext uri="{FF2B5EF4-FFF2-40B4-BE49-F238E27FC236}">
                  <a16:creationId xmlns:a16="http://schemas.microsoft.com/office/drawing/2014/main" id="{DFAD8808-EB8E-F49B-5892-52EFE63FE3B0}"/>
                </a:ext>
              </a:extLst>
            </p:cNvPr>
            <p:cNvSpPr/>
            <p:nvPr/>
          </p:nvSpPr>
          <p:spPr>
            <a:xfrm>
              <a:off x="7458685" y="2052122"/>
              <a:ext cx="2103120" cy="16004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r>
                <a:rPr lang="en-US" sz="3200" b="1" i="0">
                  <a:solidFill>
                    <a:srgbClr val="FA4616"/>
                  </a:solidFill>
                  <a:latin typeface="Arial"/>
                  <a:cs typeface="Arial"/>
                </a:rPr>
                <a:t>04</a:t>
              </a:r>
              <a:endParaRPr lang="en-US" sz="2000" b="1" i="0">
                <a:solidFill>
                  <a:srgbClr val="FA4616"/>
                </a:solidFill>
                <a:latin typeface="Arial"/>
                <a:cs typeface="Arial"/>
              </a:endParaRPr>
            </a:p>
            <a:p>
              <a:pPr algn="l"/>
              <a:r>
                <a:rPr lang="en-US" sz="2000" b="0" i="0">
                  <a:solidFill>
                    <a:schemeClr val="tx1"/>
                  </a:solidFill>
                  <a:latin typeface="Arial"/>
                  <a:cs typeface="Arial"/>
                </a:rPr>
                <a:t>Access the risk involved</a:t>
              </a:r>
            </a:p>
            <a:p>
              <a:pPr algn="l"/>
              <a:endParaRPr lang="en-IN" sz="2000" b="0" i="0">
                <a:solidFill>
                  <a:schemeClr val="bg1"/>
                </a:solidFill>
                <a:latin typeface="Arial"/>
                <a:cs typeface="Arial"/>
              </a:endParaRPr>
            </a:p>
          </p:txBody>
        </p:sp>
        <p:sp>
          <p:nvSpPr>
            <p:cNvPr id="15" name="Rectangle 14">
              <a:extLst>
                <a:ext uri="{FF2B5EF4-FFF2-40B4-BE49-F238E27FC236}">
                  <a16:creationId xmlns:a16="http://schemas.microsoft.com/office/drawing/2014/main" id="{8415728D-127C-46E3-C52B-CEDFDB9324A8}"/>
                </a:ext>
              </a:extLst>
            </p:cNvPr>
            <p:cNvSpPr/>
            <p:nvPr/>
          </p:nvSpPr>
          <p:spPr>
            <a:xfrm>
              <a:off x="9863635" y="2052122"/>
              <a:ext cx="2103120" cy="16004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r>
                <a:rPr lang="en-US" sz="3200" b="1" i="0">
                  <a:solidFill>
                    <a:srgbClr val="FA4616"/>
                  </a:solidFill>
                  <a:latin typeface="Arial"/>
                  <a:cs typeface="Arial"/>
                </a:rPr>
                <a:t>05</a:t>
              </a:r>
              <a:endParaRPr lang="en-US" sz="2000" b="1" i="0">
                <a:solidFill>
                  <a:srgbClr val="FA4616"/>
                </a:solidFill>
                <a:latin typeface="Arial"/>
                <a:cs typeface="Arial"/>
              </a:endParaRPr>
            </a:p>
            <a:p>
              <a:pPr algn="l"/>
              <a:r>
                <a:rPr lang="en-US" sz="2000" b="0" i="0">
                  <a:solidFill>
                    <a:schemeClr val="tx1"/>
                  </a:solidFill>
                  <a:latin typeface="Arial"/>
                  <a:cs typeface="Arial"/>
                </a:rPr>
                <a:t>Provide the preliminary approval</a:t>
              </a:r>
              <a:endParaRPr lang="en-IN" sz="2000" b="0" i="0">
                <a:solidFill>
                  <a:schemeClr val="tx1"/>
                </a:solidFill>
                <a:latin typeface="Arial"/>
                <a:cs typeface="Arial"/>
              </a:endParaRPr>
            </a:p>
          </p:txBody>
        </p:sp>
        <p:sp>
          <p:nvSpPr>
            <p:cNvPr id="16" name="Rectangle 15">
              <a:extLst>
                <a:ext uri="{FF2B5EF4-FFF2-40B4-BE49-F238E27FC236}">
                  <a16:creationId xmlns:a16="http://schemas.microsoft.com/office/drawing/2014/main" id="{3199835F-1E40-4778-77D1-7B2702F64749}"/>
                </a:ext>
              </a:extLst>
            </p:cNvPr>
            <p:cNvSpPr/>
            <p:nvPr/>
          </p:nvSpPr>
          <p:spPr>
            <a:xfrm>
              <a:off x="243841" y="3962507"/>
              <a:ext cx="2103120" cy="16004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FA4616"/>
                  </a:solidFill>
                  <a:effectLst/>
                  <a:uLnTx/>
                  <a:uFillTx/>
                  <a:latin typeface="Arial"/>
                  <a:ea typeface="+mn-ea"/>
                  <a:cs typeface="Arial"/>
                </a:rPr>
                <a:t>10</a:t>
              </a:r>
              <a:endParaRPr kumimoji="0" lang="en-US" sz="2000" b="1" i="0" u="none" strike="noStrike" kern="1200" cap="none" spc="0" normalizeH="0" baseline="0" noProof="0">
                <a:ln>
                  <a:noFill/>
                </a:ln>
                <a:solidFill>
                  <a:srgbClr val="FA4616"/>
                </a:solidFill>
                <a:effectLst/>
                <a:uLnTx/>
                <a:uFillTx/>
                <a:latin typeface="Arial"/>
                <a:ea typeface="+mn-ea"/>
                <a:cs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solidFill>
                  <a:effectLst/>
                  <a:uLnTx/>
                  <a:uFillTx/>
                  <a:latin typeface="Arial"/>
                  <a:ea typeface="+mn-ea"/>
                  <a:cs typeface="Arial"/>
                </a:rPr>
                <a:t>Monitor the loan performance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Arial"/>
                <a:ea typeface="+mn-ea"/>
                <a:cs typeface="Arial"/>
              </a:endParaRPr>
            </a:p>
          </p:txBody>
        </p:sp>
        <p:sp>
          <p:nvSpPr>
            <p:cNvPr id="17" name="Rectangle 16">
              <a:extLst>
                <a:ext uri="{FF2B5EF4-FFF2-40B4-BE49-F238E27FC236}">
                  <a16:creationId xmlns:a16="http://schemas.microsoft.com/office/drawing/2014/main" id="{64FCC00A-BDE7-0B2B-49B3-B5A5D1249F59}"/>
                </a:ext>
              </a:extLst>
            </p:cNvPr>
            <p:cNvSpPr/>
            <p:nvPr/>
          </p:nvSpPr>
          <p:spPr>
            <a:xfrm>
              <a:off x="2648789" y="3962508"/>
              <a:ext cx="2103120" cy="16004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FA4616"/>
                  </a:solidFill>
                  <a:effectLst/>
                  <a:uLnTx/>
                  <a:uFillTx/>
                  <a:latin typeface="Arial"/>
                  <a:ea typeface="+mn-ea"/>
                  <a:cs typeface="Arial"/>
                </a:rPr>
                <a:t>09</a:t>
              </a:r>
              <a:endParaRPr kumimoji="0" lang="en-US" sz="2000" b="1" i="0" u="none" strike="noStrike" kern="1200" cap="none" spc="0" normalizeH="0" baseline="0" noProof="0">
                <a:ln>
                  <a:noFill/>
                </a:ln>
                <a:solidFill>
                  <a:srgbClr val="FA4616"/>
                </a:solidFill>
                <a:effectLst/>
                <a:uLnTx/>
                <a:uFillTx/>
                <a:latin typeface="Arial"/>
                <a:ea typeface="+mn-ea"/>
                <a:cs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solidFill>
                  <a:effectLst/>
                  <a:uLnTx/>
                  <a:uFillTx/>
                  <a:latin typeface="Arial"/>
                  <a:ea typeface="+mn-ea"/>
                  <a:cs typeface="Arial"/>
                </a:rPr>
                <a:t>Disburse the funds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Arial"/>
                <a:ea typeface="+mn-ea"/>
                <a:cs typeface="Arial"/>
              </a:endParaRPr>
            </a:p>
          </p:txBody>
        </p:sp>
        <p:sp>
          <p:nvSpPr>
            <p:cNvPr id="18" name="Rectangle 17">
              <a:extLst>
                <a:ext uri="{FF2B5EF4-FFF2-40B4-BE49-F238E27FC236}">
                  <a16:creationId xmlns:a16="http://schemas.microsoft.com/office/drawing/2014/main" id="{F7A793D1-3648-EF53-BFF2-FED99DA85E09}"/>
                </a:ext>
              </a:extLst>
            </p:cNvPr>
            <p:cNvSpPr/>
            <p:nvPr/>
          </p:nvSpPr>
          <p:spPr>
            <a:xfrm>
              <a:off x="5053737" y="3962507"/>
              <a:ext cx="2103120" cy="16004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algn="l"/>
              <a:r>
                <a:rPr lang="en-US" sz="3200" b="1" i="0">
                  <a:solidFill>
                    <a:srgbClr val="FA4616"/>
                  </a:solidFill>
                  <a:latin typeface="Arial"/>
                  <a:cs typeface="Arial"/>
                </a:rPr>
                <a:t>08</a:t>
              </a:r>
              <a:endParaRPr lang="en-US" sz="2000" b="1" i="0">
                <a:solidFill>
                  <a:srgbClr val="FA4616"/>
                </a:solidFill>
                <a:latin typeface="Arial"/>
                <a:cs typeface="Arial"/>
              </a:endParaRPr>
            </a:p>
            <a:p>
              <a:pPr algn="l"/>
              <a:r>
                <a:rPr lang="en-US" sz="2000" b="0" i="0">
                  <a:solidFill>
                    <a:schemeClr val="tx1"/>
                  </a:solidFill>
                  <a:latin typeface="Arial"/>
                  <a:cs typeface="Arial"/>
                </a:rPr>
                <a:t>Provide the final approval</a:t>
              </a:r>
            </a:p>
            <a:p>
              <a:pPr algn="l"/>
              <a:endParaRPr lang="en-IN" sz="2000" b="0" i="0">
                <a:solidFill>
                  <a:schemeClr val="bg1"/>
                </a:solidFill>
                <a:latin typeface="Arial"/>
                <a:cs typeface="Arial"/>
              </a:endParaRPr>
            </a:p>
          </p:txBody>
        </p:sp>
        <p:sp>
          <p:nvSpPr>
            <p:cNvPr id="19" name="Rectangle 18">
              <a:extLst>
                <a:ext uri="{FF2B5EF4-FFF2-40B4-BE49-F238E27FC236}">
                  <a16:creationId xmlns:a16="http://schemas.microsoft.com/office/drawing/2014/main" id="{C4B4DDFB-DE51-681D-4B47-97AF927F9552}"/>
                </a:ext>
              </a:extLst>
            </p:cNvPr>
            <p:cNvSpPr/>
            <p:nvPr/>
          </p:nvSpPr>
          <p:spPr>
            <a:xfrm>
              <a:off x="7458685" y="3962507"/>
              <a:ext cx="2103120" cy="16004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a:ln>
                    <a:noFill/>
                  </a:ln>
                  <a:solidFill>
                    <a:srgbClr val="FA4616"/>
                  </a:solidFill>
                  <a:effectLst/>
                  <a:uLnTx/>
                  <a:uFillTx/>
                  <a:latin typeface="Arial"/>
                  <a:ea typeface="+mn-ea"/>
                  <a:cs typeface="Arial"/>
                </a:rPr>
                <a:t>07</a:t>
              </a:r>
              <a:endParaRPr kumimoji="0" lang="en-IN" sz="1400" b="1" i="0" u="none" strike="noStrike" kern="1200" cap="none" spc="0" normalizeH="0" baseline="0" noProof="0">
                <a:ln>
                  <a:noFill/>
                </a:ln>
                <a:solidFill>
                  <a:srgbClr val="FA4616"/>
                </a:solidFill>
                <a:effectLst/>
                <a:uLnTx/>
                <a:uFillTx/>
                <a:latin typeface="Arial"/>
                <a:ea typeface="+mn-ea"/>
                <a:cs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1"/>
                  </a:solidFill>
                  <a:effectLst/>
                  <a:uLnTx/>
                  <a:uFillTx/>
                  <a:latin typeface="Arial"/>
                  <a:ea typeface="+mn-ea"/>
                  <a:cs typeface="Arial"/>
                </a:rPr>
                <a:t>Review the overall risk exposure</a:t>
              </a:r>
              <a:endParaRPr kumimoji="0" lang="en-IN" sz="2000" b="0" i="0" u="none" strike="noStrike" kern="1200" cap="none" spc="0" normalizeH="0" baseline="0" noProof="0">
                <a:ln>
                  <a:noFill/>
                </a:ln>
                <a:solidFill>
                  <a:schemeClr val="tx1"/>
                </a:solidFill>
                <a:effectLst/>
                <a:uLnTx/>
                <a:uFillTx/>
                <a:latin typeface="Arial"/>
                <a:ea typeface="+mn-ea"/>
                <a:cs typeface="Arial"/>
              </a:endParaRPr>
            </a:p>
          </p:txBody>
        </p:sp>
        <p:sp>
          <p:nvSpPr>
            <p:cNvPr id="20" name="Rectangle 19">
              <a:extLst>
                <a:ext uri="{FF2B5EF4-FFF2-40B4-BE49-F238E27FC236}">
                  <a16:creationId xmlns:a16="http://schemas.microsoft.com/office/drawing/2014/main" id="{199C3AF2-F804-D2F9-972D-66D743D22EDB}"/>
                </a:ext>
              </a:extLst>
            </p:cNvPr>
            <p:cNvSpPr/>
            <p:nvPr/>
          </p:nvSpPr>
          <p:spPr>
            <a:xfrm>
              <a:off x="9863635" y="3962507"/>
              <a:ext cx="2103120" cy="1600438"/>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ctr"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a:ln>
                    <a:noFill/>
                  </a:ln>
                  <a:solidFill>
                    <a:srgbClr val="FA4616"/>
                  </a:solidFill>
                  <a:effectLst/>
                  <a:uLnTx/>
                  <a:uFillTx/>
                  <a:latin typeface="Arial"/>
                  <a:ea typeface="+mn-ea"/>
                  <a:cs typeface="Arial"/>
                </a:rPr>
                <a:t>06</a:t>
              </a:r>
              <a:endParaRPr kumimoji="0" lang="en-IN" sz="2000" b="1" i="0" u="none" strike="noStrike" kern="1200" cap="none" spc="0" normalizeH="0" baseline="0" noProof="0">
                <a:ln>
                  <a:noFill/>
                </a:ln>
                <a:solidFill>
                  <a:srgbClr val="FA4616"/>
                </a:solidFill>
                <a:effectLst/>
                <a:uLnTx/>
                <a:uFillTx/>
                <a:latin typeface="Arial"/>
                <a:ea typeface="+mn-ea"/>
                <a:cs typeface="Arial"/>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chemeClr val="tx1"/>
                  </a:solidFill>
                  <a:effectLst/>
                  <a:uLnTx/>
                  <a:uFillTx/>
                  <a:latin typeface="Arial"/>
                  <a:ea typeface="+mn-ea"/>
                  <a:cs typeface="Arial"/>
                </a:rPr>
                <a:t>Perform the internal review</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Arial"/>
                <a:ea typeface="+mn-ea"/>
                <a:cs typeface="Arial"/>
              </a:endParaRPr>
            </a:p>
          </p:txBody>
        </p:sp>
        <p:cxnSp>
          <p:nvCxnSpPr>
            <p:cNvPr id="6" name="Straight Arrow Connector 5">
              <a:extLst>
                <a:ext uri="{FF2B5EF4-FFF2-40B4-BE49-F238E27FC236}">
                  <a16:creationId xmlns:a16="http://schemas.microsoft.com/office/drawing/2014/main" id="{4D8CA825-302B-8A60-459F-E7D13B11F12A}"/>
                </a:ext>
              </a:extLst>
            </p:cNvPr>
            <p:cNvCxnSpPr>
              <a:stCxn id="8" idx="3"/>
              <a:endCxn id="9" idx="1"/>
            </p:cNvCxnSpPr>
            <p:nvPr/>
          </p:nvCxnSpPr>
          <p:spPr>
            <a:xfrm>
              <a:off x="2346961" y="2852341"/>
              <a:ext cx="301828" cy="1"/>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D36E556-6457-E2A8-8120-701BD1F4B513}"/>
                </a:ext>
              </a:extLst>
            </p:cNvPr>
            <p:cNvCxnSpPr/>
            <p:nvPr/>
          </p:nvCxnSpPr>
          <p:spPr>
            <a:xfrm>
              <a:off x="4751907" y="2852340"/>
              <a:ext cx="301828" cy="1"/>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E53D86C-2CA0-8927-5FD1-542CD0606856}"/>
                </a:ext>
              </a:extLst>
            </p:cNvPr>
            <p:cNvCxnSpPr/>
            <p:nvPr/>
          </p:nvCxnSpPr>
          <p:spPr>
            <a:xfrm>
              <a:off x="7137848" y="2855197"/>
              <a:ext cx="301828" cy="1"/>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4FD4BAC-F338-DE2F-3869-1AABF5979D84}"/>
                </a:ext>
              </a:extLst>
            </p:cNvPr>
            <p:cNvCxnSpPr/>
            <p:nvPr/>
          </p:nvCxnSpPr>
          <p:spPr>
            <a:xfrm>
              <a:off x="9542005" y="2879826"/>
              <a:ext cx="301828" cy="1"/>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E93C0B0-A8C6-A35B-9D80-02991CC2B388}"/>
                </a:ext>
              </a:extLst>
            </p:cNvPr>
            <p:cNvCxnSpPr>
              <a:stCxn id="15" idx="2"/>
              <a:endCxn id="20" idx="0"/>
            </p:cNvCxnSpPr>
            <p:nvPr/>
          </p:nvCxnSpPr>
          <p:spPr>
            <a:xfrm>
              <a:off x="10915195" y="3652560"/>
              <a:ext cx="0" cy="309947"/>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5EECEA62-2A83-B9B9-E63F-C5DC3F9C70D8}"/>
                </a:ext>
              </a:extLst>
            </p:cNvPr>
            <p:cNvCxnSpPr>
              <a:stCxn id="20" idx="1"/>
              <a:endCxn id="19" idx="3"/>
            </p:cNvCxnSpPr>
            <p:nvPr/>
          </p:nvCxnSpPr>
          <p:spPr>
            <a:xfrm flipH="1">
              <a:off x="9561805" y="4762726"/>
              <a:ext cx="301830" cy="0"/>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6D4ED79-F7CD-0D51-45CC-85B9A8226B66}"/>
                </a:ext>
              </a:extLst>
            </p:cNvPr>
            <p:cNvCxnSpPr/>
            <p:nvPr/>
          </p:nvCxnSpPr>
          <p:spPr>
            <a:xfrm flipH="1">
              <a:off x="7137846" y="4686526"/>
              <a:ext cx="301830" cy="0"/>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035593C2-FAE8-DE15-324C-59849D3811CD}"/>
                </a:ext>
              </a:extLst>
            </p:cNvPr>
            <p:cNvCxnSpPr/>
            <p:nvPr/>
          </p:nvCxnSpPr>
          <p:spPr>
            <a:xfrm flipH="1">
              <a:off x="4751905" y="4686526"/>
              <a:ext cx="301830" cy="0"/>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0A33C767-3D3A-25AC-7977-36776D48D67E}"/>
                </a:ext>
              </a:extLst>
            </p:cNvPr>
            <p:cNvCxnSpPr/>
            <p:nvPr/>
          </p:nvCxnSpPr>
          <p:spPr>
            <a:xfrm flipH="1">
              <a:off x="2307666" y="4659538"/>
              <a:ext cx="301830" cy="0"/>
            </a:xfrm>
            <a:prstGeom prst="straightConnector1">
              <a:avLst/>
            </a:prstGeom>
            <a:ln w="25400" cap="flat" cmpd="sng" algn="ctr">
              <a:solidFill>
                <a:srgbClr val="E3E3E3"/>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32B69AE1-36AD-6206-ED1D-7CFCC4F13382}"/>
                </a:ext>
              </a:extLst>
            </p:cNvPr>
            <p:cNvSpPr/>
            <p:nvPr/>
          </p:nvSpPr>
          <p:spPr>
            <a:xfrm>
              <a:off x="245770" y="5538757"/>
              <a:ext cx="2101190"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4" name="Rectangle 3">
              <a:extLst>
                <a:ext uri="{FF2B5EF4-FFF2-40B4-BE49-F238E27FC236}">
                  <a16:creationId xmlns:a16="http://schemas.microsoft.com/office/drawing/2014/main" id="{A24ABFC8-125B-1419-40F7-C9D10EC9D1BE}"/>
                </a:ext>
              </a:extLst>
            </p:cNvPr>
            <p:cNvSpPr/>
            <p:nvPr/>
          </p:nvSpPr>
          <p:spPr>
            <a:xfrm>
              <a:off x="2650715" y="5538757"/>
              <a:ext cx="2101190"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5" name="Rectangle 4">
              <a:extLst>
                <a:ext uri="{FF2B5EF4-FFF2-40B4-BE49-F238E27FC236}">
                  <a16:creationId xmlns:a16="http://schemas.microsoft.com/office/drawing/2014/main" id="{A1DE5473-2E7F-00C5-A4D9-A27DD6904BF0}"/>
                </a:ext>
              </a:extLst>
            </p:cNvPr>
            <p:cNvSpPr/>
            <p:nvPr/>
          </p:nvSpPr>
          <p:spPr>
            <a:xfrm>
              <a:off x="5036656" y="5538757"/>
              <a:ext cx="2101190"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2" name="Rectangle 11">
              <a:extLst>
                <a:ext uri="{FF2B5EF4-FFF2-40B4-BE49-F238E27FC236}">
                  <a16:creationId xmlns:a16="http://schemas.microsoft.com/office/drawing/2014/main" id="{DB5DC06F-18B2-27EA-B834-EDD5961C618F}"/>
                </a:ext>
              </a:extLst>
            </p:cNvPr>
            <p:cNvSpPr/>
            <p:nvPr/>
          </p:nvSpPr>
          <p:spPr>
            <a:xfrm>
              <a:off x="7436920" y="5538757"/>
              <a:ext cx="2101190"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22" name="Rectangle 21">
              <a:extLst>
                <a:ext uri="{FF2B5EF4-FFF2-40B4-BE49-F238E27FC236}">
                  <a16:creationId xmlns:a16="http://schemas.microsoft.com/office/drawing/2014/main" id="{E40C6503-BE58-733F-9238-2B9CCED5BE4B}"/>
                </a:ext>
              </a:extLst>
            </p:cNvPr>
            <p:cNvSpPr/>
            <p:nvPr/>
          </p:nvSpPr>
          <p:spPr>
            <a:xfrm>
              <a:off x="9865565" y="5538757"/>
              <a:ext cx="2101190"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25" name="Rectangle 24">
              <a:extLst>
                <a:ext uri="{FF2B5EF4-FFF2-40B4-BE49-F238E27FC236}">
                  <a16:creationId xmlns:a16="http://schemas.microsoft.com/office/drawing/2014/main" id="{E07290DD-D0EC-1300-2BDD-473947536C48}"/>
                </a:ext>
              </a:extLst>
            </p:cNvPr>
            <p:cNvSpPr/>
            <p:nvPr/>
          </p:nvSpPr>
          <p:spPr>
            <a:xfrm>
              <a:off x="245770" y="3638422"/>
              <a:ext cx="2101190"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26" name="Rectangle 25">
              <a:extLst>
                <a:ext uri="{FF2B5EF4-FFF2-40B4-BE49-F238E27FC236}">
                  <a16:creationId xmlns:a16="http://schemas.microsoft.com/office/drawing/2014/main" id="{711059E0-8D73-9E98-2481-08B28680A13A}"/>
                </a:ext>
              </a:extLst>
            </p:cNvPr>
            <p:cNvSpPr/>
            <p:nvPr/>
          </p:nvSpPr>
          <p:spPr>
            <a:xfrm>
              <a:off x="2650715" y="3638422"/>
              <a:ext cx="2101190"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29" name="Rectangle 28">
              <a:extLst>
                <a:ext uri="{FF2B5EF4-FFF2-40B4-BE49-F238E27FC236}">
                  <a16:creationId xmlns:a16="http://schemas.microsoft.com/office/drawing/2014/main" id="{496B105C-1B3D-AA03-3CE1-F24DC7DF87BF}"/>
                </a:ext>
              </a:extLst>
            </p:cNvPr>
            <p:cNvSpPr/>
            <p:nvPr/>
          </p:nvSpPr>
          <p:spPr>
            <a:xfrm>
              <a:off x="5036656" y="3638422"/>
              <a:ext cx="2101190"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30" name="Rectangle 29">
              <a:extLst>
                <a:ext uri="{FF2B5EF4-FFF2-40B4-BE49-F238E27FC236}">
                  <a16:creationId xmlns:a16="http://schemas.microsoft.com/office/drawing/2014/main" id="{4C730219-2DB3-6EBA-F2A8-B9E9B67885C7}"/>
                </a:ext>
              </a:extLst>
            </p:cNvPr>
            <p:cNvSpPr/>
            <p:nvPr/>
          </p:nvSpPr>
          <p:spPr>
            <a:xfrm>
              <a:off x="7436920" y="3638422"/>
              <a:ext cx="2101190"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31" name="Rectangle 30">
              <a:extLst>
                <a:ext uri="{FF2B5EF4-FFF2-40B4-BE49-F238E27FC236}">
                  <a16:creationId xmlns:a16="http://schemas.microsoft.com/office/drawing/2014/main" id="{4DD73D76-C0A7-EBB6-45AF-297202508CDF}"/>
                </a:ext>
              </a:extLst>
            </p:cNvPr>
            <p:cNvSpPr/>
            <p:nvPr/>
          </p:nvSpPr>
          <p:spPr>
            <a:xfrm>
              <a:off x="9865565" y="3638422"/>
              <a:ext cx="2101190" cy="4571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grpSp>
    </p:spTree>
    <p:custDataLst>
      <p:tags r:id="rId1"/>
    </p:custDataLst>
    <p:extLst>
      <p:ext uri="{BB962C8B-B14F-4D97-AF65-F5344CB8AC3E}">
        <p14:creationId xmlns:p14="http://schemas.microsoft.com/office/powerpoint/2010/main" val="427558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57494-D5D9-7528-D3FF-AF51E335084A}"/>
              </a:ext>
            </a:extLst>
          </p:cNvPr>
          <p:cNvSpPr>
            <a:spLocks noGrp="1"/>
          </p:cNvSpPr>
          <p:nvPr>
            <p:ph type="title"/>
          </p:nvPr>
        </p:nvSpPr>
        <p:spPr/>
        <p:txBody>
          <a:bodyPr/>
          <a:lstStyle/>
          <a:p>
            <a:r>
              <a:rPr lang="en-IN"/>
              <a:t>It's your turn now!</a:t>
            </a:r>
          </a:p>
        </p:txBody>
      </p:sp>
      <p:sp>
        <p:nvSpPr>
          <p:cNvPr id="3" name="Content Placeholder 2">
            <a:extLst>
              <a:ext uri="{FF2B5EF4-FFF2-40B4-BE49-F238E27FC236}">
                <a16:creationId xmlns:a16="http://schemas.microsoft.com/office/drawing/2014/main" id="{B500C64B-19FB-0FD8-F0C5-14C5901A04D2}"/>
              </a:ext>
            </a:extLst>
          </p:cNvPr>
          <p:cNvSpPr>
            <a:spLocks noGrp="1"/>
          </p:cNvSpPr>
          <p:nvPr>
            <p:ph sz="quarter" idx="10"/>
          </p:nvPr>
        </p:nvSpPr>
        <p:spPr>
          <a:xfrm>
            <a:off x="381001" y="1004400"/>
            <a:ext cx="5713411" cy="473755"/>
          </a:xfrm>
        </p:spPr>
        <p:txBody>
          <a:bodyPr/>
          <a:lstStyle/>
          <a:p>
            <a:r>
              <a:rPr lang="en-US"/>
              <a:t>To complete your assessment, follow these steps.</a:t>
            </a:r>
            <a:endParaRPr lang="en-IN"/>
          </a:p>
        </p:txBody>
      </p:sp>
      <p:pic>
        <p:nvPicPr>
          <p:cNvPr id="8" name="Picture 7" descr="A drawing of a person in front of a whiteboard&#10;&#10;Description automatically generated">
            <a:extLst>
              <a:ext uri="{FF2B5EF4-FFF2-40B4-BE49-F238E27FC236}">
                <a16:creationId xmlns:a16="http://schemas.microsoft.com/office/drawing/2014/main" id="{871CD2F4-C2E3-BA43-33F9-673DC3596CC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523559" y="1938599"/>
            <a:ext cx="5124314" cy="3232150"/>
          </a:xfrm>
          <a:prstGeom prst="rect">
            <a:avLst/>
          </a:prstGeom>
        </p:spPr>
      </p:pic>
      <p:cxnSp>
        <p:nvCxnSpPr>
          <p:cNvPr id="10" name="Straight Connector 9">
            <a:extLst>
              <a:ext uri="{FF2B5EF4-FFF2-40B4-BE49-F238E27FC236}">
                <a16:creationId xmlns:a16="http://schemas.microsoft.com/office/drawing/2014/main" id="{385F49CD-38DB-0AD5-0229-F53F95F24BCE}"/>
              </a:ext>
            </a:extLst>
          </p:cNvPr>
          <p:cNvCxnSpPr>
            <a:cxnSpLocks/>
            <a:stCxn id="11" idx="4"/>
            <a:endCxn id="27" idx="0"/>
          </p:cNvCxnSpPr>
          <p:nvPr/>
        </p:nvCxnSpPr>
        <p:spPr>
          <a:xfrm flipH="1">
            <a:off x="799909" y="2335538"/>
            <a:ext cx="2335" cy="3053620"/>
          </a:xfrm>
          <a:prstGeom prst="line">
            <a:avLst/>
          </a:prstGeom>
          <a:ln w="25400" cap="flat" cmpd="sng" algn="ctr">
            <a:solidFill>
              <a:srgbClr val="E3E3E3"/>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643A5D55-4243-1A54-38E8-0AC35DBE157E}"/>
              </a:ext>
            </a:extLst>
          </p:cNvPr>
          <p:cNvSpPr/>
          <p:nvPr/>
        </p:nvSpPr>
        <p:spPr>
          <a:xfrm>
            <a:off x="383337" y="1497724"/>
            <a:ext cx="837814" cy="837814"/>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2" name="Oval 11">
            <a:extLst>
              <a:ext uri="{FF2B5EF4-FFF2-40B4-BE49-F238E27FC236}">
                <a16:creationId xmlns:a16="http://schemas.microsoft.com/office/drawing/2014/main" id="{E66F3D0F-F2EA-8CC7-CEEB-9BC3770CA14B}"/>
              </a:ext>
            </a:extLst>
          </p:cNvPr>
          <p:cNvSpPr/>
          <p:nvPr/>
        </p:nvSpPr>
        <p:spPr>
          <a:xfrm>
            <a:off x="381002" y="2792564"/>
            <a:ext cx="837814" cy="837814"/>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5" name="Oval 14">
            <a:extLst>
              <a:ext uri="{FF2B5EF4-FFF2-40B4-BE49-F238E27FC236}">
                <a16:creationId xmlns:a16="http://schemas.microsoft.com/office/drawing/2014/main" id="{10C578FA-E47B-ECD7-3FD0-247C2C9C184B}"/>
              </a:ext>
            </a:extLst>
          </p:cNvPr>
          <p:cNvSpPr/>
          <p:nvPr/>
        </p:nvSpPr>
        <p:spPr>
          <a:xfrm>
            <a:off x="381002" y="4090861"/>
            <a:ext cx="837814" cy="837814"/>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7" name="Content Placeholder 2">
            <a:extLst>
              <a:ext uri="{FF2B5EF4-FFF2-40B4-BE49-F238E27FC236}">
                <a16:creationId xmlns:a16="http://schemas.microsoft.com/office/drawing/2014/main" id="{A9D53128-8349-1695-844B-1B2C7F52DF38}"/>
              </a:ext>
            </a:extLst>
          </p:cNvPr>
          <p:cNvSpPr txBox="1">
            <a:spLocks/>
          </p:cNvSpPr>
          <p:nvPr/>
        </p:nvSpPr>
        <p:spPr>
          <a:xfrm>
            <a:off x="2004649" y="1582666"/>
            <a:ext cx="3695111" cy="615553"/>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1. Open the Process Assessment Tool document.</a:t>
            </a:r>
          </a:p>
          <a:p>
            <a:endParaRPr lang="en-US"/>
          </a:p>
        </p:txBody>
      </p:sp>
      <p:sp>
        <p:nvSpPr>
          <p:cNvPr id="18" name="Content Placeholder 2">
            <a:extLst>
              <a:ext uri="{FF2B5EF4-FFF2-40B4-BE49-F238E27FC236}">
                <a16:creationId xmlns:a16="http://schemas.microsoft.com/office/drawing/2014/main" id="{74265EA3-670F-3FE8-C880-887F34CAD44A}"/>
              </a:ext>
            </a:extLst>
          </p:cNvPr>
          <p:cNvSpPr txBox="1">
            <a:spLocks/>
          </p:cNvSpPr>
          <p:nvPr/>
        </p:nvSpPr>
        <p:spPr>
          <a:xfrm>
            <a:off x="2004649" y="2829142"/>
            <a:ext cx="3417672" cy="764658"/>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2. Read the use case in the student guide carefully.</a:t>
            </a:r>
          </a:p>
        </p:txBody>
      </p:sp>
      <p:sp>
        <p:nvSpPr>
          <p:cNvPr id="19" name="Content Placeholder 2">
            <a:extLst>
              <a:ext uri="{FF2B5EF4-FFF2-40B4-BE49-F238E27FC236}">
                <a16:creationId xmlns:a16="http://schemas.microsoft.com/office/drawing/2014/main" id="{FD0819CC-C971-5547-5566-FF0AD1295686}"/>
              </a:ext>
            </a:extLst>
          </p:cNvPr>
          <p:cNvSpPr txBox="1">
            <a:spLocks/>
          </p:cNvSpPr>
          <p:nvPr/>
        </p:nvSpPr>
        <p:spPr>
          <a:xfrm>
            <a:off x="2004649" y="4140559"/>
            <a:ext cx="3420007" cy="615553"/>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3. Fill in your answers in the Process Assessment tool.</a:t>
            </a:r>
          </a:p>
        </p:txBody>
      </p:sp>
      <p:sp>
        <p:nvSpPr>
          <p:cNvPr id="20" name="Isosceles Triangle 19">
            <a:extLst>
              <a:ext uri="{FF2B5EF4-FFF2-40B4-BE49-F238E27FC236}">
                <a16:creationId xmlns:a16="http://schemas.microsoft.com/office/drawing/2014/main" id="{B2286C91-DD13-3521-7C86-219AA9D363D1}"/>
              </a:ext>
            </a:extLst>
          </p:cNvPr>
          <p:cNvSpPr/>
          <p:nvPr/>
        </p:nvSpPr>
        <p:spPr>
          <a:xfrm rot="10800000">
            <a:off x="723430" y="2538301"/>
            <a:ext cx="152958" cy="83782"/>
          </a:xfrm>
          <a:prstGeom prst="triangle">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21" name="Isosceles Triangle 20">
            <a:extLst>
              <a:ext uri="{FF2B5EF4-FFF2-40B4-BE49-F238E27FC236}">
                <a16:creationId xmlns:a16="http://schemas.microsoft.com/office/drawing/2014/main" id="{3F658E2A-B7C5-94FE-55CB-DD6B321873A3}"/>
              </a:ext>
            </a:extLst>
          </p:cNvPr>
          <p:cNvSpPr/>
          <p:nvPr/>
        </p:nvSpPr>
        <p:spPr>
          <a:xfrm rot="10800000">
            <a:off x="723431" y="3796165"/>
            <a:ext cx="152958" cy="83782"/>
          </a:xfrm>
          <a:prstGeom prst="triangle">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27" name="Oval 26">
            <a:extLst>
              <a:ext uri="{FF2B5EF4-FFF2-40B4-BE49-F238E27FC236}">
                <a16:creationId xmlns:a16="http://schemas.microsoft.com/office/drawing/2014/main" id="{23DAA211-696E-8E31-EEFE-D3F2D222F5B2}"/>
              </a:ext>
            </a:extLst>
          </p:cNvPr>
          <p:cNvSpPr/>
          <p:nvPr/>
        </p:nvSpPr>
        <p:spPr>
          <a:xfrm>
            <a:off x="381002" y="5389158"/>
            <a:ext cx="837814" cy="837814"/>
          </a:xfrm>
          <a:prstGeom prst="ellipse">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30" name="Isosceles Triangle 29">
            <a:extLst>
              <a:ext uri="{FF2B5EF4-FFF2-40B4-BE49-F238E27FC236}">
                <a16:creationId xmlns:a16="http://schemas.microsoft.com/office/drawing/2014/main" id="{9157EC4E-85F8-5E23-0A52-D3BB2269CB4E}"/>
              </a:ext>
            </a:extLst>
          </p:cNvPr>
          <p:cNvSpPr/>
          <p:nvPr/>
        </p:nvSpPr>
        <p:spPr>
          <a:xfrm rot="10800000">
            <a:off x="723431" y="5128178"/>
            <a:ext cx="152958" cy="83782"/>
          </a:xfrm>
          <a:prstGeom prst="triangle">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31" name="Content Placeholder 2">
            <a:extLst>
              <a:ext uri="{FF2B5EF4-FFF2-40B4-BE49-F238E27FC236}">
                <a16:creationId xmlns:a16="http://schemas.microsoft.com/office/drawing/2014/main" id="{DF6CCA58-6415-285E-0413-CC71A3FE50A9}"/>
              </a:ext>
            </a:extLst>
          </p:cNvPr>
          <p:cNvSpPr txBox="1">
            <a:spLocks/>
          </p:cNvSpPr>
          <p:nvPr/>
        </p:nvSpPr>
        <p:spPr>
          <a:xfrm>
            <a:off x="2004649" y="5183848"/>
            <a:ext cx="4179006" cy="1248433"/>
          </a:xfrm>
          <a:prstGeom prst="rect">
            <a:avLst/>
          </a:prstGeom>
        </p:spPr>
        <p:txBody>
          <a:bodyPr lIns="0"/>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4. Check out the Automation Score based on the process complexity, benefits of automation, and ease of implementation!</a:t>
            </a:r>
          </a:p>
        </p:txBody>
      </p:sp>
      <p:pic>
        <p:nvPicPr>
          <p:cNvPr id="33" name="Graphic 32">
            <a:extLst>
              <a:ext uri="{FF2B5EF4-FFF2-40B4-BE49-F238E27FC236}">
                <a16:creationId xmlns:a16="http://schemas.microsoft.com/office/drawing/2014/main" id="{9D8C6507-70AA-9024-8618-7E06EAE9F370}"/>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81253" y="1653566"/>
            <a:ext cx="473755" cy="473755"/>
          </a:xfrm>
          <a:prstGeom prst="rect">
            <a:avLst/>
          </a:prstGeom>
        </p:spPr>
      </p:pic>
      <p:pic>
        <p:nvPicPr>
          <p:cNvPr id="35" name="Graphic 34">
            <a:extLst>
              <a:ext uri="{FF2B5EF4-FFF2-40B4-BE49-F238E27FC236}">
                <a16:creationId xmlns:a16="http://schemas.microsoft.com/office/drawing/2014/main" id="{89A502F0-ECF7-E98B-A2C6-C818C271259B}"/>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37095" y="2948165"/>
            <a:ext cx="526612" cy="526612"/>
          </a:xfrm>
          <a:prstGeom prst="rect">
            <a:avLst/>
          </a:prstGeom>
        </p:spPr>
      </p:pic>
      <p:pic>
        <p:nvPicPr>
          <p:cNvPr id="39" name="Graphic 38">
            <a:extLst>
              <a:ext uri="{FF2B5EF4-FFF2-40B4-BE49-F238E27FC236}">
                <a16:creationId xmlns:a16="http://schemas.microsoft.com/office/drawing/2014/main" id="{D9B9D8A7-879A-31EB-B88B-8AAA045C107B}"/>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40952" y="4219911"/>
            <a:ext cx="517913" cy="517913"/>
          </a:xfrm>
          <a:prstGeom prst="rect">
            <a:avLst/>
          </a:prstGeom>
        </p:spPr>
      </p:pic>
      <p:pic>
        <p:nvPicPr>
          <p:cNvPr id="41" name="Graphic 40">
            <a:extLst>
              <a:ext uri="{FF2B5EF4-FFF2-40B4-BE49-F238E27FC236}">
                <a16:creationId xmlns:a16="http://schemas.microsoft.com/office/drawing/2014/main" id="{195C7987-3648-A1C9-4277-1D96F4DDB2B9}"/>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63030" y="5554648"/>
            <a:ext cx="473755" cy="473755"/>
          </a:xfrm>
          <a:prstGeom prst="rect">
            <a:avLst/>
          </a:prstGeom>
        </p:spPr>
      </p:pic>
    </p:spTree>
    <p:custDataLst>
      <p:tags r:id="rId1"/>
    </p:custDataLst>
    <p:extLst>
      <p:ext uri="{BB962C8B-B14F-4D97-AF65-F5344CB8AC3E}">
        <p14:creationId xmlns:p14="http://schemas.microsoft.com/office/powerpoint/2010/main" val="41375918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0E8FF6-E08E-6A37-2A1F-59229BDB0BD1}"/>
              </a:ext>
            </a:extLst>
          </p:cNvPr>
          <p:cNvSpPr>
            <a:spLocks noGrp="1"/>
          </p:cNvSpPr>
          <p:nvPr>
            <p:ph type="title"/>
          </p:nvPr>
        </p:nvSpPr>
        <p:spPr>
          <a:xfrm>
            <a:off x="381001" y="286469"/>
            <a:ext cx="6608941" cy="690029"/>
          </a:xfrm>
        </p:spPr>
        <p:txBody>
          <a:bodyPr/>
          <a:lstStyle/>
          <a:p>
            <a:r>
              <a:rPr lang="en-IN"/>
              <a:t>Playback time!</a:t>
            </a:r>
          </a:p>
        </p:txBody>
      </p:sp>
      <p:sp>
        <p:nvSpPr>
          <p:cNvPr id="9" name="Rectangle 8">
            <a:extLst>
              <a:ext uri="{FF2B5EF4-FFF2-40B4-BE49-F238E27FC236}">
                <a16:creationId xmlns:a16="http://schemas.microsoft.com/office/drawing/2014/main" id="{D6CA5F2B-2C09-2D0A-2405-4D1F83DC4245}"/>
              </a:ext>
            </a:extLst>
          </p:cNvPr>
          <p:cNvSpPr/>
          <p:nvPr/>
        </p:nvSpPr>
        <p:spPr>
          <a:xfrm>
            <a:off x="381001" y="1921397"/>
            <a:ext cx="3438280" cy="360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10" name="Content Placeholder 1">
            <a:extLst>
              <a:ext uri="{FF2B5EF4-FFF2-40B4-BE49-F238E27FC236}">
                <a16:creationId xmlns:a16="http://schemas.microsoft.com/office/drawing/2014/main" id="{6D01D965-7E3D-B12E-0976-0595D3FC4108}"/>
              </a:ext>
            </a:extLst>
          </p:cNvPr>
          <p:cNvSpPr>
            <a:spLocks noGrp="1"/>
          </p:cNvSpPr>
          <p:nvPr>
            <p:ph idx="1"/>
          </p:nvPr>
        </p:nvSpPr>
        <p:spPr>
          <a:xfrm>
            <a:off x="531108" y="2062892"/>
            <a:ext cx="3288173" cy="1538883"/>
          </a:xfrm>
        </p:spPr>
        <p:txBody>
          <a:bodyPr/>
          <a:lstStyle/>
          <a:p>
            <a:pPr marL="173038" indent="-173038">
              <a:buFont typeface="Arial" panose="020B0604020202020204" pitchFamily="34" charset="0"/>
              <a:buChar char="•"/>
            </a:pPr>
            <a:r>
              <a:rPr lang="en-US"/>
              <a:t>The Process Assessment tool simplifies process automation evaluation with a set of questions and a scoring system.</a:t>
            </a:r>
          </a:p>
        </p:txBody>
      </p:sp>
      <p:pic>
        <p:nvPicPr>
          <p:cNvPr id="11" name="jada.png" descr="jada.png">
            <a:extLst>
              <a:ext uri="{FF2B5EF4-FFF2-40B4-BE49-F238E27FC236}">
                <a16:creationId xmlns:a16="http://schemas.microsoft.com/office/drawing/2014/main" id="{4953D055-4D97-1120-DC8D-F8764A3D7D49}"/>
              </a:ext>
            </a:extLst>
          </p:cNvPr>
          <p:cNvPicPr>
            <a:picLocks noChangeAspect="1"/>
          </p:cNvPicPr>
          <p:nvPr/>
        </p:nvPicPr>
        <p:blipFill>
          <a:blip r:embed="rId4"/>
          <a:stretch>
            <a:fillRect/>
          </a:stretch>
        </p:blipFill>
        <p:spPr>
          <a:xfrm>
            <a:off x="4239318" y="3020992"/>
            <a:ext cx="3710187" cy="3810632"/>
          </a:xfrm>
          <a:prstGeom prst="rect">
            <a:avLst/>
          </a:prstGeom>
          <a:ln w="12700">
            <a:miter lim="400000"/>
          </a:ln>
        </p:spPr>
      </p:pic>
      <p:sp>
        <p:nvSpPr>
          <p:cNvPr id="2" name="Rectangle 1">
            <a:extLst>
              <a:ext uri="{FF2B5EF4-FFF2-40B4-BE49-F238E27FC236}">
                <a16:creationId xmlns:a16="http://schemas.microsoft.com/office/drawing/2014/main" id="{9FC4D07F-D475-4B0C-5583-8422562F615E}"/>
              </a:ext>
            </a:extLst>
          </p:cNvPr>
          <p:cNvSpPr/>
          <p:nvPr/>
        </p:nvSpPr>
        <p:spPr>
          <a:xfrm>
            <a:off x="8219437" y="1921397"/>
            <a:ext cx="3438280" cy="360000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91440" rIns="91440" bIns="91440" rtlCol="0" anchor="ctr" anchorCtr="0">
            <a:spAutoFit/>
          </a:bodyPr>
          <a:lstStyle/>
          <a:p>
            <a:pPr algn="l"/>
            <a:endParaRPr lang="en-IN" sz="1400" b="0" i="0">
              <a:solidFill>
                <a:schemeClr val="tx1"/>
              </a:solidFill>
              <a:latin typeface="Arial"/>
              <a:cs typeface="Arial"/>
            </a:endParaRPr>
          </a:p>
        </p:txBody>
      </p:sp>
      <p:sp>
        <p:nvSpPr>
          <p:cNvPr id="5" name="Content Placeholder 1">
            <a:extLst>
              <a:ext uri="{FF2B5EF4-FFF2-40B4-BE49-F238E27FC236}">
                <a16:creationId xmlns:a16="http://schemas.microsoft.com/office/drawing/2014/main" id="{C276433E-1C4E-806A-5E72-A508435F86DA}"/>
              </a:ext>
            </a:extLst>
          </p:cNvPr>
          <p:cNvSpPr txBox="1">
            <a:spLocks/>
          </p:cNvSpPr>
          <p:nvPr/>
        </p:nvSpPr>
        <p:spPr>
          <a:xfrm>
            <a:off x="8369544" y="2062892"/>
            <a:ext cx="3288173" cy="3411190"/>
          </a:xfrm>
          <a:prstGeom prst="rect">
            <a:avLst/>
          </a:prstGeom>
        </p:spPr>
        <p:txBody>
          <a:bodyPr vert="horz"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baseline="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3038" indent="-173038">
              <a:buFont typeface="Arial" panose="020B0604020202020204" pitchFamily="34" charset="0"/>
              <a:buChar char="•"/>
            </a:pPr>
            <a:r>
              <a:rPr lang="en-US"/>
              <a:t>The assessment result highlights:</a:t>
            </a:r>
          </a:p>
          <a:p>
            <a:pPr marL="342900" indent="-169863">
              <a:buFont typeface="Arial" panose="020B0604020202020204" pitchFamily="34" charset="0"/>
              <a:buChar char="-"/>
            </a:pPr>
            <a:r>
              <a:rPr lang="en-US"/>
              <a:t>Benefits</a:t>
            </a:r>
          </a:p>
          <a:p>
            <a:pPr marL="342900" indent="-169863">
              <a:buFont typeface="Arial" panose="020B0604020202020204" pitchFamily="34" charset="0"/>
              <a:buChar char="-"/>
            </a:pPr>
            <a:r>
              <a:rPr lang="en-US"/>
              <a:t>Suitability</a:t>
            </a:r>
          </a:p>
          <a:p>
            <a:pPr marL="342900" indent="-169863">
              <a:buFont typeface="Arial" panose="020B0604020202020204" pitchFamily="34" charset="0"/>
              <a:buChar char="-"/>
            </a:pPr>
            <a:r>
              <a:rPr lang="en-US"/>
              <a:t>Ease of development </a:t>
            </a:r>
          </a:p>
          <a:p>
            <a:pPr marL="342900" indent="-169863">
              <a:buFont typeface="Arial" panose="020B0604020202020204" pitchFamily="34" charset="0"/>
              <a:buChar char="-"/>
            </a:pPr>
            <a:r>
              <a:rPr lang="en-US"/>
              <a:t>Annual liberated man-hours</a:t>
            </a:r>
          </a:p>
          <a:p>
            <a:pPr marL="342900" indent="-169863">
              <a:buFont typeface="Arial" panose="020B0604020202020204" pitchFamily="34" charset="0"/>
              <a:buChar char="-"/>
            </a:pPr>
            <a:r>
              <a:rPr lang="en-US"/>
              <a:t>Estimated error reduction percentage</a:t>
            </a:r>
          </a:p>
        </p:txBody>
      </p:sp>
    </p:spTree>
    <p:custDataLst>
      <p:tags r:id="rId1"/>
    </p:custDataLst>
    <p:extLst>
      <p:ext uri="{BB962C8B-B14F-4D97-AF65-F5344CB8AC3E}">
        <p14:creationId xmlns:p14="http://schemas.microsoft.com/office/powerpoint/2010/main" val="19398962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17C724CD-4D3D-D2AD-E575-8A65A3FF78AE}"/>
              </a:ext>
            </a:extLst>
          </p:cNvPr>
          <p:cNvSpPr txBox="1">
            <a:spLocks/>
          </p:cNvSpPr>
          <p:nvPr/>
        </p:nvSpPr>
        <p:spPr>
          <a:xfrm>
            <a:off x="1623450" y="1528110"/>
            <a:ext cx="6090942" cy="3144451"/>
          </a:xfrm>
          <a:prstGeom prst="rect">
            <a:avLst/>
          </a:prstGeom>
        </p:spPr>
        <p:txBody>
          <a:bodyPr vert="horz"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b="1"/>
              <a:t>Knowing this, are you eager to determine the first processes to automate within your organization?</a:t>
            </a:r>
          </a:p>
          <a:p>
            <a:r>
              <a:rPr lang="en-US" sz="2800"/>
              <a:t>...And now that you've learned how to identify automation opportunities, it's time for the final knowledge check before completing the course!</a:t>
            </a:r>
          </a:p>
        </p:txBody>
      </p:sp>
      <p:sp>
        <p:nvSpPr>
          <p:cNvPr id="9" name="Graphic 9">
            <a:extLst>
              <a:ext uri="{FF2B5EF4-FFF2-40B4-BE49-F238E27FC236}">
                <a16:creationId xmlns:a16="http://schemas.microsoft.com/office/drawing/2014/main" id="{9F76C382-0574-2822-8D4E-CB4C958B2F3D}"/>
              </a:ext>
            </a:extLst>
          </p:cNvPr>
          <p:cNvSpPr/>
          <p:nvPr/>
        </p:nvSpPr>
        <p:spPr>
          <a:xfrm rot="10800000">
            <a:off x="2407532" y="1099593"/>
            <a:ext cx="5555850" cy="1469985"/>
          </a:xfrm>
          <a:custGeom>
            <a:avLst/>
            <a:gdLst>
              <a:gd name="connsiteX0" fmla="*/ 5257800 w 5257800"/>
              <a:gd name="connsiteY0" fmla="*/ 3609975 h 3609975"/>
              <a:gd name="connsiteX1" fmla="*/ 0 w 5257800"/>
              <a:gd name="connsiteY1" fmla="*/ 3609975 h 3609975"/>
              <a:gd name="connsiteX2" fmla="*/ 0 w 5257800"/>
              <a:gd name="connsiteY2" fmla="*/ 0 h 3609975"/>
              <a:gd name="connsiteX0" fmla="*/ 3347978 w 3347978"/>
              <a:gd name="connsiteY0" fmla="*/ 3609975 h 3609975"/>
              <a:gd name="connsiteX1" fmla="*/ 0 w 3347978"/>
              <a:gd name="connsiteY1" fmla="*/ 3609975 h 3609975"/>
              <a:gd name="connsiteX2" fmla="*/ 0 w 3347978"/>
              <a:gd name="connsiteY2" fmla="*/ 0 h 3609975"/>
            </a:gdLst>
            <a:ahLst/>
            <a:cxnLst>
              <a:cxn ang="0">
                <a:pos x="connsiteX0" y="connsiteY0"/>
              </a:cxn>
              <a:cxn ang="0">
                <a:pos x="connsiteX1" y="connsiteY1"/>
              </a:cxn>
              <a:cxn ang="0">
                <a:pos x="connsiteX2" y="connsiteY2"/>
              </a:cxn>
            </a:cxnLst>
            <a:rect l="l" t="t" r="r" b="b"/>
            <a:pathLst>
              <a:path w="3347978" h="3609975">
                <a:moveTo>
                  <a:pt x="3347978" y="3609975"/>
                </a:moveTo>
                <a:lnTo>
                  <a:pt x="0" y="3609975"/>
                </a:lnTo>
                <a:lnTo>
                  <a:pt x="0" y="0"/>
                </a:lnTo>
              </a:path>
            </a:pathLst>
          </a:custGeom>
          <a:noFill/>
          <a:ln w="25400" cap="flat">
            <a:solidFill>
              <a:srgbClr val="FA4616"/>
            </a:solidFill>
            <a:prstDash val="solid"/>
            <a:miter/>
          </a:ln>
        </p:spPr>
        <p:txBody>
          <a:bodyPr rtlCol="0" anchor="ctr"/>
          <a:lstStyle/>
          <a:p>
            <a:endParaRPr lang="en-IN"/>
          </a:p>
        </p:txBody>
      </p:sp>
      <p:grpSp>
        <p:nvGrpSpPr>
          <p:cNvPr id="10" name="Group 9">
            <a:extLst>
              <a:ext uri="{FF2B5EF4-FFF2-40B4-BE49-F238E27FC236}">
                <a16:creationId xmlns:a16="http://schemas.microsoft.com/office/drawing/2014/main" id="{4B7DCF27-3152-D03A-FA0B-09ECA9A9C843}"/>
              </a:ext>
            </a:extLst>
          </p:cNvPr>
          <p:cNvGrpSpPr/>
          <p:nvPr/>
        </p:nvGrpSpPr>
        <p:grpSpPr>
          <a:xfrm>
            <a:off x="1628559" y="842014"/>
            <a:ext cx="583702" cy="515160"/>
            <a:chOff x="6404764" y="2129406"/>
            <a:chExt cx="583702" cy="515160"/>
          </a:xfrm>
          <a:solidFill>
            <a:schemeClr val="accent1"/>
          </a:solidFill>
        </p:grpSpPr>
        <p:sp>
          <p:nvSpPr>
            <p:cNvPr id="11" name="Freeform: Shape 10">
              <a:extLst>
                <a:ext uri="{FF2B5EF4-FFF2-40B4-BE49-F238E27FC236}">
                  <a16:creationId xmlns:a16="http://schemas.microsoft.com/office/drawing/2014/main" id="{7691D042-9780-5600-7CE5-B1AB9696E93C}"/>
                </a:ext>
              </a:extLst>
            </p:cNvPr>
            <p:cNvSpPr/>
            <p:nvPr/>
          </p:nvSpPr>
          <p:spPr>
            <a:xfrm>
              <a:off x="6730886" y="2129406"/>
              <a:ext cx="257580" cy="515109"/>
            </a:xfrm>
            <a:custGeom>
              <a:avLst/>
              <a:gdLst>
                <a:gd name="connsiteX0" fmla="*/ 19489 w 257580"/>
                <a:gd name="connsiteY0" fmla="*/ 0 h 515109"/>
                <a:gd name="connsiteX1" fmla="*/ 257580 w 257580"/>
                <a:gd name="connsiteY1" fmla="*/ 0 h 515109"/>
                <a:gd name="connsiteX2" fmla="*/ 257580 w 257580"/>
                <a:gd name="connsiteY2" fmla="*/ 170312 h 515109"/>
                <a:gd name="connsiteX3" fmla="*/ 239363 w 257580"/>
                <a:gd name="connsiteY3" fmla="*/ 333399 h 515109"/>
                <a:gd name="connsiteX4" fmla="*/ 171991 w 257580"/>
                <a:gd name="connsiteY4" fmla="*/ 440563 h 515109"/>
                <a:gd name="connsiteX5" fmla="*/ 46611 w 257580"/>
                <a:gd name="connsiteY5" fmla="*/ 515109 h 515109"/>
                <a:gd name="connsiteX6" fmla="*/ 0 w 257580"/>
                <a:gd name="connsiteY6" fmla="*/ 416799 h 515109"/>
                <a:gd name="connsiteX7" fmla="*/ 102075 w 257580"/>
                <a:gd name="connsiteY7" fmla="*/ 350700 h 515109"/>
                <a:gd name="connsiteX8" fmla="*/ 134693 w 257580"/>
                <a:gd name="connsiteY8" fmla="*/ 237989 h 515109"/>
                <a:gd name="connsiteX9" fmla="*/ 19489 w 257580"/>
                <a:gd name="connsiteY9" fmla="*/ 237989 h 515109"/>
                <a:gd name="connsiteX10" fmla="*/ 19489 w 257580"/>
                <a:gd name="connsiteY10" fmla="*/ 0 h 51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09">
                  <a:moveTo>
                    <a:pt x="19489" y="0"/>
                  </a:moveTo>
                  <a:lnTo>
                    <a:pt x="257580" y="0"/>
                  </a:lnTo>
                  <a:lnTo>
                    <a:pt x="257580" y="170312"/>
                  </a:lnTo>
                  <a:cubicBezTo>
                    <a:pt x="257580" y="239211"/>
                    <a:pt x="251525" y="293607"/>
                    <a:pt x="239363" y="333399"/>
                  </a:cubicBezTo>
                  <a:cubicBezTo>
                    <a:pt x="227202" y="373242"/>
                    <a:pt x="204761" y="408963"/>
                    <a:pt x="171991" y="440563"/>
                  </a:cubicBezTo>
                  <a:cubicBezTo>
                    <a:pt x="139221" y="472213"/>
                    <a:pt x="97445" y="497045"/>
                    <a:pt x="46611" y="515109"/>
                  </a:cubicBezTo>
                  <a:lnTo>
                    <a:pt x="0" y="416799"/>
                  </a:lnTo>
                  <a:cubicBezTo>
                    <a:pt x="47425" y="400974"/>
                    <a:pt x="81467" y="378941"/>
                    <a:pt x="102075" y="350700"/>
                  </a:cubicBezTo>
                  <a:cubicBezTo>
                    <a:pt x="122684" y="322459"/>
                    <a:pt x="133573" y="284905"/>
                    <a:pt x="134693" y="237989"/>
                  </a:cubicBezTo>
                  <a:lnTo>
                    <a:pt x="19489" y="237989"/>
                  </a:lnTo>
                  <a:lnTo>
                    <a:pt x="19489" y="0"/>
                  </a:lnTo>
                  <a:close/>
                </a:path>
              </a:pathLst>
            </a:custGeom>
            <a:grpFill/>
            <a:ln w="5052"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13B56A4C-635D-E669-84D6-D83BB38DF5A3}"/>
                </a:ext>
              </a:extLst>
            </p:cNvPr>
            <p:cNvSpPr/>
            <p:nvPr/>
          </p:nvSpPr>
          <p:spPr>
            <a:xfrm>
              <a:off x="6404764" y="2129406"/>
              <a:ext cx="257580" cy="515160"/>
            </a:xfrm>
            <a:custGeom>
              <a:avLst/>
              <a:gdLst>
                <a:gd name="connsiteX0" fmla="*/ 19489 w 257580"/>
                <a:gd name="connsiteY0" fmla="*/ 0 h 515160"/>
                <a:gd name="connsiteX1" fmla="*/ 257580 w 257580"/>
                <a:gd name="connsiteY1" fmla="*/ 0 h 515160"/>
                <a:gd name="connsiteX2" fmla="*/ 257580 w 257580"/>
                <a:gd name="connsiteY2" fmla="*/ 170312 h 515160"/>
                <a:gd name="connsiteX3" fmla="*/ 239363 w 257580"/>
                <a:gd name="connsiteY3" fmla="*/ 333857 h 515160"/>
                <a:gd name="connsiteX4" fmla="*/ 171584 w 257580"/>
                <a:gd name="connsiteY4" fmla="*/ 440614 h 515160"/>
                <a:gd name="connsiteX5" fmla="*/ 46611 w 257580"/>
                <a:gd name="connsiteY5" fmla="*/ 515160 h 515160"/>
                <a:gd name="connsiteX6" fmla="*/ 0 w 257580"/>
                <a:gd name="connsiteY6" fmla="*/ 416850 h 515160"/>
                <a:gd name="connsiteX7" fmla="*/ 102075 w 257580"/>
                <a:gd name="connsiteY7" fmla="*/ 350751 h 515160"/>
                <a:gd name="connsiteX8" fmla="*/ 134693 w 257580"/>
                <a:gd name="connsiteY8" fmla="*/ 238040 h 515160"/>
                <a:gd name="connsiteX9" fmla="*/ 19489 w 257580"/>
                <a:gd name="connsiteY9" fmla="*/ 238040 h 515160"/>
                <a:gd name="connsiteX10" fmla="*/ 19489 w 257580"/>
                <a:gd name="connsiteY10" fmla="*/ 0 h 515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7580" h="515160">
                  <a:moveTo>
                    <a:pt x="19489" y="0"/>
                  </a:moveTo>
                  <a:lnTo>
                    <a:pt x="257580" y="0"/>
                  </a:lnTo>
                  <a:lnTo>
                    <a:pt x="257580" y="170312"/>
                  </a:lnTo>
                  <a:cubicBezTo>
                    <a:pt x="257580" y="239770"/>
                    <a:pt x="251525" y="294268"/>
                    <a:pt x="239363" y="333857"/>
                  </a:cubicBezTo>
                  <a:cubicBezTo>
                    <a:pt x="227202" y="373394"/>
                    <a:pt x="204609" y="408963"/>
                    <a:pt x="171584" y="440614"/>
                  </a:cubicBezTo>
                  <a:cubicBezTo>
                    <a:pt x="138560" y="472264"/>
                    <a:pt x="96885" y="497096"/>
                    <a:pt x="46611" y="515160"/>
                  </a:cubicBezTo>
                  <a:lnTo>
                    <a:pt x="0" y="416850"/>
                  </a:lnTo>
                  <a:cubicBezTo>
                    <a:pt x="47425" y="401025"/>
                    <a:pt x="81467" y="378992"/>
                    <a:pt x="102075" y="350751"/>
                  </a:cubicBezTo>
                  <a:cubicBezTo>
                    <a:pt x="122684" y="322509"/>
                    <a:pt x="133573" y="284956"/>
                    <a:pt x="134693" y="238040"/>
                  </a:cubicBezTo>
                  <a:lnTo>
                    <a:pt x="19489" y="238040"/>
                  </a:lnTo>
                  <a:lnTo>
                    <a:pt x="19489" y="0"/>
                  </a:lnTo>
                  <a:close/>
                </a:path>
              </a:pathLst>
            </a:custGeom>
            <a:grpFill/>
            <a:ln w="5052" cap="flat">
              <a:noFill/>
              <a:prstDash val="solid"/>
              <a:miter/>
            </a:ln>
          </p:spPr>
          <p:txBody>
            <a:bodyPr rtlCol="0" anchor="ctr"/>
            <a:lstStyle/>
            <a:p>
              <a:endParaRPr lang="en-IN"/>
            </a:p>
          </p:txBody>
        </p:sp>
      </p:grpSp>
      <p:pic>
        <p:nvPicPr>
          <p:cNvPr id="2" name="Picture 2">
            <a:extLst>
              <a:ext uri="{FF2B5EF4-FFF2-40B4-BE49-F238E27FC236}">
                <a16:creationId xmlns:a16="http://schemas.microsoft.com/office/drawing/2014/main" id="{C869868E-C76F-F532-FF51-A2EF9BCD71D6}"/>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202240" y="3059640"/>
            <a:ext cx="4195991" cy="374841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0267524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851E-6D60-C7E3-9B63-8A12F89ECCB3}"/>
              </a:ext>
            </a:extLst>
          </p:cNvPr>
          <p:cNvSpPr>
            <a:spLocks noGrp="1"/>
          </p:cNvSpPr>
          <p:nvPr>
            <p:ph type="ctrTitle"/>
          </p:nvPr>
        </p:nvSpPr>
        <p:spPr/>
        <p:txBody>
          <a:bodyPr/>
          <a:lstStyle/>
          <a:p>
            <a:r>
              <a:rPr lang="en-IN"/>
              <a:t>Discussion</a:t>
            </a:r>
          </a:p>
        </p:txBody>
      </p:sp>
    </p:spTree>
    <p:custDataLst>
      <p:tags r:id="rId1"/>
    </p:custDataLst>
    <p:extLst>
      <p:ext uri="{BB962C8B-B14F-4D97-AF65-F5344CB8AC3E}">
        <p14:creationId xmlns:p14="http://schemas.microsoft.com/office/powerpoint/2010/main" val="15601273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933F-64E0-82C7-7D44-45F07247EC28}"/>
              </a:ext>
            </a:extLst>
          </p:cNvPr>
          <p:cNvSpPr>
            <a:spLocks noGrp="1"/>
          </p:cNvSpPr>
          <p:nvPr>
            <p:ph type="ctrTitle"/>
          </p:nvPr>
        </p:nvSpPr>
        <p:spPr>
          <a:xfrm>
            <a:off x="382971" y="2523826"/>
            <a:ext cx="7075104" cy="1231106"/>
          </a:xfrm>
        </p:spPr>
        <p:txBody>
          <a:bodyPr/>
          <a:lstStyle/>
          <a:p>
            <a:r>
              <a:rPr lang="en-US"/>
              <a:t>Let’s put your knowledge to the test!</a:t>
            </a:r>
            <a:endParaRPr lang="en-IN"/>
          </a:p>
        </p:txBody>
      </p:sp>
      <p:sp>
        <p:nvSpPr>
          <p:cNvPr id="4" name="Text Placeholder 3">
            <a:extLst>
              <a:ext uri="{FF2B5EF4-FFF2-40B4-BE49-F238E27FC236}">
                <a16:creationId xmlns:a16="http://schemas.microsoft.com/office/drawing/2014/main" id="{1493D02F-4365-CA26-E8FC-B3EEF5F3949E}"/>
              </a:ext>
            </a:extLst>
          </p:cNvPr>
          <p:cNvSpPr>
            <a:spLocks noGrp="1"/>
          </p:cNvSpPr>
          <p:nvPr>
            <p:ph type="body" sz="quarter" idx="10"/>
          </p:nvPr>
        </p:nvSpPr>
        <p:spPr/>
        <p:txBody>
          <a:bodyPr/>
          <a:lstStyle/>
          <a:p>
            <a:endParaRPr lang="en-IN"/>
          </a:p>
        </p:txBody>
      </p:sp>
    </p:spTree>
    <p:custDataLst>
      <p:tags r:id="rId1"/>
    </p:custDataLst>
    <p:extLst>
      <p:ext uri="{BB962C8B-B14F-4D97-AF65-F5344CB8AC3E}">
        <p14:creationId xmlns:p14="http://schemas.microsoft.com/office/powerpoint/2010/main" val="38044866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2795637"/>
          </a:xfrm>
        </p:spPr>
        <p:txBody>
          <a:bodyPr/>
          <a:lstStyle/>
          <a:p>
            <a:r>
              <a:rPr lang="en-US"/>
              <a:t>What role did Arden play in XYZ Inc.'s Change Management department after becoming an Automation Champion?</a:t>
            </a:r>
          </a:p>
          <a:p>
            <a:endParaRPr lang="en-US"/>
          </a:p>
          <a:p>
            <a:r>
              <a:rPr lang="en-US"/>
              <a:t>	Building software robots.</a:t>
            </a:r>
          </a:p>
          <a:p>
            <a:r>
              <a:rPr lang="en-US"/>
              <a:t>       Encouraging and supporting the adoption of automation. </a:t>
            </a:r>
          </a:p>
          <a:p>
            <a:r>
              <a:rPr lang="en-US"/>
              <a:t>       Implementing automation projects. </a:t>
            </a:r>
          </a:p>
          <a:p>
            <a:r>
              <a:rPr lang="en-US"/>
              <a:t>       Conducting Process Mining analysis.</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7" name="Open Box">
            <a:extLst>
              <a:ext uri="{FF2B5EF4-FFF2-40B4-BE49-F238E27FC236}">
                <a16:creationId xmlns:a16="http://schemas.microsoft.com/office/drawing/2014/main" id="{AEBA9ACE-B39E-BDB3-2BB9-80517553FCED}"/>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pen Box">
            <a:extLst>
              <a:ext uri="{FF2B5EF4-FFF2-40B4-BE49-F238E27FC236}">
                <a16:creationId xmlns:a16="http://schemas.microsoft.com/office/drawing/2014/main" id="{FA894BC8-9E34-E1FE-9E0B-B77B6667067B}"/>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pen Box">
            <a:extLst>
              <a:ext uri="{FF2B5EF4-FFF2-40B4-BE49-F238E27FC236}">
                <a16:creationId xmlns:a16="http://schemas.microsoft.com/office/drawing/2014/main" id="{001B665F-D549-164E-C8DD-B34DC430E1D8}"/>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pen Box">
            <a:extLst>
              <a:ext uri="{FF2B5EF4-FFF2-40B4-BE49-F238E27FC236}">
                <a16:creationId xmlns:a16="http://schemas.microsoft.com/office/drawing/2014/main" id="{C681E889-9FFF-7817-2193-34E6AE5F542D}"/>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descr="A cartoon orange ball with blue and black legs&#10;&#10;Description automatically generated">
            <a:extLst>
              <a:ext uri="{FF2B5EF4-FFF2-40B4-BE49-F238E27FC236}">
                <a16:creationId xmlns:a16="http://schemas.microsoft.com/office/drawing/2014/main" id="{4AB3C300-41AF-776A-A4EA-2B35C800F4B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extLst>
      <p:ext uri="{BB962C8B-B14F-4D97-AF65-F5344CB8AC3E}">
        <p14:creationId xmlns:p14="http://schemas.microsoft.com/office/powerpoint/2010/main" val="29762279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2795637"/>
          </a:xfrm>
        </p:spPr>
        <p:txBody>
          <a:bodyPr/>
          <a:lstStyle/>
          <a:p>
            <a:r>
              <a:rPr lang="en-US"/>
              <a:t>What role did Arden play in XYZ Inc.'s Change Management department after becoming an Automation Champion?</a:t>
            </a:r>
          </a:p>
          <a:p>
            <a:endParaRPr lang="en-US"/>
          </a:p>
          <a:p>
            <a:r>
              <a:rPr lang="en-US"/>
              <a:t>	Building software robots.</a:t>
            </a:r>
          </a:p>
          <a:p>
            <a:r>
              <a:rPr lang="en-US"/>
              <a:t>       Encouraging and supporting the adoption of automation. </a:t>
            </a:r>
          </a:p>
          <a:p>
            <a:r>
              <a:rPr lang="en-US"/>
              <a:t>       Implementing automation projects. </a:t>
            </a:r>
          </a:p>
          <a:p>
            <a:r>
              <a:rPr lang="en-US"/>
              <a:t>       Conducting Process Mining analysis.</a:t>
            </a:r>
          </a:p>
        </p:txBody>
      </p:sp>
      <p:sp>
        <p:nvSpPr>
          <p:cNvPr id="3" name="Open Box">
            <a:extLst>
              <a:ext uri="{FF2B5EF4-FFF2-40B4-BE49-F238E27FC236}">
                <a16:creationId xmlns:a16="http://schemas.microsoft.com/office/drawing/2014/main" id="{7000EC47-EAE7-BC61-EBF7-B9FF4BCB6C29}"/>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03C39310-4354-7C1E-1FB1-36CE6BC30E34}"/>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F340DC89-59F6-DE01-C39A-D00418F35914}"/>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687134C-94D1-C603-78CC-D10C55C80372}"/>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Check Mark">
            <a:extLst>
              <a:ext uri="{FF2B5EF4-FFF2-40B4-BE49-F238E27FC236}">
                <a16:creationId xmlns:a16="http://schemas.microsoft.com/office/drawing/2014/main" id="{4646E757-D60C-9CDB-93CB-1A7FD2B2F81A}"/>
              </a:ext>
            </a:extLst>
          </p:cNvPr>
          <p:cNvSpPr/>
          <p:nvPr/>
        </p:nvSpPr>
        <p:spPr>
          <a:xfrm>
            <a:off x="433955" y="3517537"/>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8" name="Picture 7" descr="A cartoon orange ball with blue and black legs&#10;&#10;Description automatically generated">
            <a:extLst>
              <a:ext uri="{FF2B5EF4-FFF2-40B4-BE49-F238E27FC236}">
                <a16:creationId xmlns:a16="http://schemas.microsoft.com/office/drawing/2014/main" id="{CB18F6E6-46A9-572A-27FD-1D0A3549E44B}"/>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332190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3103414"/>
          </a:xfrm>
        </p:spPr>
        <p:txBody>
          <a:bodyPr/>
          <a:lstStyle/>
          <a:p>
            <a:r>
              <a:rPr lang="en-US"/>
              <a:t>A customer service agent needs real-time assistance with accessing and presenting necessary information while handling a customer call. Which automation model is best suited for this situation?</a:t>
            </a:r>
          </a:p>
          <a:p>
            <a:endParaRPr lang="en-US"/>
          </a:p>
          <a:p>
            <a:r>
              <a:rPr lang="en-US"/>
              <a:t>	Attended in tandem</a:t>
            </a:r>
          </a:p>
          <a:p>
            <a:r>
              <a:rPr lang="en-US"/>
              <a:t>       Fully unattended. </a:t>
            </a:r>
          </a:p>
          <a:p>
            <a:r>
              <a:rPr lang="en-US"/>
              <a:t>       Human in the loop </a:t>
            </a:r>
          </a:p>
          <a:p>
            <a:r>
              <a:rPr lang="en-US"/>
              <a:t>       Partially unattended</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2/10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grpSp>
        <p:nvGrpSpPr>
          <p:cNvPr id="13" name="Group 12">
            <a:extLst>
              <a:ext uri="{FF2B5EF4-FFF2-40B4-BE49-F238E27FC236}">
                <a16:creationId xmlns:a16="http://schemas.microsoft.com/office/drawing/2014/main" id="{E1272AF5-7D06-5940-2FE9-5016427231A6}"/>
              </a:ext>
            </a:extLst>
          </p:cNvPr>
          <p:cNvGrpSpPr/>
          <p:nvPr/>
        </p:nvGrpSpPr>
        <p:grpSpPr>
          <a:xfrm>
            <a:off x="379412" y="3333181"/>
            <a:ext cx="235902" cy="1536192"/>
            <a:chOff x="379412" y="3013869"/>
            <a:chExt cx="235902" cy="1536192"/>
          </a:xfrm>
        </p:grpSpPr>
        <p:sp>
          <p:nvSpPr>
            <p:cNvPr id="8" name="Open Box">
              <a:extLst>
                <a:ext uri="{FF2B5EF4-FFF2-40B4-BE49-F238E27FC236}">
                  <a16:creationId xmlns:a16="http://schemas.microsoft.com/office/drawing/2014/main" id="{311EA98F-B69F-C662-7B3D-6F00B5B50B25}"/>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pen Box">
              <a:extLst>
                <a:ext uri="{FF2B5EF4-FFF2-40B4-BE49-F238E27FC236}">
                  <a16:creationId xmlns:a16="http://schemas.microsoft.com/office/drawing/2014/main" id="{E6BEB3F4-D99B-2CEC-E708-BAEFE853C89F}"/>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pen Box">
              <a:extLst>
                <a:ext uri="{FF2B5EF4-FFF2-40B4-BE49-F238E27FC236}">
                  <a16:creationId xmlns:a16="http://schemas.microsoft.com/office/drawing/2014/main" id="{E4ACE0D7-2B30-C165-7914-45366752A994}"/>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pen Box">
              <a:extLst>
                <a:ext uri="{FF2B5EF4-FFF2-40B4-BE49-F238E27FC236}">
                  <a16:creationId xmlns:a16="http://schemas.microsoft.com/office/drawing/2014/main" id="{3E5D36F3-38D2-8417-FABE-04A5A522813F}"/>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3" name="Picture 2" descr="A cartoon orange ball with blue and black legs&#10;&#10;Description automatically generated">
            <a:extLst>
              <a:ext uri="{FF2B5EF4-FFF2-40B4-BE49-F238E27FC236}">
                <a16:creationId xmlns:a16="http://schemas.microsoft.com/office/drawing/2014/main" id="{DE7333CE-1404-97D3-CED7-28ECB534890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223613926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A13D0736-6522-A81A-A912-D460F1E13D25}"/>
              </a:ext>
            </a:extLst>
          </p:cNvPr>
          <p:cNvGrpSpPr/>
          <p:nvPr/>
        </p:nvGrpSpPr>
        <p:grpSpPr>
          <a:xfrm>
            <a:off x="379412" y="3333181"/>
            <a:ext cx="235902" cy="1536192"/>
            <a:chOff x="379412" y="3013869"/>
            <a:chExt cx="235902" cy="1536192"/>
          </a:xfrm>
        </p:grpSpPr>
        <p:sp>
          <p:nvSpPr>
            <p:cNvPr id="23" name="Open Box">
              <a:extLst>
                <a:ext uri="{FF2B5EF4-FFF2-40B4-BE49-F238E27FC236}">
                  <a16:creationId xmlns:a16="http://schemas.microsoft.com/office/drawing/2014/main" id="{DE8366BA-CACF-7EDE-93C9-1592B6673591}"/>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pen Box">
              <a:extLst>
                <a:ext uri="{FF2B5EF4-FFF2-40B4-BE49-F238E27FC236}">
                  <a16:creationId xmlns:a16="http://schemas.microsoft.com/office/drawing/2014/main" id="{7483C8ED-69E2-5299-C4C1-896C37BF9EFE}"/>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pen Box">
              <a:extLst>
                <a:ext uri="{FF2B5EF4-FFF2-40B4-BE49-F238E27FC236}">
                  <a16:creationId xmlns:a16="http://schemas.microsoft.com/office/drawing/2014/main" id="{D4D384E7-BEDD-9A6A-AC70-0990373713EF}"/>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pen Box">
              <a:extLst>
                <a:ext uri="{FF2B5EF4-FFF2-40B4-BE49-F238E27FC236}">
                  <a16:creationId xmlns:a16="http://schemas.microsoft.com/office/drawing/2014/main" id="{7D2E4A1A-953D-8EB4-B525-58A0BD401692}"/>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2/10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3103414"/>
          </a:xfrm>
        </p:spPr>
        <p:txBody>
          <a:bodyPr/>
          <a:lstStyle/>
          <a:p>
            <a:r>
              <a:rPr lang="en-US"/>
              <a:t>A customer service agent needs real-time assistance with accessing and presenting necessary information while handling a customer call. Which automation model is best suited for this situation?</a:t>
            </a:r>
          </a:p>
          <a:p>
            <a:endParaRPr lang="en-US"/>
          </a:p>
          <a:p>
            <a:r>
              <a:rPr lang="en-US"/>
              <a:t>	Attended in tandem</a:t>
            </a:r>
          </a:p>
          <a:p>
            <a:r>
              <a:rPr lang="en-US"/>
              <a:t>       Fully unattended. </a:t>
            </a:r>
          </a:p>
          <a:p>
            <a:r>
              <a:rPr lang="en-US"/>
              <a:t>       Human in the loop </a:t>
            </a:r>
          </a:p>
          <a:p>
            <a:r>
              <a:rPr lang="en-US"/>
              <a:t>       Partially unattended</a:t>
            </a:r>
          </a:p>
        </p:txBody>
      </p:sp>
      <p:sp>
        <p:nvSpPr>
          <p:cNvPr id="8" name="Check Mark">
            <a:extLst>
              <a:ext uri="{FF2B5EF4-FFF2-40B4-BE49-F238E27FC236}">
                <a16:creationId xmlns:a16="http://schemas.microsoft.com/office/drawing/2014/main" id="{D6F77B9D-9609-AC05-8A7C-78FFC865C802}"/>
              </a:ext>
            </a:extLst>
          </p:cNvPr>
          <p:cNvSpPr/>
          <p:nvPr/>
        </p:nvSpPr>
        <p:spPr>
          <a:xfrm>
            <a:off x="433955" y="3400342"/>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3" name="Picture 2" descr="A cartoon orange ball with blue and black legs&#10;&#10;Description automatically generated">
            <a:extLst>
              <a:ext uri="{FF2B5EF4-FFF2-40B4-BE49-F238E27FC236}">
                <a16:creationId xmlns:a16="http://schemas.microsoft.com/office/drawing/2014/main" id="{608D3CE7-38DC-F09B-5590-760AD6B1424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2777548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3667671"/>
          </a:xfrm>
        </p:spPr>
        <p:txBody>
          <a:bodyPr/>
          <a:lstStyle/>
          <a:p>
            <a:r>
              <a:rPr lang="en-US"/>
              <a:t>Per the scenario presented in the course, which four of the following steps are part of the process of setting up an automation in Studio Web?</a:t>
            </a:r>
          </a:p>
          <a:p>
            <a:endParaRPr lang="en-US"/>
          </a:p>
          <a:p>
            <a:r>
              <a:rPr lang="en-US"/>
              <a:t>	Configure your connections.</a:t>
            </a:r>
          </a:p>
          <a:p>
            <a:r>
              <a:rPr lang="en-US"/>
              <a:t>       Publish the automation. </a:t>
            </a:r>
          </a:p>
          <a:p>
            <a:r>
              <a:rPr lang="en-US"/>
              <a:t>       Test the automation by running it. </a:t>
            </a:r>
          </a:p>
          <a:p>
            <a:r>
              <a:rPr lang="en-US"/>
              <a:t>       Obtain peer approval before running the automation.</a:t>
            </a:r>
          </a:p>
          <a:p>
            <a:r>
              <a:rPr lang="en-US"/>
              <a:t>       Select a template.</a:t>
            </a:r>
          </a:p>
          <a:p>
            <a:r>
              <a:rPr lang="en-US"/>
              <a:t>       Set a password before running the automation.</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3/10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3" name="Open Box">
            <a:extLst>
              <a:ext uri="{FF2B5EF4-FFF2-40B4-BE49-F238E27FC236}">
                <a16:creationId xmlns:a16="http://schemas.microsoft.com/office/drawing/2014/main" id="{2F3289DA-B1D3-43BE-C2AD-AAAFD9A154AC}"/>
              </a:ext>
            </a:extLst>
          </p:cNvPr>
          <p:cNvSpPr/>
          <p:nvPr/>
        </p:nvSpPr>
        <p:spPr>
          <a:xfrm>
            <a:off x="379412" y="301386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8B8962F6-E134-CF05-2B3F-572BF42EFD84}"/>
              </a:ext>
            </a:extLst>
          </p:cNvPr>
          <p:cNvSpPr/>
          <p:nvPr/>
        </p:nvSpPr>
        <p:spPr>
          <a:xfrm>
            <a:off x="379412" y="3446685"/>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C0CDE049-0541-4BF6-4E79-EC0CDF4EFC88}"/>
              </a:ext>
            </a:extLst>
          </p:cNvPr>
          <p:cNvSpPr/>
          <p:nvPr/>
        </p:nvSpPr>
        <p:spPr>
          <a:xfrm>
            <a:off x="379412" y="3880422"/>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775B03D-5D36-2B1A-0F05-F9606356B0FB}"/>
              </a:ext>
            </a:extLst>
          </p:cNvPr>
          <p:cNvSpPr/>
          <p:nvPr/>
        </p:nvSpPr>
        <p:spPr>
          <a:xfrm>
            <a:off x="379412" y="431415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pen Box">
            <a:extLst>
              <a:ext uri="{FF2B5EF4-FFF2-40B4-BE49-F238E27FC236}">
                <a16:creationId xmlns:a16="http://schemas.microsoft.com/office/drawing/2014/main" id="{A44097FE-339A-E2CC-006C-9D004314723B}"/>
              </a:ext>
            </a:extLst>
          </p:cNvPr>
          <p:cNvSpPr/>
          <p:nvPr/>
        </p:nvSpPr>
        <p:spPr>
          <a:xfrm>
            <a:off x="379412" y="4747896"/>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pen Box">
            <a:extLst>
              <a:ext uri="{FF2B5EF4-FFF2-40B4-BE49-F238E27FC236}">
                <a16:creationId xmlns:a16="http://schemas.microsoft.com/office/drawing/2014/main" id="{A67F1610-9F8D-DA25-C5F8-02FFD7DF0456}"/>
              </a:ext>
            </a:extLst>
          </p:cNvPr>
          <p:cNvSpPr/>
          <p:nvPr/>
        </p:nvSpPr>
        <p:spPr>
          <a:xfrm>
            <a:off x="379412" y="5180712"/>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descr="A cartoon orange ball with blue and black legs&#10;&#10;Description automatically generated">
            <a:extLst>
              <a:ext uri="{FF2B5EF4-FFF2-40B4-BE49-F238E27FC236}">
                <a16:creationId xmlns:a16="http://schemas.microsoft.com/office/drawing/2014/main" id="{C4C7A05F-B34C-2D85-17BF-B43EDD19A51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12788430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3/10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3667671"/>
          </a:xfrm>
        </p:spPr>
        <p:txBody>
          <a:bodyPr/>
          <a:lstStyle/>
          <a:p>
            <a:r>
              <a:rPr lang="en-US"/>
              <a:t>Per the scenario presented in the course, which four of the following steps are part of the process of setting up an automation in Studio Web?</a:t>
            </a:r>
          </a:p>
          <a:p>
            <a:endParaRPr lang="en-US"/>
          </a:p>
          <a:p>
            <a:r>
              <a:rPr lang="en-US"/>
              <a:t>	Configure your connections.</a:t>
            </a:r>
          </a:p>
          <a:p>
            <a:r>
              <a:rPr lang="en-US"/>
              <a:t>       Publish the automation. </a:t>
            </a:r>
          </a:p>
          <a:p>
            <a:r>
              <a:rPr lang="en-US"/>
              <a:t>       Test the automation by running it. </a:t>
            </a:r>
          </a:p>
          <a:p>
            <a:r>
              <a:rPr lang="en-US"/>
              <a:t>       Obtain peer approval before running the automation.</a:t>
            </a:r>
          </a:p>
          <a:p>
            <a:r>
              <a:rPr lang="en-US"/>
              <a:t>       Select a template.</a:t>
            </a:r>
          </a:p>
          <a:p>
            <a:r>
              <a:rPr lang="en-US"/>
              <a:t>       Set a password before running the automation.</a:t>
            </a:r>
          </a:p>
        </p:txBody>
      </p:sp>
      <p:sp>
        <p:nvSpPr>
          <p:cNvPr id="3" name="Open Box">
            <a:extLst>
              <a:ext uri="{FF2B5EF4-FFF2-40B4-BE49-F238E27FC236}">
                <a16:creationId xmlns:a16="http://schemas.microsoft.com/office/drawing/2014/main" id="{71975B9D-95E5-80A8-51D4-0EEC34271633}"/>
              </a:ext>
            </a:extLst>
          </p:cNvPr>
          <p:cNvSpPr/>
          <p:nvPr/>
        </p:nvSpPr>
        <p:spPr>
          <a:xfrm>
            <a:off x="379412" y="301386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2AF0A422-115B-3EAD-D506-4782B50EA83E}"/>
              </a:ext>
            </a:extLst>
          </p:cNvPr>
          <p:cNvSpPr/>
          <p:nvPr/>
        </p:nvSpPr>
        <p:spPr>
          <a:xfrm>
            <a:off x="379412" y="3446685"/>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4FDDCAB0-5BD4-0467-F75B-A33A71403593}"/>
              </a:ext>
            </a:extLst>
          </p:cNvPr>
          <p:cNvSpPr/>
          <p:nvPr/>
        </p:nvSpPr>
        <p:spPr>
          <a:xfrm>
            <a:off x="379412" y="3880422"/>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8969545-1D54-0D55-23CE-42704E68CDA3}"/>
              </a:ext>
            </a:extLst>
          </p:cNvPr>
          <p:cNvSpPr/>
          <p:nvPr/>
        </p:nvSpPr>
        <p:spPr>
          <a:xfrm>
            <a:off x="379412" y="4314159"/>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pen Box">
            <a:extLst>
              <a:ext uri="{FF2B5EF4-FFF2-40B4-BE49-F238E27FC236}">
                <a16:creationId xmlns:a16="http://schemas.microsoft.com/office/drawing/2014/main" id="{3AE7D55E-32AF-AD72-FF39-01DEA6E055C6}"/>
              </a:ext>
            </a:extLst>
          </p:cNvPr>
          <p:cNvSpPr/>
          <p:nvPr/>
        </p:nvSpPr>
        <p:spPr>
          <a:xfrm>
            <a:off x="379412" y="4747896"/>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pen Box">
            <a:extLst>
              <a:ext uri="{FF2B5EF4-FFF2-40B4-BE49-F238E27FC236}">
                <a16:creationId xmlns:a16="http://schemas.microsoft.com/office/drawing/2014/main" id="{520377C2-88D0-3607-B623-6E816347F765}"/>
              </a:ext>
            </a:extLst>
          </p:cNvPr>
          <p:cNvSpPr/>
          <p:nvPr/>
        </p:nvSpPr>
        <p:spPr>
          <a:xfrm>
            <a:off x="379412" y="5180712"/>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Check Mark">
            <a:extLst>
              <a:ext uri="{FF2B5EF4-FFF2-40B4-BE49-F238E27FC236}">
                <a16:creationId xmlns:a16="http://schemas.microsoft.com/office/drawing/2014/main" id="{ED08A6F5-E9BD-9CBB-8611-3777D87B895A}"/>
              </a:ext>
            </a:extLst>
          </p:cNvPr>
          <p:cNvSpPr/>
          <p:nvPr/>
        </p:nvSpPr>
        <p:spPr>
          <a:xfrm>
            <a:off x="433955" y="3515627"/>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13" name="Check Mark">
            <a:extLst>
              <a:ext uri="{FF2B5EF4-FFF2-40B4-BE49-F238E27FC236}">
                <a16:creationId xmlns:a16="http://schemas.microsoft.com/office/drawing/2014/main" id="{8A677316-F46E-731D-01BE-C67E8E6A6978}"/>
              </a:ext>
            </a:extLst>
          </p:cNvPr>
          <p:cNvSpPr/>
          <p:nvPr/>
        </p:nvSpPr>
        <p:spPr>
          <a:xfrm>
            <a:off x="433955" y="3086084"/>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14" name="Check Mark">
            <a:extLst>
              <a:ext uri="{FF2B5EF4-FFF2-40B4-BE49-F238E27FC236}">
                <a16:creationId xmlns:a16="http://schemas.microsoft.com/office/drawing/2014/main" id="{C5C9F0F6-9F4E-C276-7543-F5BBBDCA6378}"/>
              </a:ext>
            </a:extLst>
          </p:cNvPr>
          <p:cNvSpPr/>
          <p:nvPr/>
        </p:nvSpPr>
        <p:spPr>
          <a:xfrm>
            <a:off x="433954" y="3954174"/>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16" name="Check Mark">
            <a:extLst>
              <a:ext uri="{FF2B5EF4-FFF2-40B4-BE49-F238E27FC236}">
                <a16:creationId xmlns:a16="http://schemas.microsoft.com/office/drawing/2014/main" id="{F67E0C99-8EB1-D135-F074-C8AF76FA9111}"/>
              </a:ext>
            </a:extLst>
          </p:cNvPr>
          <p:cNvSpPr/>
          <p:nvPr/>
        </p:nvSpPr>
        <p:spPr>
          <a:xfrm>
            <a:off x="433953" y="4824304"/>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9" name="Picture 8" descr="A cartoon orange ball with blue and black legs&#10;&#10;Description automatically generated">
            <a:extLst>
              <a:ext uri="{FF2B5EF4-FFF2-40B4-BE49-F238E27FC236}">
                <a16:creationId xmlns:a16="http://schemas.microsoft.com/office/drawing/2014/main" id="{0B67DE90-AEB6-DB1B-6001-DA0A3228B58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3982139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3231654"/>
          </a:xfrm>
        </p:spPr>
        <p:txBody>
          <a:bodyPr/>
          <a:lstStyle/>
          <a:p>
            <a:r>
              <a:rPr lang="en-US"/>
              <a:t>In a fully unattended automation scenario, what is the primary characteristic of the unattended robot?</a:t>
            </a:r>
          </a:p>
          <a:p>
            <a:endParaRPr lang="en-US"/>
          </a:p>
          <a:p>
            <a:r>
              <a:rPr lang="en-US"/>
              <a:t>	It operates without human intervention.</a:t>
            </a:r>
          </a:p>
          <a:p>
            <a:r>
              <a:rPr lang="en-US"/>
              <a:t>       It has limited capabilities in handling multiple systems.</a:t>
            </a:r>
          </a:p>
          <a:p>
            <a:r>
              <a:rPr lang="en-US"/>
              <a:t>       It needs regular input from users.</a:t>
            </a:r>
          </a:p>
          <a:p>
            <a:r>
              <a:rPr lang="en-US"/>
              <a:t>       It only works during business hours.</a:t>
            </a:r>
          </a:p>
          <a:p>
            <a:r>
              <a:rPr lang="en-US"/>
              <a:t>       It requires constant human supervision.</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4/10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7" name="Open Box">
            <a:extLst>
              <a:ext uri="{FF2B5EF4-FFF2-40B4-BE49-F238E27FC236}">
                <a16:creationId xmlns:a16="http://schemas.microsoft.com/office/drawing/2014/main" id="{AEBA9ACE-B39E-BDB3-2BB9-80517553FCED}"/>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pen Box">
            <a:extLst>
              <a:ext uri="{FF2B5EF4-FFF2-40B4-BE49-F238E27FC236}">
                <a16:creationId xmlns:a16="http://schemas.microsoft.com/office/drawing/2014/main" id="{FA894BC8-9E34-E1FE-9E0B-B77B6667067B}"/>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pen Box">
            <a:extLst>
              <a:ext uri="{FF2B5EF4-FFF2-40B4-BE49-F238E27FC236}">
                <a16:creationId xmlns:a16="http://schemas.microsoft.com/office/drawing/2014/main" id="{001B665F-D549-164E-C8DD-B34DC430E1D8}"/>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pen Box">
            <a:extLst>
              <a:ext uri="{FF2B5EF4-FFF2-40B4-BE49-F238E27FC236}">
                <a16:creationId xmlns:a16="http://schemas.microsoft.com/office/drawing/2014/main" id="{C681E889-9FFF-7817-2193-34E6AE5F542D}"/>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pen Box">
            <a:extLst>
              <a:ext uri="{FF2B5EF4-FFF2-40B4-BE49-F238E27FC236}">
                <a16:creationId xmlns:a16="http://schemas.microsoft.com/office/drawing/2014/main" id="{F8E3C5A0-8AC0-34D1-110A-DDD51D5FAAEA}"/>
              </a:ext>
            </a:extLst>
          </p:cNvPr>
          <p:cNvSpPr/>
          <p:nvPr/>
        </p:nvSpPr>
        <p:spPr>
          <a:xfrm>
            <a:off x="379412" y="473977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A cartoon orange ball with blue and black legs&#10;&#10;Description automatically generated">
            <a:extLst>
              <a:ext uri="{FF2B5EF4-FFF2-40B4-BE49-F238E27FC236}">
                <a16:creationId xmlns:a16="http://schemas.microsoft.com/office/drawing/2014/main" id="{B60E322F-F728-47B3-DEE8-AB73BCFCDCB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extLst>
      <p:ext uri="{BB962C8B-B14F-4D97-AF65-F5344CB8AC3E}">
        <p14:creationId xmlns:p14="http://schemas.microsoft.com/office/powerpoint/2010/main" val="5173367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4/10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3231654"/>
          </a:xfrm>
        </p:spPr>
        <p:txBody>
          <a:bodyPr/>
          <a:lstStyle/>
          <a:p>
            <a:r>
              <a:rPr lang="en-US"/>
              <a:t>In a fully unattended automation scenario, what is the primary characteristic of the unattended robot?</a:t>
            </a:r>
          </a:p>
          <a:p>
            <a:endParaRPr lang="en-US"/>
          </a:p>
          <a:p>
            <a:r>
              <a:rPr lang="en-US"/>
              <a:t>	It operates without human intervention.</a:t>
            </a:r>
          </a:p>
          <a:p>
            <a:r>
              <a:rPr lang="en-US"/>
              <a:t>       It has limited capabilities in handling multiple systems.</a:t>
            </a:r>
          </a:p>
          <a:p>
            <a:r>
              <a:rPr lang="en-US"/>
              <a:t>       It needs regular input from users.</a:t>
            </a:r>
          </a:p>
          <a:p>
            <a:r>
              <a:rPr lang="en-US"/>
              <a:t>       It only works during business hours.</a:t>
            </a:r>
          </a:p>
          <a:p>
            <a:r>
              <a:rPr lang="en-US"/>
              <a:t>       It requires constant human supervision.</a:t>
            </a:r>
          </a:p>
        </p:txBody>
      </p:sp>
      <p:sp>
        <p:nvSpPr>
          <p:cNvPr id="3" name="Open Box">
            <a:extLst>
              <a:ext uri="{FF2B5EF4-FFF2-40B4-BE49-F238E27FC236}">
                <a16:creationId xmlns:a16="http://schemas.microsoft.com/office/drawing/2014/main" id="{7000EC47-EAE7-BC61-EBF7-B9FF4BCB6C29}"/>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03C39310-4354-7C1E-1FB1-36CE6BC30E34}"/>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F340DC89-59F6-DE01-C39A-D00418F35914}"/>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687134C-94D1-C603-78CC-D10C55C80372}"/>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Check Mark">
            <a:extLst>
              <a:ext uri="{FF2B5EF4-FFF2-40B4-BE49-F238E27FC236}">
                <a16:creationId xmlns:a16="http://schemas.microsoft.com/office/drawing/2014/main" id="{4646E757-D60C-9CDB-93CB-1A7FD2B2F81A}"/>
              </a:ext>
            </a:extLst>
          </p:cNvPr>
          <p:cNvSpPr/>
          <p:nvPr/>
        </p:nvSpPr>
        <p:spPr>
          <a:xfrm>
            <a:off x="433955" y="3090277"/>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8" name="Open Box">
            <a:extLst>
              <a:ext uri="{FF2B5EF4-FFF2-40B4-BE49-F238E27FC236}">
                <a16:creationId xmlns:a16="http://schemas.microsoft.com/office/drawing/2014/main" id="{C751AF6D-B3F9-D048-9167-C9F7ED2D2B21}"/>
              </a:ext>
            </a:extLst>
          </p:cNvPr>
          <p:cNvSpPr/>
          <p:nvPr/>
        </p:nvSpPr>
        <p:spPr>
          <a:xfrm>
            <a:off x="379412" y="473977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descr="A cartoon orange ball with blue and black legs&#10;&#10;Description automatically generated">
            <a:extLst>
              <a:ext uri="{FF2B5EF4-FFF2-40B4-BE49-F238E27FC236}">
                <a16:creationId xmlns:a16="http://schemas.microsoft.com/office/drawing/2014/main" id="{AFF18FFB-C0B9-A03B-189D-5C32414D659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extLst>
      <p:ext uri="{BB962C8B-B14F-4D97-AF65-F5344CB8AC3E}">
        <p14:creationId xmlns:p14="http://schemas.microsoft.com/office/powerpoint/2010/main" val="3598088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3539430"/>
          </a:xfrm>
        </p:spPr>
        <p:txBody>
          <a:bodyPr/>
          <a:lstStyle/>
          <a:p>
            <a:r>
              <a:rPr lang="en-US"/>
              <a:t>In the Invoice Process scenario, how does the Process Assessment tool determine if Taylor's invoice processing task is a good candidate for automation?</a:t>
            </a:r>
          </a:p>
          <a:p>
            <a:endParaRPr lang="en-US"/>
          </a:p>
          <a:p>
            <a:r>
              <a:rPr lang="en-US"/>
              <a:t>	The tool relies solely on structured input data percentage.</a:t>
            </a:r>
          </a:p>
          <a:p>
            <a:r>
              <a:rPr lang="en-US"/>
              <a:t>       The tool checks the total number of transactions per day.</a:t>
            </a:r>
          </a:p>
          <a:p>
            <a:r>
              <a:rPr lang="en-US"/>
              <a:t>       The tool focuses on the number of virtual machines used in the process.</a:t>
            </a:r>
          </a:p>
          <a:p>
            <a:pPr marL="536575" indent="-536575"/>
            <a:r>
              <a:rPr lang="en-US"/>
              <a:t>       The tool calculates an automation score considering benefits, ease of implementation,                  and potential error reduction.</a:t>
            </a:r>
          </a:p>
          <a:p>
            <a:r>
              <a:rPr lang="en-US"/>
              <a:t>       The tool evaluates the process based on its complexity..</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5/10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7" name="Open Box">
            <a:extLst>
              <a:ext uri="{FF2B5EF4-FFF2-40B4-BE49-F238E27FC236}">
                <a16:creationId xmlns:a16="http://schemas.microsoft.com/office/drawing/2014/main" id="{AEBA9ACE-B39E-BDB3-2BB9-80517553FCED}"/>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pen Box">
            <a:extLst>
              <a:ext uri="{FF2B5EF4-FFF2-40B4-BE49-F238E27FC236}">
                <a16:creationId xmlns:a16="http://schemas.microsoft.com/office/drawing/2014/main" id="{FA894BC8-9E34-E1FE-9E0B-B77B6667067B}"/>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pen Box">
            <a:extLst>
              <a:ext uri="{FF2B5EF4-FFF2-40B4-BE49-F238E27FC236}">
                <a16:creationId xmlns:a16="http://schemas.microsoft.com/office/drawing/2014/main" id="{001B665F-D549-164E-C8DD-B34DC430E1D8}"/>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pen Box">
            <a:extLst>
              <a:ext uri="{FF2B5EF4-FFF2-40B4-BE49-F238E27FC236}">
                <a16:creationId xmlns:a16="http://schemas.microsoft.com/office/drawing/2014/main" id="{C681E889-9FFF-7817-2193-34E6AE5F542D}"/>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Open Box">
            <a:extLst>
              <a:ext uri="{FF2B5EF4-FFF2-40B4-BE49-F238E27FC236}">
                <a16:creationId xmlns:a16="http://schemas.microsoft.com/office/drawing/2014/main" id="{F8E3C5A0-8AC0-34D1-110A-DDD51D5FAAEA}"/>
              </a:ext>
            </a:extLst>
          </p:cNvPr>
          <p:cNvSpPr/>
          <p:nvPr/>
        </p:nvSpPr>
        <p:spPr>
          <a:xfrm>
            <a:off x="379412" y="5044573"/>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A cartoon orange ball with blue and black legs&#10;&#10;Description automatically generated">
            <a:extLst>
              <a:ext uri="{FF2B5EF4-FFF2-40B4-BE49-F238E27FC236}">
                <a16:creationId xmlns:a16="http://schemas.microsoft.com/office/drawing/2014/main" id="{3EF2BC86-0653-670E-3C8E-9DBC0A460AC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extLst>
      <p:ext uri="{BB962C8B-B14F-4D97-AF65-F5344CB8AC3E}">
        <p14:creationId xmlns:p14="http://schemas.microsoft.com/office/powerpoint/2010/main" val="243266653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5/10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3539430"/>
          </a:xfrm>
        </p:spPr>
        <p:txBody>
          <a:bodyPr/>
          <a:lstStyle/>
          <a:p>
            <a:r>
              <a:rPr lang="en-US"/>
              <a:t>In the Invoice Process scenario, how does the Process Assessment tool determine if Taylor's invoice processing task is a good candidate for automation?</a:t>
            </a:r>
          </a:p>
          <a:p>
            <a:endParaRPr lang="en-US"/>
          </a:p>
          <a:p>
            <a:r>
              <a:rPr lang="en-US"/>
              <a:t>	The tool relies solely on structured input data percentage.</a:t>
            </a:r>
          </a:p>
          <a:p>
            <a:r>
              <a:rPr lang="en-US"/>
              <a:t>       The tool checks the total number of transactions per day.</a:t>
            </a:r>
          </a:p>
          <a:p>
            <a:r>
              <a:rPr lang="en-US"/>
              <a:t>       The tool focuses on the number of virtual machines used in the process.</a:t>
            </a:r>
          </a:p>
          <a:p>
            <a:pPr marL="536575" indent="-536575"/>
            <a:r>
              <a:rPr lang="en-US"/>
              <a:t>       The tool calculates an automation score considering benefits, ease of implementation,                  and potential error reduction.</a:t>
            </a:r>
          </a:p>
          <a:p>
            <a:r>
              <a:rPr lang="en-US"/>
              <a:t>       The tool evaluates the process based on its complexity..</a:t>
            </a:r>
          </a:p>
        </p:txBody>
      </p:sp>
      <p:sp>
        <p:nvSpPr>
          <p:cNvPr id="3" name="Open Box">
            <a:extLst>
              <a:ext uri="{FF2B5EF4-FFF2-40B4-BE49-F238E27FC236}">
                <a16:creationId xmlns:a16="http://schemas.microsoft.com/office/drawing/2014/main" id="{7000EC47-EAE7-BC61-EBF7-B9FF4BCB6C29}"/>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03C39310-4354-7C1E-1FB1-36CE6BC30E34}"/>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F340DC89-59F6-DE01-C39A-D00418F35914}"/>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687134C-94D1-C603-78CC-D10C55C80372}"/>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Check Mark">
            <a:extLst>
              <a:ext uri="{FF2B5EF4-FFF2-40B4-BE49-F238E27FC236}">
                <a16:creationId xmlns:a16="http://schemas.microsoft.com/office/drawing/2014/main" id="{4646E757-D60C-9CDB-93CB-1A7FD2B2F81A}"/>
              </a:ext>
            </a:extLst>
          </p:cNvPr>
          <p:cNvSpPr/>
          <p:nvPr/>
        </p:nvSpPr>
        <p:spPr>
          <a:xfrm>
            <a:off x="433955" y="4390567"/>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9" name="Open Box">
            <a:extLst>
              <a:ext uri="{FF2B5EF4-FFF2-40B4-BE49-F238E27FC236}">
                <a16:creationId xmlns:a16="http://schemas.microsoft.com/office/drawing/2014/main" id="{501F28FB-AEE7-58EE-2FDA-ABF88F6E8457}"/>
              </a:ext>
            </a:extLst>
          </p:cNvPr>
          <p:cNvSpPr/>
          <p:nvPr/>
        </p:nvSpPr>
        <p:spPr>
          <a:xfrm>
            <a:off x="379412" y="5044573"/>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descr="A cartoon orange ball with blue and black legs&#10;&#10;Description automatically generated">
            <a:extLst>
              <a:ext uri="{FF2B5EF4-FFF2-40B4-BE49-F238E27FC236}">
                <a16:creationId xmlns:a16="http://schemas.microsoft.com/office/drawing/2014/main" id="{8778D664-88F7-5AC5-48E7-82CFC2EE30C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171937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2051844"/>
          </a:xfrm>
        </p:spPr>
        <p:txBody>
          <a:bodyPr/>
          <a:lstStyle/>
          <a:p>
            <a:r>
              <a:rPr lang="en-US"/>
              <a:t>What types of robots are involved in hybrid automation?</a:t>
            </a:r>
          </a:p>
          <a:p>
            <a:endParaRPr lang="en-US"/>
          </a:p>
          <a:p>
            <a:r>
              <a:rPr lang="en-US"/>
              <a:t>	Unattended robots only.</a:t>
            </a:r>
          </a:p>
          <a:p>
            <a:r>
              <a:rPr lang="en-US"/>
              <a:t>       Attended robots only. </a:t>
            </a:r>
          </a:p>
          <a:p>
            <a:r>
              <a:rPr lang="en-US"/>
              <a:t>       Attended and unattended robots.</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6/10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grpSp>
        <p:nvGrpSpPr>
          <p:cNvPr id="3" name="Group 2">
            <a:extLst>
              <a:ext uri="{FF2B5EF4-FFF2-40B4-BE49-F238E27FC236}">
                <a16:creationId xmlns:a16="http://schemas.microsoft.com/office/drawing/2014/main" id="{255F5149-AD48-29B4-6A13-0A03416C9400}"/>
              </a:ext>
            </a:extLst>
          </p:cNvPr>
          <p:cNvGrpSpPr/>
          <p:nvPr/>
        </p:nvGrpSpPr>
        <p:grpSpPr>
          <a:xfrm>
            <a:off x="379412" y="2709071"/>
            <a:ext cx="235902" cy="1102455"/>
            <a:chOff x="379412" y="3013869"/>
            <a:chExt cx="235902" cy="1102455"/>
          </a:xfrm>
        </p:grpSpPr>
        <p:sp>
          <p:nvSpPr>
            <p:cNvPr id="7" name="Open Box">
              <a:extLst>
                <a:ext uri="{FF2B5EF4-FFF2-40B4-BE49-F238E27FC236}">
                  <a16:creationId xmlns:a16="http://schemas.microsoft.com/office/drawing/2014/main" id="{AEBA9ACE-B39E-BDB3-2BB9-80517553FCED}"/>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pen Box">
              <a:extLst>
                <a:ext uri="{FF2B5EF4-FFF2-40B4-BE49-F238E27FC236}">
                  <a16:creationId xmlns:a16="http://schemas.microsoft.com/office/drawing/2014/main" id="{FA894BC8-9E34-E1FE-9E0B-B77B6667067B}"/>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pen Box">
              <a:extLst>
                <a:ext uri="{FF2B5EF4-FFF2-40B4-BE49-F238E27FC236}">
                  <a16:creationId xmlns:a16="http://schemas.microsoft.com/office/drawing/2014/main" id="{001B665F-D549-164E-C8DD-B34DC430E1D8}"/>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descr="A cartoon orange ball with blue and black legs&#10;&#10;Description automatically generated">
            <a:extLst>
              <a:ext uri="{FF2B5EF4-FFF2-40B4-BE49-F238E27FC236}">
                <a16:creationId xmlns:a16="http://schemas.microsoft.com/office/drawing/2014/main" id="{4B97DC09-5FAD-C726-5573-3A9D012DCB0E}"/>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30414337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6/10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2051844"/>
          </a:xfrm>
        </p:spPr>
        <p:txBody>
          <a:bodyPr/>
          <a:lstStyle/>
          <a:p>
            <a:r>
              <a:rPr lang="en-US"/>
              <a:t>What types of robots are involved in hybrid automation?</a:t>
            </a:r>
          </a:p>
          <a:p>
            <a:endParaRPr lang="en-US"/>
          </a:p>
          <a:p>
            <a:r>
              <a:rPr lang="en-US"/>
              <a:t>	Unattended robots only.</a:t>
            </a:r>
          </a:p>
          <a:p>
            <a:r>
              <a:rPr lang="en-US"/>
              <a:t>       Attended robots only. </a:t>
            </a:r>
          </a:p>
          <a:p>
            <a:r>
              <a:rPr lang="en-US"/>
              <a:t>       Attended and unattended robots.</a:t>
            </a:r>
          </a:p>
        </p:txBody>
      </p:sp>
      <p:grpSp>
        <p:nvGrpSpPr>
          <p:cNvPr id="8" name="Group 7">
            <a:extLst>
              <a:ext uri="{FF2B5EF4-FFF2-40B4-BE49-F238E27FC236}">
                <a16:creationId xmlns:a16="http://schemas.microsoft.com/office/drawing/2014/main" id="{4A5B5688-B2C1-D8E1-47BF-F00AF5244C3F}"/>
              </a:ext>
            </a:extLst>
          </p:cNvPr>
          <p:cNvGrpSpPr/>
          <p:nvPr/>
        </p:nvGrpSpPr>
        <p:grpSpPr>
          <a:xfrm>
            <a:off x="379412" y="2709071"/>
            <a:ext cx="235902" cy="1102455"/>
            <a:chOff x="379412" y="3013869"/>
            <a:chExt cx="235902" cy="1102455"/>
          </a:xfrm>
        </p:grpSpPr>
        <p:sp>
          <p:nvSpPr>
            <p:cNvPr id="9" name="Open Box">
              <a:extLst>
                <a:ext uri="{FF2B5EF4-FFF2-40B4-BE49-F238E27FC236}">
                  <a16:creationId xmlns:a16="http://schemas.microsoft.com/office/drawing/2014/main" id="{B5B3FE35-A527-0752-CA21-3F0252EA478A}"/>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pen Box">
              <a:extLst>
                <a:ext uri="{FF2B5EF4-FFF2-40B4-BE49-F238E27FC236}">
                  <a16:creationId xmlns:a16="http://schemas.microsoft.com/office/drawing/2014/main" id="{B15ECA55-26C7-D555-487E-C512FE6E9F16}"/>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pen Box">
              <a:extLst>
                <a:ext uri="{FF2B5EF4-FFF2-40B4-BE49-F238E27FC236}">
                  <a16:creationId xmlns:a16="http://schemas.microsoft.com/office/drawing/2014/main" id="{981A097D-818D-E4D0-60DD-D10C9FF2BD78}"/>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3" name="Check Mark">
            <a:extLst>
              <a:ext uri="{FF2B5EF4-FFF2-40B4-BE49-F238E27FC236}">
                <a16:creationId xmlns:a16="http://schemas.microsoft.com/office/drawing/2014/main" id="{F7D1D64F-499E-B280-FE0D-99C7939C3F50}"/>
              </a:ext>
            </a:extLst>
          </p:cNvPr>
          <p:cNvSpPr/>
          <p:nvPr/>
        </p:nvSpPr>
        <p:spPr>
          <a:xfrm>
            <a:off x="433955" y="3644412"/>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3" name="Picture 2" descr="A cartoon orange ball with blue and black legs&#10;&#10;Description automatically generated">
            <a:extLst>
              <a:ext uri="{FF2B5EF4-FFF2-40B4-BE49-F238E27FC236}">
                <a16:creationId xmlns:a16="http://schemas.microsoft.com/office/drawing/2014/main" id="{25AFACFA-BA8E-F4A3-4387-047CAA5C709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311708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2487861"/>
          </a:xfrm>
        </p:spPr>
        <p:txBody>
          <a:bodyPr/>
          <a:lstStyle/>
          <a:p>
            <a:r>
              <a:rPr lang="en-US"/>
              <a:t>What is the main goal of automation?</a:t>
            </a:r>
          </a:p>
          <a:p>
            <a:endParaRPr lang="en-US"/>
          </a:p>
          <a:p>
            <a:r>
              <a:rPr lang="en-US"/>
              <a:t>	To demand more human intervention in business processes.</a:t>
            </a:r>
          </a:p>
          <a:p>
            <a:r>
              <a:rPr lang="en-US"/>
              <a:t>       To make increase task/process complexity. </a:t>
            </a:r>
          </a:p>
          <a:p>
            <a:r>
              <a:rPr lang="en-US"/>
              <a:t>       To boost efficiency, accuracy, and productivity. </a:t>
            </a:r>
          </a:p>
          <a:p>
            <a:r>
              <a:rPr lang="en-US"/>
              <a:t>       To replace humans in all of the work they have to do.</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7/10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grpSp>
        <p:nvGrpSpPr>
          <p:cNvPr id="10" name="Group 9">
            <a:extLst>
              <a:ext uri="{FF2B5EF4-FFF2-40B4-BE49-F238E27FC236}">
                <a16:creationId xmlns:a16="http://schemas.microsoft.com/office/drawing/2014/main" id="{16EC70BE-D18C-28E5-8E4A-FECDF37D88F6}"/>
              </a:ext>
            </a:extLst>
          </p:cNvPr>
          <p:cNvGrpSpPr/>
          <p:nvPr/>
        </p:nvGrpSpPr>
        <p:grpSpPr>
          <a:xfrm>
            <a:off x="379412" y="2680040"/>
            <a:ext cx="235902" cy="1536192"/>
            <a:chOff x="379412" y="3013869"/>
            <a:chExt cx="235902" cy="1536192"/>
          </a:xfrm>
        </p:grpSpPr>
        <p:sp>
          <p:nvSpPr>
            <p:cNvPr id="3" name="Open Box">
              <a:extLst>
                <a:ext uri="{FF2B5EF4-FFF2-40B4-BE49-F238E27FC236}">
                  <a16:creationId xmlns:a16="http://schemas.microsoft.com/office/drawing/2014/main" id="{2F3289DA-B1D3-43BE-C2AD-AAAFD9A154AC}"/>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8B8962F6-E134-CF05-2B3F-572BF42EFD84}"/>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C0CDE049-0541-4BF6-4E79-EC0CDF4EFC88}"/>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775B03D-5D36-2B1A-0F05-F9606356B0FB}"/>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descr="A cartoon orange ball with blue and black legs&#10;&#10;Description automatically generated">
            <a:extLst>
              <a:ext uri="{FF2B5EF4-FFF2-40B4-BE49-F238E27FC236}">
                <a16:creationId xmlns:a16="http://schemas.microsoft.com/office/drawing/2014/main" id="{41ABB6EF-F4DC-A92D-E19D-ADCCC0B4FCD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7223501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2487861"/>
          </a:xfrm>
        </p:spPr>
        <p:txBody>
          <a:bodyPr/>
          <a:lstStyle/>
          <a:p>
            <a:r>
              <a:rPr lang="en-US"/>
              <a:t>What is the main goal of automation?</a:t>
            </a:r>
          </a:p>
          <a:p>
            <a:endParaRPr lang="en-US"/>
          </a:p>
          <a:p>
            <a:r>
              <a:rPr lang="en-US"/>
              <a:t>	To demand more human intervention in business processes.</a:t>
            </a:r>
          </a:p>
          <a:p>
            <a:r>
              <a:rPr lang="en-US"/>
              <a:t>       To make increase task/process complexity. </a:t>
            </a:r>
          </a:p>
          <a:p>
            <a:r>
              <a:rPr lang="en-US"/>
              <a:t>       To boost efficiency, accuracy, and productivity. </a:t>
            </a:r>
          </a:p>
          <a:p>
            <a:r>
              <a:rPr lang="en-US"/>
              <a:t>       To replace humans in all of the work they have to do.</a:t>
            </a:r>
          </a:p>
        </p:txBody>
      </p:sp>
      <p:grpSp>
        <p:nvGrpSpPr>
          <p:cNvPr id="4" name="Group 3">
            <a:extLst>
              <a:ext uri="{FF2B5EF4-FFF2-40B4-BE49-F238E27FC236}">
                <a16:creationId xmlns:a16="http://schemas.microsoft.com/office/drawing/2014/main" id="{10940AAA-5C35-FFBC-020A-A12D383B82CC}"/>
              </a:ext>
            </a:extLst>
          </p:cNvPr>
          <p:cNvGrpSpPr/>
          <p:nvPr/>
        </p:nvGrpSpPr>
        <p:grpSpPr>
          <a:xfrm>
            <a:off x="379412" y="2680040"/>
            <a:ext cx="235902" cy="1536192"/>
            <a:chOff x="379412" y="3013869"/>
            <a:chExt cx="235902" cy="1536192"/>
          </a:xfrm>
        </p:grpSpPr>
        <p:sp>
          <p:nvSpPr>
            <p:cNvPr id="5" name="Open Box">
              <a:extLst>
                <a:ext uri="{FF2B5EF4-FFF2-40B4-BE49-F238E27FC236}">
                  <a16:creationId xmlns:a16="http://schemas.microsoft.com/office/drawing/2014/main" id="{AFEF3B82-991B-EB1A-DA9D-429FB76EE7F7}"/>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BDB3461B-ECE9-6CC5-F128-147DE332A029}"/>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pen Box">
              <a:extLst>
                <a:ext uri="{FF2B5EF4-FFF2-40B4-BE49-F238E27FC236}">
                  <a16:creationId xmlns:a16="http://schemas.microsoft.com/office/drawing/2014/main" id="{C8120A8B-3ECE-433D-5504-0F6D1E44E68D}"/>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pen Box">
              <a:extLst>
                <a:ext uri="{FF2B5EF4-FFF2-40B4-BE49-F238E27FC236}">
                  <a16:creationId xmlns:a16="http://schemas.microsoft.com/office/drawing/2014/main" id="{65613969-FF2F-9336-2D8A-4F188A23FE6E}"/>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7/10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13" name="Check Mark">
            <a:extLst>
              <a:ext uri="{FF2B5EF4-FFF2-40B4-BE49-F238E27FC236}">
                <a16:creationId xmlns:a16="http://schemas.microsoft.com/office/drawing/2014/main" id="{8A677316-F46E-731D-01BE-C67E8E6A6978}"/>
              </a:ext>
            </a:extLst>
          </p:cNvPr>
          <p:cNvSpPr/>
          <p:nvPr/>
        </p:nvSpPr>
        <p:spPr>
          <a:xfrm>
            <a:off x="433955" y="3623001"/>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3" name="Picture 2" descr="A cartoon orange ball with blue and black legs&#10;&#10;Description automatically generated">
            <a:extLst>
              <a:ext uri="{FF2B5EF4-FFF2-40B4-BE49-F238E27FC236}">
                <a16:creationId xmlns:a16="http://schemas.microsoft.com/office/drawing/2014/main" id="{FA87FBA6-3590-DA82-1A45-CFE0BF1D93E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310595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2923877"/>
          </a:xfrm>
        </p:spPr>
        <p:txBody>
          <a:bodyPr/>
          <a:lstStyle/>
          <a:p>
            <a:r>
              <a:rPr lang="en-US"/>
              <a:t>What are two main advantages that automation brings?</a:t>
            </a:r>
          </a:p>
          <a:p>
            <a:endParaRPr lang="en-US"/>
          </a:p>
          <a:p>
            <a:r>
              <a:rPr lang="en-US"/>
              <a:t>	It identifies and fixes vulnerabilities in company processes.</a:t>
            </a:r>
          </a:p>
          <a:p>
            <a:r>
              <a:rPr lang="en-US"/>
              <a:t>       It reduces errors for better data quality and improves compliance. </a:t>
            </a:r>
          </a:p>
          <a:p>
            <a:r>
              <a:rPr lang="en-US"/>
              <a:t>       It helps streamline standardized processes and increases scalability. </a:t>
            </a:r>
          </a:p>
          <a:p>
            <a:r>
              <a:rPr lang="en-US"/>
              <a:t>       It makes decisions on its own, autonomously, and independently from any human input.</a:t>
            </a:r>
          </a:p>
          <a:p>
            <a:r>
              <a:rPr lang="en-US"/>
              <a:t>       It increases the workload of human employees.</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8/10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3" name="Open Box">
            <a:extLst>
              <a:ext uri="{FF2B5EF4-FFF2-40B4-BE49-F238E27FC236}">
                <a16:creationId xmlns:a16="http://schemas.microsoft.com/office/drawing/2014/main" id="{2F3289DA-B1D3-43BE-C2AD-AAAFD9A154AC}"/>
              </a:ext>
            </a:extLst>
          </p:cNvPr>
          <p:cNvSpPr/>
          <p:nvPr/>
        </p:nvSpPr>
        <p:spPr>
          <a:xfrm>
            <a:off x="379412" y="2694554"/>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8B8962F6-E134-CF05-2B3F-572BF42EFD84}"/>
              </a:ext>
            </a:extLst>
          </p:cNvPr>
          <p:cNvSpPr/>
          <p:nvPr/>
        </p:nvSpPr>
        <p:spPr>
          <a:xfrm>
            <a:off x="379412" y="3127370"/>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C0CDE049-0541-4BF6-4E79-EC0CDF4EFC88}"/>
              </a:ext>
            </a:extLst>
          </p:cNvPr>
          <p:cNvSpPr/>
          <p:nvPr/>
        </p:nvSpPr>
        <p:spPr>
          <a:xfrm>
            <a:off x="379412" y="3561107"/>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775B03D-5D36-2B1A-0F05-F9606356B0FB}"/>
              </a:ext>
            </a:extLst>
          </p:cNvPr>
          <p:cNvSpPr/>
          <p:nvPr/>
        </p:nvSpPr>
        <p:spPr>
          <a:xfrm>
            <a:off x="379412" y="3994844"/>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pen Box">
            <a:extLst>
              <a:ext uri="{FF2B5EF4-FFF2-40B4-BE49-F238E27FC236}">
                <a16:creationId xmlns:a16="http://schemas.microsoft.com/office/drawing/2014/main" id="{A44097FE-339A-E2CC-006C-9D004314723B}"/>
              </a:ext>
            </a:extLst>
          </p:cNvPr>
          <p:cNvSpPr/>
          <p:nvPr/>
        </p:nvSpPr>
        <p:spPr>
          <a:xfrm>
            <a:off x="379412" y="4428581"/>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descr="A cartoon orange ball with blue and black legs&#10;&#10;Description automatically generated">
            <a:extLst>
              <a:ext uri="{FF2B5EF4-FFF2-40B4-BE49-F238E27FC236}">
                <a16:creationId xmlns:a16="http://schemas.microsoft.com/office/drawing/2014/main" id="{26F9BBF3-0708-210E-7B60-319E3917EEE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extLst>
      <p:ext uri="{BB962C8B-B14F-4D97-AF65-F5344CB8AC3E}">
        <p14:creationId xmlns:p14="http://schemas.microsoft.com/office/powerpoint/2010/main" val="361419974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Open Box">
            <a:extLst>
              <a:ext uri="{FF2B5EF4-FFF2-40B4-BE49-F238E27FC236}">
                <a16:creationId xmlns:a16="http://schemas.microsoft.com/office/drawing/2014/main" id="{A3B37D50-B2BE-9919-3C8A-AFC17D10DB8F}"/>
              </a:ext>
            </a:extLst>
          </p:cNvPr>
          <p:cNvSpPr/>
          <p:nvPr/>
        </p:nvSpPr>
        <p:spPr>
          <a:xfrm>
            <a:off x="379412" y="3561107"/>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8/10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2923877"/>
          </a:xfrm>
        </p:spPr>
        <p:txBody>
          <a:bodyPr/>
          <a:lstStyle/>
          <a:p>
            <a:r>
              <a:rPr lang="en-US"/>
              <a:t>What are two main advantages that automation brings?</a:t>
            </a:r>
          </a:p>
          <a:p>
            <a:endParaRPr lang="en-US"/>
          </a:p>
          <a:p>
            <a:r>
              <a:rPr lang="en-US"/>
              <a:t>	It identifies and fixes vulnerabilities in company processes.</a:t>
            </a:r>
          </a:p>
          <a:p>
            <a:r>
              <a:rPr lang="en-US"/>
              <a:t>       It reduces errors for better data quality and improves compliance. </a:t>
            </a:r>
          </a:p>
          <a:p>
            <a:r>
              <a:rPr lang="en-US"/>
              <a:t>       It helps streamline standardized processes and increases scalability. </a:t>
            </a:r>
          </a:p>
          <a:p>
            <a:r>
              <a:rPr lang="en-US"/>
              <a:t>       It makes decisions on its own, autonomously, and independently from any human input.</a:t>
            </a:r>
          </a:p>
          <a:p>
            <a:r>
              <a:rPr lang="en-US"/>
              <a:t>       It increases the workload of human employees.</a:t>
            </a:r>
          </a:p>
        </p:txBody>
      </p:sp>
      <p:sp>
        <p:nvSpPr>
          <p:cNvPr id="13" name="Check Mark">
            <a:extLst>
              <a:ext uri="{FF2B5EF4-FFF2-40B4-BE49-F238E27FC236}">
                <a16:creationId xmlns:a16="http://schemas.microsoft.com/office/drawing/2014/main" id="{8A677316-F46E-731D-01BE-C67E8E6A6978}"/>
              </a:ext>
            </a:extLst>
          </p:cNvPr>
          <p:cNvSpPr/>
          <p:nvPr/>
        </p:nvSpPr>
        <p:spPr>
          <a:xfrm>
            <a:off x="433955" y="3637515"/>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9" name="Open Box">
            <a:extLst>
              <a:ext uri="{FF2B5EF4-FFF2-40B4-BE49-F238E27FC236}">
                <a16:creationId xmlns:a16="http://schemas.microsoft.com/office/drawing/2014/main" id="{7A064768-DBEA-6D62-7848-F2B88BE62709}"/>
              </a:ext>
            </a:extLst>
          </p:cNvPr>
          <p:cNvSpPr/>
          <p:nvPr/>
        </p:nvSpPr>
        <p:spPr>
          <a:xfrm>
            <a:off x="379412" y="2694554"/>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pen Box">
            <a:extLst>
              <a:ext uri="{FF2B5EF4-FFF2-40B4-BE49-F238E27FC236}">
                <a16:creationId xmlns:a16="http://schemas.microsoft.com/office/drawing/2014/main" id="{D35B68CB-581D-9307-2A5D-C5232E1E8976}"/>
              </a:ext>
            </a:extLst>
          </p:cNvPr>
          <p:cNvSpPr/>
          <p:nvPr/>
        </p:nvSpPr>
        <p:spPr>
          <a:xfrm>
            <a:off x="379412" y="3127370"/>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pen Box">
            <a:extLst>
              <a:ext uri="{FF2B5EF4-FFF2-40B4-BE49-F238E27FC236}">
                <a16:creationId xmlns:a16="http://schemas.microsoft.com/office/drawing/2014/main" id="{DEE94219-8118-852F-A96A-F8D18BF8E01C}"/>
              </a:ext>
            </a:extLst>
          </p:cNvPr>
          <p:cNvSpPr/>
          <p:nvPr/>
        </p:nvSpPr>
        <p:spPr>
          <a:xfrm>
            <a:off x="379412" y="3994844"/>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pen Box">
            <a:extLst>
              <a:ext uri="{FF2B5EF4-FFF2-40B4-BE49-F238E27FC236}">
                <a16:creationId xmlns:a16="http://schemas.microsoft.com/office/drawing/2014/main" id="{E6C47B9D-A9FC-52F6-8CE9-544545CDA4C6}"/>
              </a:ext>
            </a:extLst>
          </p:cNvPr>
          <p:cNvSpPr/>
          <p:nvPr/>
        </p:nvSpPr>
        <p:spPr>
          <a:xfrm>
            <a:off x="379412" y="4428581"/>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Check Mark">
            <a:extLst>
              <a:ext uri="{FF2B5EF4-FFF2-40B4-BE49-F238E27FC236}">
                <a16:creationId xmlns:a16="http://schemas.microsoft.com/office/drawing/2014/main" id="{154D69DB-7978-39C9-7BB4-6706268A7F55}"/>
              </a:ext>
            </a:extLst>
          </p:cNvPr>
          <p:cNvSpPr/>
          <p:nvPr/>
        </p:nvSpPr>
        <p:spPr>
          <a:xfrm>
            <a:off x="433955" y="3203778"/>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3" name="Picture 2" descr="A cartoon orange ball with blue and black legs&#10;&#10;Description automatically generated">
            <a:extLst>
              <a:ext uri="{FF2B5EF4-FFF2-40B4-BE49-F238E27FC236}">
                <a16:creationId xmlns:a16="http://schemas.microsoft.com/office/drawing/2014/main" id="{770DBBCF-060C-FAA2-2DD4-8E0A1761EEA0}"/>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extLst>
      <p:ext uri="{BB962C8B-B14F-4D97-AF65-F5344CB8AC3E}">
        <p14:creationId xmlns:p14="http://schemas.microsoft.com/office/powerpoint/2010/main" val="51306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0"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3103414"/>
          </a:xfrm>
        </p:spPr>
        <p:txBody>
          <a:bodyPr/>
          <a:lstStyle/>
          <a:p>
            <a:r>
              <a:rPr lang="en-US"/>
              <a:t>Why is it necessary to establish third-party connections for some automations in UiPath Studio Web?</a:t>
            </a:r>
          </a:p>
          <a:p>
            <a:endParaRPr lang="en-US"/>
          </a:p>
          <a:p>
            <a:r>
              <a:rPr lang="en-US"/>
              <a:t>	To allow the automation to run faster and more efficiently.</a:t>
            </a:r>
          </a:p>
          <a:p>
            <a:r>
              <a:rPr lang="en-US"/>
              <a:t>       To facilitate automatic updates to the automation workflow.</a:t>
            </a:r>
          </a:p>
          <a:p>
            <a:r>
              <a:rPr lang="en-US"/>
              <a:t>       To ensure secure storage of sensitive information within the project files.</a:t>
            </a:r>
          </a:p>
          <a:p>
            <a:pPr marL="536575" indent="-536575"/>
            <a:r>
              <a:rPr lang="en-US"/>
              <a:t>       To enable the automation to access and interact with external services (such as the Google Workspace applications).</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9/10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7" name="Open Box">
            <a:extLst>
              <a:ext uri="{FF2B5EF4-FFF2-40B4-BE49-F238E27FC236}">
                <a16:creationId xmlns:a16="http://schemas.microsoft.com/office/drawing/2014/main" id="{AEBA9ACE-B39E-BDB3-2BB9-80517553FCED}"/>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pen Box">
            <a:extLst>
              <a:ext uri="{FF2B5EF4-FFF2-40B4-BE49-F238E27FC236}">
                <a16:creationId xmlns:a16="http://schemas.microsoft.com/office/drawing/2014/main" id="{FA894BC8-9E34-E1FE-9E0B-B77B6667067B}"/>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pen Box">
            <a:extLst>
              <a:ext uri="{FF2B5EF4-FFF2-40B4-BE49-F238E27FC236}">
                <a16:creationId xmlns:a16="http://schemas.microsoft.com/office/drawing/2014/main" id="{001B665F-D549-164E-C8DD-B34DC430E1D8}"/>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pen Box">
            <a:extLst>
              <a:ext uri="{FF2B5EF4-FFF2-40B4-BE49-F238E27FC236}">
                <a16:creationId xmlns:a16="http://schemas.microsoft.com/office/drawing/2014/main" id="{C681E889-9FFF-7817-2193-34E6AE5F542D}"/>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descr="A cartoon orange ball with blue and black legs&#10;&#10;Description automatically generated">
            <a:extLst>
              <a:ext uri="{FF2B5EF4-FFF2-40B4-BE49-F238E27FC236}">
                <a16:creationId xmlns:a16="http://schemas.microsoft.com/office/drawing/2014/main" id="{63894A66-BF38-C227-D231-257A090E974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extLst>
      <p:ext uri="{BB962C8B-B14F-4D97-AF65-F5344CB8AC3E}">
        <p14:creationId xmlns:p14="http://schemas.microsoft.com/office/powerpoint/2010/main" val="264218462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9/10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3103414"/>
          </a:xfrm>
        </p:spPr>
        <p:txBody>
          <a:bodyPr/>
          <a:lstStyle/>
          <a:p>
            <a:r>
              <a:rPr lang="en-US"/>
              <a:t>Why is it necessary to establish third-party connections for some automations in UiPath Studio Web?</a:t>
            </a:r>
          </a:p>
          <a:p>
            <a:endParaRPr lang="en-US"/>
          </a:p>
          <a:p>
            <a:r>
              <a:rPr lang="en-US"/>
              <a:t>	To allow the automation to run faster and more efficiently.</a:t>
            </a:r>
          </a:p>
          <a:p>
            <a:r>
              <a:rPr lang="en-US"/>
              <a:t>       To facilitate automatic updates to the automation workflow.</a:t>
            </a:r>
          </a:p>
          <a:p>
            <a:r>
              <a:rPr lang="en-US"/>
              <a:t>       To ensure secure storage of sensitive information within the project files.</a:t>
            </a:r>
          </a:p>
          <a:p>
            <a:pPr marL="536575" indent="-536575"/>
            <a:r>
              <a:rPr lang="en-US"/>
              <a:t>       To enable the automation to access and interact with external services (such as the Google Workspace applications).</a:t>
            </a:r>
          </a:p>
        </p:txBody>
      </p:sp>
      <p:sp>
        <p:nvSpPr>
          <p:cNvPr id="3" name="Open Box">
            <a:extLst>
              <a:ext uri="{FF2B5EF4-FFF2-40B4-BE49-F238E27FC236}">
                <a16:creationId xmlns:a16="http://schemas.microsoft.com/office/drawing/2014/main" id="{7000EC47-EAE7-BC61-EBF7-B9FF4BCB6C29}"/>
              </a:ext>
            </a:extLst>
          </p:cNvPr>
          <p:cNvSpPr/>
          <p:nvPr/>
        </p:nvSpPr>
        <p:spPr>
          <a:xfrm>
            <a:off x="379412" y="301386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03C39310-4354-7C1E-1FB1-36CE6BC30E34}"/>
              </a:ext>
            </a:extLst>
          </p:cNvPr>
          <p:cNvSpPr/>
          <p:nvPr/>
        </p:nvSpPr>
        <p:spPr>
          <a:xfrm>
            <a:off x="379412" y="3446685"/>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F340DC89-59F6-DE01-C39A-D00418F35914}"/>
              </a:ext>
            </a:extLst>
          </p:cNvPr>
          <p:cNvSpPr/>
          <p:nvPr/>
        </p:nvSpPr>
        <p:spPr>
          <a:xfrm>
            <a:off x="379412" y="3880422"/>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687134C-94D1-C603-78CC-D10C55C80372}"/>
              </a:ext>
            </a:extLst>
          </p:cNvPr>
          <p:cNvSpPr/>
          <p:nvPr/>
        </p:nvSpPr>
        <p:spPr>
          <a:xfrm>
            <a:off x="379412" y="4314159"/>
            <a:ext cx="235902" cy="235902"/>
          </a:xfrm>
          <a:prstGeom prst="flowChartConnec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Check Mark">
            <a:extLst>
              <a:ext uri="{FF2B5EF4-FFF2-40B4-BE49-F238E27FC236}">
                <a16:creationId xmlns:a16="http://schemas.microsoft.com/office/drawing/2014/main" id="{4646E757-D60C-9CDB-93CB-1A7FD2B2F81A}"/>
              </a:ext>
            </a:extLst>
          </p:cNvPr>
          <p:cNvSpPr/>
          <p:nvPr/>
        </p:nvSpPr>
        <p:spPr>
          <a:xfrm>
            <a:off x="433955" y="4382926"/>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8" name="Picture 7" descr="A cartoon orange ball with blue and black legs&#10;&#10;Description automatically generated">
            <a:extLst>
              <a:ext uri="{FF2B5EF4-FFF2-40B4-BE49-F238E27FC236}">
                <a16:creationId xmlns:a16="http://schemas.microsoft.com/office/drawing/2014/main" id="{C210271E-B607-7696-31D9-408D5D52982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extLst>
      <p:ext uri="{BB962C8B-B14F-4D97-AF65-F5344CB8AC3E}">
        <p14:creationId xmlns:p14="http://schemas.microsoft.com/office/powerpoint/2010/main" val="25708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2E47200E-6FC4-891A-40C7-67106C775503}"/>
              </a:ext>
            </a:extLst>
          </p:cNvPr>
          <p:cNvSpPr>
            <a:spLocks noGrp="1"/>
          </p:cNvSpPr>
          <p:nvPr>
            <p:ph sz="quarter" idx="15"/>
          </p:nvPr>
        </p:nvSpPr>
        <p:spPr>
          <a:xfrm>
            <a:off x="381001" y="1783536"/>
            <a:ext cx="10553699" cy="2923877"/>
          </a:xfrm>
        </p:spPr>
        <p:txBody>
          <a:bodyPr/>
          <a:lstStyle/>
          <a:p>
            <a:r>
              <a:rPr lang="en-US"/>
              <a:t>In what two ways should a task or process be like to be automatable?</a:t>
            </a:r>
          </a:p>
          <a:p>
            <a:endParaRPr lang="en-US"/>
          </a:p>
          <a:p>
            <a:r>
              <a:rPr lang="en-US"/>
              <a:t>	With a high degree of complexity, involving multiple decision-makers.</a:t>
            </a:r>
          </a:p>
          <a:p>
            <a:r>
              <a:rPr lang="en-US"/>
              <a:t>       Requiring creative problem solving. </a:t>
            </a:r>
          </a:p>
          <a:p>
            <a:r>
              <a:rPr lang="en-US"/>
              <a:t>       Constantly changing. </a:t>
            </a:r>
          </a:p>
          <a:p>
            <a:r>
              <a:rPr lang="en-US"/>
              <a:t>       Repetitive and predictable.</a:t>
            </a:r>
          </a:p>
          <a:p>
            <a:r>
              <a:rPr lang="en-US"/>
              <a:t>       Rule-based.</a:t>
            </a:r>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10/10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3" name="Open Box">
            <a:extLst>
              <a:ext uri="{FF2B5EF4-FFF2-40B4-BE49-F238E27FC236}">
                <a16:creationId xmlns:a16="http://schemas.microsoft.com/office/drawing/2014/main" id="{2F3289DA-B1D3-43BE-C2AD-AAAFD9A154AC}"/>
              </a:ext>
            </a:extLst>
          </p:cNvPr>
          <p:cNvSpPr/>
          <p:nvPr/>
        </p:nvSpPr>
        <p:spPr>
          <a:xfrm>
            <a:off x="379412" y="2709070"/>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pen Box">
            <a:extLst>
              <a:ext uri="{FF2B5EF4-FFF2-40B4-BE49-F238E27FC236}">
                <a16:creationId xmlns:a16="http://schemas.microsoft.com/office/drawing/2014/main" id="{8B8962F6-E134-CF05-2B3F-572BF42EFD84}"/>
              </a:ext>
            </a:extLst>
          </p:cNvPr>
          <p:cNvSpPr/>
          <p:nvPr/>
        </p:nvSpPr>
        <p:spPr>
          <a:xfrm>
            <a:off x="379412" y="3141886"/>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pen Box">
            <a:extLst>
              <a:ext uri="{FF2B5EF4-FFF2-40B4-BE49-F238E27FC236}">
                <a16:creationId xmlns:a16="http://schemas.microsoft.com/office/drawing/2014/main" id="{C0CDE049-0541-4BF6-4E79-EC0CDF4EFC88}"/>
              </a:ext>
            </a:extLst>
          </p:cNvPr>
          <p:cNvSpPr/>
          <p:nvPr/>
        </p:nvSpPr>
        <p:spPr>
          <a:xfrm>
            <a:off x="379412" y="3575623"/>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pen Box">
            <a:extLst>
              <a:ext uri="{FF2B5EF4-FFF2-40B4-BE49-F238E27FC236}">
                <a16:creationId xmlns:a16="http://schemas.microsoft.com/office/drawing/2014/main" id="{1775B03D-5D36-2B1A-0F05-F9606356B0FB}"/>
              </a:ext>
            </a:extLst>
          </p:cNvPr>
          <p:cNvSpPr/>
          <p:nvPr/>
        </p:nvSpPr>
        <p:spPr>
          <a:xfrm>
            <a:off x="379412" y="4009360"/>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pen Box">
            <a:extLst>
              <a:ext uri="{FF2B5EF4-FFF2-40B4-BE49-F238E27FC236}">
                <a16:creationId xmlns:a16="http://schemas.microsoft.com/office/drawing/2014/main" id="{A44097FE-339A-E2CC-006C-9D004314723B}"/>
              </a:ext>
            </a:extLst>
          </p:cNvPr>
          <p:cNvSpPr/>
          <p:nvPr/>
        </p:nvSpPr>
        <p:spPr>
          <a:xfrm>
            <a:off x="379412" y="4443097"/>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descr="A cartoon orange ball with blue and black legs&#10;&#10;Description automatically generated">
            <a:extLst>
              <a:ext uri="{FF2B5EF4-FFF2-40B4-BE49-F238E27FC236}">
                <a16:creationId xmlns:a16="http://schemas.microsoft.com/office/drawing/2014/main" id="{2CCA8DEC-584C-EA19-3B3B-2B87329777F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extLst>
      <p:ext uri="{BB962C8B-B14F-4D97-AF65-F5344CB8AC3E}">
        <p14:creationId xmlns:p14="http://schemas.microsoft.com/office/powerpoint/2010/main" val="64703615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Open Box">
            <a:extLst>
              <a:ext uri="{FF2B5EF4-FFF2-40B4-BE49-F238E27FC236}">
                <a16:creationId xmlns:a16="http://schemas.microsoft.com/office/drawing/2014/main" id="{FBAAE3D8-3367-376D-A748-D1B1606BB715}"/>
              </a:ext>
            </a:extLst>
          </p:cNvPr>
          <p:cNvSpPr/>
          <p:nvPr/>
        </p:nvSpPr>
        <p:spPr>
          <a:xfrm>
            <a:off x="379412" y="4009360"/>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Placeholder 1">
            <a:extLst>
              <a:ext uri="{FF2B5EF4-FFF2-40B4-BE49-F238E27FC236}">
                <a16:creationId xmlns:a16="http://schemas.microsoft.com/office/drawing/2014/main" id="{BECD44AC-1591-0EEF-EF99-48D2E8918F1D}"/>
              </a:ext>
            </a:extLst>
          </p:cNvPr>
          <p:cNvSpPr>
            <a:spLocks noGrp="1"/>
          </p:cNvSpPr>
          <p:nvPr>
            <p:ph type="body" sz="quarter" idx="14"/>
          </p:nvPr>
        </p:nvSpPr>
        <p:spPr/>
        <p:txBody>
          <a:bodyPr/>
          <a:lstStyle/>
          <a:p>
            <a:r>
              <a:rPr lang="en-IN"/>
              <a:t>10/10</a:t>
            </a:r>
          </a:p>
        </p:txBody>
      </p:sp>
      <p:sp>
        <p:nvSpPr>
          <p:cNvPr id="15" name="Title 14">
            <a:extLst>
              <a:ext uri="{FF2B5EF4-FFF2-40B4-BE49-F238E27FC236}">
                <a16:creationId xmlns:a16="http://schemas.microsoft.com/office/drawing/2014/main" id="{2645AF83-C232-3F0A-B55D-AB8D55638965}"/>
              </a:ext>
            </a:extLst>
          </p:cNvPr>
          <p:cNvSpPr>
            <a:spLocks noGrp="1"/>
          </p:cNvSpPr>
          <p:nvPr>
            <p:ph type="title"/>
          </p:nvPr>
        </p:nvSpPr>
        <p:spPr/>
        <p:txBody>
          <a:bodyPr/>
          <a:lstStyle/>
          <a:p>
            <a:r>
              <a:rPr lang="en-IN"/>
              <a:t>Check your knowledge</a:t>
            </a:r>
          </a:p>
        </p:txBody>
      </p:sp>
      <p:sp>
        <p:nvSpPr>
          <p:cNvPr id="25" name="Content Placeholder 15">
            <a:extLst>
              <a:ext uri="{FF2B5EF4-FFF2-40B4-BE49-F238E27FC236}">
                <a16:creationId xmlns:a16="http://schemas.microsoft.com/office/drawing/2014/main" id="{DF48A0C2-1E4B-B1BF-F1BD-947C864FB5ED}"/>
              </a:ext>
            </a:extLst>
          </p:cNvPr>
          <p:cNvSpPr>
            <a:spLocks noGrp="1"/>
          </p:cNvSpPr>
          <p:nvPr>
            <p:ph sz="quarter" idx="15"/>
          </p:nvPr>
        </p:nvSpPr>
        <p:spPr>
          <a:xfrm>
            <a:off x="381001" y="1783536"/>
            <a:ext cx="10553699" cy="2923877"/>
          </a:xfrm>
        </p:spPr>
        <p:txBody>
          <a:bodyPr/>
          <a:lstStyle/>
          <a:p>
            <a:r>
              <a:rPr lang="en-US"/>
              <a:t>In what two ways should a task or process be like to be automatable?</a:t>
            </a:r>
          </a:p>
          <a:p>
            <a:endParaRPr lang="en-US"/>
          </a:p>
          <a:p>
            <a:r>
              <a:rPr lang="en-US"/>
              <a:t>	With a high degree of complexity, involving multiple decision-makers.</a:t>
            </a:r>
          </a:p>
          <a:p>
            <a:r>
              <a:rPr lang="en-US"/>
              <a:t>       Requiring creative problem solving. </a:t>
            </a:r>
          </a:p>
          <a:p>
            <a:r>
              <a:rPr lang="en-US"/>
              <a:t>       Constantly changing. </a:t>
            </a:r>
          </a:p>
          <a:p>
            <a:r>
              <a:rPr lang="en-US"/>
              <a:t>       Repetitive and predictable.</a:t>
            </a:r>
          </a:p>
          <a:p>
            <a:r>
              <a:rPr lang="en-US"/>
              <a:t>       Rule-based..</a:t>
            </a:r>
          </a:p>
        </p:txBody>
      </p:sp>
      <p:sp>
        <p:nvSpPr>
          <p:cNvPr id="16" name="Check Mark">
            <a:extLst>
              <a:ext uri="{FF2B5EF4-FFF2-40B4-BE49-F238E27FC236}">
                <a16:creationId xmlns:a16="http://schemas.microsoft.com/office/drawing/2014/main" id="{F67E0C99-8EB1-D135-F074-C8AF76FA9111}"/>
              </a:ext>
            </a:extLst>
          </p:cNvPr>
          <p:cNvSpPr/>
          <p:nvPr/>
        </p:nvSpPr>
        <p:spPr>
          <a:xfrm>
            <a:off x="433955" y="4072031"/>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sp>
        <p:nvSpPr>
          <p:cNvPr id="9" name="Open Box">
            <a:extLst>
              <a:ext uri="{FF2B5EF4-FFF2-40B4-BE49-F238E27FC236}">
                <a16:creationId xmlns:a16="http://schemas.microsoft.com/office/drawing/2014/main" id="{63CC7159-D961-738F-7F89-3A458263C8E7}"/>
              </a:ext>
            </a:extLst>
          </p:cNvPr>
          <p:cNvSpPr/>
          <p:nvPr/>
        </p:nvSpPr>
        <p:spPr>
          <a:xfrm>
            <a:off x="379412" y="2709070"/>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pen Box">
            <a:extLst>
              <a:ext uri="{FF2B5EF4-FFF2-40B4-BE49-F238E27FC236}">
                <a16:creationId xmlns:a16="http://schemas.microsoft.com/office/drawing/2014/main" id="{545C9252-4E03-0DA9-EE7A-F7891D7D6F52}"/>
              </a:ext>
            </a:extLst>
          </p:cNvPr>
          <p:cNvSpPr/>
          <p:nvPr/>
        </p:nvSpPr>
        <p:spPr>
          <a:xfrm>
            <a:off x="379412" y="3141886"/>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pen Box">
            <a:extLst>
              <a:ext uri="{FF2B5EF4-FFF2-40B4-BE49-F238E27FC236}">
                <a16:creationId xmlns:a16="http://schemas.microsoft.com/office/drawing/2014/main" id="{86620911-7440-A445-B55A-A35A98523AAE}"/>
              </a:ext>
            </a:extLst>
          </p:cNvPr>
          <p:cNvSpPr/>
          <p:nvPr/>
        </p:nvSpPr>
        <p:spPr>
          <a:xfrm>
            <a:off x="379412" y="3575623"/>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pen Box">
            <a:extLst>
              <a:ext uri="{FF2B5EF4-FFF2-40B4-BE49-F238E27FC236}">
                <a16:creationId xmlns:a16="http://schemas.microsoft.com/office/drawing/2014/main" id="{B942C93B-25BC-55C6-1F08-8934236796CC}"/>
              </a:ext>
            </a:extLst>
          </p:cNvPr>
          <p:cNvSpPr/>
          <p:nvPr/>
        </p:nvSpPr>
        <p:spPr>
          <a:xfrm>
            <a:off x="379412" y="4443097"/>
            <a:ext cx="235902" cy="235902"/>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Check Mark">
            <a:extLst>
              <a:ext uri="{FF2B5EF4-FFF2-40B4-BE49-F238E27FC236}">
                <a16:creationId xmlns:a16="http://schemas.microsoft.com/office/drawing/2014/main" id="{83B80238-10AA-2710-D670-56F40B31A39B}"/>
              </a:ext>
            </a:extLst>
          </p:cNvPr>
          <p:cNvSpPr/>
          <p:nvPr/>
        </p:nvSpPr>
        <p:spPr>
          <a:xfrm>
            <a:off x="433955" y="4515782"/>
            <a:ext cx="126815" cy="83086"/>
          </a:xfrm>
          <a:custGeom>
            <a:avLst/>
            <a:gdLst>
              <a:gd name="connsiteX0" fmla="*/ 0 w 152399"/>
              <a:gd name="connsiteY0" fmla="*/ 38100 h 95249"/>
              <a:gd name="connsiteX1" fmla="*/ 57150 w 152399"/>
              <a:gd name="connsiteY1" fmla="*/ 95250 h 95249"/>
              <a:gd name="connsiteX2" fmla="*/ 152400 w 152399"/>
              <a:gd name="connsiteY2" fmla="*/ 0 h 95249"/>
              <a:gd name="connsiteX0" fmla="*/ 0 w 127635"/>
              <a:gd name="connsiteY0" fmla="*/ 66675 h 95250"/>
              <a:gd name="connsiteX1" fmla="*/ 32385 w 127635"/>
              <a:gd name="connsiteY1" fmla="*/ 95250 h 95250"/>
              <a:gd name="connsiteX2" fmla="*/ 127635 w 127635"/>
              <a:gd name="connsiteY2" fmla="*/ 0 h 95250"/>
              <a:gd name="connsiteX0" fmla="*/ 0 w 110490"/>
              <a:gd name="connsiteY0" fmla="*/ 43815 h 72390"/>
              <a:gd name="connsiteX1" fmla="*/ 32385 w 110490"/>
              <a:gd name="connsiteY1" fmla="*/ 72390 h 72390"/>
              <a:gd name="connsiteX2" fmla="*/ 110490 w 110490"/>
              <a:gd name="connsiteY2" fmla="*/ 0 h 72390"/>
            </a:gdLst>
            <a:ahLst/>
            <a:cxnLst>
              <a:cxn ang="0">
                <a:pos x="connsiteX0" y="connsiteY0"/>
              </a:cxn>
              <a:cxn ang="0">
                <a:pos x="connsiteX1" y="connsiteY1"/>
              </a:cxn>
              <a:cxn ang="0">
                <a:pos x="connsiteX2" y="connsiteY2"/>
              </a:cxn>
            </a:cxnLst>
            <a:rect l="l" t="t" r="r" b="b"/>
            <a:pathLst>
              <a:path w="110490" h="72390">
                <a:moveTo>
                  <a:pt x="0" y="43815"/>
                </a:moveTo>
                <a:lnTo>
                  <a:pt x="32385" y="72390"/>
                </a:lnTo>
                <a:lnTo>
                  <a:pt x="110490" y="0"/>
                </a:lnTo>
              </a:path>
            </a:pathLst>
          </a:custGeom>
          <a:noFill/>
          <a:ln w="25400" cap="flat">
            <a:solidFill>
              <a:srgbClr val="FA4616"/>
            </a:solidFill>
            <a:prstDash val="solid"/>
            <a:miter/>
          </a:ln>
        </p:spPr>
        <p:txBody>
          <a:bodyPr rtlCol="0" anchor="ctr"/>
          <a:lstStyle/>
          <a:p>
            <a:endParaRPr lang="en-IN"/>
          </a:p>
        </p:txBody>
      </p:sp>
      <p:pic>
        <p:nvPicPr>
          <p:cNvPr id="3" name="Picture 2" descr="A cartoon orange ball with blue and black legs&#10;&#10;Description automatically generated">
            <a:extLst>
              <a:ext uri="{FF2B5EF4-FFF2-40B4-BE49-F238E27FC236}">
                <a16:creationId xmlns:a16="http://schemas.microsoft.com/office/drawing/2014/main" id="{8E82BB29-43BE-8A07-C28E-2B2FBE08B26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flipH="1">
            <a:off x="9748762" y="4891183"/>
            <a:ext cx="1600282" cy="1657435"/>
          </a:xfrm>
          <a:prstGeom prst="rect">
            <a:avLst/>
          </a:prstGeom>
        </p:spPr>
      </p:pic>
    </p:spTree>
    <p:custDataLst>
      <p:tags r:id="rId1"/>
    </p:custDataLst>
    <p:extLst>
      <p:ext uri="{BB962C8B-B14F-4D97-AF65-F5344CB8AC3E}">
        <p14:creationId xmlns:p14="http://schemas.microsoft.com/office/powerpoint/2010/main" val="232837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2"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851E-6D60-C7E3-9B63-8A12F89ECCB3}"/>
              </a:ext>
            </a:extLst>
          </p:cNvPr>
          <p:cNvSpPr>
            <a:spLocks noGrp="1"/>
          </p:cNvSpPr>
          <p:nvPr>
            <p:ph type="ctrTitle"/>
          </p:nvPr>
        </p:nvSpPr>
        <p:spPr/>
        <p:txBody>
          <a:bodyPr/>
          <a:lstStyle/>
          <a:p>
            <a:r>
              <a:rPr lang="en-IN"/>
              <a:t>Discussion</a:t>
            </a:r>
          </a:p>
        </p:txBody>
      </p:sp>
    </p:spTree>
    <p:custDataLst>
      <p:tags r:id="rId1"/>
    </p:custDataLst>
    <p:extLst>
      <p:ext uri="{BB962C8B-B14F-4D97-AF65-F5344CB8AC3E}">
        <p14:creationId xmlns:p14="http://schemas.microsoft.com/office/powerpoint/2010/main" val="183373047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B6D7D409-2668-0468-53EB-101A32DB093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39131" y="2723209"/>
            <a:ext cx="4195991" cy="3748419"/>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4">
            <a:extLst>
              <a:ext uri="{FF2B5EF4-FFF2-40B4-BE49-F238E27FC236}">
                <a16:creationId xmlns:a16="http://schemas.microsoft.com/office/drawing/2014/main" id="{17C724CD-4D3D-D2AD-E575-8A65A3FF78AE}"/>
              </a:ext>
            </a:extLst>
          </p:cNvPr>
          <p:cNvSpPr txBox="1">
            <a:spLocks/>
          </p:cNvSpPr>
          <p:nvPr/>
        </p:nvSpPr>
        <p:spPr>
          <a:xfrm>
            <a:off x="1608676" y="1493604"/>
            <a:ext cx="8971473" cy="615553"/>
          </a:xfrm>
          <a:prstGeom prst="rect">
            <a:avLst/>
          </a:prstGeom>
        </p:spPr>
        <p:txBody>
          <a:bodyPr vert="horz" wrap="square" lIns="0" tIns="0" rIns="0" bIns="0" rtlCol="0" anchor="t" anchorCtr="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4000" b="1" dirty="0">
                <a:solidFill>
                  <a:schemeClr val="accent1"/>
                </a:solidFill>
              </a:rPr>
              <a:t>We’d</a:t>
            </a:r>
            <a:r>
              <a:rPr lang="en-US" sz="2800" dirty="0"/>
              <a:t> </a:t>
            </a:r>
            <a:r>
              <a:rPr lang="en-US" sz="4000" b="1" dirty="0">
                <a:solidFill>
                  <a:schemeClr val="accent1"/>
                </a:solidFill>
              </a:rPr>
              <a:t>love</a:t>
            </a:r>
            <a:r>
              <a:rPr lang="en-US" sz="2800" dirty="0"/>
              <a:t> </a:t>
            </a:r>
            <a:r>
              <a:rPr lang="en-US" sz="4000" b="1" dirty="0">
                <a:solidFill>
                  <a:srgbClr val="FF0000"/>
                </a:solidFill>
              </a:rPr>
              <a:t>to read your feedback!</a:t>
            </a:r>
          </a:p>
        </p:txBody>
      </p:sp>
      <p:sp>
        <p:nvSpPr>
          <p:cNvPr id="8" name="Text Placeholder 4">
            <a:extLst>
              <a:ext uri="{FF2B5EF4-FFF2-40B4-BE49-F238E27FC236}">
                <a16:creationId xmlns:a16="http://schemas.microsoft.com/office/drawing/2014/main" id="{F9320412-FBFF-C729-E911-3F18A6A53C56}"/>
              </a:ext>
            </a:extLst>
          </p:cNvPr>
          <p:cNvSpPr txBox="1">
            <a:spLocks/>
          </p:cNvSpPr>
          <p:nvPr/>
        </p:nvSpPr>
        <p:spPr>
          <a:xfrm>
            <a:off x="7769621" y="4748844"/>
            <a:ext cx="3276354" cy="430887"/>
          </a:xfrm>
          <a:prstGeom prst="rect">
            <a:avLst/>
          </a:prstGeom>
        </p:spPr>
        <p:txBody>
          <a:bodyPr vert="horz" wrap="square" lIns="0" tIns="0" rIns="0" bIns="0" rtlCol="0">
            <a:spAutoFit/>
          </a:bodyPr>
          <a:lstStyle>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tx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tx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tx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tx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dirty="0">
                <a:hlinkClick r:id="rId5"/>
              </a:rPr>
              <a:t>Open the form</a:t>
            </a:r>
            <a:endParaRPr lang="en-US" sz="2800" dirty="0"/>
          </a:p>
        </p:txBody>
      </p:sp>
    </p:spTree>
    <p:custDataLst>
      <p:tags r:id="rId1"/>
    </p:custDataLst>
    <p:extLst>
      <p:ext uri="{BB962C8B-B14F-4D97-AF65-F5344CB8AC3E}">
        <p14:creationId xmlns:p14="http://schemas.microsoft.com/office/powerpoint/2010/main" val="9811206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rimary Presentation Layouts">
  <a:themeElements>
    <a:clrScheme name="UiPath">
      <a:dk1>
        <a:srgbClr val="000000"/>
      </a:dk1>
      <a:lt1>
        <a:srgbClr val="FFFFFF"/>
      </a:lt1>
      <a:dk2>
        <a:srgbClr val="58595B"/>
      </a:dk2>
      <a:lt2>
        <a:srgbClr val="E3E3E3"/>
      </a:lt2>
      <a:accent1>
        <a:srgbClr val="FA4616"/>
      </a:accent1>
      <a:accent2>
        <a:srgbClr val="F4A700"/>
      </a:accent2>
      <a:accent3>
        <a:srgbClr val="DC2560"/>
      </a:accent3>
      <a:accent4>
        <a:srgbClr val="8B3D8A"/>
      </a:accent4>
      <a:accent5>
        <a:srgbClr val="95D041"/>
      </a:accent5>
      <a:accent6>
        <a:srgbClr val="1168CD"/>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91440" tIns="91440" rIns="91440" bIns="91440" rtlCol="0" anchor="ctr" anchorCtr="0">
        <a:spAutoFit/>
      </a:bodyPr>
      <a:lstStyle>
        <a:defPPr algn="l">
          <a:defRPr sz="1400" b="0" i="0" dirty="0">
            <a:solidFill>
              <a:schemeClr val="tx1"/>
            </a:solidFill>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lIns="91440" tIns="91440" rIns="91440" bIns="91440" rtlCol="0">
        <a:spAutoFit/>
      </a:bodyPr>
      <a:lstStyle>
        <a:defPPr algn="l">
          <a:defRPr sz="1400" dirty="0" err="1" smtClean="0">
            <a:latin typeface="Arial"/>
            <a:cs typeface="Arial"/>
          </a:defRPr>
        </a:defPPr>
      </a:lstStyle>
    </a:txDef>
  </a:objectDefaults>
  <a:extraClrSchemeLst/>
  <a:custClrLst>
    <a:custClr name="UiPath Black">
      <a:srgbClr val="000000"/>
    </a:custClr>
    <a:custClr name="UiPath White">
      <a:srgbClr val="FFFFFF"/>
    </a:custClr>
    <a:custClr name="UiPath Light Grey">
      <a:srgbClr val="E3E3E3"/>
    </a:custClr>
    <a:custClr name="UiPath Orange">
      <a:srgbClr val="FA4616"/>
    </a:custClr>
    <a:custClr name="UiPath Marigold">
      <a:srgbClr val="F4A700"/>
    </a:custClr>
    <a:custClr name="UiPath Magenta">
      <a:srgbClr val="DC2560"/>
    </a:custClr>
    <a:custClr name="UiPath Purple">
      <a:srgbClr val="8B3D8A"/>
    </a:custClr>
    <a:custClr name="UiPath Green">
      <a:srgbClr val="95D041"/>
    </a:custClr>
    <a:custClr name="UiPath Teal">
      <a:srgbClr val="0BA2B3"/>
    </a:custClr>
    <a:custClr name="UiPath Blue">
      <a:srgbClr val="1168CD"/>
    </a:custClr>
    <a:custClr name="UiPath Black">
      <a:srgbClr val="000000"/>
    </a:custClr>
    <a:custClr name="UiPath Pale Grey">
      <a:srgbClr val="F6F6F6"/>
    </a:custClr>
    <a:custClr name="UiPath Dark Grey">
      <a:srgbClr val="595959"/>
    </a:custClr>
    <a:custClr name="UiPath Dark Orange">
      <a:srgbClr val="DC4226"/>
    </a:custClr>
    <a:custClr name="UiPath Mid-Marigold">
      <a:srgbClr val="D99600"/>
    </a:custClr>
    <a:custClr name="UiPath Mid-Magenta">
      <a:srgbClr val="C62157"/>
    </a:custClr>
    <a:custClr name="UiPath Mid-Purple">
      <a:srgbClr val="77397C"/>
    </a:custClr>
    <a:custClr name="UiPath Mid-Green">
      <a:srgbClr val="87B73B"/>
    </a:custClr>
    <a:custClr name="UiPath Mid-Teal">
      <a:srgbClr val="078E9E"/>
    </a:custClr>
    <a:custClr name="UiPath Mid-Blue">
      <a:srgbClr val="245BAA"/>
    </a:custClr>
  </a:custClrLst>
  <a:extLst>
    <a:ext uri="{05A4C25C-085E-4340-85A3-A5531E510DB2}">
      <thm15:themeFamily xmlns:thm15="http://schemas.microsoft.com/office/thememl/2012/main" name="Primary Presentation Layouts" id="{40DE144E-FD2B-4B8B-A929-DF57F3A48C4F}" vid="{3C430A73-1928-44B8-B02A-F801E3571F03}"/>
    </a:ext>
  </a:extLst>
</a:theme>
</file>

<file path=ppt/theme/theme2.xml><?xml version="1.0" encoding="utf-8"?>
<a:theme xmlns:a="http://schemas.openxmlformats.org/drawingml/2006/main" name="Primary Publication Layouts">
  <a:themeElements>
    <a:clrScheme name="UiPath">
      <a:dk1>
        <a:srgbClr val="000000"/>
      </a:dk1>
      <a:lt1>
        <a:srgbClr val="FFFFFF"/>
      </a:lt1>
      <a:dk2>
        <a:srgbClr val="58595B"/>
      </a:dk2>
      <a:lt2>
        <a:srgbClr val="E3E3E3"/>
      </a:lt2>
      <a:accent1>
        <a:srgbClr val="FA4616"/>
      </a:accent1>
      <a:accent2>
        <a:srgbClr val="F4A700"/>
      </a:accent2>
      <a:accent3>
        <a:srgbClr val="DC2560"/>
      </a:accent3>
      <a:accent4>
        <a:srgbClr val="8B3D8A"/>
      </a:accent4>
      <a:accent5>
        <a:srgbClr val="95D041"/>
      </a:accent5>
      <a:accent6>
        <a:srgbClr val="1168CD"/>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lIns="0" tIns="0" rIns="0" bIns="0" rtlCol="0" anchor="ctr" anchorCtr="0"/>
      <a:lstStyle>
        <a:defPPr algn="ctr">
          <a:defRPr sz="1400" b="0" i="0"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91440" tIns="91440" rIns="91440" bIns="91440" rtlCol="0">
        <a:spAutoFit/>
      </a:bodyPr>
      <a:lstStyle>
        <a:defPPr algn="l">
          <a:defRPr sz="1400" dirty="0" err="1" smtClean="0">
            <a:latin typeface="Arial"/>
            <a:cs typeface="Arial"/>
          </a:defRPr>
        </a:defPPr>
      </a:lstStyle>
    </a:txDef>
  </a:objectDefaults>
  <a:extraClrSchemeLst/>
  <a:custClrLst>
    <a:custClr name="Black">
      <a:srgbClr val="000000"/>
    </a:custClr>
    <a:custClr name="White">
      <a:srgbClr val="FFFFFF"/>
    </a:custClr>
    <a:custClr name="Light Grey">
      <a:srgbClr val="E3E3E3"/>
    </a:custClr>
    <a:custClr name="Orange">
      <a:srgbClr val="FA4616"/>
    </a:custClr>
    <a:custClr name="Marigold">
      <a:srgbClr val="F4A700"/>
    </a:custClr>
    <a:custClr name="Magenta">
      <a:srgbClr val="DC2560"/>
    </a:custClr>
    <a:custClr name="Purple">
      <a:srgbClr val="8B3D8A"/>
    </a:custClr>
    <a:custClr name="Green">
      <a:srgbClr val="95D041"/>
    </a:custClr>
    <a:custClr name="Teal">
      <a:srgbClr val="0BA2B3"/>
    </a:custClr>
    <a:custClr name="Blue">
      <a:srgbClr val="1168CD"/>
    </a:custClr>
    <a:custClr name="Black">
      <a:srgbClr val="000000"/>
    </a:custClr>
    <a:custClr name="Pale Grey">
      <a:srgbClr val="F6F6F6"/>
    </a:custClr>
    <a:custClr name="Dark Grey">
      <a:srgbClr val="595959"/>
    </a:custClr>
    <a:custClr name="Dark Orange">
      <a:srgbClr val="DC4226"/>
    </a:custClr>
    <a:custClr name="Mid-Marigold">
      <a:srgbClr val="D99600"/>
    </a:custClr>
    <a:custClr name="Mid-Magenta">
      <a:srgbClr val="C62157"/>
    </a:custClr>
    <a:custClr name="Mid-Purple">
      <a:srgbClr val="77397C"/>
    </a:custClr>
    <a:custClr name="Mid-Green">
      <a:srgbClr val="87B73B"/>
    </a:custClr>
    <a:custClr name="Mid-Teal">
      <a:srgbClr val="078E9E"/>
    </a:custClr>
    <a:custClr name="Mid-Blue">
      <a:srgbClr val="245BAA"/>
    </a:custClr>
  </a:custClrLst>
  <a:extLst>
    <a:ext uri="{05A4C25C-085E-4340-85A3-A5531E510DB2}">
      <thm15:themeFamily xmlns:thm15="http://schemas.microsoft.com/office/thememl/2012/main" name="Primary Publication Layouts" id="{C458B6D5-8BD7-474E-B3B2-8EFB3EE7859E}" vid="{EF7DF30E-CBA2-4229-9835-D252887B1863}"/>
    </a:ext>
  </a:extLst>
</a:theme>
</file>

<file path=ppt/theme/theme3.xml><?xml version="1.0" encoding="utf-8"?>
<a:theme xmlns:a="http://schemas.openxmlformats.org/drawingml/2006/main" name="Alternative Presentation Layouts">
  <a:themeElements>
    <a:clrScheme name="UiPath">
      <a:dk1>
        <a:srgbClr val="000000"/>
      </a:dk1>
      <a:lt1>
        <a:srgbClr val="FFFFFF"/>
      </a:lt1>
      <a:dk2>
        <a:srgbClr val="58595B"/>
      </a:dk2>
      <a:lt2>
        <a:srgbClr val="E3E3E3"/>
      </a:lt2>
      <a:accent1>
        <a:srgbClr val="FA4616"/>
      </a:accent1>
      <a:accent2>
        <a:srgbClr val="F4A700"/>
      </a:accent2>
      <a:accent3>
        <a:srgbClr val="DC2560"/>
      </a:accent3>
      <a:accent4>
        <a:srgbClr val="8B3D8A"/>
      </a:accent4>
      <a:accent5>
        <a:srgbClr val="95D041"/>
      </a:accent5>
      <a:accent6>
        <a:srgbClr val="1168CD"/>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lIns="0" tIns="0" rIns="0" bIns="0" rtlCol="0" anchor="ctr" anchorCtr="0"/>
      <a:lstStyle>
        <a:defPPr algn="ctr">
          <a:defRPr sz="1400" b="0" i="0"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defRPr sz="1400" dirty="0" err="1" smtClean="0">
            <a:latin typeface="Arial"/>
            <a:cs typeface="Arial"/>
          </a:defRPr>
        </a:defPPr>
      </a:lstStyle>
    </a:txDef>
  </a:objectDefaults>
  <a:extraClrSchemeLst/>
  <a:custClrLst>
    <a:custClr name="Black">
      <a:srgbClr val="000000"/>
    </a:custClr>
    <a:custClr name="White">
      <a:srgbClr val="FFFFFF"/>
    </a:custClr>
    <a:custClr name="Light Grey">
      <a:srgbClr val="E3E3E3"/>
    </a:custClr>
    <a:custClr name="Orange">
      <a:srgbClr val="FA4616"/>
    </a:custClr>
    <a:custClr name="Marigold">
      <a:srgbClr val="F4A700"/>
    </a:custClr>
    <a:custClr name="Magenta">
      <a:srgbClr val="DC2560"/>
    </a:custClr>
    <a:custClr name="Purple">
      <a:srgbClr val="8B3D8A"/>
    </a:custClr>
    <a:custClr name="Green">
      <a:srgbClr val="95D041"/>
    </a:custClr>
    <a:custClr name="Teal">
      <a:srgbClr val="0BA2B3"/>
    </a:custClr>
    <a:custClr name="Blue">
      <a:srgbClr val="1168CD"/>
    </a:custClr>
    <a:custClr name="Black">
      <a:srgbClr val="000000"/>
    </a:custClr>
    <a:custClr name="Pale Grey">
      <a:srgbClr val="F6F6F6"/>
    </a:custClr>
    <a:custClr name="Dark Grey">
      <a:srgbClr val="595959"/>
    </a:custClr>
    <a:custClr name="Dark Orange">
      <a:srgbClr val="DC4226"/>
    </a:custClr>
    <a:custClr name="Mid-Marigold">
      <a:srgbClr val="D99600"/>
    </a:custClr>
    <a:custClr name="Mid-Magenta">
      <a:srgbClr val="C62157"/>
    </a:custClr>
    <a:custClr name="Mid-Purple">
      <a:srgbClr val="77397C"/>
    </a:custClr>
    <a:custClr name="Mid-Green">
      <a:srgbClr val="87B73B"/>
    </a:custClr>
    <a:custClr name="Mid-Teal">
      <a:srgbClr val="078E9E"/>
    </a:custClr>
    <a:custClr name="Mid-Blue">
      <a:srgbClr val="245BAA"/>
    </a:custClr>
  </a:custClrLst>
  <a:extLst>
    <a:ext uri="{05A4C25C-085E-4340-85A3-A5531E510DB2}">
      <thm15:themeFamily xmlns:thm15="http://schemas.microsoft.com/office/thememl/2012/main" name="Alternative Presentation Layouts" id="{D8C78AB1-EA66-43F1-AEA1-5B43655958DA}" vid="{B12F3EDD-2E1D-4BBD-BFD4-3DC4210BC126}"/>
    </a:ext>
  </a:extLst>
</a:theme>
</file>

<file path=ppt/theme/theme4.xml><?xml version="1.0" encoding="utf-8"?>
<a:theme xmlns:a="http://schemas.openxmlformats.org/drawingml/2006/main" name="Alternative Publication Layouts">
  <a:themeElements>
    <a:clrScheme name="UiPath">
      <a:dk1>
        <a:srgbClr val="000000"/>
      </a:dk1>
      <a:lt1>
        <a:srgbClr val="FFFFFF"/>
      </a:lt1>
      <a:dk2>
        <a:srgbClr val="58595B"/>
      </a:dk2>
      <a:lt2>
        <a:srgbClr val="E3E3E3"/>
      </a:lt2>
      <a:accent1>
        <a:srgbClr val="FA4616"/>
      </a:accent1>
      <a:accent2>
        <a:srgbClr val="F4A700"/>
      </a:accent2>
      <a:accent3>
        <a:srgbClr val="DC2560"/>
      </a:accent3>
      <a:accent4>
        <a:srgbClr val="8B3D8A"/>
      </a:accent4>
      <a:accent5>
        <a:srgbClr val="95D041"/>
      </a:accent5>
      <a:accent6>
        <a:srgbClr val="1168CD"/>
      </a:accent6>
      <a:hlink>
        <a:srgbClr val="38C6F4"/>
      </a:hlink>
      <a:folHlink>
        <a:srgbClr val="84848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lIns="0" tIns="0" rIns="0" bIns="0" rtlCol="0" anchor="ctr" anchorCtr="0"/>
      <a:lstStyle>
        <a:defPPr algn="ctr">
          <a:defRPr sz="1400" b="0" i="0" dirty="0" err="1" smtClean="0">
            <a:latin typeface="Arial"/>
            <a:cs typeface="Arial"/>
          </a:defRPr>
        </a:defPPr>
      </a:lstStyle>
      <a:style>
        <a:lnRef idx="1">
          <a:schemeClr val="accent1"/>
        </a:lnRef>
        <a:fillRef idx="3">
          <a:schemeClr val="accent1"/>
        </a:fillRef>
        <a:effectRef idx="2">
          <a:schemeClr val="accent1"/>
        </a:effectRef>
        <a:fontRef idx="minor">
          <a:schemeClr val="lt1"/>
        </a:fontRef>
      </a:style>
    </a:spDef>
    <a:lnDef>
      <a:spPr>
        <a:ln w="9525" cap="flat" cmpd="sng" algn="ctr">
          <a:solidFill>
            <a:schemeClr val="tx1"/>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91440" tIns="91440" rIns="91440" bIns="91440" rtlCol="0">
        <a:spAutoFit/>
      </a:bodyPr>
      <a:lstStyle>
        <a:defPPr algn="l">
          <a:defRPr sz="1400" dirty="0" err="1" smtClean="0">
            <a:latin typeface="Arial"/>
            <a:cs typeface="Arial"/>
          </a:defRPr>
        </a:defPPr>
      </a:lstStyle>
    </a:txDef>
  </a:objectDefaults>
  <a:extraClrSchemeLst/>
  <a:custClrLst>
    <a:custClr name="Black">
      <a:srgbClr val="000000"/>
    </a:custClr>
    <a:custClr name="White">
      <a:srgbClr val="FFFFFF"/>
    </a:custClr>
    <a:custClr name="Light Grey">
      <a:srgbClr val="E3E3E3"/>
    </a:custClr>
    <a:custClr name="Orange">
      <a:srgbClr val="FA4616"/>
    </a:custClr>
    <a:custClr name="Marigold">
      <a:srgbClr val="F4A700"/>
    </a:custClr>
    <a:custClr name="Magenta">
      <a:srgbClr val="DC2560"/>
    </a:custClr>
    <a:custClr name="Purple">
      <a:srgbClr val="8B3D8A"/>
    </a:custClr>
    <a:custClr name="Green">
      <a:srgbClr val="95D041"/>
    </a:custClr>
    <a:custClr name="Teal">
      <a:srgbClr val="0BA2B3"/>
    </a:custClr>
    <a:custClr name="Blue">
      <a:srgbClr val="1168CD"/>
    </a:custClr>
    <a:custClr name="Black">
      <a:srgbClr val="000000"/>
    </a:custClr>
    <a:custClr name="Pale Grey">
      <a:srgbClr val="F6F6F6"/>
    </a:custClr>
    <a:custClr name="Dark Grey">
      <a:srgbClr val="595959"/>
    </a:custClr>
    <a:custClr name="Dark Orange">
      <a:srgbClr val="DC4226"/>
    </a:custClr>
    <a:custClr name="Mid-Marigold">
      <a:srgbClr val="D99600"/>
    </a:custClr>
    <a:custClr name="Mid-Magenta">
      <a:srgbClr val="C62157"/>
    </a:custClr>
    <a:custClr name="Mid-Purple">
      <a:srgbClr val="77397C"/>
    </a:custClr>
    <a:custClr name="Mid-Green">
      <a:srgbClr val="87B73B"/>
    </a:custClr>
    <a:custClr name="Mid-Teal">
      <a:srgbClr val="078E9E"/>
    </a:custClr>
    <a:custClr name="Mid-Blue">
      <a:srgbClr val="245BAA"/>
    </a:custClr>
  </a:custClrLst>
  <a:extLst>
    <a:ext uri="{05A4C25C-085E-4340-85A3-A5531E510DB2}">
      <thm15:themeFamily xmlns:thm15="http://schemas.microsoft.com/office/thememl/2012/main" name="Alternative Publication Layouts" id="{4D926E7A-1D45-4472-A185-64CD6114CE2B}" vid="{1BE34B7B-2393-4C9A-8EC6-E537A42DDDE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VariableListDefinition name="AD_HOC" displayName="AD_HOC" id="408fc6a8-5d0b-4594-8b6e-b1b37a2179bf" isdomainofvalue="False" dataSourceId="cdc49172-074c-4e17-9fd2-953a25c000ac"/>
</file>

<file path=customXml/item3.xml><?xml version="1.0" encoding="utf-8"?>
<ct:contentTypeSchema xmlns:ct="http://schemas.microsoft.com/office/2006/metadata/contentType" xmlns:ma="http://schemas.microsoft.com/office/2006/metadata/properties/metaAttributes" ct:_="" ma:_="" ma:contentTypeName="Document" ma:contentTypeID="0x010100B47328280439544AB5C41C56297158F8" ma:contentTypeVersion="18" ma:contentTypeDescription="Create a new document." ma:contentTypeScope="" ma:versionID="461c9d6423a6a77c2bf35188ce0285c7">
  <xsd:schema xmlns:xsd="http://www.w3.org/2001/XMLSchema" xmlns:xs="http://www.w3.org/2001/XMLSchema" xmlns:p="http://schemas.microsoft.com/office/2006/metadata/properties" xmlns:ns2="825ee06b-ca9e-4fae-a309-081319cc5c11" xmlns:ns3="328982d7-d2af-46e2-9ab4-9b069b3e82d0" xmlns:ns4="34d2ab49-b14c-40af-8c3f-b2a27eb69e13" targetNamespace="http://schemas.microsoft.com/office/2006/metadata/properties" ma:root="true" ma:fieldsID="7950fd1811bc39426380fa8b7a08b84c" ns2:_="" ns3:_="" ns4:_="">
    <xsd:import namespace="825ee06b-ca9e-4fae-a309-081319cc5c11"/>
    <xsd:import namespace="328982d7-d2af-46e2-9ab4-9b069b3e82d0"/>
    <xsd:import namespace="34d2ab49-b14c-40af-8c3f-b2a27eb69e1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MediaLengthInSeconds" minOccurs="0"/>
                <xsd:element ref="ns3:lcf76f155ced4ddcb4097134ff3c332f" minOccurs="0"/>
                <xsd:element ref="ns4:TaxCatchAll" minOccurs="0"/>
                <xsd:element ref="ns3:MediaServiceSearchProperties"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5ee06b-ca9e-4fae-a309-081319cc5c1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28982d7-d2af-46e2-9ab4-9b069b3e82d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description="" ma:indexed="true" ma:internalName="MediaServiceLocation" ma:readOnly="true">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4d2ab49-b14c-40af-8c3f-b2a27eb69e13"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a5a2421f-af00-4660-b7b5-5d0cf4efa78b}" ma:internalName="TaxCatchAll" ma:showField="CatchAllData" ma:web="34d2ab49-b14c-40af-8c3f-b2a27eb69e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VariableList UniqueId="89a417bf-9963-4bc6-8203-e0f5ad8ff73e" Name="System" ContentType="XML" MajorVersion="0" MinorVersion="1" isLocalCopy="False" IsBaseObject="False" DataSourceId="d6ad5235-58c6-406d-9b28-51112ed3dcac" DataSourceMajorVersion="0" DataSourceMinorVersion="1"/>
</file>

<file path=customXml/item5.xml><?xml version="1.0" encoding="utf-8"?>
<AllExternalAdhocVariableMappings/>
</file>

<file path=customXml/item6.xml><?xml version="1.0" encoding="utf-8"?>
<VariableListDefinition name="System" displayName="System" id="89a417bf-9963-4bc6-8203-e0f5ad8ff73e" isdomainofvalue="False" dataSourceId="d6ad5235-58c6-406d-9b28-51112ed3dcac"/>
</file>

<file path=customXml/item7.xml><?xml version="1.0" encoding="utf-8"?>
<VariableList UniqueId="677a0d22-bc08-4c10-96f4-21611cbdf7fc" Name="Computed" ContentType="XML" MajorVersion="0" MinorVersion="1" isLocalCopy="False" IsBaseObject="False" DataSourceId="4fe6d27c-b223-4c64-81a8-4bf353aaf868" DataSourceMajorVersion="0" DataSourceMinorVersion="1"/>
</file>

<file path=customXml/item8.xml><?xml version="1.0" encoding="utf-8"?>
<VariableListDefinition name="Computed" displayName="Computed" id="677a0d22-bc08-4c10-96f4-21611cbdf7fc" isdomainofvalue="False" dataSourceId="4fe6d27c-b223-4c64-81a8-4bf353aaf868"/>
</file>

<file path=customXml/item9.xml><?xml version="1.0" encoding="utf-8"?>
<p:properties xmlns:p="http://schemas.microsoft.com/office/2006/metadata/properties" xmlns:xsi="http://www.w3.org/2001/XMLSchema-instance" xmlns:pc="http://schemas.microsoft.com/office/infopath/2007/PartnerControls">
  <documentManagement>
    <TaxCatchAll xmlns="34d2ab49-b14c-40af-8c3f-b2a27eb69e13" xsi:nil="true"/>
    <lcf76f155ced4ddcb4097134ff3c332f xmlns="328982d7-d2af-46e2-9ab4-9b069b3e82d0">
      <Terms xmlns="http://schemas.microsoft.com/office/infopath/2007/PartnerControls"/>
    </lcf76f155ced4ddcb4097134ff3c332f>
  </documentManagement>
</p:properties>
</file>

<file path=customXml/item10.xml><?xml version="1.0" encoding="utf-8"?>
<VariableList UniqueId="408fc6a8-5d0b-4594-8b6e-b1b37a2179bf" Name="AD_HOC" ContentType="XML" MajorVersion="0" MinorVersion="1" isLocalCopy="False" IsBaseObject="False" DataSourceId="cdc49172-074c-4e17-9fd2-953a25c000ac" DataSourceMajorVersion="0" DataSourceMinorVersion="1"/>
</file>

<file path=customXml/itemProps1.xml><?xml version="1.0" encoding="utf-8"?>
<ds:datastoreItem xmlns:ds="http://schemas.openxmlformats.org/officeDocument/2006/customXml" ds:itemID="{23FF3D86-180F-4DEA-B9A1-FE7063DE5251}">
  <ds:schemaRefs>
    <ds:schemaRef ds:uri="http://schemas.microsoft.com/sharepoint/v3/contenttype/forms"/>
  </ds:schemaRefs>
</ds:datastoreItem>
</file>

<file path=customXml/itemProps2.xml><?xml version="1.0" encoding="utf-8"?>
<ds:datastoreItem xmlns:ds="http://schemas.openxmlformats.org/officeDocument/2006/customXml" ds:itemID="{25AB3BF2-4191-4669-8147-6D80B945F487}">
  <ds:schemaRefs/>
</ds:datastoreItem>
</file>

<file path=customXml/itemProps3.xml><?xml version="1.0" encoding="utf-8"?>
<ds:datastoreItem xmlns:ds="http://schemas.openxmlformats.org/officeDocument/2006/customXml" ds:itemID="{EC6EDBB8-55DD-4703-BDF5-9B72F6ACAEFB}"/>
</file>

<file path=customXml/itemProps4.xml><?xml version="1.0" encoding="utf-8"?>
<ds:datastoreItem xmlns:ds="http://schemas.openxmlformats.org/officeDocument/2006/customXml" ds:itemID="{C61F1676-62FF-4243-B11F-F637768F8ADC}">
  <ds:schemaRefs/>
</ds:datastoreItem>
</file>

<file path=customXml/itemProps5.xml><?xml version="1.0" encoding="utf-8"?>
<ds:datastoreItem xmlns:ds="http://schemas.openxmlformats.org/officeDocument/2006/customXml" ds:itemID="{923AAEBF-A751-4142-B5B3-E95A4E06D92B}">
  <ds:schemaRefs/>
</ds:datastoreItem>
</file>

<file path=customXml/itemProps6.xml><?xml version="1.0" encoding="utf-8"?>
<ds:datastoreItem xmlns:ds="http://schemas.openxmlformats.org/officeDocument/2006/customXml" ds:itemID="{E66FC6E0-6B1E-4F41-B480-5D10CECF021F}">
  <ds:schemaRefs/>
</ds:datastoreItem>
</file>

<file path=customXml/itemProps7.xml><?xml version="1.0" encoding="utf-8"?>
<ds:datastoreItem xmlns:ds="http://schemas.openxmlformats.org/officeDocument/2006/customXml" ds:itemID="{E4649F00-9A40-4EBE-983B-4FCD027592B4}">
  <ds:schemaRefs/>
</ds:datastoreItem>
</file>

<file path=customXml/itemProps8.xml><?xml version="1.0" encoding="utf-8"?>
<ds:datastoreItem xmlns:ds="http://schemas.openxmlformats.org/officeDocument/2006/customXml" ds:itemID="{89DFABB3-3BB3-4306-90BC-0E46607C1C8F}">
  <ds:schemaRefs/>
</ds:datastoreItem>
</file>

<file path=customXml/itemProps9.xml><?xml version="1.0" encoding="utf-8"?>
<ds:datastoreItem xmlns:ds="http://schemas.openxmlformats.org/officeDocument/2006/customXml" ds:itemID="{30B9A7B4-0C2B-428A-8A99-61FAC3BE1523}">
  <ds:schemaRefs>
    <ds:schemaRef ds:uri="http://purl.org/dc/elements/1.1/"/>
    <ds:schemaRef ds:uri="http://schemas.microsoft.com/office/2006/metadata/properties"/>
    <ds:schemaRef ds:uri="http://www.w3.org/XML/1998/namespace"/>
    <ds:schemaRef ds:uri="http://purl.org/dc/terms/"/>
    <ds:schemaRef ds:uri="5f40a1a7-d4e1-40b1-88d5-3dd60c0a0a2e"/>
    <ds:schemaRef ds:uri="http://schemas.microsoft.com/office/2006/documentManagement/types"/>
    <ds:schemaRef ds:uri="http://schemas.openxmlformats.org/package/2006/metadata/core-properties"/>
    <ds:schemaRef ds:uri="http://schemas.microsoft.com/office/infopath/2007/PartnerControls"/>
    <ds:schemaRef ds:uri="16665328-d7e2-4489-aca7-b931452f83d3"/>
    <ds:schemaRef ds:uri="http://purl.org/dc/dcmitype/"/>
  </ds:schemaRefs>
</ds:datastoreItem>
</file>

<file path=customXml/itemProps10.xml><?xml version="1.0" encoding="utf-8"?>
<ds:datastoreItem xmlns:ds="http://schemas.openxmlformats.org/officeDocument/2006/customXml" ds:itemID="{CE09EC06-F6D4-4972-8718-EFC00A1D5E5C}">
  <ds:schemaRefs/>
</ds:datastoreItem>
</file>

<file path=docProps/app.xml><?xml version="1.0" encoding="utf-8"?>
<Properties xmlns="http://schemas.openxmlformats.org/officeDocument/2006/extended-properties" xmlns:vt="http://schemas.openxmlformats.org/officeDocument/2006/docPropsVTypes">
  <Template>19-UIP-0019_UiPath_PPT_Template_m03</Template>
  <TotalTime>6</TotalTime>
  <Words>12851</Words>
  <Application>Microsoft Office PowerPoint</Application>
  <PresentationFormat>Custom</PresentationFormat>
  <Paragraphs>1453</Paragraphs>
  <Slides>111</Slides>
  <Notes>111</Notes>
  <HiddenSlides>15</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111</vt:i4>
      </vt:variant>
    </vt:vector>
  </HeadingPairs>
  <TitlesOfParts>
    <vt:vector size="119" baseType="lpstr">
      <vt:lpstr>Arial</vt:lpstr>
      <vt:lpstr>Calibri</vt:lpstr>
      <vt:lpstr>Lucida Grande</vt:lpstr>
      <vt:lpstr>Söhne</vt:lpstr>
      <vt:lpstr>Primary Presentation Layouts</vt:lpstr>
      <vt:lpstr>Primary Publication Layouts</vt:lpstr>
      <vt:lpstr>Alternative Presentation Layouts</vt:lpstr>
      <vt:lpstr>Alternative Publication Layouts</vt:lpstr>
      <vt:lpstr>Introduction to Automation</vt:lpstr>
      <vt:lpstr>On your marks, get set, go!</vt:lpstr>
      <vt:lpstr>Course agenda</vt:lpstr>
      <vt:lpstr>Course objectives</vt:lpstr>
      <vt:lpstr>01 What is   automation?</vt:lpstr>
      <vt:lpstr>Lesson objectives</vt:lpstr>
      <vt:lpstr>Activity time!</vt:lpstr>
      <vt:lpstr>Automation…</vt:lpstr>
      <vt:lpstr>What is automation?</vt:lpstr>
      <vt:lpstr>Why is automation such a game-changer?</vt:lpstr>
      <vt:lpstr>The story of work</vt:lpstr>
      <vt:lpstr>UiPath: where it began</vt:lpstr>
      <vt:lpstr>Automation categories</vt:lpstr>
      <vt:lpstr>Playback time!</vt:lpstr>
      <vt:lpstr>Check your knowledge</vt:lpstr>
      <vt:lpstr>Check your knowledge</vt:lpstr>
      <vt:lpstr>PowerPoint Presentation</vt:lpstr>
      <vt:lpstr>Discussion</vt:lpstr>
      <vt:lpstr>02 How can  automation help me?</vt:lpstr>
      <vt:lpstr>Lesson objectives</vt:lpstr>
      <vt:lpstr>Overview</vt:lpstr>
      <vt:lpstr>How can automation help me?</vt:lpstr>
      <vt:lpstr>How can automation help my organization?</vt:lpstr>
      <vt:lpstr>Common automation use cases</vt:lpstr>
      <vt:lpstr>Common automation use cases: payroll processing</vt:lpstr>
      <vt:lpstr>Common automation use cases: client information update</vt:lpstr>
      <vt:lpstr>Common automation use cases: contract renewal process</vt:lpstr>
      <vt:lpstr>Common automation use cases: financial statement reconciliation</vt:lpstr>
      <vt:lpstr>Common Automation Use Cases: Compliance Reporting</vt:lpstr>
      <vt:lpstr>Common automation use cases: customer complaint processing</vt:lpstr>
      <vt:lpstr>Playback time!</vt:lpstr>
      <vt:lpstr>Check your knowledge</vt:lpstr>
      <vt:lpstr>Check your knowledge</vt:lpstr>
      <vt:lpstr>PowerPoint Presentation</vt:lpstr>
      <vt:lpstr>Discussion</vt:lpstr>
      <vt:lpstr>03 Configure your first automation</vt:lpstr>
      <vt:lpstr>Lesson objectives</vt:lpstr>
      <vt:lpstr>The use-case context</vt:lpstr>
      <vt:lpstr>How do I go about this?</vt:lpstr>
      <vt:lpstr>PowerPoint Presentation</vt:lpstr>
      <vt:lpstr>Discussion</vt:lpstr>
      <vt:lpstr>04 How do I team up with a robot?</vt:lpstr>
      <vt:lpstr>Lesson objectives</vt:lpstr>
      <vt:lpstr>Overview</vt:lpstr>
      <vt:lpstr>How do I work with a robot?</vt:lpstr>
      <vt:lpstr>Unattended robots</vt:lpstr>
      <vt:lpstr>Attended robots</vt:lpstr>
      <vt:lpstr>Poll time</vt:lpstr>
      <vt:lpstr>Automation models</vt:lpstr>
      <vt:lpstr>1. Fully unattended: What it does</vt:lpstr>
      <vt:lpstr>1. Fully unattended: A real-life scenario</vt:lpstr>
      <vt:lpstr>2. Partially unattended: What it does</vt:lpstr>
      <vt:lpstr>2. Partially unattended: A real-life scenario</vt:lpstr>
      <vt:lpstr>3. Human in the loop: What it does</vt:lpstr>
      <vt:lpstr>3. Human in the loop: A real-life scenario</vt:lpstr>
      <vt:lpstr>4. Attended, interval: What it does</vt:lpstr>
      <vt:lpstr>4. Attended, interval: A real-life scenario</vt:lpstr>
      <vt:lpstr>5. Attended in tandem: What it does</vt:lpstr>
      <vt:lpstr>5. Attended in tandem: A real-life scenario</vt:lpstr>
      <vt:lpstr>6. Hybrid automation: What it does</vt:lpstr>
      <vt:lpstr>6. Hybrid automation: A real-life scenario</vt:lpstr>
      <vt:lpstr>Playback time!</vt:lpstr>
      <vt:lpstr>Check your knowledge</vt:lpstr>
      <vt:lpstr>Check your knowledge</vt:lpstr>
      <vt:lpstr>Check your knowledge</vt:lpstr>
      <vt:lpstr>Check your knowledge</vt:lpstr>
      <vt:lpstr>PowerPoint Presentation</vt:lpstr>
      <vt:lpstr>Discussion</vt:lpstr>
      <vt:lpstr>05 How can automation fit into my business?</vt:lpstr>
      <vt:lpstr>Lesson objectives</vt:lpstr>
      <vt:lpstr>Should you be worried? Not really…</vt:lpstr>
      <vt:lpstr>How can I benefit from my organization embracing automation?</vt:lpstr>
      <vt:lpstr>Different roles that automation can create</vt:lpstr>
      <vt:lpstr>Playback time!</vt:lpstr>
      <vt:lpstr>Check your knowledge</vt:lpstr>
      <vt:lpstr>Check your knowledge</vt:lpstr>
      <vt:lpstr>Discussion</vt:lpstr>
      <vt:lpstr>PowerPoint Presentation</vt:lpstr>
      <vt:lpstr>06 How do I identify automation opportunities?</vt:lpstr>
      <vt:lpstr>Lesson objectives</vt:lpstr>
      <vt:lpstr>Overview</vt:lpstr>
      <vt:lpstr>The process assessment tool</vt:lpstr>
      <vt:lpstr>Example 1: Invoice processing</vt:lpstr>
      <vt:lpstr>Example 2: Assessing and approving commercial loans</vt:lpstr>
      <vt:lpstr>It's your turn now!</vt:lpstr>
      <vt:lpstr>Playback time!</vt:lpstr>
      <vt:lpstr>PowerPoint Presentation</vt:lpstr>
      <vt:lpstr>Discussion</vt:lpstr>
      <vt:lpstr>Let’s put your knowledge to the test!</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Check your knowledge</vt:lpstr>
      <vt:lpstr>Discussion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 Automation First</dc:title>
  <dc:creator>Barbara Dorf</dc:creator>
  <cp:lastModifiedBy>Bianca Dragu</cp:lastModifiedBy>
  <cp:revision>5</cp:revision>
  <dcterms:created xsi:type="dcterms:W3CDTF">2019-04-27T00:55:32Z</dcterms:created>
  <dcterms:modified xsi:type="dcterms:W3CDTF">2023-12-04T16:35:17Z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0x010100B47328280439544AB5C41C56297158F8</vt:lpwstr>
  </property>
  <property fmtid="{D5CDD505-2E9C-101B-9397-08002B2CF9AE}" pid="3" name="_dlc_DocIdItemGuid">
    <vt:lpwstr>001f46d7-683d-4398-8fa0-0d8715abfd1d</vt:lpwstr>
  </property>
  <property fmtid="{D5CDD505-2E9C-101B-9397-08002B2CF9AE}" pid="4" name="MediaServiceImageTags">
    <vt:lpwstr/>
  </property>
  <property fmtid="{D5CDD505-2E9C-101B-9397-08002B2CF9AE}" pid="5" name="ArticulateGUID">
    <vt:lpwstr>C7C7BA87-17B3-40AF-8D0E-E19B11B63B0C</vt:lpwstr>
  </property>
  <property fmtid="{D5CDD505-2E9C-101B-9397-08002B2CF9AE}" pid="6" name="ArticulatePath">
    <vt:lpwstr>https://uipath.sharepoint.com/sites/UiPathLearningVendorCollaboration/Origin Learning/46. RPA Starter/02. OLT Introduction to automation/UiPath_Introduction_to_Automation_ILT_Proto</vt:lpwstr>
  </property>
</Properties>
</file>